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6"/>
  </p:notesMasterIdLst>
  <p:handoutMasterIdLst>
    <p:handoutMasterId r:id="rId7"/>
  </p:handoutMasterIdLst>
  <p:sldIdLst>
    <p:sldId id="256" r:id="rId2"/>
    <p:sldId id="258" r:id="rId3"/>
    <p:sldId id="257" r:id="rId4"/>
    <p:sldId id="259" r:id="rId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87169D-3364-4DC2-A634-52797A54CD4F}" v="85" dt="2024-10-20T14:06:07.56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432" y="60"/>
      </p:cViewPr>
      <p:guideLst>
        <p:guide orient="horz" pos="2880"/>
        <p:guide pos="2160"/>
      </p:guideLst>
    </p:cSldViewPr>
  </p:slideViewPr>
  <p:notesTextViewPr>
    <p:cViewPr>
      <p:scale>
        <a:sx n="100" d="100"/>
        <a:sy n="100" d="100"/>
      </p:scale>
      <p:origin x="0" y="0"/>
    </p:cViewPr>
  </p:notesTextViewPr>
  <p:notesViewPr>
    <p:cSldViewPr>
      <p:cViewPr varScale="1">
        <p:scale>
          <a:sx n="69" d="100"/>
          <a:sy n="69" d="100"/>
        </p:scale>
        <p:origin x="141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ma Weerasinghe" userId="e11e3f55-42da-4e07-8ead-4d7a1d7ea1c6" providerId="ADAL" clId="{C5A8A00B-125E-49DE-8B6C-37E6D8761ADC}"/>
    <pc:docChg chg="undo custSel addSld delSld modSld sldOrd modMainMaster">
      <pc:chgData name="Mahima Weerasinghe" userId="e11e3f55-42da-4e07-8ead-4d7a1d7ea1c6" providerId="ADAL" clId="{C5A8A00B-125E-49DE-8B6C-37E6D8761ADC}" dt="2024-08-03T08:53:32.969" v="1757" actId="20577"/>
      <pc:docMkLst>
        <pc:docMk/>
      </pc:docMkLst>
      <pc:sldChg chg="modSp mod">
        <pc:chgData name="Mahima Weerasinghe" userId="e11e3f55-42da-4e07-8ead-4d7a1d7ea1c6" providerId="ADAL" clId="{C5A8A00B-125E-49DE-8B6C-37E6D8761ADC}" dt="2024-08-03T04:57:54.349" v="284" actId="1076"/>
        <pc:sldMkLst>
          <pc:docMk/>
          <pc:sldMk cId="0" sldId="256"/>
        </pc:sldMkLst>
        <pc:spChg chg="mod">
          <ac:chgData name="Mahima Weerasinghe" userId="e11e3f55-42da-4e07-8ead-4d7a1d7ea1c6" providerId="ADAL" clId="{C5A8A00B-125E-49DE-8B6C-37E6D8761ADC}" dt="2024-08-03T04:55:44.991" v="232" actId="255"/>
          <ac:spMkLst>
            <pc:docMk/>
            <pc:sldMk cId="0" sldId="256"/>
            <ac:spMk id="2" creationId="{00000000-0000-0000-0000-000000000000}"/>
          </ac:spMkLst>
        </pc:spChg>
        <pc:spChg chg="mod">
          <ac:chgData name="Mahima Weerasinghe" userId="e11e3f55-42da-4e07-8ead-4d7a1d7ea1c6" providerId="ADAL" clId="{C5A8A00B-125E-49DE-8B6C-37E6D8761ADC}" dt="2024-08-03T04:57:54.349" v="284" actId="1076"/>
          <ac:spMkLst>
            <pc:docMk/>
            <pc:sldMk cId="0" sldId="256"/>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57"/>
        </pc:sldMkLst>
        <pc:spChg chg="mod">
          <ac:chgData name="Mahima Weerasinghe" userId="e11e3f55-42da-4e07-8ead-4d7a1d7ea1c6" providerId="ADAL" clId="{C5A8A00B-125E-49DE-8B6C-37E6D8761ADC}" dt="2024-08-03T04:52:29.593" v="134"/>
          <ac:spMkLst>
            <pc:docMk/>
            <pc:sldMk cId="0" sldId="257"/>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58"/>
        </pc:sldMkLst>
        <pc:spChg chg="mod">
          <ac:chgData name="Mahima Weerasinghe" userId="e11e3f55-42da-4e07-8ead-4d7a1d7ea1c6" providerId="ADAL" clId="{C5A8A00B-125E-49DE-8B6C-37E6D8761ADC}" dt="2024-08-03T04:52:29.593" v="134"/>
          <ac:spMkLst>
            <pc:docMk/>
            <pc:sldMk cId="0" sldId="258"/>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59"/>
        </pc:sldMkLst>
        <pc:spChg chg="mod">
          <ac:chgData name="Mahima Weerasinghe" userId="e11e3f55-42da-4e07-8ead-4d7a1d7ea1c6" providerId="ADAL" clId="{C5A8A00B-125E-49DE-8B6C-37E6D8761ADC}" dt="2024-08-03T04:52:29.593" v="134"/>
          <ac:spMkLst>
            <pc:docMk/>
            <pc:sldMk cId="0" sldId="259"/>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0"/>
        </pc:sldMkLst>
        <pc:spChg chg="mod">
          <ac:chgData name="Mahima Weerasinghe" userId="e11e3f55-42da-4e07-8ead-4d7a1d7ea1c6" providerId="ADAL" clId="{C5A8A00B-125E-49DE-8B6C-37E6D8761ADC}" dt="2024-08-03T04:52:29.593" v="134"/>
          <ac:spMkLst>
            <pc:docMk/>
            <pc:sldMk cId="0" sldId="260"/>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1"/>
        </pc:sldMkLst>
        <pc:spChg chg="mod">
          <ac:chgData name="Mahima Weerasinghe" userId="e11e3f55-42da-4e07-8ead-4d7a1d7ea1c6" providerId="ADAL" clId="{C5A8A00B-125E-49DE-8B6C-37E6D8761ADC}" dt="2024-08-03T04:52:29.593" v="134"/>
          <ac:spMkLst>
            <pc:docMk/>
            <pc:sldMk cId="0" sldId="261"/>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2"/>
        </pc:sldMkLst>
        <pc:spChg chg="mod">
          <ac:chgData name="Mahima Weerasinghe" userId="e11e3f55-42da-4e07-8ead-4d7a1d7ea1c6" providerId="ADAL" clId="{C5A8A00B-125E-49DE-8B6C-37E6D8761ADC}" dt="2024-08-03T04:52:29.593" v="134"/>
          <ac:spMkLst>
            <pc:docMk/>
            <pc:sldMk cId="0" sldId="262"/>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3"/>
        </pc:sldMkLst>
        <pc:spChg chg="mod">
          <ac:chgData name="Mahima Weerasinghe" userId="e11e3f55-42da-4e07-8ead-4d7a1d7ea1c6" providerId="ADAL" clId="{C5A8A00B-125E-49DE-8B6C-37E6D8761ADC}" dt="2024-08-03T04:52:29.593" v="134"/>
          <ac:spMkLst>
            <pc:docMk/>
            <pc:sldMk cId="0" sldId="263"/>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4"/>
        </pc:sldMkLst>
        <pc:spChg chg="mod">
          <ac:chgData name="Mahima Weerasinghe" userId="e11e3f55-42da-4e07-8ead-4d7a1d7ea1c6" providerId="ADAL" clId="{C5A8A00B-125E-49DE-8B6C-37E6D8761ADC}" dt="2024-08-03T04:52:29.593" v="134"/>
          <ac:spMkLst>
            <pc:docMk/>
            <pc:sldMk cId="0" sldId="264"/>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5"/>
        </pc:sldMkLst>
        <pc:spChg chg="mod">
          <ac:chgData name="Mahima Weerasinghe" userId="e11e3f55-42da-4e07-8ead-4d7a1d7ea1c6" providerId="ADAL" clId="{C5A8A00B-125E-49DE-8B6C-37E6D8761ADC}" dt="2024-08-03T04:52:29.593" v="134"/>
          <ac:spMkLst>
            <pc:docMk/>
            <pc:sldMk cId="0" sldId="265"/>
            <ac:spMk id="2" creationId="{00000000-0000-0000-0000-000000000000}"/>
          </ac:spMkLst>
        </pc:spChg>
        <pc:spChg chg="mod">
          <ac:chgData name="Mahima Weerasinghe" userId="e11e3f55-42da-4e07-8ead-4d7a1d7ea1c6" providerId="ADAL" clId="{C5A8A00B-125E-49DE-8B6C-37E6D8761ADC}" dt="2024-08-03T04:52:29.593" v="134"/>
          <ac:spMkLst>
            <pc:docMk/>
            <pc:sldMk cId="0" sldId="265"/>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266"/>
        </pc:sldMkLst>
        <pc:spChg chg="mod">
          <ac:chgData name="Mahima Weerasinghe" userId="e11e3f55-42da-4e07-8ead-4d7a1d7ea1c6" providerId="ADAL" clId="{C5A8A00B-125E-49DE-8B6C-37E6D8761ADC}" dt="2024-08-03T04:52:29.593" v="134"/>
          <ac:spMkLst>
            <pc:docMk/>
            <pc:sldMk cId="0" sldId="266"/>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7"/>
        </pc:sldMkLst>
        <pc:spChg chg="mod">
          <ac:chgData name="Mahima Weerasinghe" userId="e11e3f55-42da-4e07-8ead-4d7a1d7ea1c6" providerId="ADAL" clId="{C5A8A00B-125E-49DE-8B6C-37E6D8761ADC}" dt="2024-08-03T04:52:29.593" v="134"/>
          <ac:spMkLst>
            <pc:docMk/>
            <pc:sldMk cId="0" sldId="267"/>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268"/>
        </pc:sldMkLst>
        <pc:spChg chg="mod">
          <ac:chgData name="Mahima Weerasinghe" userId="e11e3f55-42da-4e07-8ead-4d7a1d7ea1c6" providerId="ADAL" clId="{C5A8A00B-125E-49DE-8B6C-37E6D8761ADC}" dt="2024-08-03T04:52:29.593" v="134"/>
          <ac:spMkLst>
            <pc:docMk/>
            <pc:sldMk cId="0" sldId="268"/>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69"/>
        </pc:sldMkLst>
        <pc:spChg chg="mod">
          <ac:chgData name="Mahima Weerasinghe" userId="e11e3f55-42da-4e07-8ead-4d7a1d7ea1c6" providerId="ADAL" clId="{C5A8A00B-125E-49DE-8B6C-37E6D8761ADC}" dt="2024-08-03T04:52:29.593" v="134"/>
          <ac:spMkLst>
            <pc:docMk/>
            <pc:sldMk cId="0" sldId="269"/>
            <ac:spMk id="2" creationId="{00000000-0000-0000-0000-000000000000}"/>
          </ac:spMkLst>
        </pc:spChg>
        <pc:spChg chg="mod">
          <ac:chgData name="Mahima Weerasinghe" userId="e11e3f55-42da-4e07-8ead-4d7a1d7ea1c6" providerId="ADAL" clId="{C5A8A00B-125E-49DE-8B6C-37E6D8761ADC}" dt="2024-08-03T04:52:29.593" v="134"/>
          <ac:spMkLst>
            <pc:docMk/>
            <pc:sldMk cId="0" sldId="269"/>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270"/>
        </pc:sldMkLst>
        <pc:spChg chg="mod">
          <ac:chgData name="Mahima Weerasinghe" userId="e11e3f55-42da-4e07-8ead-4d7a1d7ea1c6" providerId="ADAL" clId="{C5A8A00B-125E-49DE-8B6C-37E6D8761ADC}" dt="2024-08-03T04:52:29.593" v="134"/>
          <ac:spMkLst>
            <pc:docMk/>
            <pc:sldMk cId="0" sldId="270"/>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71"/>
        </pc:sldMkLst>
        <pc:spChg chg="mod">
          <ac:chgData name="Mahima Weerasinghe" userId="e11e3f55-42da-4e07-8ead-4d7a1d7ea1c6" providerId="ADAL" clId="{C5A8A00B-125E-49DE-8B6C-37E6D8761ADC}" dt="2024-08-03T04:52:29.593" v="134"/>
          <ac:spMkLst>
            <pc:docMk/>
            <pc:sldMk cId="0" sldId="271"/>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72"/>
        </pc:sldMkLst>
        <pc:spChg chg="mod">
          <ac:chgData name="Mahima Weerasinghe" userId="e11e3f55-42da-4e07-8ead-4d7a1d7ea1c6" providerId="ADAL" clId="{C5A8A00B-125E-49DE-8B6C-37E6D8761ADC}" dt="2024-08-03T04:52:29.593" v="134"/>
          <ac:spMkLst>
            <pc:docMk/>
            <pc:sldMk cId="0" sldId="272"/>
            <ac:spMk id="2" creationId="{00000000-0000-0000-0000-000000000000}"/>
          </ac:spMkLst>
        </pc:spChg>
        <pc:spChg chg="mod">
          <ac:chgData name="Mahima Weerasinghe" userId="e11e3f55-42da-4e07-8ead-4d7a1d7ea1c6" providerId="ADAL" clId="{C5A8A00B-125E-49DE-8B6C-37E6D8761ADC}" dt="2024-08-03T04:52:29.593" v="134"/>
          <ac:spMkLst>
            <pc:docMk/>
            <pc:sldMk cId="0" sldId="272"/>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273"/>
        </pc:sldMkLst>
        <pc:spChg chg="mod">
          <ac:chgData name="Mahima Weerasinghe" userId="e11e3f55-42da-4e07-8ead-4d7a1d7ea1c6" providerId="ADAL" clId="{C5A8A00B-125E-49DE-8B6C-37E6D8761ADC}" dt="2024-08-03T04:52:29.593" v="134"/>
          <ac:spMkLst>
            <pc:docMk/>
            <pc:sldMk cId="0" sldId="273"/>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74"/>
        </pc:sldMkLst>
        <pc:spChg chg="mod">
          <ac:chgData name="Mahima Weerasinghe" userId="e11e3f55-42da-4e07-8ead-4d7a1d7ea1c6" providerId="ADAL" clId="{C5A8A00B-125E-49DE-8B6C-37E6D8761ADC}" dt="2024-08-03T04:52:29.593" v="134"/>
          <ac:spMkLst>
            <pc:docMk/>
            <pc:sldMk cId="0" sldId="274"/>
            <ac:spMk id="2" creationId="{00000000-0000-0000-0000-000000000000}"/>
          </ac:spMkLst>
        </pc:spChg>
        <pc:spChg chg="mod">
          <ac:chgData name="Mahima Weerasinghe" userId="e11e3f55-42da-4e07-8ead-4d7a1d7ea1c6" providerId="ADAL" clId="{C5A8A00B-125E-49DE-8B6C-37E6D8761ADC}" dt="2024-08-03T04:52:29.593" v="134"/>
          <ac:spMkLst>
            <pc:docMk/>
            <pc:sldMk cId="0" sldId="274"/>
            <ac:spMk id="13" creationId="{00000000-0000-0000-0000-000000000000}"/>
          </ac:spMkLst>
        </pc:spChg>
      </pc:sldChg>
      <pc:sldChg chg="modSp">
        <pc:chgData name="Mahima Weerasinghe" userId="e11e3f55-42da-4e07-8ead-4d7a1d7ea1c6" providerId="ADAL" clId="{C5A8A00B-125E-49DE-8B6C-37E6D8761ADC}" dt="2024-08-03T04:52:29.593" v="134"/>
        <pc:sldMkLst>
          <pc:docMk/>
          <pc:sldMk cId="0" sldId="275"/>
        </pc:sldMkLst>
        <pc:spChg chg="mod">
          <ac:chgData name="Mahima Weerasinghe" userId="e11e3f55-42da-4e07-8ead-4d7a1d7ea1c6" providerId="ADAL" clId="{C5A8A00B-125E-49DE-8B6C-37E6D8761ADC}" dt="2024-08-03T04:52:29.593" v="134"/>
          <ac:spMkLst>
            <pc:docMk/>
            <pc:sldMk cId="0" sldId="275"/>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76"/>
        </pc:sldMkLst>
        <pc:spChg chg="mod">
          <ac:chgData name="Mahima Weerasinghe" userId="e11e3f55-42da-4e07-8ead-4d7a1d7ea1c6" providerId="ADAL" clId="{C5A8A00B-125E-49DE-8B6C-37E6D8761ADC}" dt="2024-08-03T04:52:29.593" v="134"/>
          <ac:spMkLst>
            <pc:docMk/>
            <pc:sldMk cId="0" sldId="276"/>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77"/>
        </pc:sldMkLst>
        <pc:spChg chg="mod">
          <ac:chgData name="Mahima Weerasinghe" userId="e11e3f55-42da-4e07-8ead-4d7a1d7ea1c6" providerId="ADAL" clId="{C5A8A00B-125E-49DE-8B6C-37E6D8761ADC}" dt="2024-08-03T04:52:29.593" v="134"/>
          <ac:spMkLst>
            <pc:docMk/>
            <pc:sldMk cId="0" sldId="277"/>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78"/>
        </pc:sldMkLst>
        <pc:spChg chg="mod">
          <ac:chgData name="Mahima Weerasinghe" userId="e11e3f55-42da-4e07-8ead-4d7a1d7ea1c6" providerId="ADAL" clId="{C5A8A00B-125E-49DE-8B6C-37E6D8761ADC}" dt="2024-08-03T04:52:29.593" v="134"/>
          <ac:spMkLst>
            <pc:docMk/>
            <pc:sldMk cId="0" sldId="278"/>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79"/>
        </pc:sldMkLst>
        <pc:spChg chg="mod">
          <ac:chgData name="Mahima Weerasinghe" userId="e11e3f55-42da-4e07-8ead-4d7a1d7ea1c6" providerId="ADAL" clId="{C5A8A00B-125E-49DE-8B6C-37E6D8761ADC}" dt="2024-08-03T04:52:29.593" v="134"/>
          <ac:spMkLst>
            <pc:docMk/>
            <pc:sldMk cId="0" sldId="279"/>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0"/>
        </pc:sldMkLst>
        <pc:spChg chg="mod">
          <ac:chgData name="Mahima Weerasinghe" userId="e11e3f55-42da-4e07-8ead-4d7a1d7ea1c6" providerId="ADAL" clId="{C5A8A00B-125E-49DE-8B6C-37E6D8761ADC}" dt="2024-08-03T04:52:29.593" v="134"/>
          <ac:spMkLst>
            <pc:docMk/>
            <pc:sldMk cId="0" sldId="280"/>
            <ac:spMk id="2" creationId="{00000000-0000-0000-0000-000000000000}"/>
          </ac:spMkLst>
        </pc:spChg>
        <pc:spChg chg="mod">
          <ac:chgData name="Mahima Weerasinghe" userId="e11e3f55-42da-4e07-8ead-4d7a1d7ea1c6" providerId="ADAL" clId="{C5A8A00B-125E-49DE-8B6C-37E6D8761ADC}" dt="2024-08-03T04:52:29.593" v="134"/>
          <ac:spMkLst>
            <pc:docMk/>
            <pc:sldMk cId="0" sldId="280"/>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1"/>
        </pc:sldMkLst>
        <pc:spChg chg="mod">
          <ac:chgData name="Mahima Weerasinghe" userId="e11e3f55-42da-4e07-8ead-4d7a1d7ea1c6" providerId="ADAL" clId="{C5A8A00B-125E-49DE-8B6C-37E6D8761ADC}" dt="2024-08-03T04:52:29.593" v="134"/>
          <ac:spMkLst>
            <pc:docMk/>
            <pc:sldMk cId="0" sldId="281"/>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2"/>
        </pc:sldMkLst>
        <pc:spChg chg="mod">
          <ac:chgData name="Mahima Weerasinghe" userId="e11e3f55-42da-4e07-8ead-4d7a1d7ea1c6" providerId="ADAL" clId="{C5A8A00B-125E-49DE-8B6C-37E6D8761ADC}" dt="2024-08-03T04:52:29.593" v="134"/>
          <ac:spMkLst>
            <pc:docMk/>
            <pc:sldMk cId="0" sldId="282"/>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3"/>
        </pc:sldMkLst>
        <pc:spChg chg="mod">
          <ac:chgData name="Mahima Weerasinghe" userId="e11e3f55-42da-4e07-8ead-4d7a1d7ea1c6" providerId="ADAL" clId="{C5A8A00B-125E-49DE-8B6C-37E6D8761ADC}" dt="2024-08-03T04:52:29.593" v="134"/>
          <ac:spMkLst>
            <pc:docMk/>
            <pc:sldMk cId="0" sldId="283"/>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4"/>
        </pc:sldMkLst>
        <pc:spChg chg="mod">
          <ac:chgData name="Mahima Weerasinghe" userId="e11e3f55-42da-4e07-8ead-4d7a1d7ea1c6" providerId="ADAL" clId="{C5A8A00B-125E-49DE-8B6C-37E6D8761ADC}" dt="2024-08-03T04:52:29.593" v="134"/>
          <ac:spMkLst>
            <pc:docMk/>
            <pc:sldMk cId="0" sldId="284"/>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5"/>
        </pc:sldMkLst>
        <pc:spChg chg="mod">
          <ac:chgData name="Mahima Weerasinghe" userId="e11e3f55-42da-4e07-8ead-4d7a1d7ea1c6" providerId="ADAL" clId="{C5A8A00B-125E-49DE-8B6C-37E6D8761ADC}" dt="2024-08-03T04:52:29.593" v="134"/>
          <ac:spMkLst>
            <pc:docMk/>
            <pc:sldMk cId="0" sldId="285"/>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6"/>
        </pc:sldMkLst>
        <pc:spChg chg="mod">
          <ac:chgData name="Mahima Weerasinghe" userId="e11e3f55-42da-4e07-8ead-4d7a1d7ea1c6" providerId="ADAL" clId="{C5A8A00B-125E-49DE-8B6C-37E6D8761ADC}" dt="2024-08-03T04:52:29.593" v="134"/>
          <ac:spMkLst>
            <pc:docMk/>
            <pc:sldMk cId="0" sldId="286"/>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7"/>
        </pc:sldMkLst>
        <pc:spChg chg="mod">
          <ac:chgData name="Mahima Weerasinghe" userId="e11e3f55-42da-4e07-8ead-4d7a1d7ea1c6" providerId="ADAL" clId="{C5A8A00B-125E-49DE-8B6C-37E6D8761ADC}" dt="2024-08-03T04:52:29.593" v="134"/>
          <ac:spMkLst>
            <pc:docMk/>
            <pc:sldMk cId="0" sldId="287"/>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8"/>
        </pc:sldMkLst>
        <pc:spChg chg="mod">
          <ac:chgData name="Mahima Weerasinghe" userId="e11e3f55-42da-4e07-8ead-4d7a1d7ea1c6" providerId="ADAL" clId="{C5A8A00B-125E-49DE-8B6C-37E6D8761ADC}" dt="2024-08-03T04:52:29.593" v="134"/>
          <ac:spMkLst>
            <pc:docMk/>
            <pc:sldMk cId="0" sldId="288"/>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89"/>
        </pc:sldMkLst>
        <pc:spChg chg="mod">
          <ac:chgData name="Mahima Weerasinghe" userId="e11e3f55-42da-4e07-8ead-4d7a1d7ea1c6" providerId="ADAL" clId="{C5A8A00B-125E-49DE-8B6C-37E6D8761ADC}" dt="2024-08-03T04:52:29.593" v="134"/>
          <ac:spMkLst>
            <pc:docMk/>
            <pc:sldMk cId="0" sldId="289"/>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90"/>
        </pc:sldMkLst>
        <pc:spChg chg="mod">
          <ac:chgData name="Mahima Weerasinghe" userId="e11e3f55-42da-4e07-8ead-4d7a1d7ea1c6" providerId="ADAL" clId="{C5A8A00B-125E-49DE-8B6C-37E6D8761ADC}" dt="2024-08-03T04:52:29.593" v="134"/>
          <ac:spMkLst>
            <pc:docMk/>
            <pc:sldMk cId="0" sldId="290"/>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91"/>
        </pc:sldMkLst>
        <pc:spChg chg="mod">
          <ac:chgData name="Mahima Weerasinghe" userId="e11e3f55-42da-4e07-8ead-4d7a1d7ea1c6" providerId="ADAL" clId="{C5A8A00B-125E-49DE-8B6C-37E6D8761ADC}" dt="2024-08-03T04:52:29.593" v="134"/>
          <ac:spMkLst>
            <pc:docMk/>
            <pc:sldMk cId="0" sldId="291"/>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92"/>
        </pc:sldMkLst>
        <pc:spChg chg="mod">
          <ac:chgData name="Mahima Weerasinghe" userId="e11e3f55-42da-4e07-8ead-4d7a1d7ea1c6" providerId="ADAL" clId="{C5A8A00B-125E-49DE-8B6C-37E6D8761ADC}" dt="2024-08-03T04:52:29.593" v="134"/>
          <ac:spMkLst>
            <pc:docMk/>
            <pc:sldMk cId="0" sldId="292"/>
            <ac:spMk id="2" creationId="{00000000-0000-0000-0000-000000000000}"/>
          </ac:spMkLst>
        </pc:spChg>
        <pc:spChg chg="mod">
          <ac:chgData name="Mahima Weerasinghe" userId="e11e3f55-42da-4e07-8ead-4d7a1d7ea1c6" providerId="ADAL" clId="{C5A8A00B-125E-49DE-8B6C-37E6D8761ADC}" dt="2024-08-03T04:52:29.593" v="134"/>
          <ac:spMkLst>
            <pc:docMk/>
            <pc:sldMk cId="0" sldId="292"/>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293"/>
        </pc:sldMkLst>
        <pc:spChg chg="mod">
          <ac:chgData name="Mahima Weerasinghe" userId="e11e3f55-42da-4e07-8ead-4d7a1d7ea1c6" providerId="ADAL" clId="{C5A8A00B-125E-49DE-8B6C-37E6D8761ADC}" dt="2024-08-03T04:52:29.593" v="134"/>
          <ac:spMkLst>
            <pc:docMk/>
            <pc:sldMk cId="0" sldId="293"/>
            <ac:spMk id="2" creationId="{00000000-0000-0000-0000-000000000000}"/>
          </ac:spMkLst>
        </pc:spChg>
        <pc:spChg chg="mod">
          <ac:chgData name="Mahima Weerasinghe" userId="e11e3f55-42da-4e07-8ead-4d7a1d7ea1c6" providerId="ADAL" clId="{C5A8A00B-125E-49DE-8B6C-37E6D8761ADC}" dt="2024-08-03T04:52:29.593" v="134"/>
          <ac:spMkLst>
            <pc:docMk/>
            <pc:sldMk cId="0" sldId="293"/>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294"/>
        </pc:sldMkLst>
        <pc:spChg chg="mod">
          <ac:chgData name="Mahima Weerasinghe" userId="e11e3f55-42da-4e07-8ead-4d7a1d7ea1c6" providerId="ADAL" clId="{C5A8A00B-125E-49DE-8B6C-37E6D8761ADC}" dt="2024-08-03T04:52:29.593" v="134"/>
          <ac:spMkLst>
            <pc:docMk/>
            <pc:sldMk cId="0" sldId="294"/>
            <ac:spMk id="2" creationId="{00000000-0000-0000-0000-000000000000}"/>
          </ac:spMkLst>
        </pc:spChg>
        <pc:spChg chg="mod">
          <ac:chgData name="Mahima Weerasinghe" userId="e11e3f55-42da-4e07-8ead-4d7a1d7ea1c6" providerId="ADAL" clId="{C5A8A00B-125E-49DE-8B6C-37E6D8761ADC}" dt="2024-08-03T04:52:29.593" v="134"/>
          <ac:spMkLst>
            <pc:docMk/>
            <pc:sldMk cId="0" sldId="294"/>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295"/>
        </pc:sldMkLst>
        <pc:spChg chg="mod">
          <ac:chgData name="Mahima Weerasinghe" userId="e11e3f55-42da-4e07-8ead-4d7a1d7ea1c6" providerId="ADAL" clId="{C5A8A00B-125E-49DE-8B6C-37E6D8761ADC}" dt="2024-08-03T04:52:29.593" v="134"/>
          <ac:spMkLst>
            <pc:docMk/>
            <pc:sldMk cId="0" sldId="295"/>
            <ac:spMk id="2" creationId="{00000000-0000-0000-0000-000000000000}"/>
          </ac:spMkLst>
        </pc:spChg>
        <pc:spChg chg="mod">
          <ac:chgData name="Mahima Weerasinghe" userId="e11e3f55-42da-4e07-8ead-4d7a1d7ea1c6" providerId="ADAL" clId="{C5A8A00B-125E-49DE-8B6C-37E6D8761ADC}" dt="2024-08-03T04:52:29.593" v="134"/>
          <ac:spMkLst>
            <pc:docMk/>
            <pc:sldMk cId="0" sldId="295"/>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96"/>
        </pc:sldMkLst>
        <pc:spChg chg="mod">
          <ac:chgData name="Mahima Weerasinghe" userId="e11e3f55-42da-4e07-8ead-4d7a1d7ea1c6" providerId="ADAL" clId="{C5A8A00B-125E-49DE-8B6C-37E6D8761ADC}" dt="2024-08-03T04:52:29.593" v="134"/>
          <ac:spMkLst>
            <pc:docMk/>
            <pc:sldMk cId="0" sldId="296"/>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97"/>
        </pc:sldMkLst>
        <pc:spChg chg="mod">
          <ac:chgData name="Mahima Weerasinghe" userId="e11e3f55-42da-4e07-8ead-4d7a1d7ea1c6" providerId="ADAL" clId="{C5A8A00B-125E-49DE-8B6C-37E6D8761ADC}" dt="2024-08-03T04:52:29.593" v="134"/>
          <ac:spMkLst>
            <pc:docMk/>
            <pc:sldMk cId="0" sldId="297"/>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98"/>
        </pc:sldMkLst>
        <pc:spChg chg="mod">
          <ac:chgData name="Mahima Weerasinghe" userId="e11e3f55-42da-4e07-8ead-4d7a1d7ea1c6" providerId="ADAL" clId="{C5A8A00B-125E-49DE-8B6C-37E6D8761ADC}" dt="2024-08-03T04:52:29.593" v="134"/>
          <ac:spMkLst>
            <pc:docMk/>
            <pc:sldMk cId="0" sldId="298"/>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299"/>
        </pc:sldMkLst>
        <pc:spChg chg="mod">
          <ac:chgData name="Mahima Weerasinghe" userId="e11e3f55-42da-4e07-8ead-4d7a1d7ea1c6" providerId="ADAL" clId="{C5A8A00B-125E-49DE-8B6C-37E6D8761ADC}" dt="2024-08-03T04:52:29.593" v="134"/>
          <ac:spMkLst>
            <pc:docMk/>
            <pc:sldMk cId="0" sldId="299"/>
            <ac:spMk id="2" creationId="{00000000-0000-0000-0000-000000000000}"/>
          </ac:spMkLst>
        </pc:spChg>
        <pc:spChg chg="mod">
          <ac:chgData name="Mahima Weerasinghe" userId="e11e3f55-42da-4e07-8ead-4d7a1d7ea1c6" providerId="ADAL" clId="{C5A8A00B-125E-49DE-8B6C-37E6D8761ADC}" dt="2024-08-03T04:52:29.593" v="134"/>
          <ac:spMkLst>
            <pc:docMk/>
            <pc:sldMk cId="0" sldId="299"/>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00"/>
        </pc:sldMkLst>
        <pc:spChg chg="mod">
          <ac:chgData name="Mahima Weerasinghe" userId="e11e3f55-42da-4e07-8ead-4d7a1d7ea1c6" providerId="ADAL" clId="{C5A8A00B-125E-49DE-8B6C-37E6D8761ADC}" dt="2024-08-03T04:52:29.593" v="134"/>
          <ac:spMkLst>
            <pc:docMk/>
            <pc:sldMk cId="0" sldId="300"/>
            <ac:spMk id="2" creationId="{00000000-0000-0000-0000-000000000000}"/>
          </ac:spMkLst>
        </pc:spChg>
        <pc:spChg chg="mod">
          <ac:chgData name="Mahima Weerasinghe" userId="e11e3f55-42da-4e07-8ead-4d7a1d7ea1c6" providerId="ADAL" clId="{C5A8A00B-125E-49DE-8B6C-37E6D8761ADC}" dt="2024-08-03T04:52:29.593" v="134"/>
          <ac:spMkLst>
            <pc:docMk/>
            <pc:sldMk cId="0" sldId="300"/>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01"/>
        </pc:sldMkLst>
        <pc:spChg chg="mod">
          <ac:chgData name="Mahima Weerasinghe" userId="e11e3f55-42da-4e07-8ead-4d7a1d7ea1c6" providerId="ADAL" clId="{C5A8A00B-125E-49DE-8B6C-37E6D8761ADC}" dt="2024-08-03T04:52:29.593" v="134"/>
          <ac:spMkLst>
            <pc:docMk/>
            <pc:sldMk cId="0" sldId="301"/>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02"/>
        </pc:sldMkLst>
        <pc:spChg chg="mod">
          <ac:chgData name="Mahima Weerasinghe" userId="e11e3f55-42da-4e07-8ead-4d7a1d7ea1c6" providerId="ADAL" clId="{C5A8A00B-125E-49DE-8B6C-37E6D8761ADC}" dt="2024-08-03T04:52:29.593" v="134"/>
          <ac:spMkLst>
            <pc:docMk/>
            <pc:sldMk cId="0" sldId="302"/>
            <ac:spMk id="2" creationId="{00000000-0000-0000-0000-000000000000}"/>
          </ac:spMkLst>
        </pc:spChg>
        <pc:spChg chg="mod">
          <ac:chgData name="Mahima Weerasinghe" userId="e11e3f55-42da-4e07-8ead-4d7a1d7ea1c6" providerId="ADAL" clId="{C5A8A00B-125E-49DE-8B6C-37E6D8761ADC}" dt="2024-08-03T04:52:29.593" v="134"/>
          <ac:spMkLst>
            <pc:docMk/>
            <pc:sldMk cId="0" sldId="302"/>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03"/>
        </pc:sldMkLst>
        <pc:spChg chg="mod">
          <ac:chgData name="Mahima Weerasinghe" userId="e11e3f55-42da-4e07-8ead-4d7a1d7ea1c6" providerId="ADAL" clId="{C5A8A00B-125E-49DE-8B6C-37E6D8761ADC}" dt="2024-08-03T04:52:29.593" v="134"/>
          <ac:spMkLst>
            <pc:docMk/>
            <pc:sldMk cId="0" sldId="303"/>
            <ac:spMk id="2" creationId="{00000000-0000-0000-0000-000000000000}"/>
          </ac:spMkLst>
        </pc:spChg>
        <pc:spChg chg="mod">
          <ac:chgData name="Mahima Weerasinghe" userId="e11e3f55-42da-4e07-8ead-4d7a1d7ea1c6" providerId="ADAL" clId="{C5A8A00B-125E-49DE-8B6C-37E6D8761ADC}" dt="2024-08-03T04:52:29.593" v="134"/>
          <ac:spMkLst>
            <pc:docMk/>
            <pc:sldMk cId="0" sldId="303"/>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04"/>
        </pc:sldMkLst>
        <pc:spChg chg="mod">
          <ac:chgData name="Mahima Weerasinghe" userId="e11e3f55-42da-4e07-8ead-4d7a1d7ea1c6" providerId="ADAL" clId="{C5A8A00B-125E-49DE-8B6C-37E6D8761ADC}" dt="2024-08-03T04:52:29.593" v="134"/>
          <ac:spMkLst>
            <pc:docMk/>
            <pc:sldMk cId="0" sldId="304"/>
            <ac:spMk id="50" creationId="{00000000-0000-0000-0000-000000000000}"/>
          </ac:spMkLst>
        </pc:spChg>
      </pc:sldChg>
      <pc:sldChg chg="modSp">
        <pc:chgData name="Mahima Weerasinghe" userId="e11e3f55-42da-4e07-8ead-4d7a1d7ea1c6" providerId="ADAL" clId="{C5A8A00B-125E-49DE-8B6C-37E6D8761ADC}" dt="2024-08-03T04:52:29.593" v="134"/>
        <pc:sldMkLst>
          <pc:docMk/>
          <pc:sldMk cId="0" sldId="305"/>
        </pc:sldMkLst>
        <pc:spChg chg="mod">
          <ac:chgData name="Mahima Weerasinghe" userId="e11e3f55-42da-4e07-8ead-4d7a1d7ea1c6" providerId="ADAL" clId="{C5A8A00B-125E-49DE-8B6C-37E6D8761ADC}" dt="2024-08-03T04:52:29.593" v="134"/>
          <ac:spMkLst>
            <pc:docMk/>
            <pc:sldMk cId="0" sldId="305"/>
            <ac:spMk id="2" creationId="{00000000-0000-0000-0000-000000000000}"/>
          </ac:spMkLst>
        </pc:spChg>
        <pc:spChg chg="mod">
          <ac:chgData name="Mahima Weerasinghe" userId="e11e3f55-42da-4e07-8ead-4d7a1d7ea1c6" providerId="ADAL" clId="{C5A8A00B-125E-49DE-8B6C-37E6D8761ADC}" dt="2024-08-03T04:52:29.593" v="134"/>
          <ac:spMkLst>
            <pc:docMk/>
            <pc:sldMk cId="0" sldId="305"/>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06"/>
        </pc:sldMkLst>
        <pc:spChg chg="mod">
          <ac:chgData name="Mahima Weerasinghe" userId="e11e3f55-42da-4e07-8ead-4d7a1d7ea1c6" providerId="ADAL" clId="{C5A8A00B-125E-49DE-8B6C-37E6D8761ADC}" dt="2024-08-03T04:52:29.593" v="134"/>
          <ac:spMkLst>
            <pc:docMk/>
            <pc:sldMk cId="0" sldId="306"/>
            <ac:spMk id="2" creationId="{00000000-0000-0000-0000-000000000000}"/>
          </ac:spMkLst>
        </pc:spChg>
        <pc:spChg chg="mod">
          <ac:chgData name="Mahima Weerasinghe" userId="e11e3f55-42da-4e07-8ead-4d7a1d7ea1c6" providerId="ADAL" clId="{C5A8A00B-125E-49DE-8B6C-37E6D8761ADC}" dt="2024-08-03T04:52:29.593" v="134"/>
          <ac:spMkLst>
            <pc:docMk/>
            <pc:sldMk cId="0" sldId="306"/>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07"/>
        </pc:sldMkLst>
        <pc:spChg chg="mod">
          <ac:chgData name="Mahima Weerasinghe" userId="e11e3f55-42da-4e07-8ead-4d7a1d7ea1c6" providerId="ADAL" clId="{C5A8A00B-125E-49DE-8B6C-37E6D8761ADC}" dt="2024-08-03T04:52:29.593" v="134"/>
          <ac:spMkLst>
            <pc:docMk/>
            <pc:sldMk cId="0" sldId="307"/>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08"/>
        </pc:sldMkLst>
        <pc:spChg chg="mod">
          <ac:chgData name="Mahima Weerasinghe" userId="e11e3f55-42da-4e07-8ead-4d7a1d7ea1c6" providerId="ADAL" clId="{C5A8A00B-125E-49DE-8B6C-37E6D8761ADC}" dt="2024-08-03T04:52:29.593" v="134"/>
          <ac:spMkLst>
            <pc:docMk/>
            <pc:sldMk cId="0" sldId="308"/>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09"/>
        </pc:sldMkLst>
        <pc:spChg chg="mod">
          <ac:chgData name="Mahima Weerasinghe" userId="e11e3f55-42da-4e07-8ead-4d7a1d7ea1c6" providerId="ADAL" clId="{C5A8A00B-125E-49DE-8B6C-37E6D8761ADC}" dt="2024-08-03T04:52:29.593" v="134"/>
          <ac:spMkLst>
            <pc:docMk/>
            <pc:sldMk cId="0" sldId="309"/>
            <ac:spMk id="2" creationId="{00000000-0000-0000-0000-000000000000}"/>
          </ac:spMkLst>
        </pc:spChg>
        <pc:spChg chg="mod">
          <ac:chgData name="Mahima Weerasinghe" userId="e11e3f55-42da-4e07-8ead-4d7a1d7ea1c6" providerId="ADAL" clId="{C5A8A00B-125E-49DE-8B6C-37E6D8761ADC}" dt="2024-08-03T04:52:29.593" v="134"/>
          <ac:spMkLst>
            <pc:docMk/>
            <pc:sldMk cId="0" sldId="309"/>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10"/>
        </pc:sldMkLst>
        <pc:spChg chg="mod">
          <ac:chgData name="Mahima Weerasinghe" userId="e11e3f55-42da-4e07-8ead-4d7a1d7ea1c6" providerId="ADAL" clId="{C5A8A00B-125E-49DE-8B6C-37E6D8761ADC}" dt="2024-08-03T04:52:29.593" v="134"/>
          <ac:spMkLst>
            <pc:docMk/>
            <pc:sldMk cId="0" sldId="310"/>
            <ac:spMk id="2" creationId="{00000000-0000-0000-0000-000000000000}"/>
          </ac:spMkLst>
        </pc:spChg>
        <pc:spChg chg="mod">
          <ac:chgData name="Mahima Weerasinghe" userId="e11e3f55-42da-4e07-8ead-4d7a1d7ea1c6" providerId="ADAL" clId="{C5A8A00B-125E-49DE-8B6C-37E6D8761ADC}" dt="2024-08-03T04:52:29.593" v="134"/>
          <ac:spMkLst>
            <pc:docMk/>
            <pc:sldMk cId="0" sldId="310"/>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11"/>
        </pc:sldMkLst>
        <pc:spChg chg="mod">
          <ac:chgData name="Mahima Weerasinghe" userId="e11e3f55-42da-4e07-8ead-4d7a1d7ea1c6" providerId="ADAL" clId="{C5A8A00B-125E-49DE-8B6C-37E6D8761ADC}" dt="2024-08-03T04:52:29.593" v="134"/>
          <ac:spMkLst>
            <pc:docMk/>
            <pc:sldMk cId="0" sldId="311"/>
            <ac:spMk id="2" creationId="{00000000-0000-0000-0000-000000000000}"/>
          </ac:spMkLst>
        </pc:spChg>
        <pc:spChg chg="mod">
          <ac:chgData name="Mahima Weerasinghe" userId="e11e3f55-42da-4e07-8ead-4d7a1d7ea1c6" providerId="ADAL" clId="{C5A8A00B-125E-49DE-8B6C-37E6D8761ADC}" dt="2024-08-03T04:52:29.593" v="134"/>
          <ac:spMkLst>
            <pc:docMk/>
            <pc:sldMk cId="0" sldId="311"/>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12"/>
        </pc:sldMkLst>
        <pc:spChg chg="mod">
          <ac:chgData name="Mahima Weerasinghe" userId="e11e3f55-42da-4e07-8ead-4d7a1d7ea1c6" providerId="ADAL" clId="{C5A8A00B-125E-49DE-8B6C-37E6D8761ADC}" dt="2024-08-03T04:52:29.593" v="134"/>
          <ac:spMkLst>
            <pc:docMk/>
            <pc:sldMk cId="0" sldId="312"/>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13"/>
        </pc:sldMkLst>
        <pc:spChg chg="mod">
          <ac:chgData name="Mahima Weerasinghe" userId="e11e3f55-42da-4e07-8ead-4d7a1d7ea1c6" providerId="ADAL" clId="{C5A8A00B-125E-49DE-8B6C-37E6D8761ADC}" dt="2024-08-03T04:52:29.593" v="134"/>
          <ac:spMkLst>
            <pc:docMk/>
            <pc:sldMk cId="0" sldId="313"/>
            <ac:spMk id="2" creationId="{00000000-0000-0000-0000-000000000000}"/>
          </ac:spMkLst>
        </pc:spChg>
        <pc:spChg chg="mod">
          <ac:chgData name="Mahima Weerasinghe" userId="e11e3f55-42da-4e07-8ead-4d7a1d7ea1c6" providerId="ADAL" clId="{C5A8A00B-125E-49DE-8B6C-37E6D8761ADC}" dt="2024-08-03T04:52:29.593" v="134"/>
          <ac:spMkLst>
            <pc:docMk/>
            <pc:sldMk cId="0" sldId="313"/>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14"/>
        </pc:sldMkLst>
        <pc:spChg chg="mod">
          <ac:chgData name="Mahima Weerasinghe" userId="e11e3f55-42da-4e07-8ead-4d7a1d7ea1c6" providerId="ADAL" clId="{C5A8A00B-125E-49DE-8B6C-37E6D8761ADC}" dt="2024-08-03T04:52:29.593" v="134"/>
          <ac:spMkLst>
            <pc:docMk/>
            <pc:sldMk cId="0" sldId="314"/>
            <ac:spMk id="2" creationId="{00000000-0000-0000-0000-000000000000}"/>
          </ac:spMkLst>
        </pc:spChg>
        <pc:spChg chg="mod">
          <ac:chgData name="Mahima Weerasinghe" userId="e11e3f55-42da-4e07-8ead-4d7a1d7ea1c6" providerId="ADAL" clId="{C5A8A00B-125E-49DE-8B6C-37E6D8761ADC}" dt="2024-08-03T04:52:29.593" v="134"/>
          <ac:spMkLst>
            <pc:docMk/>
            <pc:sldMk cId="0" sldId="314"/>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15"/>
        </pc:sldMkLst>
        <pc:spChg chg="mod">
          <ac:chgData name="Mahima Weerasinghe" userId="e11e3f55-42da-4e07-8ead-4d7a1d7ea1c6" providerId="ADAL" clId="{C5A8A00B-125E-49DE-8B6C-37E6D8761ADC}" dt="2024-08-03T04:52:29.593" v="134"/>
          <ac:spMkLst>
            <pc:docMk/>
            <pc:sldMk cId="0" sldId="315"/>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16"/>
        </pc:sldMkLst>
        <pc:spChg chg="mod">
          <ac:chgData name="Mahima Weerasinghe" userId="e11e3f55-42da-4e07-8ead-4d7a1d7ea1c6" providerId="ADAL" clId="{C5A8A00B-125E-49DE-8B6C-37E6D8761ADC}" dt="2024-08-03T04:52:29.593" v="134"/>
          <ac:spMkLst>
            <pc:docMk/>
            <pc:sldMk cId="0" sldId="316"/>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17"/>
        </pc:sldMkLst>
        <pc:spChg chg="mod">
          <ac:chgData name="Mahima Weerasinghe" userId="e11e3f55-42da-4e07-8ead-4d7a1d7ea1c6" providerId="ADAL" clId="{C5A8A00B-125E-49DE-8B6C-37E6D8761ADC}" dt="2024-08-03T04:52:29.593" v="134"/>
          <ac:spMkLst>
            <pc:docMk/>
            <pc:sldMk cId="0" sldId="317"/>
            <ac:spMk id="3" creationId="{00000000-0000-0000-0000-000000000000}"/>
          </ac:spMkLst>
        </pc:spChg>
      </pc:sldChg>
      <pc:sldChg chg="modSp">
        <pc:chgData name="Mahima Weerasinghe" userId="e11e3f55-42da-4e07-8ead-4d7a1d7ea1c6" providerId="ADAL" clId="{C5A8A00B-125E-49DE-8B6C-37E6D8761ADC}" dt="2024-08-03T04:52:29.593" v="134"/>
        <pc:sldMkLst>
          <pc:docMk/>
          <pc:sldMk cId="0" sldId="318"/>
        </pc:sldMkLst>
        <pc:spChg chg="mod">
          <ac:chgData name="Mahima Weerasinghe" userId="e11e3f55-42da-4e07-8ead-4d7a1d7ea1c6" providerId="ADAL" clId="{C5A8A00B-125E-49DE-8B6C-37E6D8761ADC}" dt="2024-08-03T04:52:29.593" v="134"/>
          <ac:spMkLst>
            <pc:docMk/>
            <pc:sldMk cId="0" sldId="318"/>
            <ac:spMk id="2" creationId="{00000000-0000-0000-0000-000000000000}"/>
          </ac:spMkLst>
        </pc:spChg>
        <pc:spChg chg="mod">
          <ac:chgData name="Mahima Weerasinghe" userId="e11e3f55-42da-4e07-8ead-4d7a1d7ea1c6" providerId="ADAL" clId="{C5A8A00B-125E-49DE-8B6C-37E6D8761ADC}" dt="2024-08-03T04:52:29.593" v="134"/>
          <ac:spMkLst>
            <pc:docMk/>
            <pc:sldMk cId="0" sldId="318"/>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19"/>
        </pc:sldMkLst>
        <pc:spChg chg="mod">
          <ac:chgData name="Mahima Weerasinghe" userId="e11e3f55-42da-4e07-8ead-4d7a1d7ea1c6" providerId="ADAL" clId="{C5A8A00B-125E-49DE-8B6C-37E6D8761ADC}" dt="2024-08-03T04:52:29.593" v="134"/>
          <ac:spMkLst>
            <pc:docMk/>
            <pc:sldMk cId="0" sldId="319"/>
            <ac:spMk id="2" creationId="{00000000-0000-0000-0000-000000000000}"/>
          </ac:spMkLst>
        </pc:spChg>
        <pc:spChg chg="mod">
          <ac:chgData name="Mahima Weerasinghe" userId="e11e3f55-42da-4e07-8ead-4d7a1d7ea1c6" providerId="ADAL" clId="{C5A8A00B-125E-49DE-8B6C-37E6D8761ADC}" dt="2024-08-03T04:52:29.593" v="134"/>
          <ac:spMkLst>
            <pc:docMk/>
            <pc:sldMk cId="0" sldId="319"/>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20"/>
        </pc:sldMkLst>
        <pc:spChg chg="mod">
          <ac:chgData name="Mahima Weerasinghe" userId="e11e3f55-42da-4e07-8ead-4d7a1d7ea1c6" providerId="ADAL" clId="{C5A8A00B-125E-49DE-8B6C-37E6D8761ADC}" dt="2024-08-03T04:52:29.593" v="134"/>
          <ac:spMkLst>
            <pc:docMk/>
            <pc:sldMk cId="0" sldId="320"/>
            <ac:spMk id="2" creationId="{00000000-0000-0000-0000-000000000000}"/>
          </ac:spMkLst>
        </pc:spChg>
        <pc:spChg chg="mod">
          <ac:chgData name="Mahima Weerasinghe" userId="e11e3f55-42da-4e07-8ead-4d7a1d7ea1c6" providerId="ADAL" clId="{C5A8A00B-125E-49DE-8B6C-37E6D8761ADC}" dt="2024-08-03T04:52:29.593" v="134"/>
          <ac:spMkLst>
            <pc:docMk/>
            <pc:sldMk cId="0" sldId="320"/>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21"/>
        </pc:sldMkLst>
        <pc:spChg chg="mod">
          <ac:chgData name="Mahima Weerasinghe" userId="e11e3f55-42da-4e07-8ead-4d7a1d7ea1c6" providerId="ADAL" clId="{C5A8A00B-125E-49DE-8B6C-37E6D8761ADC}" dt="2024-08-03T04:52:29.593" v="134"/>
          <ac:spMkLst>
            <pc:docMk/>
            <pc:sldMk cId="0" sldId="321"/>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22"/>
        </pc:sldMkLst>
        <pc:spChg chg="mod">
          <ac:chgData name="Mahima Weerasinghe" userId="e11e3f55-42da-4e07-8ead-4d7a1d7ea1c6" providerId="ADAL" clId="{C5A8A00B-125E-49DE-8B6C-37E6D8761ADC}" dt="2024-08-03T04:52:29.593" v="134"/>
          <ac:spMkLst>
            <pc:docMk/>
            <pc:sldMk cId="0" sldId="322"/>
            <ac:spMk id="2" creationId="{00000000-0000-0000-0000-000000000000}"/>
          </ac:spMkLst>
        </pc:spChg>
        <pc:spChg chg="mod">
          <ac:chgData name="Mahima Weerasinghe" userId="e11e3f55-42da-4e07-8ead-4d7a1d7ea1c6" providerId="ADAL" clId="{C5A8A00B-125E-49DE-8B6C-37E6D8761ADC}" dt="2024-08-03T04:52:29.593" v="134"/>
          <ac:spMkLst>
            <pc:docMk/>
            <pc:sldMk cId="0" sldId="322"/>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23"/>
        </pc:sldMkLst>
        <pc:spChg chg="mod">
          <ac:chgData name="Mahima Weerasinghe" userId="e11e3f55-42da-4e07-8ead-4d7a1d7ea1c6" providerId="ADAL" clId="{C5A8A00B-125E-49DE-8B6C-37E6D8761ADC}" dt="2024-08-03T04:52:29.593" v="134"/>
          <ac:spMkLst>
            <pc:docMk/>
            <pc:sldMk cId="0" sldId="323"/>
            <ac:spMk id="2" creationId="{00000000-0000-0000-0000-000000000000}"/>
          </ac:spMkLst>
        </pc:spChg>
        <pc:spChg chg="mod">
          <ac:chgData name="Mahima Weerasinghe" userId="e11e3f55-42da-4e07-8ead-4d7a1d7ea1c6" providerId="ADAL" clId="{C5A8A00B-125E-49DE-8B6C-37E6D8761ADC}" dt="2024-08-03T04:52:29.593" v="134"/>
          <ac:spMkLst>
            <pc:docMk/>
            <pc:sldMk cId="0" sldId="323"/>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24"/>
        </pc:sldMkLst>
        <pc:spChg chg="mod">
          <ac:chgData name="Mahima Weerasinghe" userId="e11e3f55-42da-4e07-8ead-4d7a1d7ea1c6" providerId="ADAL" clId="{C5A8A00B-125E-49DE-8B6C-37E6D8761ADC}" dt="2024-08-03T04:52:29.593" v="134"/>
          <ac:spMkLst>
            <pc:docMk/>
            <pc:sldMk cId="0" sldId="324"/>
            <ac:spMk id="2" creationId="{00000000-0000-0000-0000-000000000000}"/>
          </ac:spMkLst>
        </pc:spChg>
        <pc:spChg chg="mod">
          <ac:chgData name="Mahima Weerasinghe" userId="e11e3f55-42da-4e07-8ead-4d7a1d7ea1c6" providerId="ADAL" clId="{C5A8A00B-125E-49DE-8B6C-37E6D8761ADC}" dt="2024-08-03T04:52:29.593" v="134"/>
          <ac:spMkLst>
            <pc:docMk/>
            <pc:sldMk cId="0" sldId="324"/>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25"/>
        </pc:sldMkLst>
        <pc:spChg chg="mod">
          <ac:chgData name="Mahima Weerasinghe" userId="e11e3f55-42da-4e07-8ead-4d7a1d7ea1c6" providerId="ADAL" clId="{C5A8A00B-125E-49DE-8B6C-37E6D8761ADC}" dt="2024-08-03T04:52:29.593" v="134"/>
          <ac:spMkLst>
            <pc:docMk/>
            <pc:sldMk cId="0" sldId="325"/>
            <ac:spMk id="2" creationId="{00000000-0000-0000-0000-000000000000}"/>
          </ac:spMkLst>
        </pc:spChg>
        <pc:spChg chg="mod">
          <ac:chgData name="Mahima Weerasinghe" userId="e11e3f55-42da-4e07-8ead-4d7a1d7ea1c6" providerId="ADAL" clId="{C5A8A00B-125E-49DE-8B6C-37E6D8761ADC}" dt="2024-08-03T04:52:29.593" v="134"/>
          <ac:spMkLst>
            <pc:docMk/>
            <pc:sldMk cId="0" sldId="325"/>
            <ac:spMk id="4" creationId="{00000000-0000-0000-0000-000000000000}"/>
          </ac:spMkLst>
        </pc:spChg>
      </pc:sldChg>
      <pc:sldChg chg="modSp">
        <pc:chgData name="Mahima Weerasinghe" userId="e11e3f55-42da-4e07-8ead-4d7a1d7ea1c6" providerId="ADAL" clId="{C5A8A00B-125E-49DE-8B6C-37E6D8761ADC}" dt="2024-08-03T04:52:29.593" v="134"/>
        <pc:sldMkLst>
          <pc:docMk/>
          <pc:sldMk cId="0" sldId="326"/>
        </pc:sldMkLst>
        <pc:spChg chg="mod">
          <ac:chgData name="Mahima Weerasinghe" userId="e11e3f55-42da-4e07-8ead-4d7a1d7ea1c6" providerId="ADAL" clId="{C5A8A00B-125E-49DE-8B6C-37E6D8761ADC}" dt="2024-08-03T04:52:29.593" v="134"/>
          <ac:spMkLst>
            <pc:docMk/>
            <pc:sldMk cId="0" sldId="326"/>
            <ac:spMk id="3" creationId="{00000000-0000-0000-0000-000000000000}"/>
          </ac:spMkLst>
        </pc:spChg>
        <pc:spChg chg="mod">
          <ac:chgData name="Mahima Weerasinghe" userId="e11e3f55-42da-4e07-8ead-4d7a1d7ea1c6" providerId="ADAL" clId="{C5A8A00B-125E-49DE-8B6C-37E6D8761ADC}" dt="2024-08-03T04:52:29.593" v="134"/>
          <ac:spMkLst>
            <pc:docMk/>
            <pc:sldMk cId="0" sldId="326"/>
            <ac:spMk id="4" creationId="{00000000-0000-0000-0000-000000000000}"/>
          </ac:spMkLst>
        </pc:spChg>
      </pc:sldChg>
      <pc:sldChg chg="modSp mod">
        <pc:chgData name="Mahima Weerasinghe" userId="e11e3f55-42da-4e07-8ead-4d7a1d7ea1c6" providerId="ADAL" clId="{C5A8A00B-125E-49DE-8B6C-37E6D8761ADC}" dt="2024-08-03T08:12:57.479" v="1633" actId="20577"/>
        <pc:sldMkLst>
          <pc:docMk/>
          <pc:sldMk cId="1930261782" sldId="327"/>
        </pc:sldMkLst>
        <pc:spChg chg="mod">
          <ac:chgData name="Mahima Weerasinghe" userId="e11e3f55-42da-4e07-8ead-4d7a1d7ea1c6" providerId="ADAL" clId="{C5A8A00B-125E-49DE-8B6C-37E6D8761ADC}" dt="2024-08-03T08:12:57.479" v="1633" actId="20577"/>
          <ac:spMkLst>
            <pc:docMk/>
            <pc:sldMk cId="1930261782" sldId="327"/>
            <ac:spMk id="4" creationId="{B5C5F008-35EF-390B-DC0A-010B2A161C25}"/>
          </ac:spMkLst>
        </pc:spChg>
      </pc:sldChg>
      <pc:sldChg chg="del">
        <pc:chgData name="Mahima Weerasinghe" userId="e11e3f55-42da-4e07-8ead-4d7a1d7ea1c6" providerId="ADAL" clId="{C5A8A00B-125E-49DE-8B6C-37E6D8761ADC}" dt="2024-08-03T04:49:08.265" v="0" actId="47"/>
        <pc:sldMkLst>
          <pc:docMk/>
          <pc:sldMk cId="4257246542" sldId="328"/>
        </pc:sldMkLst>
      </pc:sldChg>
      <pc:sldChg chg="modSp del mod">
        <pc:chgData name="Mahima Weerasinghe" userId="e11e3f55-42da-4e07-8ead-4d7a1d7ea1c6" providerId="ADAL" clId="{C5A8A00B-125E-49DE-8B6C-37E6D8761ADC}" dt="2024-08-03T04:58:50.483" v="357" actId="47"/>
        <pc:sldMkLst>
          <pc:docMk/>
          <pc:sldMk cId="3363485725" sldId="329"/>
        </pc:sldMkLst>
        <pc:spChg chg="mod">
          <ac:chgData name="Mahima Weerasinghe" userId="e11e3f55-42da-4e07-8ead-4d7a1d7ea1c6" providerId="ADAL" clId="{C5A8A00B-125E-49DE-8B6C-37E6D8761ADC}" dt="2024-08-03T04:52:29.656" v="135" actId="27636"/>
          <ac:spMkLst>
            <pc:docMk/>
            <pc:sldMk cId="3363485725" sldId="329"/>
            <ac:spMk id="2" creationId="{02178DA1-04EC-8CA9-60DB-B99BB622FB6B}"/>
          </ac:spMkLst>
        </pc:spChg>
      </pc:sldChg>
      <pc:sldChg chg="modSp del mod">
        <pc:chgData name="Mahima Weerasinghe" userId="e11e3f55-42da-4e07-8ead-4d7a1d7ea1c6" providerId="ADAL" clId="{C5A8A00B-125E-49DE-8B6C-37E6D8761ADC}" dt="2024-08-03T04:58:52.148" v="358" actId="47"/>
        <pc:sldMkLst>
          <pc:docMk/>
          <pc:sldMk cId="1677406972" sldId="330"/>
        </pc:sldMkLst>
        <pc:spChg chg="mod">
          <ac:chgData name="Mahima Weerasinghe" userId="e11e3f55-42da-4e07-8ead-4d7a1d7ea1c6" providerId="ADAL" clId="{C5A8A00B-125E-49DE-8B6C-37E6D8761ADC}" dt="2024-08-03T04:52:29.672" v="136" actId="27636"/>
          <ac:spMkLst>
            <pc:docMk/>
            <pc:sldMk cId="1677406972" sldId="330"/>
            <ac:spMk id="2" creationId="{4F0E2778-5EC8-66E2-5339-849045C6322C}"/>
          </ac:spMkLst>
        </pc:spChg>
      </pc:sldChg>
      <pc:sldChg chg="addSp delSp modSp mod">
        <pc:chgData name="Mahima Weerasinghe" userId="e11e3f55-42da-4e07-8ead-4d7a1d7ea1c6" providerId="ADAL" clId="{C5A8A00B-125E-49DE-8B6C-37E6D8761ADC}" dt="2024-08-03T05:14:30.144" v="427" actId="1076"/>
        <pc:sldMkLst>
          <pc:docMk/>
          <pc:sldMk cId="918274834" sldId="331"/>
        </pc:sldMkLst>
        <pc:spChg chg="mod">
          <ac:chgData name="Mahima Weerasinghe" userId="e11e3f55-42da-4e07-8ead-4d7a1d7ea1c6" providerId="ADAL" clId="{C5A8A00B-125E-49DE-8B6C-37E6D8761ADC}" dt="2024-08-03T04:59:34.566" v="415" actId="1076"/>
          <ac:spMkLst>
            <pc:docMk/>
            <pc:sldMk cId="918274834" sldId="331"/>
            <ac:spMk id="2" creationId="{2F0D6ED4-F78F-2C26-88F4-304326985261}"/>
          </ac:spMkLst>
        </pc:spChg>
        <pc:spChg chg="del mod">
          <ac:chgData name="Mahima Weerasinghe" userId="e11e3f55-42da-4e07-8ead-4d7a1d7ea1c6" providerId="ADAL" clId="{C5A8A00B-125E-49DE-8B6C-37E6D8761ADC}" dt="2024-08-03T05:09:59.573" v="416" actId="478"/>
          <ac:spMkLst>
            <pc:docMk/>
            <pc:sldMk cId="918274834" sldId="331"/>
            <ac:spMk id="4" creationId="{AB7FF5C4-0EBC-BC9F-2BCB-39B7A0B3A11E}"/>
          </ac:spMkLst>
        </pc:spChg>
        <pc:picChg chg="add mod">
          <ac:chgData name="Mahima Weerasinghe" userId="e11e3f55-42da-4e07-8ead-4d7a1d7ea1c6" providerId="ADAL" clId="{C5A8A00B-125E-49DE-8B6C-37E6D8761ADC}" dt="2024-08-03T05:10:58.730" v="422" actId="1076"/>
          <ac:picMkLst>
            <pc:docMk/>
            <pc:sldMk cId="918274834" sldId="331"/>
            <ac:picMk id="5" creationId="{A24C7255-133A-209E-C740-0EDE5588A891}"/>
          </ac:picMkLst>
        </pc:picChg>
        <pc:picChg chg="add mod">
          <ac:chgData name="Mahima Weerasinghe" userId="e11e3f55-42da-4e07-8ead-4d7a1d7ea1c6" providerId="ADAL" clId="{C5A8A00B-125E-49DE-8B6C-37E6D8761ADC}" dt="2024-08-03T05:14:30.144" v="427" actId="1076"/>
          <ac:picMkLst>
            <pc:docMk/>
            <pc:sldMk cId="918274834" sldId="331"/>
            <ac:picMk id="7" creationId="{8943FD14-E8E1-1E95-BFE7-3F2F1A14F0BD}"/>
          </ac:picMkLst>
        </pc:picChg>
      </pc:sldChg>
      <pc:sldChg chg="modSp mod">
        <pc:chgData name="Mahima Weerasinghe" userId="e11e3f55-42da-4e07-8ead-4d7a1d7ea1c6" providerId="ADAL" clId="{C5A8A00B-125E-49DE-8B6C-37E6D8761ADC}" dt="2024-08-03T06:30:31.445" v="957" actId="20577"/>
        <pc:sldMkLst>
          <pc:docMk/>
          <pc:sldMk cId="890531600" sldId="332"/>
        </pc:sldMkLst>
        <pc:spChg chg="mod">
          <ac:chgData name="Mahima Weerasinghe" userId="e11e3f55-42da-4e07-8ead-4d7a1d7ea1c6" providerId="ADAL" clId="{C5A8A00B-125E-49DE-8B6C-37E6D8761ADC}" dt="2024-08-03T06:27:49.310" v="562" actId="20577"/>
          <ac:spMkLst>
            <pc:docMk/>
            <pc:sldMk cId="890531600" sldId="332"/>
            <ac:spMk id="2" creationId="{2F0D6ED4-F78F-2C26-88F4-304326985261}"/>
          </ac:spMkLst>
        </pc:spChg>
        <pc:spChg chg="mod">
          <ac:chgData name="Mahima Weerasinghe" userId="e11e3f55-42da-4e07-8ead-4d7a1d7ea1c6" providerId="ADAL" clId="{C5A8A00B-125E-49DE-8B6C-37E6D8761ADC}" dt="2024-08-03T06:30:31.445" v="957" actId="20577"/>
          <ac:spMkLst>
            <pc:docMk/>
            <pc:sldMk cId="890531600" sldId="332"/>
            <ac:spMk id="4" creationId="{AB7FF5C4-0EBC-BC9F-2BCB-39B7A0B3A11E}"/>
          </ac:spMkLst>
        </pc:spChg>
      </pc:sldChg>
      <pc:sldChg chg="addSp delSp modSp mod">
        <pc:chgData name="Mahima Weerasinghe" userId="e11e3f55-42da-4e07-8ead-4d7a1d7ea1c6" providerId="ADAL" clId="{C5A8A00B-125E-49DE-8B6C-37E6D8761ADC}" dt="2024-08-03T08:13:49.024" v="1641" actId="478"/>
        <pc:sldMkLst>
          <pc:docMk/>
          <pc:sldMk cId="3482108573" sldId="333"/>
        </pc:sldMkLst>
        <pc:spChg chg="mod">
          <ac:chgData name="Mahima Weerasinghe" userId="e11e3f55-42da-4e07-8ead-4d7a1d7ea1c6" providerId="ADAL" clId="{C5A8A00B-125E-49DE-8B6C-37E6D8761ADC}" dt="2024-08-03T04:52:29.672" v="139" actId="27636"/>
          <ac:spMkLst>
            <pc:docMk/>
            <pc:sldMk cId="3482108573" sldId="333"/>
            <ac:spMk id="2" creationId="{2F0D6ED4-F78F-2C26-88F4-304326985261}"/>
          </ac:spMkLst>
        </pc:spChg>
        <pc:spChg chg="add del">
          <ac:chgData name="Mahima Weerasinghe" userId="e11e3f55-42da-4e07-8ead-4d7a1d7ea1c6" providerId="ADAL" clId="{C5A8A00B-125E-49DE-8B6C-37E6D8761ADC}" dt="2024-08-03T08:13:45.598" v="1640" actId="478"/>
          <ac:spMkLst>
            <pc:docMk/>
            <pc:sldMk cId="3482108573" sldId="333"/>
            <ac:spMk id="3" creationId="{A1EE6C5F-AAB4-1122-C0EF-D8F784C4D903}"/>
          </ac:spMkLst>
        </pc:spChg>
        <pc:grpChg chg="del">
          <ac:chgData name="Mahima Weerasinghe" userId="e11e3f55-42da-4e07-8ead-4d7a1d7ea1c6" providerId="ADAL" clId="{C5A8A00B-125E-49DE-8B6C-37E6D8761ADC}" dt="2024-08-03T08:13:35.160" v="1636" actId="478"/>
          <ac:grpSpMkLst>
            <pc:docMk/>
            <pc:sldMk cId="3482108573" sldId="333"/>
            <ac:grpSpMk id="15" creationId="{1B23C379-2C25-24B7-49D5-0DA0D9FA6332}"/>
          </ac:grpSpMkLst>
        </pc:grpChg>
        <pc:grpChg chg="del">
          <ac:chgData name="Mahima Weerasinghe" userId="e11e3f55-42da-4e07-8ead-4d7a1d7ea1c6" providerId="ADAL" clId="{C5A8A00B-125E-49DE-8B6C-37E6D8761ADC}" dt="2024-08-03T08:13:40.820" v="1637" actId="478"/>
          <ac:grpSpMkLst>
            <pc:docMk/>
            <pc:sldMk cId="3482108573" sldId="333"/>
            <ac:grpSpMk id="27" creationId="{19A33F2D-5F3F-8795-D8A2-964A804A4C4D}"/>
          </ac:grpSpMkLst>
        </pc:grpChg>
        <pc:grpChg chg="del">
          <ac:chgData name="Mahima Weerasinghe" userId="e11e3f55-42da-4e07-8ead-4d7a1d7ea1c6" providerId="ADAL" clId="{C5A8A00B-125E-49DE-8B6C-37E6D8761ADC}" dt="2024-08-03T08:13:42.347" v="1638" actId="478"/>
          <ac:grpSpMkLst>
            <pc:docMk/>
            <pc:sldMk cId="3482108573" sldId="333"/>
            <ac:grpSpMk id="28" creationId="{DD15C735-D01E-9226-1581-CF398AABD6BC}"/>
          </ac:grpSpMkLst>
        </pc:grpChg>
        <pc:grpChg chg="del">
          <ac:chgData name="Mahima Weerasinghe" userId="e11e3f55-42da-4e07-8ead-4d7a1d7ea1c6" providerId="ADAL" clId="{C5A8A00B-125E-49DE-8B6C-37E6D8761ADC}" dt="2024-08-03T08:13:30.590" v="1635" actId="478"/>
          <ac:grpSpMkLst>
            <pc:docMk/>
            <pc:sldMk cId="3482108573" sldId="333"/>
            <ac:grpSpMk id="33" creationId="{9DFC6795-05BD-8948-3BC4-EAC5D9D25ADD}"/>
          </ac:grpSpMkLst>
        </pc:grpChg>
        <pc:grpChg chg="del">
          <ac:chgData name="Mahima Weerasinghe" userId="e11e3f55-42da-4e07-8ead-4d7a1d7ea1c6" providerId="ADAL" clId="{C5A8A00B-125E-49DE-8B6C-37E6D8761ADC}" dt="2024-08-03T08:13:28.783" v="1634" actId="478"/>
          <ac:grpSpMkLst>
            <pc:docMk/>
            <pc:sldMk cId="3482108573" sldId="333"/>
            <ac:grpSpMk id="37" creationId="{9A5E116C-7F24-6853-6C8B-0E53EB2EAA78}"/>
          </ac:grpSpMkLst>
        </pc:grpChg>
        <pc:inkChg chg="del">
          <ac:chgData name="Mahima Weerasinghe" userId="e11e3f55-42da-4e07-8ead-4d7a1d7ea1c6" providerId="ADAL" clId="{C5A8A00B-125E-49DE-8B6C-37E6D8761ADC}" dt="2024-08-03T08:13:49.024" v="1641" actId="478"/>
          <ac:inkMkLst>
            <pc:docMk/>
            <pc:sldMk cId="3482108573" sldId="333"/>
            <ac:inkMk id="14" creationId="{769C700B-5728-092F-120B-F1097B8916DC}"/>
          </ac:inkMkLst>
        </pc:inkChg>
      </pc:sldChg>
      <pc:sldChg chg="modSp mod">
        <pc:chgData name="Mahima Weerasinghe" userId="e11e3f55-42da-4e07-8ead-4d7a1d7ea1c6" providerId="ADAL" clId="{C5A8A00B-125E-49DE-8B6C-37E6D8761ADC}" dt="2024-08-03T04:52:29.672" v="140" actId="27636"/>
        <pc:sldMkLst>
          <pc:docMk/>
          <pc:sldMk cId="355114043" sldId="334"/>
        </pc:sldMkLst>
        <pc:spChg chg="mod">
          <ac:chgData name="Mahima Weerasinghe" userId="e11e3f55-42da-4e07-8ead-4d7a1d7ea1c6" providerId="ADAL" clId="{C5A8A00B-125E-49DE-8B6C-37E6D8761ADC}" dt="2024-08-03T04:52:29.672" v="140" actId="27636"/>
          <ac:spMkLst>
            <pc:docMk/>
            <pc:sldMk cId="355114043" sldId="334"/>
            <ac:spMk id="2" creationId="{2F0D6ED4-F78F-2C26-88F4-304326985261}"/>
          </ac:spMkLst>
        </pc:spChg>
      </pc:sldChg>
      <pc:sldChg chg="modSp mod">
        <pc:chgData name="Mahima Weerasinghe" userId="e11e3f55-42da-4e07-8ead-4d7a1d7ea1c6" providerId="ADAL" clId="{C5A8A00B-125E-49DE-8B6C-37E6D8761ADC}" dt="2024-08-03T04:52:29.672" v="141" actId="27636"/>
        <pc:sldMkLst>
          <pc:docMk/>
          <pc:sldMk cId="1927429806" sldId="335"/>
        </pc:sldMkLst>
        <pc:spChg chg="mod">
          <ac:chgData name="Mahima Weerasinghe" userId="e11e3f55-42da-4e07-8ead-4d7a1d7ea1c6" providerId="ADAL" clId="{C5A8A00B-125E-49DE-8B6C-37E6D8761ADC}" dt="2024-08-03T04:52:29.672" v="141" actId="27636"/>
          <ac:spMkLst>
            <pc:docMk/>
            <pc:sldMk cId="1927429806" sldId="335"/>
            <ac:spMk id="2" creationId="{2F0D6ED4-F78F-2C26-88F4-304326985261}"/>
          </ac:spMkLst>
        </pc:spChg>
      </pc:sldChg>
      <pc:sldChg chg="del">
        <pc:chgData name="Mahima Weerasinghe" userId="e11e3f55-42da-4e07-8ead-4d7a1d7ea1c6" providerId="ADAL" clId="{C5A8A00B-125E-49DE-8B6C-37E6D8761ADC}" dt="2024-08-03T04:49:10.003" v="1" actId="47"/>
        <pc:sldMkLst>
          <pc:docMk/>
          <pc:sldMk cId="3357443859" sldId="336"/>
        </pc:sldMkLst>
      </pc:sldChg>
      <pc:sldChg chg="del">
        <pc:chgData name="Mahima Weerasinghe" userId="e11e3f55-42da-4e07-8ead-4d7a1d7ea1c6" providerId="ADAL" clId="{C5A8A00B-125E-49DE-8B6C-37E6D8761ADC}" dt="2024-08-03T04:58:47.942" v="355" actId="47"/>
        <pc:sldMkLst>
          <pc:docMk/>
          <pc:sldMk cId="2334650892" sldId="337"/>
        </pc:sldMkLst>
      </pc:sldChg>
      <pc:sldChg chg="del">
        <pc:chgData name="Mahima Weerasinghe" userId="e11e3f55-42da-4e07-8ead-4d7a1d7ea1c6" providerId="ADAL" clId="{C5A8A00B-125E-49DE-8B6C-37E6D8761ADC}" dt="2024-08-03T04:58:48.914" v="356" actId="47"/>
        <pc:sldMkLst>
          <pc:docMk/>
          <pc:sldMk cId="2419571550" sldId="338"/>
        </pc:sldMkLst>
      </pc:sldChg>
      <pc:sldChg chg="new del">
        <pc:chgData name="Mahima Weerasinghe" userId="e11e3f55-42da-4e07-8ead-4d7a1d7ea1c6" providerId="ADAL" clId="{C5A8A00B-125E-49DE-8B6C-37E6D8761ADC}" dt="2024-08-03T04:53:26.710" v="143" actId="47"/>
        <pc:sldMkLst>
          <pc:docMk/>
          <pc:sldMk cId="5511963" sldId="343"/>
        </pc:sldMkLst>
      </pc:sldChg>
      <pc:sldChg chg="addSp delSp modSp new mod">
        <pc:chgData name="Mahima Weerasinghe" userId="e11e3f55-42da-4e07-8ead-4d7a1d7ea1c6" providerId="ADAL" clId="{C5A8A00B-125E-49DE-8B6C-37E6D8761ADC}" dt="2024-08-03T05:19:06.096" v="458" actId="1076"/>
        <pc:sldMkLst>
          <pc:docMk/>
          <pc:sldMk cId="218054686" sldId="343"/>
        </pc:sldMkLst>
        <pc:spChg chg="del">
          <ac:chgData name="Mahima Weerasinghe" userId="e11e3f55-42da-4e07-8ead-4d7a1d7ea1c6" providerId="ADAL" clId="{C5A8A00B-125E-49DE-8B6C-37E6D8761ADC}" dt="2024-08-03T05:11:24.698" v="424" actId="478"/>
          <ac:spMkLst>
            <pc:docMk/>
            <pc:sldMk cId="218054686" sldId="343"/>
            <ac:spMk id="2" creationId="{49315232-A91C-0632-FC9B-D1B1D531169D}"/>
          </ac:spMkLst>
        </pc:spChg>
        <pc:picChg chg="add mod">
          <ac:chgData name="Mahima Weerasinghe" userId="e11e3f55-42da-4e07-8ead-4d7a1d7ea1c6" providerId="ADAL" clId="{C5A8A00B-125E-49DE-8B6C-37E6D8761ADC}" dt="2024-08-03T05:14:55.597" v="430" actId="1076"/>
          <ac:picMkLst>
            <pc:docMk/>
            <pc:sldMk cId="218054686" sldId="343"/>
            <ac:picMk id="1026" creationId="{A6CB6A48-DB14-75E4-37BC-8EE27EA324C6}"/>
          </ac:picMkLst>
        </pc:picChg>
        <pc:picChg chg="add mod">
          <ac:chgData name="Mahima Weerasinghe" userId="e11e3f55-42da-4e07-8ead-4d7a1d7ea1c6" providerId="ADAL" clId="{C5A8A00B-125E-49DE-8B6C-37E6D8761ADC}" dt="2024-08-03T05:16:05.126" v="434" actId="14100"/>
          <ac:picMkLst>
            <pc:docMk/>
            <pc:sldMk cId="218054686" sldId="343"/>
            <ac:picMk id="1028" creationId="{3F8E1941-FC22-A0E1-4F05-1AE657147114}"/>
          </ac:picMkLst>
        </pc:picChg>
        <pc:picChg chg="add mod">
          <ac:chgData name="Mahima Weerasinghe" userId="e11e3f55-42da-4e07-8ead-4d7a1d7ea1c6" providerId="ADAL" clId="{C5A8A00B-125E-49DE-8B6C-37E6D8761ADC}" dt="2024-08-03T05:16:25.148" v="439" actId="1076"/>
          <ac:picMkLst>
            <pc:docMk/>
            <pc:sldMk cId="218054686" sldId="343"/>
            <ac:picMk id="1030" creationId="{CB228E8D-D9BA-40E5-5BB2-014C7AC80AB9}"/>
          </ac:picMkLst>
        </pc:picChg>
        <pc:picChg chg="add mod">
          <ac:chgData name="Mahima Weerasinghe" userId="e11e3f55-42da-4e07-8ead-4d7a1d7ea1c6" providerId="ADAL" clId="{C5A8A00B-125E-49DE-8B6C-37E6D8761ADC}" dt="2024-08-03T05:16:57.177" v="442" actId="1076"/>
          <ac:picMkLst>
            <pc:docMk/>
            <pc:sldMk cId="218054686" sldId="343"/>
            <ac:picMk id="1032" creationId="{7A7554DB-A0A2-2BCE-736B-DEADCB4D68F9}"/>
          </ac:picMkLst>
        </pc:picChg>
        <pc:picChg chg="add mod">
          <ac:chgData name="Mahima Weerasinghe" userId="e11e3f55-42da-4e07-8ead-4d7a1d7ea1c6" providerId="ADAL" clId="{C5A8A00B-125E-49DE-8B6C-37E6D8761ADC}" dt="2024-08-03T05:17:22.357" v="446" actId="14100"/>
          <ac:picMkLst>
            <pc:docMk/>
            <pc:sldMk cId="218054686" sldId="343"/>
            <ac:picMk id="1034" creationId="{C6E5C6FE-163D-4CEE-08A2-94146245D7C3}"/>
          </ac:picMkLst>
        </pc:picChg>
        <pc:picChg chg="add mod">
          <ac:chgData name="Mahima Weerasinghe" userId="e11e3f55-42da-4e07-8ead-4d7a1d7ea1c6" providerId="ADAL" clId="{C5A8A00B-125E-49DE-8B6C-37E6D8761ADC}" dt="2024-08-03T05:17:44.112" v="450" actId="14100"/>
          <ac:picMkLst>
            <pc:docMk/>
            <pc:sldMk cId="218054686" sldId="343"/>
            <ac:picMk id="1036" creationId="{7FF74E36-25E7-5E1E-1CFA-D23407878A90}"/>
          </ac:picMkLst>
        </pc:picChg>
        <pc:picChg chg="add mod">
          <ac:chgData name="Mahima Weerasinghe" userId="e11e3f55-42da-4e07-8ead-4d7a1d7ea1c6" providerId="ADAL" clId="{C5A8A00B-125E-49DE-8B6C-37E6D8761ADC}" dt="2024-08-03T05:18:06.123" v="453" actId="1076"/>
          <ac:picMkLst>
            <pc:docMk/>
            <pc:sldMk cId="218054686" sldId="343"/>
            <ac:picMk id="1038" creationId="{118A50E8-E53F-5CD2-AC79-80DE7D68D435}"/>
          </ac:picMkLst>
        </pc:picChg>
        <pc:picChg chg="add mod">
          <ac:chgData name="Mahima Weerasinghe" userId="e11e3f55-42da-4e07-8ead-4d7a1d7ea1c6" providerId="ADAL" clId="{C5A8A00B-125E-49DE-8B6C-37E6D8761ADC}" dt="2024-08-03T05:19:06.096" v="458" actId="1076"/>
          <ac:picMkLst>
            <pc:docMk/>
            <pc:sldMk cId="218054686" sldId="343"/>
            <ac:picMk id="1040" creationId="{24C9D1DA-E186-D032-DBF4-C9B1871AF098}"/>
          </ac:picMkLst>
        </pc:picChg>
      </pc:sldChg>
      <pc:sldChg chg="addSp delSp modSp new mod">
        <pc:chgData name="Mahima Weerasinghe" userId="e11e3f55-42da-4e07-8ead-4d7a1d7ea1c6" providerId="ADAL" clId="{C5A8A00B-125E-49DE-8B6C-37E6D8761ADC}" dt="2024-08-03T05:24:17.315" v="500" actId="14100"/>
        <pc:sldMkLst>
          <pc:docMk/>
          <pc:sldMk cId="2876714679" sldId="344"/>
        </pc:sldMkLst>
        <pc:spChg chg="mod">
          <ac:chgData name="Mahima Weerasinghe" userId="e11e3f55-42da-4e07-8ead-4d7a1d7ea1c6" providerId="ADAL" clId="{C5A8A00B-125E-49DE-8B6C-37E6D8761ADC}" dt="2024-08-03T05:19:26.393" v="472" actId="20577"/>
          <ac:spMkLst>
            <pc:docMk/>
            <pc:sldMk cId="2876714679" sldId="344"/>
            <ac:spMk id="2" creationId="{A3631B9F-0EBA-61C5-4B6E-8D13FE733609}"/>
          </ac:spMkLst>
        </pc:spChg>
        <pc:spChg chg="add del mod">
          <ac:chgData name="Mahima Weerasinghe" userId="e11e3f55-42da-4e07-8ead-4d7a1d7ea1c6" providerId="ADAL" clId="{C5A8A00B-125E-49DE-8B6C-37E6D8761ADC}" dt="2024-08-03T05:20:11.881" v="477" actId="478"/>
          <ac:spMkLst>
            <pc:docMk/>
            <pc:sldMk cId="2876714679" sldId="344"/>
            <ac:spMk id="3" creationId="{3E1BB171-346B-8428-B598-381FDF8F1C16}"/>
          </ac:spMkLst>
        </pc:spChg>
        <pc:spChg chg="add mod">
          <ac:chgData name="Mahima Weerasinghe" userId="e11e3f55-42da-4e07-8ead-4d7a1d7ea1c6" providerId="ADAL" clId="{C5A8A00B-125E-49DE-8B6C-37E6D8761ADC}" dt="2024-08-03T05:21:14.274" v="494" actId="1076"/>
          <ac:spMkLst>
            <pc:docMk/>
            <pc:sldMk cId="2876714679" sldId="344"/>
            <ac:spMk id="4" creationId="{AAECD82B-E6F5-D9D7-755D-EE30DAFA15C1}"/>
          </ac:spMkLst>
        </pc:spChg>
        <pc:picChg chg="add mod">
          <ac:chgData name="Mahima Weerasinghe" userId="e11e3f55-42da-4e07-8ead-4d7a1d7ea1c6" providerId="ADAL" clId="{C5A8A00B-125E-49DE-8B6C-37E6D8761ADC}" dt="2024-08-03T05:24:17.315" v="500" actId="14100"/>
          <ac:picMkLst>
            <pc:docMk/>
            <pc:sldMk cId="2876714679" sldId="344"/>
            <ac:picMk id="6" creationId="{DF9BE891-8620-FE19-3BA4-529F6AF5A547}"/>
          </ac:picMkLst>
        </pc:picChg>
        <pc:picChg chg="add del mod">
          <ac:chgData name="Mahima Weerasinghe" userId="e11e3f55-42da-4e07-8ead-4d7a1d7ea1c6" providerId="ADAL" clId="{C5A8A00B-125E-49DE-8B6C-37E6D8761ADC}" dt="2024-08-03T05:20:11.881" v="477" actId="478"/>
          <ac:picMkLst>
            <pc:docMk/>
            <pc:sldMk cId="2876714679" sldId="344"/>
            <ac:picMk id="2050" creationId="{40443B70-E18F-2552-0647-931DC6ED6573}"/>
          </ac:picMkLst>
        </pc:picChg>
        <pc:picChg chg="add del mod">
          <ac:chgData name="Mahima Weerasinghe" userId="e11e3f55-42da-4e07-8ead-4d7a1d7ea1c6" providerId="ADAL" clId="{C5A8A00B-125E-49DE-8B6C-37E6D8761ADC}" dt="2024-08-03T05:20:11.881" v="477" actId="478"/>
          <ac:picMkLst>
            <pc:docMk/>
            <pc:sldMk cId="2876714679" sldId="344"/>
            <ac:picMk id="2051" creationId="{E8F1AF96-A300-5248-7C79-429185E06AB5}"/>
          </ac:picMkLst>
        </pc:picChg>
        <pc:picChg chg="add del mod">
          <ac:chgData name="Mahima Weerasinghe" userId="e11e3f55-42da-4e07-8ead-4d7a1d7ea1c6" providerId="ADAL" clId="{C5A8A00B-125E-49DE-8B6C-37E6D8761ADC}" dt="2024-08-03T05:20:11.881" v="477" actId="478"/>
          <ac:picMkLst>
            <pc:docMk/>
            <pc:sldMk cId="2876714679" sldId="344"/>
            <ac:picMk id="2052" creationId="{AD8231D0-C308-8DD2-AD2E-B3BEAC0CC231}"/>
          </ac:picMkLst>
        </pc:picChg>
        <pc:picChg chg="add mod">
          <ac:chgData name="Mahima Weerasinghe" userId="e11e3f55-42da-4e07-8ead-4d7a1d7ea1c6" providerId="ADAL" clId="{C5A8A00B-125E-49DE-8B6C-37E6D8761ADC}" dt="2024-08-03T05:21:32.997" v="497" actId="14100"/>
          <ac:picMkLst>
            <pc:docMk/>
            <pc:sldMk cId="2876714679" sldId="344"/>
            <ac:picMk id="2054" creationId="{38A354AC-0D31-3EEE-1A57-CCBA1F511D5D}"/>
          </ac:picMkLst>
        </pc:picChg>
      </pc:sldChg>
      <pc:sldChg chg="addSp delSp modSp new mod">
        <pc:chgData name="Mahima Weerasinghe" userId="e11e3f55-42da-4e07-8ead-4d7a1d7ea1c6" providerId="ADAL" clId="{C5A8A00B-125E-49DE-8B6C-37E6D8761ADC}" dt="2024-08-03T05:49:04.307" v="527" actId="14100"/>
        <pc:sldMkLst>
          <pc:docMk/>
          <pc:sldMk cId="632874441" sldId="345"/>
        </pc:sldMkLst>
        <pc:spChg chg="del">
          <ac:chgData name="Mahima Weerasinghe" userId="e11e3f55-42da-4e07-8ead-4d7a1d7ea1c6" providerId="ADAL" clId="{C5A8A00B-125E-49DE-8B6C-37E6D8761ADC}" dt="2024-08-03T05:44:01.029" v="502" actId="478"/>
          <ac:spMkLst>
            <pc:docMk/>
            <pc:sldMk cId="632874441" sldId="345"/>
            <ac:spMk id="2" creationId="{9C0C671F-0F94-66C6-DE8E-6A0087AD42B9}"/>
          </ac:spMkLst>
        </pc:spChg>
        <pc:picChg chg="add mod">
          <ac:chgData name="Mahima Weerasinghe" userId="e11e3f55-42da-4e07-8ead-4d7a1d7ea1c6" providerId="ADAL" clId="{C5A8A00B-125E-49DE-8B6C-37E6D8761ADC}" dt="2024-08-03T05:44:32.953" v="510" actId="14100"/>
          <ac:picMkLst>
            <pc:docMk/>
            <pc:sldMk cId="632874441" sldId="345"/>
            <ac:picMk id="3074" creationId="{CCBDB917-44F2-A098-5CDA-1D665082294C}"/>
          </ac:picMkLst>
        </pc:picChg>
        <pc:picChg chg="add mod">
          <ac:chgData name="Mahima Weerasinghe" userId="e11e3f55-42da-4e07-8ead-4d7a1d7ea1c6" providerId="ADAL" clId="{C5A8A00B-125E-49DE-8B6C-37E6D8761ADC}" dt="2024-08-03T05:44:43.140" v="514" actId="14100"/>
          <ac:picMkLst>
            <pc:docMk/>
            <pc:sldMk cId="632874441" sldId="345"/>
            <ac:picMk id="3075" creationId="{32D36A13-1063-A5E0-7856-20E0C9018634}"/>
          </ac:picMkLst>
        </pc:picChg>
        <pc:picChg chg="add mod">
          <ac:chgData name="Mahima Weerasinghe" userId="e11e3f55-42da-4e07-8ead-4d7a1d7ea1c6" providerId="ADAL" clId="{C5A8A00B-125E-49DE-8B6C-37E6D8761ADC}" dt="2024-08-03T05:45:06.978" v="518" actId="14100"/>
          <ac:picMkLst>
            <pc:docMk/>
            <pc:sldMk cId="632874441" sldId="345"/>
            <ac:picMk id="3077" creationId="{28E6F379-A948-93E8-7B1F-1E80E6A3CB3F}"/>
          </ac:picMkLst>
        </pc:picChg>
        <pc:picChg chg="add mod">
          <ac:chgData name="Mahima Weerasinghe" userId="e11e3f55-42da-4e07-8ead-4d7a1d7ea1c6" providerId="ADAL" clId="{C5A8A00B-125E-49DE-8B6C-37E6D8761ADC}" dt="2024-08-03T05:46:06.914" v="521" actId="1076"/>
          <ac:picMkLst>
            <pc:docMk/>
            <pc:sldMk cId="632874441" sldId="345"/>
            <ac:picMk id="3079" creationId="{D3820433-EF26-DBF2-44A5-96994762AFE6}"/>
          </ac:picMkLst>
        </pc:picChg>
        <pc:picChg chg="add mod">
          <ac:chgData name="Mahima Weerasinghe" userId="e11e3f55-42da-4e07-8ead-4d7a1d7ea1c6" providerId="ADAL" clId="{C5A8A00B-125E-49DE-8B6C-37E6D8761ADC}" dt="2024-08-03T05:46:28.185" v="524" actId="1076"/>
          <ac:picMkLst>
            <pc:docMk/>
            <pc:sldMk cId="632874441" sldId="345"/>
            <ac:picMk id="3081" creationId="{6B858DBB-B691-4541-DC63-00351656EF91}"/>
          </ac:picMkLst>
        </pc:picChg>
        <pc:picChg chg="add mod">
          <ac:chgData name="Mahima Weerasinghe" userId="e11e3f55-42da-4e07-8ead-4d7a1d7ea1c6" providerId="ADAL" clId="{C5A8A00B-125E-49DE-8B6C-37E6D8761ADC}" dt="2024-08-03T05:49:04.307" v="527" actId="14100"/>
          <ac:picMkLst>
            <pc:docMk/>
            <pc:sldMk cId="632874441" sldId="345"/>
            <ac:picMk id="3083" creationId="{55A0E0F2-0BE3-FB7E-5C3E-3D0A3D5B5C47}"/>
          </ac:picMkLst>
        </pc:picChg>
      </pc:sldChg>
      <pc:sldChg chg="addSp delSp modSp new mod">
        <pc:chgData name="Mahima Weerasinghe" userId="e11e3f55-42da-4e07-8ead-4d7a1d7ea1c6" providerId="ADAL" clId="{C5A8A00B-125E-49DE-8B6C-37E6D8761ADC}" dt="2024-08-03T05:53:09.214" v="535" actId="1076"/>
        <pc:sldMkLst>
          <pc:docMk/>
          <pc:sldMk cId="2554500515" sldId="346"/>
        </pc:sldMkLst>
        <pc:spChg chg="del">
          <ac:chgData name="Mahima Weerasinghe" userId="e11e3f55-42da-4e07-8ead-4d7a1d7ea1c6" providerId="ADAL" clId="{C5A8A00B-125E-49DE-8B6C-37E6D8761ADC}" dt="2024-08-03T05:52:34.525" v="529" actId="478"/>
          <ac:spMkLst>
            <pc:docMk/>
            <pc:sldMk cId="2554500515" sldId="346"/>
            <ac:spMk id="2" creationId="{90B30FF3-3639-E7D4-9DE8-7FDCEC298E61}"/>
          </ac:spMkLst>
        </pc:spChg>
        <pc:picChg chg="add mod">
          <ac:chgData name="Mahima Weerasinghe" userId="e11e3f55-42da-4e07-8ead-4d7a1d7ea1c6" providerId="ADAL" clId="{C5A8A00B-125E-49DE-8B6C-37E6D8761ADC}" dt="2024-08-03T05:53:09.214" v="535" actId="1076"/>
          <ac:picMkLst>
            <pc:docMk/>
            <pc:sldMk cId="2554500515" sldId="346"/>
            <ac:picMk id="4098" creationId="{0964A484-89E0-C30C-1386-723BB79AF6CC}"/>
          </ac:picMkLst>
        </pc:picChg>
      </pc:sldChg>
      <pc:sldChg chg="addSp modSp new mod">
        <pc:chgData name="Mahima Weerasinghe" userId="e11e3f55-42da-4e07-8ead-4d7a1d7ea1c6" providerId="ADAL" clId="{C5A8A00B-125E-49DE-8B6C-37E6D8761ADC}" dt="2024-08-03T06:40:06.705" v="1031" actId="14100"/>
        <pc:sldMkLst>
          <pc:docMk/>
          <pc:sldMk cId="4188551037" sldId="347"/>
        </pc:sldMkLst>
        <pc:spChg chg="mod">
          <ac:chgData name="Mahima Weerasinghe" userId="e11e3f55-42da-4e07-8ead-4d7a1d7ea1c6" providerId="ADAL" clId="{C5A8A00B-125E-49DE-8B6C-37E6D8761ADC}" dt="2024-08-03T06:34:49.053" v="1025" actId="20577"/>
          <ac:spMkLst>
            <pc:docMk/>
            <pc:sldMk cId="4188551037" sldId="347"/>
            <ac:spMk id="2" creationId="{F9ABE879-737E-4387-3A9C-EB296CEF9D20}"/>
          </ac:spMkLst>
        </pc:spChg>
        <pc:picChg chg="add mod">
          <ac:chgData name="Mahima Weerasinghe" userId="e11e3f55-42da-4e07-8ead-4d7a1d7ea1c6" providerId="ADAL" clId="{C5A8A00B-125E-49DE-8B6C-37E6D8761ADC}" dt="2024-08-03T06:39:30.801" v="1028" actId="14100"/>
          <ac:picMkLst>
            <pc:docMk/>
            <pc:sldMk cId="4188551037" sldId="347"/>
            <ac:picMk id="4" creationId="{57CBA311-1957-7B95-FEE0-B351BE7FC96C}"/>
          </ac:picMkLst>
        </pc:picChg>
        <pc:picChg chg="add mod">
          <ac:chgData name="Mahima Weerasinghe" userId="e11e3f55-42da-4e07-8ead-4d7a1d7ea1c6" providerId="ADAL" clId="{C5A8A00B-125E-49DE-8B6C-37E6D8761ADC}" dt="2024-08-03T06:40:06.705" v="1031" actId="14100"/>
          <ac:picMkLst>
            <pc:docMk/>
            <pc:sldMk cId="4188551037" sldId="347"/>
            <ac:picMk id="6" creationId="{234E4D93-6CF5-AE37-6B5D-33100ECE5961}"/>
          </ac:picMkLst>
        </pc:picChg>
      </pc:sldChg>
      <pc:sldChg chg="addSp modSp add mod">
        <pc:chgData name="Mahima Weerasinghe" userId="e11e3f55-42da-4e07-8ead-4d7a1d7ea1c6" providerId="ADAL" clId="{C5A8A00B-125E-49DE-8B6C-37E6D8761ADC}" dt="2024-08-03T07:51:56.216" v="1409" actId="20577"/>
        <pc:sldMkLst>
          <pc:docMk/>
          <pc:sldMk cId="2266928667" sldId="348"/>
        </pc:sldMkLst>
        <pc:spChg chg="mod">
          <ac:chgData name="Mahima Weerasinghe" userId="e11e3f55-42da-4e07-8ead-4d7a1d7ea1c6" providerId="ADAL" clId="{C5A8A00B-125E-49DE-8B6C-37E6D8761ADC}" dt="2024-08-03T07:49:32.685" v="1254" actId="20577"/>
          <ac:spMkLst>
            <pc:docMk/>
            <pc:sldMk cId="2266928667" sldId="348"/>
            <ac:spMk id="2" creationId="{2F0D6ED4-F78F-2C26-88F4-304326985261}"/>
          </ac:spMkLst>
        </pc:spChg>
        <pc:spChg chg="add mod">
          <ac:chgData name="Mahima Weerasinghe" userId="e11e3f55-42da-4e07-8ead-4d7a1d7ea1c6" providerId="ADAL" clId="{C5A8A00B-125E-49DE-8B6C-37E6D8761ADC}" dt="2024-08-03T07:51:56.216" v="1409" actId="20577"/>
          <ac:spMkLst>
            <pc:docMk/>
            <pc:sldMk cId="2266928667" sldId="348"/>
            <ac:spMk id="3" creationId="{138508EE-303B-28B5-408A-AE47B24101E2}"/>
          </ac:spMkLst>
        </pc:spChg>
        <pc:spChg chg="mod">
          <ac:chgData name="Mahima Weerasinghe" userId="e11e3f55-42da-4e07-8ead-4d7a1d7ea1c6" providerId="ADAL" clId="{C5A8A00B-125E-49DE-8B6C-37E6D8761ADC}" dt="2024-08-03T07:51:01.666" v="1398" actId="20577"/>
          <ac:spMkLst>
            <pc:docMk/>
            <pc:sldMk cId="2266928667" sldId="348"/>
            <ac:spMk id="4" creationId="{AB7FF5C4-0EBC-BC9F-2BCB-39B7A0B3A11E}"/>
          </ac:spMkLst>
        </pc:spChg>
      </pc:sldChg>
      <pc:sldChg chg="addSp delSp modSp new mod">
        <pc:chgData name="Mahima Weerasinghe" userId="e11e3f55-42da-4e07-8ead-4d7a1d7ea1c6" providerId="ADAL" clId="{C5A8A00B-125E-49DE-8B6C-37E6D8761ADC}" dt="2024-08-03T07:12:40.840" v="1055" actId="1076"/>
        <pc:sldMkLst>
          <pc:docMk/>
          <pc:sldMk cId="3654417074" sldId="349"/>
        </pc:sldMkLst>
        <pc:spChg chg="del">
          <ac:chgData name="Mahima Weerasinghe" userId="e11e3f55-42da-4e07-8ead-4d7a1d7ea1c6" providerId="ADAL" clId="{C5A8A00B-125E-49DE-8B6C-37E6D8761ADC}" dt="2024-08-03T07:10:10.130" v="1046" actId="478"/>
          <ac:spMkLst>
            <pc:docMk/>
            <pc:sldMk cId="3654417074" sldId="349"/>
            <ac:spMk id="2" creationId="{2D106A36-9862-F1DA-48ED-03A6A50A5F4C}"/>
          </ac:spMkLst>
        </pc:spChg>
        <pc:picChg chg="add mod">
          <ac:chgData name="Mahima Weerasinghe" userId="e11e3f55-42da-4e07-8ead-4d7a1d7ea1c6" providerId="ADAL" clId="{C5A8A00B-125E-49DE-8B6C-37E6D8761ADC}" dt="2024-08-03T07:12:40.840" v="1055" actId="1076"/>
          <ac:picMkLst>
            <pc:docMk/>
            <pc:sldMk cId="3654417074" sldId="349"/>
            <ac:picMk id="4" creationId="{BB04652C-50EC-C6C9-085E-4F4783210F59}"/>
          </ac:picMkLst>
        </pc:picChg>
        <pc:picChg chg="add mod">
          <ac:chgData name="Mahima Weerasinghe" userId="e11e3f55-42da-4e07-8ead-4d7a1d7ea1c6" providerId="ADAL" clId="{C5A8A00B-125E-49DE-8B6C-37E6D8761ADC}" dt="2024-08-03T07:10:24.339" v="1052" actId="1076"/>
          <ac:picMkLst>
            <pc:docMk/>
            <pc:sldMk cId="3654417074" sldId="349"/>
            <ac:picMk id="5122" creationId="{DDD4A407-3A06-6B2A-461E-B312E77DF006}"/>
          </ac:picMkLst>
        </pc:picChg>
      </pc:sldChg>
      <pc:sldChg chg="addSp delSp modSp new del mod">
        <pc:chgData name="Mahima Weerasinghe" userId="e11e3f55-42da-4e07-8ead-4d7a1d7ea1c6" providerId="ADAL" clId="{C5A8A00B-125E-49DE-8B6C-37E6D8761ADC}" dt="2024-08-03T07:24:39.398" v="1093" actId="47"/>
        <pc:sldMkLst>
          <pc:docMk/>
          <pc:sldMk cId="2727354657" sldId="350"/>
        </pc:sldMkLst>
        <pc:spChg chg="del">
          <ac:chgData name="Mahima Weerasinghe" userId="e11e3f55-42da-4e07-8ead-4d7a1d7ea1c6" providerId="ADAL" clId="{C5A8A00B-125E-49DE-8B6C-37E6D8761ADC}" dt="2024-08-03T07:17:15.644" v="1057" actId="478"/>
          <ac:spMkLst>
            <pc:docMk/>
            <pc:sldMk cId="2727354657" sldId="350"/>
            <ac:spMk id="2" creationId="{D5040D5B-F679-9290-9683-D373002CDF60}"/>
          </ac:spMkLst>
        </pc:spChg>
        <pc:spChg chg="add del">
          <ac:chgData name="Mahima Weerasinghe" userId="e11e3f55-42da-4e07-8ead-4d7a1d7ea1c6" providerId="ADAL" clId="{C5A8A00B-125E-49DE-8B6C-37E6D8761ADC}" dt="2024-08-03T07:17:20.298" v="1059" actId="22"/>
          <ac:spMkLst>
            <pc:docMk/>
            <pc:sldMk cId="2727354657" sldId="350"/>
            <ac:spMk id="4" creationId="{CEF9368E-0347-3B4A-1E84-5467CF34B614}"/>
          </ac:spMkLst>
        </pc:spChg>
        <pc:graphicFrameChg chg="add del mod modGraphic">
          <ac:chgData name="Mahima Weerasinghe" userId="e11e3f55-42da-4e07-8ead-4d7a1d7ea1c6" providerId="ADAL" clId="{C5A8A00B-125E-49DE-8B6C-37E6D8761ADC}" dt="2024-08-03T07:19:38.822" v="1091" actId="478"/>
          <ac:graphicFrameMkLst>
            <pc:docMk/>
            <pc:sldMk cId="2727354657" sldId="350"/>
            <ac:graphicFrameMk id="5" creationId="{B9D1AEF7-AE50-067C-9075-3F288A521DC5}"/>
          </ac:graphicFrameMkLst>
        </pc:graphicFrameChg>
      </pc:sldChg>
      <pc:sldChg chg="addSp modSp new mod">
        <pc:chgData name="Mahima Weerasinghe" userId="e11e3f55-42da-4e07-8ead-4d7a1d7ea1c6" providerId="ADAL" clId="{C5A8A00B-125E-49DE-8B6C-37E6D8761ADC}" dt="2024-08-03T07:32:51.221" v="1190"/>
        <pc:sldMkLst>
          <pc:docMk/>
          <pc:sldMk cId="819493147" sldId="351"/>
        </pc:sldMkLst>
        <pc:spChg chg="mod">
          <ac:chgData name="Mahima Weerasinghe" userId="e11e3f55-42da-4e07-8ead-4d7a1d7ea1c6" providerId="ADAL" clId="{C5A8A00B-125E-49DE-8B6C-37E6D8761ADC}" dt="2024-08-03T07:24:50.194" v="1124" actId="20577"/>
          <ac:spMkLst>
            <pc:docMk/>
            <pc:sldMk cId="819493147" sldId="351"/>
            <ac:spMk id="2" creationId="{A431313C-68C8-0213-01AE-91EEF6A23D76}"/>
          </ac:spMkLst>
        </pc:spChg>
        <pc:spChg chg="add mod">
          <ac:chgData name="Mahima Weerasinghe" userId="e11e3f55-42da-4e07-8ead-4d7a1d7ea1c6" providerId="ADAL" clId="{C5A8A00B-125E-49DE-8B6C-37E6D8761ADC}" dt="2024-08-03T07:31:19.617" v="1187" actId="20577"/>
          <ac:spMkLst>
            <pc:docMk/>
            <pc:sldMk cId="819493147" sldId="351"/>
            <ac:spMk id="6" creationId="{4C6705CA-C9AF-F095-5FB7-F46D786EB43B}"/>
          </ac:spMkLst>
        </pc:spChg>
        <pc:picChg chg="add mod modCrop">
          <ac:chgData name="Mahima Weerasinghe" userId="e11e3f55-42da-4e07-8ead-4d7a1d7ea1c6" providerId="ADAL" clId="{C5A8A00B-125E-49DE-8B6C-37E6D8761ADC}" dt="2024-08-03T07:32:51.221" v="1190"/>
          <ac:picMkLst>
            <pc:docMk/>
            <pc:sldMk cId="819493147" sldId="351"/>
            <ac:picMk id="4" creationId="{D830933E-3304-BEB0-951B-970943AEB22C}"/>
          </ac:picMkLst>
        </pc:picChg>
      </pc:sldChg>
      <pc:sldChg chg="addSp delSp modSp new mod">
        <pc:chgData name="Mahima Weerasinghe" userId="e11e3f55-42da-4e07-8ead-4d7a1d7ea1c6" providerId="ADAL" clId="{C5A8A00B-125E-49DE-8B6C-37E6D8761ADC}" dt="2024-08-03T07:46:27.039" v="1196" actId="14100"/>
        <pc:sldMkLst>
          <pc:docMk/>
          <pc:sldMk cId="1878125495" sldId="352"/>
        </pc:sldMkLst>
        <pc:spChg chg="del">
          <ac:chgData name="Mahima Weerasinghe" userId="e11e3f55-42da-4e07-8ead-4d7a1d7ea1c6" providerId="ADAL" clId="{C5A8A00B-125E-49DE-8B6C-37E6D8761ADC}" dt="2024-08-03T07:46:19.076" v="1192" actId="478"/>
          <ac:spMkLst>
            <pc:docMk/>
            <pc:sldMk cId="1878125495" sldId="352"/>
            <ac:spMk id="2" creationId="{57D3DE5F-6BFC-F60E-3446-5AA46BBFAADE}"/>
          </ac:spMkLst>
        </pc:spChg>
        <pc:picChg chg="add mod">
          <ac:chgData name="Mahima Weerasinghe" userId="e11e3f55-42da-4e07-8ead-4d7a1d7ea1c6" providerId="ADAL" clId="{C5A8A00B-125E-49DE-8B6C-37E6D8761ADC}" dt="2024-08-03T07:46:27.039" v="1196" actId="14100"/>
          <ac:picMkLst>
            <pc:docMk/>
            <pc:sldMk cId="1878125495" sldId="352"/>
            <ac:picMk id="6146" creationId="{C4415FD4-5025-90A7-2061-50F793CAD118}"/>
          </ac:picMkLst>
        </pc:picChg>
      </pc:sldChg>
      <pc:sldChg chg="addSp modSp new mod ord">
        <pc:chgData name="Mahima Weerasinghe" userId="e11e3f55-42da-4e07-8ead-4d7a1d7ea1c6" providerId="ADAL" clId="{C5A8A00B-125E-49DE-8B6C-37E6D8761ADC}" dt="2024-08-03T08:10:58.061" v="1481"/>
        <pc:sldMkLst>
          <pc:docMk/>
          <pc:sldMk cId="4153490219" sldId="353"/>
        </pc:sldMkLst>
        <pc:spChg chg="mod">
          <ac:chgData name="Mahima Weerasinghe" userId="e11e3f55-42da-4e07-8ead-4d7a1d7ea1c6" providerId="ADAL" clId="{C5A8A00B-125E-49DE-8B6C-37E6D8761ADC}" dt="2024-08-03T08:08:14.549" v="1463" actId="313"/>
          <ac:spMkLst>
            <pc:docMk/>
            <pc:sldMk cId="4153490219" sldId="353"/>
            <ac:spMk id="2" creationId="{DBD86443-4717-A602-3132-4321FEE53470}"/>
          </ac:spMkLst>
        </pc:spChg>
        <pc:spChg chg="add">
          <ac:chgData name="Mahima Weerasinghe" userId="e11e3f55-42da-4e07-8ead-4d7a1d7ea1c6" providerId="ADAL" clId="{C5A8A00B-125E-49DE-8B6C-37E6D8761ADC}" dt="2024-08-03T08:08:47.593" v="1464"/>
          <ac:spMkLst>
            <pc:docMk/>
            <pc:sldMk cId="4153490219" sldId="353"/>
            <ac:spMk id="3" creationId="{9470706D-3C2E-E65A-8F03-AC394C5F431B}"/>
          </ac:spMkLst>
        </pc:spChg>
        <pc:picChg chg="add mod">
          <ac:chgData name="Mahima Weerasinghe" userId="e11e3f55-42da-4e07-8ead-4d7a1d7ea1c6" providerId="ADAL" clId="{C5A8A00B-125E-49DE-8B6C-37E6D8761ADC}" dt="2024-08-03T08:09:34.975" v="1467" actId="1076"/>
          <ac:picMkLst>
            <pc:docMk/>
            <pc:sldMk cId="4153490219" sldId="353"/>
            <ac:picMk id="5" creationId="{2F536E36-49F9-7E73-ACF3-E17384BEDD65}"/>
          </ac:picMkLst>
        </pc:picChg>
      </pc:sldChg>
      <pc:sldChg chg="addSp delSp modSp new mod ord">
        <pc:chgData name="Mahima Weerasinghe" userId="e11e3f55-42da-4e07-8ead-4d7a1d7ea1c6" providerId="ADAL" clId="{C5A8A00B-125E-49DE-8B6C-37E6D8761ADC}" dt="2024-08-03T08:10:58.061" v="1481"/>
        <pc:sldMkLst>
          <pc:docMk/>
          <pc:sldMk cId="2263679596" sldId="354"/>
        </pc:sldMkLst>
        <pc:spChg chg="del">
          <ac:chgData name="Mahima Weerasinghe" userId="e11e3f55-42da-4e07-8ead-4d7a1d7ea1c6" providerId="ADAL" clId="{C5A8A00B-125E-49DE-8B6C-37E6D8761ADC}" dt="2024-08-03T08:09:45.538" v="1469" actId="478"/>
          <ac:spMkLst>
            <pc:docMk/>
            <pc:sldMk cId="2263679596" sldId="354"/>
            <ac:spMk id="2" creationId="{29783A35-A595-DCA0-6F6C-8058CF9409C5}"/>
          </ac:spMkLst>
        </pc:spChg>
        <pc:picChg chg="add mod">
          <ac:chgData name="Mahima Weerasinghe" userId="e11e3f55-42da-4e07-8ead-4d7a1d7ea1c6" providerId="ADAL" clId="{C5A8A00B-125E-49DE-8B6C-37E6D8761ADC}" dt="2024-08-03T08:10:10.352" v="1473" actId="1076"/>
          <ac:picMkLst>
            <pc:docMk/>
            <pc:sldMk cId="2263679596" sldId="354"/>
            <ac:picMk id="4" creationId="{9BCD1B02-907F-B576-E2FD-E8AFB7A55E8E}"/>
          </ac:picMkLst>
        </pc:picChg>
      </pc:sldChg>
      <pc:sldChg chg="addSp delSp modSp new mod ord">
        <pc:chgData name="Mahima Weerasinghe" userId="e11e3f55-42da-4e07-8ead-4d7a1d7ea1c6" providerId="ADAL" clId="{C5A8A00B-125E-49DE-8B6C-37E6D8761ADC}" dt="2024-08-03T08:10:58.061" v="1481"/>
        <pc:sldMkLst>
          <pc:docMk/>
          <pc:sldMk cId="1535617992" sldId="355"/>
        </pc:sldMkLst>
        <pc:spChg chg="del">
          <ac:chgData name="Mahima Weerasinghe" userId="e11e3f55-42da-4e07-8ead-4d7a1d7ea1c6" providerId="ADAL" clId="{C5A8A00B-125E-49DE-8B6C-37E6D8761ADC}" dt="2024-08-03T08:10:38.177" v="1475" actId="478"/>
          <ac:spMkLst>
            <pc:docMk/>
            <pc:sldMk cId="1535617992" sldId="355"/>
            <ac:spMk id="2" creationId="{E5E26934-2070-DB5F-EF42-3054F36733AE}"/>
          </ac:spMkLst>
        </pc:spChg>
        <pc:picChg chg="add mod">
          <ac:chgData name="Mahima Weerasinghe" userId="e11e3f55-42da-4e07-8ead-4d7a1d7ea1c6" providerId="ADAL" clId="{C5A8A00B-125E-49DE-8B6C-37E6D8761ADC}" dt="2024-08-03T08:10:45.605" v="1479" actId="1076"/>
          <ac:picMkLst>
            <pc:docMk/>
            <pc:sldMk cId="1535617992" sldId="355"/>
            <ac:picMk id="4" creationId="{4725785F-66D1-0EDF-774C-D9553DE89336}"/>
          </ac:picMkLst>
        </pc:picChg>
      </pc:sldChg>
      <pc:sldChg chg="addSp modSp new mod">
        <pc:chgData name="Mahima Weerasinghe" userId="e11e3f55-42da-4e07-8ead-4d7a1d7ea1c6" providerId="ADAL" clId="{C5A8A00B-125E-49DE-8B6C-37E6D8761ADC}" dt="2024-08-03T08:22:29.225" v="1697" actId="20577"/>
        <pc:sldMkLst>
          <pc:docMk/>
          <pc:sldMk cId="2270794384" sldId="356"/>
        </pc:sldMkLst>
        <pc:spChg chg="mod">
          <ac:chgData name="Mahima Weerasinghe" userId="e11e3f55-42da-4e07-8ead-4d7a1d7ea1c6" providerId="ADAL" clId="{C5A8A00B-125E-49DE-8B6C-37E6D8761ADC}" dt="2024-08-03T08:22:15.122" v="1693" actId="20577"/>
          <ac:spMkLst>
            <pc:docMk/>
            <pc:sldMk cId="2270794384" sldId="356"/>
            <ac:spMk id="2" creationId="{08FA9FCD-7F08-5A0D-4D88-27DD2A2E5A7E}"/>
          </ac:spMkLst>
        </pc:spChg>
        <pc:spChg chg="add mod">
          <ac:chgData name="Mahima Weerasinghe" userId="e11e3f55-42da-4e07-8ead-4d7a1d7ea1c6" providerId="ADAL" clId="{C5A8A00B-125E-49DE-8B6C-37E6D8761ADC}" dt="2024-08-03T08:22:29.225" v="1697" actId="20577"/>
          <ac:spMkLst>
            <pc:docMk/>
            <pc:sldMk cId="2270794384" sldId="356"/>
            <ac:spMk id="4" creationId="{64179C15-753F-95C4-23B5-3556065BC322}"/>
          </ac:spMkLst>
        </pc:spChg>
      </pc:sldChg>
      <pc:sldChg chg="modSp new mod">
        <pc:chgData name="Mahima Weerasinghe" userId="e11e3f55-42da-4e07-8ead-4d7a1d7ea1c6" providerId="ADAL" clId="{C5A8A00B-125E-49DE-8B6C-37E6D8761ADC}" dt="2024-08-03T08:49:24.201" v="1728" actId="20577"/>
        <pc:sldMkLst>
          <pc:docMk/>
          <pc:sldMk cId="513802066" sldId="357"/>
        </pc:sldMkLst>
        <pc:spChg chg="mod">
          <ac:chgData name="Mahima Weerasinghe" userId="e11e3f55-42da-4e07-8ead-4d7a1d7ea1c6" providerId="ADAL" clId="{C5A8A00B-125E-49DE-8B6C-37E6D8761ADC}" dt="2024-08-03T08:49:24.201" v="1728" actId="20577"/>
          <ac:spMkLst>
            <pc:docMk/>
            <pc:sldMk cId="513802066" sldId="357"/>
            <ac:spMk id="2" creationId="{3A4DFB6C-4616-88FE-1BAE-8FCCD9641017}"/>
          </ac:spMkLst>
        </pc:spChg>
      </pc:sldChg>
      <pc:sldChg chg="addSp modSp new mod ord">
        <pc:chgData name="Mahima Weerasinghe" userId="e11e3f55-42da-4e07-8ead-4d7a1d7ea1c6" providerId="ADAL" clId="{C5A8A00B-125E-49DE-8B6C-37E6D8761ADC}" dt="2024-08-03T08:53:32.969" v="1757" actId="20577"/>
        <pc:sldMkLst>
          <pc:docMk/>
          <pc:sldMk cId="2523411080" sldId="358"/>
        </pc:sldMkLst>
        <pc:spChg chg="mod">
          <ac:chgData name="Mahima Weerasinghe" userId="e11e3f55-42da-4e07-8ead-4d7a1d7ea1c6" providerId="ADAL" clId="{C5A8A00B-125E-49DE-8B6C-37E6D8761ADC}" dt="2024-08-03T08:53:27.017" v="1755" actId="20577"/>
          <ac:spMkLst>
            <pc:docMk/>
            <pc:sldMk cId="2523411080" sldId="358"/>
            <ac:spMk id="2" creationId="{639641DF-ED8E-AAEB-C2AF-8FE451B42281}"/>
          </ac:spMkLst>
        </pc:spChg>
        <pc:spChg chg="add mod">
          <ac:chgData name="Mahima Weerasinghe" userId="e11e3f55-42da-4e07-8ead-4d7a1d7ea1c6" providerId="ADAL" clId="{C5A8A00B-125E-49DE-8B6C-37E6D8761ADC}" dt="2024-08-03T08:53:32.969" v="1757" actId="20577"/>
          <ac:spMkLst>
            <pc:docMk/>
            <pc:sldMk cId="2523411080" sldId="358"/>
            <ac:spMk id="4" creationId="{D746F357-0313-2C9B-EFEF-147761B31F9D}"/>
          </ac:spMkLst>
        </pc:spChg>
      </pc:sldChg>
      <pc:sldMasterChg chg="modSp mod modSldLayout">
        <pc:chgData name="Mahima Weerasinghe" userId="e11e3f55-42da-4e07-8ead-4d7a1d7ea1c6" providerId="ADAL" clId="{C5A8A00B-125E-49DE-8B6C-37E6D8761ADC}" dt="2024-08-03T04:57:10.792" v="275" actId="114"/>
        <pc:sldMasterMkLst>
          <pc:docMk/>
          <pc:sldMasterMk cId="3287746128" sldId="2147483666"/>
        </pc:sldMasterMkLst>
        <pc:spChg chg="mod">
          <ac:chgData name="Mahima Weerasinghe" userId="e11e3f55-42da-4e07-8ead-4d7a1d7ea1c6" providerId="ADAL" clId="{C5A8A00B-125E-49DE-8B6C-37E6D8761ADC}" dt="2024-08-03T04:53:44.600" v="161" actId="20577"/>
          <ac:spMkLst>
            <pc:docMk/>
            <pc:sldMasterMk cId="3287746128" sldId="2147483666"/>
            <ac:spMk id="5" creationId="{E03C7096-4953-3D05-5A59-87C3C18FEF98}"/>
          </ac:spMkLst>
        </pc:spChg>
        <pc:sldLayoutChg chg="modSp mod">
          <pc:chgData name="Mahima Weerasinghe" userId="e11e3f55-42da-4e07-8ead-4d7a1d7ea1c6" providerId="ADAL" clId="{C5A8A00B-125E-49DE-8B6C-37E6D8761ADC}" dt="2024-08-03T04:56:33.943" v="242" actId="20577"/>
          <pc:sldLayoutMkLst>
            <pc:docMk/>
            <pc:sldMasterMk cId="3287746128" sldId="2147483666"/>
            <pc:sldLayoutMk cId="343814379" sldId="2147483667"/>
          </pc:sldLayoutMkLst>
          <pc:spChg chg="mod">
            <ac:chgData name="Mahima Weerasinghe" userId="e11e3f55-42da-4e07-8ead-4d7a1d7ea1c6" providerId="ADAL" clId="{C5A8A00B-125E-49DE-8B6C-37E6D8761ADC}" dt="2024-08-03T04:56:33.943" v="242" actId="20577"/>
            <ac:spMkLst>
              <pc:docMk/>
              <pc:sldMasterMk cId="3287746128" sldId="2147483666"/>
              <pc:sldLayoutMk cId="343814379" sldId="2147483667"/>
              <ac:spMk id="5" creationId="{A886F97A-A648-748D-1D4C-3F1267CACAEE}"/>
            </ac:spMkLst>
          </pc:spChg>
        </pc:sldLayoutChg>
        <pc:sldLayoutChg chg="modSp mod">
          <pc:chgData name="Mahima Weerasinghe" userId="e11e3f55-42da-4e07-8ead-4d7a1d7ea1c6" providerId="ADAL" clId="{C5A8A00B-125E-49DE-8B6C-37E6D8761ADC}" dt="2024-08-03T04:56:46.212" v="252" actId="20577"/>
          <pc:sldLayoutMkLst>
            <pc:docMk/>
            <pc:sldMasterMk cId="3287746128" sldId="2147483666"/>
            <pc:sldLayoutMk cId="3929018977" sldId="2147483668"/>
          </pc:sldLayoutMkLst>
          <pc:spChg chg="mod">
            <ac:chgData name="Mahima Weerasinghe" userId="e11e3f55-42da-4e07-8ead-4d7a1d7ea1c6" providerId="ADAL" clId="{C5A8A00B-125E-49DE-8B6C-37E6D8761ADC}" dt="2024-08-03T04:56:46.212" v="252" actId="20577"/>
            <ac:spMkLst>
              <pc:docMk/>
              <pc:sldMasterMk cId="3287746128" sldId="2147483666"/>
              <pc:sldLayoutMk cId="3929018977" sldId="2147483668"/>
              <ac:spMk id="5" creationId="{D0EFB3C3-9D22-5FE4-6719-F5986099CDF8}"/>
            </ac:spMkLst>
          </pc:spChg>
        </pc:sldLayoutChg>
        <pc:sldLayoutChg chg="modSp mod">
          <pc:chgData name="Mahima Weerasinghe" userId="e11e3f55-42da-4e07-8ead-4d7a1d7ea1c6" providerId="ADAL" clId="{C5A8A00B-125E-49DE-8B6C-37E6D8761ADC}" dt="2024-08-03T04:56:57.069" v="263" actId="114"/>
          <pc:sldLayoutMkLst>
            <pc:docMk/>
            <pc:sldMasterMk cId="3287746128" sldId="2147483666"/>
            <pc:sldLayoutMk cId="1555884099" sldId="2147483669"/>
          </pc:sldLayoutMkLst>
          <pc:spChg chg="mod">
            <ac:chgData name="Mahima Weerasinghe" userId="e11e3f55-42da-4e07-8ead-4d7a1d7ea1c6" providerId="ADAL" clId="{C5A8A00B-125E-49DE-8B6C-37E6D8761ADC}" dt="2024-08-03T04:56:57.069" v="263" actId="114"/>
            <ac:spMkLst>
              <pc:docMk/>
              <pc:sldMasterMk cId="3287746128" sldId="2147483666"/>
              <pc:sldLayoutMk cId="1555884099" sldId="2147483669"/>
              <ac:spMk id="5" creationId="{1B3DE71A-DB80-6661-A03D-FE4B03AFF1E2}"/>
            </ac:spMkLst>
          </pc:spChg>
        </pc:sldLayoutChg>
        <pc:sldLayoutChg chg="modSp mod">
          <pc:chgData name="Mahima Weerasinghe" userId="e11e3f55-42da-4e07-8ead-4d7a1d7ea1c6" providerId="ADAL" clId="{C5A8A00B-125E-49DE-8B6C-37E6D8761ADC}" dt="2024-08-03T04:57:10.792" v="275" actId="114"/>
          <pc:sldLayoutMkLst>
            <pc:docMk/>
            <pc:sldMasterMk cId="3287746128" sldId="2147483666"/>
            <pc:sldLayoutMk cId="761776920" sldId="2147483670"/>
          </pc:sldLayoutMkLst>
          <pc:spChg chg="mod">
            <ac:chgData name="Mahima Weerasinghe" userId="e11e3f55-42da-4e07-8ead-4d7a1d7ea1c6" providerId="ADAL" clId="{C5A8A00B-125E-49DE-8B6C-37E6D8761ADC}" dt="2024-08-03T04:57:10.792" v="275" actId="114"/>
            <ac:spMkLst>
              <pc:docMk/>
              <pc:sldMasterMk cId="3287746128" sldId="2147483666"/>
              <pc:sldLayoutMk cId="761776920" sldId="2147483670"/>
              <ac:spMk id="6" creationId="{F0A03B23-ED99-6CEA-1A5F-83E266E1D52B}"/>
            </ac:spMkLst>
          </pc:spChg>
        </pc:sldLayoutChg>
        <pc:sldLayoutChg chg="modSp mod">
          <pc:chgData name="Mahima Weerasinghe" userId="e11e3f55-42da-4e07-8ead-4d7a1d7ea1c6" providerId="ADAL" clId="{C5A8A00B-125E-49DE-8B6C-37E6D8761ADC}" dt="2024-08-03T04:55:07.410" v="229"/>
          <pc:sldLayoutMkLst>
            <pc:docMk/>
            <pc:sldMasterMk cId="3287746128" sldId="2147483666"/>
            <pc:sldLayoutMk cId="4051989371" sldId="2147483671"/>
          </pc:sldLayoutMkLst>
          <pc:spChg chg="mod">
            <ac:chgData name="Mahima Weerasinghe" userId="e11e3f55-42da-4e07-8ead-4d7a1d7ea1c6" providerId="ADAL" clId="{C5A8A00B-125E-49DE-8B6C-37E6D8761ADC}" dt="2024-08-03T04:55:07.410" v="229"/>
            <ac:spMkLst>
              <pc:docMk/>
              <pc:sldMasterMk cId="3287746128" sldId="2147483666"/>
              <pc:sldLayoutMk cId="4051989371" sldId="2147483671"/>
              <ac:spMk id="8" creationId="{03C368B2-7AB8-0320-0196-418A0071C058}"/>
            </ac:spMkLst>
          </pc:spChg>
        </pc:sldLayoutChg>
        <pc:sldLayoutChg chg="modSp mod">
          <pc:chgData name="Mahima Weerasinghe" userId="e11e3f55-42da-4e07-8ead-4d7a1d7ea1c6" providerId="ADAL" clId="{C5A8A00B-125E-49DE-8B6C-37E6D8761ADC}" dt="2024-08-03T04:55:01.675" v="228"/>
          <pc:sldLayoutMkLst>
            <pc:docMk/>
            <pc:sldMasterMk cId="3287746128" sldId="2147483666"/>
            <pc:sldLayoutMk cId="2992014605" sldId="2147483672"/>
          </pc:sldLayoutMkLst>
          <pc:spChg chg="mod">
            <ac:chgData name="Mahima Weerasinghe" userId="e11e3f55-42da-4e07-8ead-4d7a1d7ea1c6" providerId="ADAL" clId="{C5A8A00B-125E-49DE-8B6C-37E6D8761ADC}" dt="2024-08-03T04:55:01.675" v="228"/>
            <ac:spMkLst>
              <pc:docMk/>
              <pc:sldMasterMk cId="3287746128" sldId="2147483666"/>
              <pc:sldLayoutMk cId="2992014605" sldId="2147483672"/>
              <ac:spMk id="4" creationId="{3B29F2B4-5134-5AA9-AA6E-4C8F0635BC11}"/>
            </ac:spMkLst>
          </pc:spChg>
        </pc:sldLayoutChg>
        <pc:sldLayoutChg chg="modSp mod">
          <pc:chgData name="Mahima Weerasinghe" userId="e11e3f55-42da-4e07-8ead-4d7a1d7ea1c6" providerId="ADAL" clId="{C5A8A00B-125E-49DE-8B6C-37E6D8761ADC}" dt="2024-08-03T04:54:56.101" v="227"/>
          <pc:sldLayoutMkLst>
            <pc:docMk/>
            <pc:sldMasterMk cId="3287746128" sldId="2147483666"/>
            <pc:sldLayoutMk cId="2292440998" sldId="2147483673"/>
          </pc:sldLayoutMkLst>
          <pc:spChg chg="mod">
            <ac:chgData name="Mahima Weerasinghe" userId="e11e3f55-42da-4e07-8ead-4d7a1d7ea1c6" providerId="ADAL" clId="{C5A8A00B-125E-49DE-8B6C-37E6D8761ADC}" dt="2024-08-03T04:54:56.101" v="227"/>
            <ac:spMkLst>
              <pc:docMk/>
              <pc:sldMasterMk cId="3287746128" sldId="2147483666"/>
              <pc:sldLayoutMk cId="2292440998" sldId="2147483673"/>
              <ac:spMk id="3" creationId="{F9C17A71-CABD-DDFB-78C2-6B4204CCEAFA}"/>
            </ac:spMkLst>
          </pc:spChg>
        </pc:sldLayoutChg>
        <pc:sldLayoutChg chg="modSp mod">
          <pc:chgData name="Mahima Weerasinghe" userId="e11e3f55-42da-4e07-8ead-4d7a1d7ea1c6" providerId="ADAL" clId="{C5A8A00B-125E-49DE-8B6C-37E6D8761ADC}" dt="2024-08-03T04:54:51.313" v="226"/>
          <pc:sldLayoutMkLst>
            <pc:docMk/>
            <pc:sldMasterMk cId="3287746128" sldId="2147483666"/>
            <pc:sldLayoutMk cId="1403458844" sldId="2147483674"/>
          </pc:sldLayoutMkLst>
          <pc:spChg chg="mod">
            <ac:chgData name="Mahima Weerasinghe" userId="e11e3f55-42da-4e07-8ead-4d7a1d7ea1c6" providerId="ADAL" clId="{C5A8A00B-125E-49DE-8B6C-37E6D8761ADC}" dt="2024-08-03T04:54:51.313" v="226"/>
            <ac:spMkLst>
              <pc:docMk/>
              <pc:sldMasterMk cId="3287746128" sldId="2147483666"/>
              <pc:sldLayoutMk cId="1403458844" sldId="2147483674"/>
              <ac:spMk id="6" creationId="{F6B0B62B-869E-1AA3-4EAA-145B17678415}"/>
            </ac:spMkLst>
          </pc:spChg>
        </pc:sldLayoutChg>
        <pc:sldLayoutChg chg="modSp mod">
          <pc:chgData name="Mahima Weerasinghe" userId="e11e3f55-42da-4e07-8ead-4d7a1d7ea1c6" providerId="ADAL" clId="{C5A8A00B-125E-49DE-8B6C-37E6D8761ADC}" dt="2024-08-03T04:54:45.736" v="225"/>
          <pc:sldLayoutMkLst>
            <pc:docMk/>
            <pc:sldMasterMk cId="3287746128" sldId="2147483666"/>
            <pc:sldLayoutMk cId="193028830" sldId="2147483675"/>
          </pc:sldLayoutMkLst>
          <pc:spChg chg="mod">
            <ac:chgData name="Mahima Weerasinghe" userId="e11e3f55-42da-4e07-8ead-4d7a1d7ea1c6" providerId="ADAL" clId="{C5A8A00B-125E-49DE-8B6C-37E6D8761ADC}" dt="2024-08-03T04:54:45.736" v="225"/>
            <ac:spMkLst>
              <pc:docMk/>
              <pc:sldMasterMk cId="3287746128" sldId="2147483666"/>
              <pc:sldLayoutMk cId="193028830" sldId="2147483675"/>
              <ac:spMk id="6" creationId="{206A1992-F171-ACC1-5C71-7DAE8503F9F5}"/>
            </ac:spMkLst>
          </pc:spChg>
        </pc:sldLayoutChg>
        <pc:sldLayoutChg chg="modSp mod">
          <pc:chgData name="Mahima Weerasinghe" userId="e11e3f55-42da-4e07-8ead-4d7a1d7ea1c6" providerId="ADAL" clId="{C5A8A00B-125E-49DE-8B6C-37E6D8761ADC}" dt="2024-08-03T04:54:37.176" v="224"/>
          <pc:sldLayoutMkLst>
            <pc:docMk/>
            <pc:sldMasterMk cId="3287746128" sldId="2147483666"/>
            <pc:sldLayoutMk cId="3284806977" sldId="2147483676"/>
          </pc:sldLayoutMkLst>
          <pc:spChg chg="mod">
            <ac:chgData name="Mahima Weerasinghe" userId="e11e3f55-42da-4e07-8ead-4d7a1d7ea1c6" providerId="ADAL" clId="{C5A8A00B-125E-49DE-8B6C-37E6D8761ADC}" dt="2024-08-03T04:54:37.176" v="224"/>
            <ac:spMkLst>
              <pc:docMk/>
              <pc:sldMasterMk cId="3287746128" sldId="2147483666"/>
              <pc:sldLayoutMk cId="3284806977" sldId="2147483676"/>
              <ac:spMk id="5" creationId="{B465B1F8-F0B6-AD87-FDF9-E1A86C034420}"/>
            </ac:spMkLst>
          </pc:spChg>
        </pc:sldLayoutChg>
        <pc:sldLayoutChg chg="modSp mod">
          <pc:chgData name="Mahima Weerasinghe" userId="e11e3f55-42da-4e07-8ead-4d7a1d7ea1c6" providerId="ADAL" clId="{C5A8A00B-125E-49DE-8B6C-37E6D8761ADC}" dt="2024-08-03T04:54:29.093" v="223" actId="20577"/>
          <pc:sldLayoutMkLst>
            <pc:docMk/>
            <pc:sldMasterMk cId="3287746128" sldId="2147483666"/>
            <pc:sldLayoutMk cId="2349307574" sldId="2147483677"/>
          </pc:sldLayoutMkLst>
          <pc:spChg chg="mod">
            <ac:chgData name="Mahima Weerasinghe" userId="e11e3f55-42da-4e07-8ead-4d7a1d7ea1c6" providerId="ADAL" clId="{C5A8A00B-125E-49DE-8B6C-37E6D8761ADC}" dt="2024-08-03T04:54:29.093" v="223" actId="20577"/>
            <ac:spMkLst>
              <pc:docMk/>
              <pc:sldMasterMk cId="3287746128" sldId="2147483666"/>
              <pc:sldLayoutMk cId="2349307574" sldId="2147483677"/>
              <ac:spMk id="5" creationId="{B89F7793-8CC2-0D7D-4850-D882645281E3}"/>
            </ac:spMkLst>
          </pc:spChg>
        </pc:sldLayoutChg>
      </pc:sldMasterChg>
    </pc:docChg>
  </pc:docChgLst>
  <pc:docChgLst>
    <pc:chgData name="Mahima Weerasinghe" userId="e11e3f55-42da-4e07-8ead-4d7a1d7ea1c6" providerId="ADAL" clId="{79555870-17B4-49F7-B1C8-B4904ED74D5B}"/>
    <pc:docChg chg="undo custSel addSld delSld modSld sldOrd">
      <pc:chgData name="Mahima Weerasinghe" userId="e11e3f55-42da-4e07-8ead-4d7a1d7ea1c6" providerId="ADAL" clId="{79555870-17B4-49F7-B1C8-B4904ED74D5B}" dt="2024-07-22T05:08:51.111" v="2914" actId="478"/>
      <pc:docMkLst>
        <pc:docMk/>
      </pc:docMkLst>
      <pc:sldChg chg="modSp mod">
        <pc:chgData name="Mahima Weerasinghe" userId="e11e3f55-42da-4e07-8ead-4d7a1d7ea1c6" providerId="ADAL" clId="{79555870-17B4-49F7-B1C8-B4904ED74D5B}" dt="2024-06-27T13:03:40.211" v="317" actId="113"/>
        <pc:sldMkLst>
          <pc:docMk/>
          <pc:sldMk cId="0" sldId="256"/>
        </pc:sldMkLst>
        <pc:spChg chg="mod">
          <ac:chgData name="Mahima Weerasinghe" userId="e11e3f55-42da-4e07-8ead-4d7a1d7ea1c6" providerId="ADAL" clId="{79555870-17B4-49F7-B1C8-B4904ED74D5B}" dt="2024-06-27T13:03:40.211" v="317" actId="113"/>
          <ac:spMkLst>
            <pc:docMk/>
            <pc:sldMk cId="0" sldId="256"/>
            <ac:spMk id="2" creationId="{00000000-0000-0000-0000-000000000000}"/>
          </ac:spMkLst>
        </pc:spChg>
        <pc:spChg chg="mod">
          <ac:chgData name="Mahima Weerasinghe" userId="e11e3f55-42da-4e07-8ead-4d7a1d7ea1c6" providerId="ADAL" clId="{79555870-17B4-49F7-B1C8-B4904ED74D5B}" dt="2024-06-27T12:46:24.437" v="49" actId="14100"/>
          <ac:spMkLst>
            <pc:docMk/>
            <pc:sldMk cId="0" sldId="256"/>
            <ac:spMk id="3" creationId="{00000000-0000-0000-0000-000000000000}"/>
          </ac:spMkLst>
        </pc:spChg>
      </pc:sldChg>
      <pc:sldChg chg="addSp delSp modSp mod">
        <pc:chgData name="Mahima Weerasinghe" userId="e11e3f55-42da-4e07-8ead-4d7a1d7ea1c6" providerId="ADAL" clId="{79555870-17B4-49F7-B1C8-B4904ED74D5B}" dt="2024-07-21T13:13:59.124" v="2115" actId="9405"/>
        <pc:sldMkLst>
          <pc:docMk/>
          <pc:sldMk cId="0" sldId="257"/>
        </pc:sldMkLst>
        <pc:spChg chg="mod">
          <ac:chgData name="Mahima Weerasinghe" userId="e11e3f55-42da-4e07-8ead-4d7a1d7ea1c6" providerId="ADAL" clId="{79555870-17B4-49F7-B1C8-B4904ED74D5B}" dt="2024-07-15T03:14:53.492" v="1279" actId="6549"/>
          <ac:spMkLst>
            <pc:docMk/>
            <pc:sldMk cId="0" sldId="257"/>
            <ac:spMk id="3" creationId="{00000000-0000-0000-0000-000000000000}"/>
          </ac:spMkLst>
        </pc:spChg>
        <pc:grpChg chg="mod">
          <ac:chgData name="Mahima Weerasinghe" userId="e11e3f55-42da-4e07-8ead-4d7a1d7ea1c6" providerId="ADAL" clId="{79555870-17B4-49F7-B1C8-B4904ED74D5B}" dt="2024-07-21T13:01:27.539" v="2056"/>
          <ac:grpSpMkLst>
            <pc:docMk/>
            <pc:sldMk cId="0" sldId="257"/>
            <ac:grpSpMk id="18" creationId="{5AFFAA81-62DC-B93D-BA42-779708F8A89A}"/>
          </ac:grpSpMkLst>
        </pc:grpChg>
        <pc:grpChg chg="mod">
          <ac:chgData name="Mahima Weerasinghe" userId="e11e3f55-42da-4e07-8ead-4d7a1d7ea1c6" providerId="ADAL" clId="{79555870-17B4-49F7-B1C8-B4904ED74D5B}" dt="2024-07-21T13:01:27.539" v="2056"/>
          <ac:grpSpMkLst>
            <pc:docMk/>
            <pc:sldMk cId="0" sldId="257"/>
            <ac:grpSpMk id="19" creationId="{77127F61-C884-1AA1-5809-0FD4C05A53A5}"/>
          </ac:grpSpMkLst>
        </pc:grpChg>
        <pc:grpChg chg="del mod">
          <ac:chgData name="Mahima Weerasinghe" userId="e11e3f55-42da-4e07-8ead-4d7a1d7ea1c6" providerId="ADAL" clId="{79555870-17B4-49F7-B1C8-B4904ED74D5B}" dt="2024-07-21T13:08:56.192" v="2094"/>
          <ac:grpSpMkLst>
            <pc:docMk/>
            <pc:sldMk cId="0" sldId="257"/>
            <ac:grpSpMk id="31" creationId="{3B487DB0-00DF-42AE-FB67-0635CA18A5DD}"/>
          </ac:grpSpMkLst>
        </pc:grpChg>
        <pc:grpChg chg="mod">
          <ac:chgData name="Mahima Weerasinghe" userId="e11e3f55-42da-4e07-8ead-4d7a1d7ea1c6" providerId="ADAL" clId="{79555870-17B4-49F7-B1C8-B4904ED74D5B}" dt="2024-07-21T13:08:20.477" v="2081"/>
          <ac:grpSpMkLst>
            <pc:docMk/>
            <pc:sldMk cId="0" sldId="257"/>
            <ac:grpSpMk id="44" creationId="{5B28C03A-13C4-E84E-5054-1F0B0E261FF7}"/>
          </ac:grpSpMkLst>
        </pc:grpChg>
        <pc:grpChg chg="mod">
          <ac:chgData name="Mahima Weerasinghe" userId="e11e3f55-42da-4e07-8ead-4d7a1d7ea1c6" providerId="ADAL" clId="{79555870-17B4-49F7-B1C8-B4904ED74D5B}" dt="2024-07-21T13:08:20.477" v="2081"/>
          <ac:grpSpMkLst>
            <pc:docMk/>
            <pc:sldMk cId="0" sldId="257"/>
            <ac:grpSpMk id="45" creationId="{A805AEDA-B087-69BE-0837-0B2845073563}"/>
          </ac:grpSpMkLst>
        </pc:grpChg>
        <pc:grpChg chg="del mod">
          <ac:chgData name="Mahima Weerasinghe" userId="e11e3f55-42da-4e07-8ead-4d7a1d7ea1c6" providerId="ADAL" clId="{79555870-17B4-49F7-B1C8-B4904ED74D5B}" dt="2024-07-21T13:08:53.208" v="2088"/>
          <ac:grpSpMkLst>
            <pc:docMk/>
            <pc:sldMk cId="0" sldId="257"/>
            <ac:grpSpMk id="48" creationId="{874530F0-CA2A-09C1-F072-E0C26494FBA4}"/>
          </ac:grpSpMkLst>
        </pc:grpChg>
        <pc:grpChg chg="del mod">
          <ac:chgData name="Mahima Weerasinghe" userId="e11e3f55-42da-4e07-8ead-4d7a1d7ea1c6" providerId="ADAL" clId="{79555870-17B4-49F7-B1C8-B4904ED74D5B}" dt="2024-07-21T13:08:56.192" v="2094"/>
          <ac:grpSpMkLst>
            <pc:docMk/>
            <pc:sldMk cId="0" sldId="257"/>
            <ac:grpSpMk id="52" creationId="{884DE2EF-127A-0808-6E01-A64542198EC0}"/>
          </ac:grpSpMkLst>
        </pc:grpChg>
        <pc:grpChg chg="del mod">
          <ac:chgData name="Mahima Weerasinghe" userId="e11e3f55-42da-4e07-8ead-4d7a1d7ea1c6" providerId="ADAL" clId="{79555870-17B4-49F7-B1C8-B4904ED74D5B}" dt="2024-07-21T13:08:56.192" v="2094"/>
          <ac:grpSpMkLst>
            <pc:docMk/>
            <pc:sldMk cId="0" sldId="257"/>
            <ac:grpSpMk id="58" creationId="{CD210B03-614A-2754-6890-358953BE14F0}"/>
          </ac:grpSpMkLst>
        </pc:grpChg>
        <pc:grpChg chg="mod">
          <ac:chgData name="Mahima Weerasinghe" userId="e11e3f55-42da-4e07-8ead-4d7a1d7ea1c6" providerId="ADAL" clId="{79555870-17B4-49F7-B1C8-B4904ED74D5B}" dt="2024-07-21T13:08:56.192" v="2094"/>
          <ac:grpSpMkLst>
            <pc:docMk/>
            <pc:sldMk cId="0" sldId="257"/>
            <ac:grpSpMk id="59" creationId="{518F29A8-A089-C66A-86A9-67CD02DCC4BD}"/>
          </ac:grpSpMkLst>
        </pc:grpChg>
        <pc:grpChg chg="mod">
          <ac:chgData name="Mahima Weerasinghe" userId="e11e3f55-42da-4e07-8ead-4d7a1d7ea1c6" providerId="ADAL" clId="{79555870-17B4-49F7-B1C8-B4904ED74D5B}" dt="2024-07-21T13:09:17.633" v="2097"/>
          <ac:grpSpMkLst>
            <pc:docMk/>
            <pc:sldMk cId="0" sldId="257"/>
            <ac:grpSpMk id="62" creationId="{7DECD9C1-E55D-27DE-15EA-55B44C355B3D}"/>
          </ac:grpSpMkLst>
        </pc:grpChg>
        <pc:grpChg chg="del mod">
          <ac:chgData name="Mahima Weerasinghe" userId="e11e3f55-42da-4e07-8ead-4d7a1d7ea1c6" providerId="ADAL" clId="{79555870-17B4-49F7-B1C8-B4904ED74D5B}" dt="2024-07-21T13:09:28.189" v="2106"/>
          <ac:grpSpMkLst>
            <pc:docMk/>
            <pc:sldMk cId="0" sldId="257"/>
            <ac:grpSpMk id="67" creationId="{6C9E7D9D-DAF6-E39E-3AD2-42ED0F80D095}"/>
          </ac:grpSpMkLst>
        </pc:grpChg>
        <pc:grpChg chg="mod">
          <ac:chgData name="Mahima Weerasinghe" userId="e11e3f55-42da-4e07-8ead-4d7a1d7ea1c6" providerId="ADAL" clId="{79555870-17B4-49F7-B1C8-B4904ED74D5B}" dt="2024-07-21T13:09:28.189" v="2106"/>
          <ac:grpSpMkLst>
            <pc:docMk/>
            <pc:sldMk cId="0" sldId="257"/>
            <ac:grpSpMk id="71" creationId="{AC554E85-6192-7E61-B290-7AF658BD0B7F}"/>
          </ac:grpSpMkLst>
        </pc:grpChg>
        <pc:grpChg chg="mod">
          <ac:chgData name="Mahima Weerasinghe" userId="e11e3f55-42da-4e07-8ead-4d7a1d7ea1c6" providerId="ADAL" clId="{79555870-17B4-49F7-B1C8-B4904ED74D5B}" dt="2024-07-21T13:11:50.830" v="2114"/>
          <ac:grpSpMkLst>
            <pc:docMk/>
            <pc:sldMk cId="0" sldId="257"/>
            <ac:grpSpMk id="79" creationId="{B93C1B67-DA5D-44C3-4796-01C558AA3F04}"/>
          </ac:grpSpMkLst>
        </pc:grpChg>
        <pc:inkChg chg="add mod">
          <ac:chgData name="Mahima Weerasinghe" userId="e11e3f55-42da-4e07-8ead-4d7a1d7ea1c6" providerId="ADAL" clId="{79555870-17B4-49F7-B1C8-B4904ED74D5B}" dt="2024-07-21T13:01:27.539" v="2056"/>
          <ac:inkMkLst>
            <pc:docMk/>
            <pc:sldMk cId="0" sldId="257"/>
            <ac:inkMk id="4" creationId="{333FB931-068C-67B9-741A-16A2966A53A6}"/>
          </ac:inkMkLst>
        </pc:inkChg>
        <pc:inkChg chg="add mod">
          <ac:chgData name="Mahima Weerasinghe" userId="e11e3f55-42da-4e07-8ead-4d7a1d7ea1c6" providerId="ADAL" clId="{79555870-17B4-49F7-B1C8-B4904ED74D5B}" dt="2024-07-21T13:01:27.539" v="2056"/>
          <ac:inkMkLst>
            <pc:docMk/>
            <pc:sldMk cId="0" sldId="257"/>
            <ac:inkMk id="5" creationId="{96EF3E43-EC92-64B5-AFD5-B168BE5EE769}"/>
          </ac:inkMkLst>
        </pc:inkChg>
        <pc:inkChg chg="add mod">
          <ac:chgData name="Mahima Weerasinghe" userId="e11e3f55-42da-4e07-8ead-4d7a1d7ea1c6" providerId="ADAL" clId="{79555870-17B4-49F7-B1C8-B4904ED74D5B}" dt="2024-07-21T13:01:27.539" v="2056"/>
          <ac:inkMkLst>
            <pc:docMk/>
            <pc:sldMk cId="0" sldId="257"/>
            <ac:inkMk id="6" creationId="{2776A25A-35B9-0100-3969-B6CA67C5DFAB}"/>
          </ac:inkMkLst>
        </pc:inkChg>
        <pc:inkChg chg="add mod">
          <ac:chgData name="Mahima Weerasinghe" userId="e11e3f55-42da-4e07-8ead-4d7a1d7ea1c6" providerId="ADAL" clId="{79555870-17B4-49F7-B1C8-B4904ED74D5B}" dt="2024-07-21T13:01:27.539" v="2056"/>
          <ac:inkMkLst>
            <pc:docMk/>
            <pc:sldMk cId="0" sldId="257"/>
            <ac:inkMk id="7" creationId="{C9C97BB2-16C7-7459-6B68-D3CBCAFEE2E7}"/>
          </ac:inkMkLst>
        </pc:inkChg>
        <pc:inkChg chg="add mod">
          <ac:chgData name="Mahima Weerasinghe" userId="e11e3f55-42da-4e07-8ead-4d7a1d7ea1c6" providerId="ADAL" clId="{79555870-17B4-49F7-B1C8-B4904ED74D5B}" dt="2024-07-21T13:01:27.539" v="2056"/>
          <ac:inkMkLst>
            <pc:docMk/>
            <pc:sldMk cId="0" sldId="257"/>
            <ac:inkMk id="8" creationId="{A43F1D31-620E-791F-7808-3CBF8242C857}"/>
          </ac:inkMkLst>
        </pc:inkChg>
        <pc:inkChg chg="add mod">
          <ac:chgData name="Mahima Weerasinghe" userId="e11e3f55-42da-4e07-8ead-4d7a1d7ea1c6" providerId="ADAL" clId="{79555870-17B4-49F7-B1C8-B4904ED74D5B}" dt="2024-07-21T13:01:27.539" v="2056"/>
          <ac:inkMkLst>
            <pc:docMk/>
            <pc:sldMk cId="0" sldId="257"/>
            <ac:inkMk id="9" creationId="{14710E8C-4F46-7F5F-6826-F60992A0DFEE}"/>
          </ac:inkMkLst>
        </pc:inkChg>
        <pc:inkChg chg="add mod">
          <ac:chgData name="Mahima Weerasinghe" userId="e11e3f55-42da-4e07-8ead-4d7a1d7ea1c6" providerId="ADAL" clId="{79555870-17B4-49F7-B1C8-B4904ED74D5B}" dt="2024-07-21T13:01:27.539" v="2056"/>
          <ac:inkMkLst>
            <pc:docMk/>
            <pc:sldMk cId="0" sldId="257"/>
            <ac:inkMk id="10" creationId="{71D1D1D2-CB53-F815-32CA-E3656F046B75}"/>
          </ac:inkMkLst>
        </pc:inkChg>
        <pc:inkChg chg="add mod">
          <ac:chgData name="Mahima Weerasinghe" userId="e11e3f55-42da-4e07-8ead-4d7a1d7ea1c6" providerId="ADAL" clId="{79555870-17B4-49F7-B1C8-B4904ED74D5B}" dt="2024-07-21T13:01:27.539" v="2056"/>
          <ac:inkMkLst>
            <pc:docMk/>
            <pc:sldMk cId="0" sldId="257"/>
            <ac:inkMk id="11" creationId="{8CD8B4A0-B92E-00A4-6E62-BA67FDF3C43E}"/>
          </ac:inkMkLst>
        </pc:inkChg>
        <pc:inkChg chg="add mod">
          <ac:chgData name="Mahima Weerasinghe" userId="e11e3f55-42da-4e07-8ead-4d7a1d7ea1c6" providerId="ADAL" clId="{79555870-17B4-49F7-B1C8-B4904ED74D5B}" dt="2024-07-21T13:01:27.539" v="2056"/>
          <ac:inkMkLst>
            <pc:docMk/>
            <pc:sldMk cId="0" sldId="257"/>
            <ac:inkMk id="12" creationId="{76352006-3522-A051-DB69-04AE1696F273}"/>
          </ac:inkMkLst>
        </pc:inkChg>
        <pc:inkChg chg="add mod">
          <ac:chgData name="Mahima Weerasinghe" userId="e11e3f55-42da-4e07-8ead-4d7a1d7ea1c6" providerId="ADAL" clId="{79555870-17B4-49F7-B1C8-B4904ED74D5B}" dt="2024-07-21T13:01:27.539" v="2056"/>
          <ac:inkMkLst>
            <pc:docMk/>
            <pc:sldMk cId="0" sldId="257"/>
            <ac:inkMk id="13" creationId="{3C6E833B-CC0C-06D7-052C-0A606BACBD8D}"/>
          </ac:inkMkLst>
        </pc:inkChg>
        <pc:inkChg chg="add mod">
          <ac:chgData name="Mahima Weerasinghe" userId="e11e3f55-42da-4e07-8ead-4d7a1d7ea1c6" providerId="ADAL" clId="{79555870-17B4-49F7-B1C8-B4904ED74D5B}" dt="2024-07-21T13:01:27.539" v="2056"/>
          <ac:inkMkLst>
            <pc:docMk/>
            <pc:sldMk cId="0" sldId="257"/>
            <ac:inkMk id="14" creationId="{FEB6CE25-BB61-6B13-C326-6F1CEA954E9B}"/>
          </ac:inkMkLst>
        </pc:inkChg>
        <pc:inkChg chg="add mod">
          <ac:chgData name="Mahima Weerasinghe" userId="e11e3f55-42da-4e07-8ead-4d7a1d7ea1c6" providerId="ADAL" clId="{79555870-17B4-49F7-B1C8-B4904ED74D5B}" dt="2024-07-21T13:01:27.539" v="2056"/>
          <ac:inkMkLst>
            <pc:docMk/>
            <pc:sldMk cId="0" sldId="257"/>
            <ac:inkMk id="15" creationId="{6F1E4542-B3AD-585E-BF24-6B15E440EDE4}"/>
          </ac:inkMkLst>
        </pc:inkChg>
        <pc:inkChg chg="add mod">
          <ac:chgData name="Mahima Weerasinghe" userId="e11e3f55-42da-4e07-8ead-4d7a1d7ea1c6" providerId="ADAL" clId="{79555870-17B4-49F7-B1C8-B4904ED74D5B}" dt="2024-07-21T13:01:27.539" v="2056"/>
          <ac:inkMkLst>
            <pc:docMk/>
            <pc:sldMk cId="0" sldId="257"/>
            <ac:inkMk id="16" creationId="{DC1DC87E-A067-674D-D331-656637DE4E50}"/>
          </ac:inkMkLst>
        </pc:inkChg>
        <pc:inkChg chg="add mod">
          <ac:chgData name="Mahima Weerasinghe" userId="e11e3f55-42da-4e07-8ead-4d7a1d7ea1c6" providerId="ADAL" clId="{79555870-17B4-49F7-B1C8-B4904ED74D5B}" dt="2024-07-21T13:01:27.539" v="2056"/>
          <ac:inkMkLst>
            <pc:docMk/>
            <pc:sldMk cId="0" sldId="257"/>
            <ac:inkMk id="17" creationId="{FE5C0A82-56F6-2379-A570-075BC9403531}"/>
          </ac:inkMkLst>
        </pc:inkChg>
        <pc:inkChg chg="add mod">
          <ac:chgData name="Mahima Weerasinghe" userId="e11e3f55-42da-4e07-8ead-4d7a1d7ea1c6" providerId="ADAL" clId="{79555870-17B4-49F7-B1C8-B4904ED74D5B}" dt="2024-07-21T13:08:56.192" v="2094"/>
          <ac:inkMkLst>
            <pc:docMk/>
            <pc:sldMk cId="0" sldId="257"/>
            <ac:inkMk id="20" creationId="{7DB054A5-F9F5-34E7-7989-4D0C4CCD93FA}"/>
          </ac:inkMkLst>
        </pc:inkChg>
        <pc:inkChg chg="add mod">
          <ac:chgData name="Mahima Weerasinghe" userId="e11e3f55-42da-4e07-8ead-4d7a1d7ea1c6" providerId="ADAL" clId="{79555870-17B4-49F7-B1C8-B4904ED74D5B}" dt="2024-07-21T13:08:56.192" v="2094"/>
          <ac:inkMkLst>
            <pc:docMk/>
            <pc:sldMk cId="0" sldId="257"/>
            <ac:inkMk id="21" creationId="{5769C61B-92BF-964F-0048-A32753983400}"/>
          </ac:inkMkLst>
        </pc:inkChg>
        <pc:inkChg chg="add mod">
          <ac:chgData name="Mahima Weerasinghe" userId="e11e3f55-42da-4e07-8ead-4d7a1d7ea1c6" providerId="ADAL" clId="{79555870-17B4-49F7-B1C8-B4904ED74D5B}" dt="2024-07-21T13:08:56.192" v="2094"/>
          <ac:inkMkLst>
            <pc:docMk/>
            <pc:sldMk cId="0" sldId="257"/>
            <ac:inkMk id="22" creationId="{38A9326F-3694-9832-FCA0-19332A026D7C}"/>
          </ac:inkMkLst>
        </pc:inkChg>
        <pc:inkChg chg="add mod">
          <ac:chgData name="Mahima Weerasinghe" userId="e11e3f55-42da-4e07-8ead-4d7a1d7ea1c6" providerId="ADAL" clId="{79555870-17B4-49F7-B1C8-B4904ED74D5B}" dt="2024-07-21T13:08:56.192" v="2094"/>
          <ac:inkMkLst>
            <pc:docMk/>
            <pc:sldMk cId="0" sldId="257"/>
            <ac:inkMk id="23" creationId="{3822EEBE-8A16-AE4C-E38F-E09D41A7B659}"/>
          </ac:inkMkLst>
        </pc:inkChg>
        <pc:inkChg chg="add mod">
          <ac:chgData name="Mahima Weerasinghe" userId="e11e3f55-42da-4e07-8ead-4d7a1d7ea1c6" providerId="ADAL" clId="{79555870-17B4-49F7-B1C8-B4904ED74D5B}" dt="2024-07-21T13:08:56.192" v="2094"/>
          <ac:inkMkLst>
            <pc:docMk/>
            <pc:sldMk cId="0" sldId="257"/>
            <ac:inkMk id="24" creationId="{38C9C5D8-2292-6EDB-B3DB-973B74E11B24}"/>
          </ac:inkMkLst>
        </pc:inkChg>
        <pc:inkChg chg="add mod">
          <ac:chgData name="Mahima Weerasinghe" userId="e11e3f55-42da-4e07-8ead-4d7a1d7ea1c6" providerId="ADAL" clId="{79555870-17B4-49F7-B1C8-B4904ED74D5B}" dt="2024-07-21T13:08:56.192" v="2094"/>
          <ac:inkMkLst>
            <pc:docMk/>
            <pc:sldMk cId="0" sldId="257"/>
            <ac:inkMk id="25" creationId="{D2985533-BA25-9DA0-7760-ADCED8ED79DC}"/>
          </ac:inkMkLst>
        </pc:inkChg>
        <pc:inkChg chg="add mod">
          <ac:chgData name="Mahima Weerasinghe" userId="e11e3f55-42da-4e07-8ead-4d7a1d7ea1c6" providerId="ADAL" clId="{79555870-17B4-49F7-B1C8-B4904ED74D5B}" dt="2024-07-21T13:08:56.192" v="2094"/>
          <ac:inkMkLst>
            <pc:docMk/>
            <pc:sldMk cId="0" sldId="257"/>
            <ac:inkMk id="26" creationId="{4AE076FD-B125-EC39-3F25-AC605824C161}"/>
          </ac:inkMkLst>
        </pc:inkChg>
        <pc:inkChg chg="add mod">
          <ac:chgData name="Mahima Weerasinghe" userId="e11e3f55-42da-4e07-8ead-4d7a1d7ea1c6" providerId="ADAL" clId="{79555870-17B4-49F7-B1C8-B4904ED74D5B}" dt="2024-07-21T13:08:56.192" v="2094"/>
          <ac:inkMkLst>
            <pc:docMk/>
            <pc:sldMk cId="0" sldId="257"/>
            <ac:inkMk id="27" creationId="{A841DAAA-EA04-9D87-B5BF-C670C42A96CE}"/>
          </ac:inkMkLst>
        </pc:inkChg>
        <pc:inkChg chg="add mod">
          <ac:chgData name="Mahima Weerasinghe" userId="e11e3f55-42da-4e07-8ead-4d7a1d7ea1c6" providerId="ADAL" clId="{79555870-17B4-49F7-B1C8-B4904ED74D5B}" dt="2024-07-21T13:08:56.192" v="2094"/>
          <ac:inkMkLst>
            <pc:docMk/>
            <pc:sldMk cId="0" sldId="257"/>
            <ac:inkMk id="28" creationId="{8E7203F1-914D-FE14-A521-A0614387CFE7}"/>
          </ac:inkMkLst>
        </pc:inkChg>
        <pc:inkChg chg="add mod">
          <ac:chgData name="Mahima Weerasinghe" userId="e11e3f55-42da-4e07-8ead-4d7a1d7ea1c6" providerId="ADAL" clId="{79555870-17B4-49F7-B1C8-B4904ED74D5B}" dt="2024-07-21T13:08:56.192" v="2094"/>
          <ac:inkMkLst>
            <pc:docMk/>
            <pc:sldMk cId="0" sldId="257"/>
            <ac:inkMk id="29" creationId="{F1EDBE45-DD6A-93F6-DDA3-7D6E318A13B8}"/>
          </ac:inkMkLst>
        </pc:inkChg>
        <pc:inkChg chg="add mod">
          <ac:chgData name="Mahima Weerasinghe" userId="e11e3f55-42da-4e07-8ead-4d7a1d7ea1c6" providerId="ADAL" clId="{79555870-17B4-49F7-B1C8-B4904ED74D5B}" dt="2024-07-21T13:08:56.192" v="2094"/>
          <ac:inkMkLst>
            <pc:docMk/>
            <pc:sldMk cId="0" sldId="257"/>
            <ac:inkMk id="30" creationId="{52F0C65C-918B-F778-4572-E9B621F0F06B}"/>
          </ac:inkMkLst>
        </pc:inkChg>
        <pc:inkChg chg="add mod">
          <ac:chgData name="Mahima Weerasinghe" userId="e11e3f55-42da-4e07-8ead-4d7a1d7ea1c6" providerId="ADAL" clId="{79555870-17B4-49F7-B1C8-B4904ED74D5B}" dt="2024-07-21T13:08:20.477" v="2081"/>
          <ac:inkMkLst>
            <pc:docMk/>
            <pc:sldMk cId="0" sldId="257"/>
            <ac:inkMk id="32" creationId="{13B01017-EF6F-711F-7104-B827AB78CE92}"/>
          </ac:inkMkLst>
        </pc:inkChg>
        <pc:inkChg chg="add mod">
          <ac:chgData name="Mahima Weerasinghe" userId="e11e3f55-42da-4e07-8ead-4d7a1d7ea1c6" providerId="ADAL" clId="{79555870-17B4-49F7-B1C8-B4904ED74D5B}" dt="2024-07-21T13:08:20.477" v="2081"/>
          <ac:inkMkLst>
            <pc:docMk/>
            <pc:sldMk cId="0" sldId="257"/>
            <ac:inkMk id="33" creationId="{314BEAA0-ACBA-CB9C-9994-F91E81B47DBA}"/>
          </ac:inkMkLst>
        </pc:inkChg>
        <pc:inkChg chg="add mod">
          <ac:chgData name="Mahima Weerasinghe" userId="e11e3f55-42da-4e07-8ead-4d7a1d7ea1c6" providerId="ADAL" clId="{79555870-17B4-49F7-B1C8-B4904ED74D5B}" dt="2024-07-21T13:08:20.477" v="2081"/>
          <ac:inkMkLst>
            <pc:docMk/>
            <pc:sldMk cId="0" sldId="257"/>
            <ac:inkMk id="34" creationId="{19679E7D-6A4A-D6FB-D540-68720D7711A4}"/>
          </ac:inkMkLst>
        </pc:inkChg>
        <pc:inkChg chg="add mod">
          <ac:chgData name="Mahima Weerasinghe" userId="e11e3f55-42da-4e07-8ead-4d7a1d7ea1c6" providerId="ADAL" clId="{79555870-17B4-49F7-B1C8-B4904ED74D5B}" dt="2024-07-21T13:08:20.477" v="2081"/>
          <ac:inkMkLst>
            <pc:docMk/>
            <pc:sldMk cId="0" sldId="257"/>
            <ac:inkMk id="35" creationId="{71EE84C5-7191-E9C1-41F7-2D54CE86D5CE}"/>
          </ac:inkMkLst>
        </pc:inkChg>
        <pc:inkChg chg="add mod">
          <ac:chgData name="Mahima Weerasinghe" userId="e11e3f55-42da-4e07-8ead-4d7a1d7ea1c6" providerId="ADAL" clId="{79555870-17B4-49F7-B1C8-B4904ED74D5B}" dt="2024-07-21T13:08:20.477" v="2081"/>
          <ac:inkMkLst>
            <pc:docMk/>
            <pc:sldMk cId="0" sldId="257"/>
            <ac:inkMk id="36" creationId="{4D92280B-1B1E-794C-E08A-14172F2A13F1}"/>
          </ac:inkMkLst>
        </pc:inkChg>
        <pc:inkChg chg="add mod">
          <ac:chgData name="Mahima Weerasinghe" userId="e11e3f55-42da-4e07-8ead-4d7a1d7ea1c6" providerId="ADAL" clId="{79555870-17B4-49F7-B1C8-B4904ED74D5B}" dt="2024-07-21T13:08:20.477" v="2081"/>
          <ac:inkMkLst>
            <pc:docMk/>
            <pc:sldMk cId="0" sldId="257"/>
            <ac:inkMk id="37" creationId="{15E2B069-B774-26A0-ED28-BD93A8EB8331}"/>
          </ac:inkMkLst>
        </pc:inkChg>
        <pc:inkChg chg="add mod">
          <ac:chgData name="Mahima Weerasinghe" userId="e11e3f55-42da-4e07-8ead-4d7a1d7ea1c6" providerId="ADAL" clId="{79555870-17B4-49F7-B1C8-B4904ED74D5B}" dt="2024-07-21T13:08:20.477" v="2081"/>
          <ac:inkMkLst>
            <pc:docMk/>
            <pc:sldMk cId="0" sldId="257"/>
            <ac:inkMk id="38" creationId="{288B6FB6-216E-178F-FE2C-42B1E3CB648E}"/>
          </ac:inkMkLst>
        </pc:inkChg>
        <pc:inkChg chg="add mod">
          <ac:chgData name="Mahima Weerasinghe" userId="e11e3f55-42da-4e07-8ead-4d7a1d7ea1c6" providerId="ADAL" clId="{79555870-17B4-49F7-B1C8-B4904ED74D5B}" dt="2024-07-21T13:08:20.477" v="2081"/>
          <ac:inkMkLst>
            <pc:docMk/>
            <pc:sldMk cId="0" sldId="257"/>
            <ac:inkMk id="39" creationId="{45707B48-1A02-3C10-4222-EA85776DF2C3}"/>
          </ac:inkMkLst>
        </pc:inkChg>
        <pc:inkChg chg="add mod">
          <ac:chgData name="Mahima Weerasinghe" userId="e11e3f55-42da-4e07-8ead-4d7a1d7ea1c6" providerId="ADAL" clId="{79555870-17B4-49F7-B1C8-B4904ED74D5B}" dt="2024-07-21T13:08:20.477" v="2081"/>
          <ac:inkMkLst>
            <pc:docMk/>
            <pc:sldMk cId="0" sldId="257"/>
            <ac:inkMk id="40" creationId="{7AA9220B-27CB-035B-45A6-06D2CE2B0610}"/>
          </ac:inkMkLst>
        </pc:inkChg>
        <pc:inkChg chg="add mod">
          <ac:chgData name="Mahima Weerasinghe" userId="e11e3f55-42da-4e07-8ead-4d7a1d7ea1c6" providerId="ADAL" clId="{79555870-17B4-49F7-B1C8-B4904ED74D5B}" dt="2024-07-21T13:08:20.477" v="2081"/>
          <ac:inkMkLst>
            <pc:docMk/>
            <pc:sldMk cId="0" sldId="257"/>
            <ac:inkMk id="41" creationId="{DC8D714B-D293-8EEF-15F9-DEFBBD3FA020}"/>
          </ac:inkMkLst>
        </pc:inkChg>
        <pc:inkChg chg="add mod">
          <ac:chgData name="Mahima Weerasinghe" userId="e11e3f55-42da-4e07-8ead-4d7a1d7ea1c6" providerId="ADAL" clId="{79555870-17B4-49F7-B1C8-B4904ED74D5B}" dt="2024-07-21T13:08:20.477" v="2081"/>
          <ac:inkMkLst>
            <pc:docMk/>
            <pc:sldMk cId="0" sldId="257"/>
            <ac:inkMk id="42" creationId="{8A1BE2E8-9ED6-148E-4E45-426EC6A5D3F3}"/>
          </ac:inkMkLst>
        </pc:inkChg>
        <pc:inkChg chg="add mod">
          <ac:chgData name="Mahima Weerasinghe" userId="e11e3f55-42da-4e07-8ead-4d7a1d7ea1c6" providerId="ADAL" clId="{79555870-17B4-49F7-B1C8-B4904ED74D5B}" dt="2024-07-21T13:08:20.477" v="2081"/>
          <ac:inkMkLst>
            <pc:docMk/>
            <pc:sldMk cId="0" sldId="257"/>
            <ac:inkMk id="43" creationId="{BE4787F7-0C72-EF90-C633-EFC78EA595B3}"/>
          </ac:inkMkLst>
        </pc:inkChg>
        <pc:inkChg chg="add mod">
          <ac:chgData name="Mahima Weerasinghe" userId="e11e3f55-42da-4e07-8ead-4d7a1d7ea1c6" providerId="ADAL" clId="{79555870-17B4-49F7-B1C8-B4904ED74D5B}" dt="2024-07-21T13:08:56.192" v="2094"/>
          <ac:inkMkLst>
            <pc:docMk/>
            <pc:sldMk cId="0" sldId="257"/>
            <ac:inkMk id="46" creationId="{6EE0CAD3-6E14-06A3-BE9A-5A69FCA63C13}"/>
          </ac:inkMkLst>
        </pc:inkChg>
        <pc:inkChg chg="add mod">
          <ac:chgData name="Mahima Weerasinghe" userId="e11e3f55-42da-4e07-8ead-4d7a1d7ea1c6" providerId="ADAL" clId="{79555870-17B4-49F7-B1C8-B4904ED74D5B}" dt="2024-07-21T13:08:56.192" v="2094"/>
          <ac:inkMkLst>
            <pc:docMk/>
            <pc:sldMk cId="0" sldId="257"/>
            <ac:inkMk id="47" creationId="{6B4A0890-421A-21EE-D987-D60E7323DDD3}"/>
          </ac:inkMkLst>
        </pc:inkChg>
        <pc:inkChg chg="add mod">
          <ac:chgData name="Mahima Weerasinghe" userId="e11e3f55-42da-4e07-8ead-4d7a1d7ea1c6" providerId="ADAL" clId="{79555870-17B4-49F7-B1C8-B4904ED74D5B}" dt="2024-07-21T13:08:56.192" v="2094"/>
          <ac:inkMkLst>
            <pc:docMk/>
            <pc:sldMk cId="0" sldId="257"/>
            <ac:inkMk id="49" creationId="{B9373205-AE54-7872-5BF6-3D33B2C5CC6B}"/>
          </ac:inkMkLst>
        </pc:inkChg>
        <pc:inkChg chg="add mod">
          <ac:chgData name="Mahima Weerasinghe" userId="e11e3f55-42da-4e07-8ead-4d7a1d7ea1c6" providerId="ADAL" clId="{79555870-17B4-49F7-B1C8-B4904ED74D5B}" dt="2024-07-21T13:08:56.192" v="2094"/>
          <ac:inkMkLst>
            <pc:docMk/>
            <pc:sldMk cId="0" sldId="257"/>
            <ac:inkMk id="50" creationId="{5DB2EBF9-EC18-F286-C1D1-D48600823D09}"/>
          </ac:inkMkLst>
        </pc:inkChg>
        <pc:inkChg chg="add mod">
          <ac:chgData name="Mahima Weerasinghe" userId="e11e3f55-42da-4e07-8ead-4d7a1d7ea1c6" providerId="ADAL" clId="{79555870-17B4-49F7-B1C8-B4904ED74D5B}" dt="2024-07-21T13:08:56.192" v="2094"/>
          <ac:inkMkLst>
            <pc:docMk/>
            <pc:sldMk cId="0" sldId="257"/>
            <ac:inkMk id="51" creationId="{CB32ECF7-7A87-6243-242D-86A0EBA05644}"/>
          </ac:inkMkLst>
        </pc:inkChg>
        <pc:inkChg chg="add mod">
          <ac:chgData name="Mahima Weerasinghe" userId="e11e3f55-42da-4e07-8ead-4d7a1d7ea1c6" providerId="ADAL" clId="{79555870-17B4-49F7-B1C8-B4904ED74D5B}" dt="2024-07-21T13:08:56.192" v="2094"/>
          <ac:inkMkLst>
            <pc:docMk/>
            <pc:sldMk cId="0" sldId="257"/>
            <ac:inkMk id="53" creationId="{EE3CEA7E-4D51-B994-924C-9C985C33A1DD}"/>
          </ac:inkMkLst>
        </pc:inkChg>
        <pc:inkChg chg="add mod">
          <ac:chgData name="Mahima Weerasinghe" userId="e11e3f55-42da-4e07-8ead-4d7a1d7ea1c6" providerId="ADAL" clId="{79555870-17B4-49F7-B1C8-B4904ED74D5B}" dt="2024-07-21T13:08:56.192" v="2094"/>
          <ac:inkMkLst>
            <pc:docMk/>
            <pc:sldMk cId="0" sldId="257"/>
            <ac:inkMk id="54" creationId="{021F425E-6F1B-2F90-62A5-CE855CB95236}"/>
          </ac:inkMkLst>
        </pc:inkChg>
        <pc:inkChg chg="add mod">
          <ac:chgData name="Mahima Weerasinghe" userId="e11e3f55-42da-4e07-8ead-4d7a1d7ea1c6" providerId="ADAL" clId="{79555870-17B4-49F7-B1C8-B4904ED74D5B}" dt="2024-07-21T13:08:56.192" v="2094"/>
          <ac:inkMkLst>
            <pc:docMk/>
            <pc:sldMk cId="0" sldId="257"/>
            <ac:inkMk id="55" creationId="{51A9FD6F-07D3-8BED-88ED-1D9ECA52B8CB}"/>
          </ac:inkMkLst>
        </pc:inkChg>
        <pc:inkChg chg="add mod">
          <ac:chgData name="Mahima Weerasinghe" userId="e11e3f55-42da-4e07-8ead-4d7a1d7ea1c6" providerId="ADAL" clId="{79555870-17B4-49F7-B1C8-B4904ED74D5B}" dt="2024-07-21T13:08:56.192" v="2094"/>
          <ac:inkMkLst>
            <pc:docMk/>
            <pc:sldMk cId="0" sldId="257"/>
            <ac:inkMk id="56" creationId="{3E7ABA99-F893-931A-460F-E07E99B9FB98}"/>
          </ac:inkMkLst>
        </pc:inkChg>
        <pc:inkChg chg="add mod">
          <ac:chgData name="Mahima Weerasinghe" userId="e11e3f55-42da-4e07-8ead-4d7a1d7ea1c6" providerId="ADAL" clId="{79555870-17B4-49F7-B1C8-B4904ED74D5B}" dt="2024-07-21T13:08:56.192" v="2094"/>
          <ac:inkMkLst>
            <pc:docMk/>
            <pc:sldMk cId="0" sldId="257"/>
            <ac:inkMk id="57" creationId="{FC007CD8-E80D-4593-8F73-F47A81275C18}"/>
          </ac:inkMkLst>
        </pc:inkChg>
        <pc:inkChg chg="add mod">
          <ac:chgData name="Mahima Weerasinghe" userId="e11e3f55-42da-4e07-8ead-4d7a1d7ea1c6" providerId="ADAL" clId="{79555870-17B4-49F7-B1C8-B4904ED74D5B}" dt="2024-07-21T13:09:17.633" v="2097"/>
          <ac:inkMkLst>
            <pc:docMk/>
            <pc:sldMk cId="0" sldId="257"/>
            <ac:inkMk id="60" creationId="{33215B70-BDCE-0304-C63F-F6AE86F17BB8}"/>
          </ac:inkMkLst>
        </pc:inkChg>
        <pc:inkChg chg="add mod">
          <ac:chgData name="Mahima Weerasinghe" userId="e11e3f55-42da-4e07-8ead-4d7a1d7ea1c6" providerId="ADAL" clId="{79555870-17B4-49F7-B1C8-B4904ED74D5B}" dt="2024-07-21T13:09:17.633" v="2097"/>
          <ac:inkMkLst>
            <pc:docMk/>
            <pc:sldMk cId="0" sldId="257"/>
            <ac:inkMk id="61" creationId="{4FB72FF6-C8A4-139A-F1A6-8E722BD363CC}"/>
          </ac:inkMkLst>
        </pc:inkChg>
        <pc:inkChg chg="add mod">
          <ac:chgData name="Mahima Weerasinghe" userId="e11e3f55-42da-4e07-8ead-4d7a1d7ea1c6" providerId="ADAL" clId="{79555870-17B4-49F7-B1C8-B4904ED74D5B}" dt="2024-07-21T13:09:28.189" v="2106"/>
          <ac:inkMkLst>
            <pc:docMk/>
            <pc:sldMk cId="0" sldId="257"/>
            <ac:inkMk id="63" creationId="{5F0E2298-15EC-A1E6-4ECF-FB398F24B48D}"/>
          </ac:inkMkLst>
        </pc:inkChg>
        <pc:inkChg chg="add mod">
          <ac:chgData name="Mahima Weerasinghe" userId="e11e3f55-42da-4e07-8ead-4d7a1d7ea1c6" providerId="ADAL" clId="{79555870-17B4-49F7-B1C8-B4904ED74D5B}" dt="2024-07-21T13:09:28.189" v="2106"/>
          <ac:inkMkLst>
            <pc:docMk/>
            <pc:sldMk cId="0" sldId="257"/>
            <ac:inkMk id="64" creationId="{7216FFDC-9F52-A3C7-8712-BD43A3075E77}"/>
          </ac:inkMkLst>
        </pc:inkChg>
        <pc:inkChg chg="add mod">
          <ac:chgData name="Mahima Weerasinghe" userId="e11e3f55-42da-4e07-8ead-4d7a1d7ea1c6" providerId="ADAL" clId="{79555870-17B4-49F7-B1C8-B4904ED74D5B}" dt="2024-07-21T13:09:28.189" v="2106"/>
          <ac:inkMkLst>
            <pc:docMk/>
            <pc:sldMk cId="0" sldId="257"/>
            <ac:inkMk id="65" creationId="{D16ACB65-A03E-6A25-0CCB-E28A17EF6626}"/>
          </ac:inkMkLst>
        </pc:inkChg>
        <pc:inkChg chg="add mod">
          <ac:chgData name="Mahima Weerasinghe" userId="e11e3f55-42da-4e07-8ead-4d7a1d7ea1c6" providerId="ADAL" clId="{79555870-17B4-49F7-B1C8-B4904ED74D5B}" dt="2024-07-21T13:09:28.189" v="2106"/>
          <ac:inkMkLst>
            <pc:docMk/>
            <pc:sldMk cId="0" sldId="257"/>
            <ac:inkMk id="66" creationId="{F24F2B78-4B09-ADCA-C6AC-002AC51E48B3}"/>
          </ac:inkMkLst>
        </pc:inkChg>
        <pc:inkChg chg="add mod">
          <ac:chgData name="Mahima Weerasinghe" userId="e11e3f55-42da-4e07-8ead-4d7a1d7ea1c6" providerId="ADAL" clId="{79555870-17B4-49F7-B1C8-B4904ED74D5B}" dt="2024-07-21T13:09:28.189" v="2106"/>
          <ac:inkMkLst>
            <pc:docMk/>
            <pc:sldMk cId="0" sldId="257"/>
            <ac:inkMk id="68" creationId="{B457E399-E168-31BB-6C84-D720925172E9}"/>
          </ac:inkMkLst>
        </pc:inkChg>
        <pc:inkChg chg="add mod">
          <ac:chgData name="Mahima Weerasinghe" userId="e11e3f55-42da-4e07-8ead-4d7a1d7ea1c6" providerId="ADAL" clId="{79555870-17B4-49F7-B1C8-B4904ED74D5B}" dt="2024-07-21T13:09:28.189" v="2106"/>
          <ac:inkMkLst>
            <pc:docMk/>
            <pc:sldMk cId="0" sldId="257"/>
            <ac:inkMk id="69" creationId="{3453AF8E-0AD8-35F1-CA86-AB923A8E46DB}"/>
          </ac:inkMkLst>
        </pc:inkChg>
        <pc:inkChg chg="add mod">
          <ac:chgData name="Mahima Weerasinghe" userId="e11e3f55-42da-4e07-8ead-4d7a1d7ea1c6" providerId="ADAL" clId="{79555870-17B4-49F7-B1C8-B4904ED74D5B}" dt="2024-07-21T13:09:28.189" v="2106"/>
          <ac:inkMkLst>
            <pc:docMk/>
            <pc:sldMk cId="0" sldId="257"/>
            <ac:inkMk id="70" creationId="{E1F5F2E3-758F-2F92-3367-14B483E7E0B2}"/>
          </ac:inkMkLst>
        </pc:inkChg>
        <pc:inkChg chg="add mod">
          <ac:chgData name="Mahima Weerasinghe" userId="e11e3f55-42da-4e07-8ead-4d7a1d7ea1c6" providerId="ADAL" clId="{79555870-17B4-49F7-B1C8-B4904ED74D5B}" dt="2024-07-21T13:11:50.830" v="2114"/>
          <ac:inkMkLst>
            <pc:docMk/>
            <pc:sldMk cId="0" sldId="257"/>
            <ac:inkMk id="72" creationId="{BECCFD3B-5CF9-2739-6D4D-FB2B5FE34887}"/>
          </ac:inkMkLst>
        </pc:inkChg>
        <pc:inkChg chg="add mod">
          <ac:chgData name="Mahima Weerasinghe" userId="e11e3f55-42da-4e07-8ead-4d7a1d7ea1c6" providerId="ADAL" clId="{79555870-17B4-49F7-B1C8-B4904ED74D5B}" dt="2024-07-21T13:11:50.830" v="2114"/>
          <ac:inkMkLst>
            <pc:docMk/>
            <pc:sldMk cId="0" sldId="257"/>
            <ac:inkMk id="73" creationId="{234D5A42-6BF2-6102-D290-0054BA094D8F}"/>
          </ac:inkMkLst>
        </pc:inkChg>
        <pc:inkChg chg="add mod">
          <ac:chgData name="Mahima Weerasinghe" userId="e11e3f55-42da-4e07-8ead-4d7a1d7ea1c6" providerId="ADAL" clId="{79555870-17B4-49F7-B1C8-B4904ED74D5B}" dt="2024-07-21T13:11:50.830" v="2114"/>
          <ac:inkMkLst>
            <pc:docMk/>
            <pc:sldMk cId="0" sldId="257"/>
            <ac:inkMk id="74" creationId="{F829B00D-7BE6-7A00-B893-159A51CAB6FC}"/>
          </ac:inkMkLst>
        </pc:inkChg>
        <pc:inkChg chg="add mod">
          <ac:chgData name="Mahima Weerasinghe" userId="e11e3f55-42da-4e07-8ead-4d7a1d7ea1c6" providerId="ADAL" clId="{79555870-17B4-49F7-B1C8-B4904ED74D5B}" dt="2024-07-21T13:11:50.830" v="2114"/>
          <ac:inkMkLst>
            <pc:docMk/>
            <pc:sldMk cId="0" sldId="257"/>
            <ac:inkMk id="75" creationId="{5CD17DCA-D944-2A4A-6B30-69226F88F3C2}"/>
          </ac:inkMkLst>
        </pc:inkChg>
        <pc:inkChg chg="add mod">
          <ac:chgData name="Mahima Weerasinghe" userId="e11e3f55-42da-4e07-8ead-4d7a1d7ea1c6" providerId="ADAL" clId="{79555870-17B4-49F7-B1C8-B4904ED74D5B}" dt="2024-07-21T13:11:50.830" v="2114"/>
          <ac:inkMkLst>
            <pc:docMk/>
            <pc:sldMk cId="0" sldId="257"/>
            <ac:inkMk id="76" creationId="{74A2249B-ABBD-29BA-88E7-4EA5FB32D455}"/>
          </ac:inkMkLst>
        </pc:inkChg>
        <pc:inkChg chg="add mod">
          <ac:chgData name="Mahima Weerasinghe" userId="e11e3f55-42da-4e07-8ead-4d7a1d7ea1c6" providerId="ADAL" clId="{79555870-17B4-49F7-B1C8-B4904ED74D5B}" dt="2024-07-21T13:11:50.830" v="2114"/>
          <ac:inkMkLst>
            <pc:docMk/>
            <pc:sldMk cId="0" sldId="257"/>
            <ac:inkMk id="77" creationId="{BD3CE373-9561-B4B9-FA11-37C1CA62DAE0}"/>
          </ac:inkMkLst>
        </pc:inkChg>
        <pc:inkChg chg="add mod">
          <ac:chgData name="Mahima Weerasinghe" userId="e11e3f55-42da-4e07-8ead-4d7a1d7ea1c6" providerId="ADAL" clId="{79555870-17B4-49F7-B1C8-B4904ED74D5B}" dt="2024-07-21T13:11:50.830" v="2114"/>
          <ac:inkMkLst>
            <pc:docMk/>
            <pc:sldMk cId="0" sldId="257"/>
            <ac:inkMk id="78" creationId="{8D3D68DC-C408-8CC3-BFB9-178AC868A9D1}"/>
          </ac:inkMkLst>
        </pc:inkChg>
        <pc:inkChg chg="add">
          <ac:chgData name="Mahima Weerasinghe" userId="e11e3f55-42da-4e07-8ead-4d7a1d7ea1c6" providerId="ADAL" clId="{79555870-17B4-49F7-B1C8-B4904ED74D5B}" dt="2024-07-21T13:13:59.124" v="2115" actId="9405"/>
          <ac:inkMkLst>
            <pc:docMk/>
            <pc:sldMk cId="0" sldId="257"/>
            <ac:inkMk id="80" creationId="{CB7182FB-FD09-FFB2-BE41-CDB11BCE0B8D}"/>
          </ac:inkMkLst>
        </pc:inkChg>
      </pc:sldChg>
      <pc:sldChg chg="addSp delSp modSp mod">
        <pc:chgData name="Mahima Weerasinghe" userId="e11e3f55-42da-4e07-8ead-4d7a1d7ea1c6" providerId="ADAL" clId="{79555870-17B4-49F7-B1C8-B4904ED74D5B}" dt="2024-07-21T13:19:23.261" v="2130"/>
        <pc:sldMkLst>
          <pc:docMk/>
          <pc:sldMk cId="0" sldId="258"/>
        </pc:sldMkLst>
        <pc:grpChg chg="del mod">
          <ac:chgData name="Mahima Weerasinghe" userId="e11e3f55-42da-4e07-8ead-4d7a1d7ea1c6" providerId="ADAL" clId="{79555870-17B4-49F7-B1C8-B4904ED74D5B}" dt="2024-07-21T13:19:23.261" v="2130"/>
          <ac:grpSpMkLst>
            <pc:docMk/>
            <pc:sldMk cId="0" sldId="258"/>
            <ac:grpSpMk id="10" creationId="{85D14AA0-3C0C-A167-4288-89074BF6CBA9}"/>
          </ac:grpSpMkLst>
        </pc:grpChg>
        <pc:grpChg chg="mod">
          <ac:chgData name="Mahima Weerasinghe" userId="e11e3f55-42da-4e07-8ead-4d7a1d7ea1c6" providerId="ADAL" clId="{79555870-17B4-49F7-B1C8-B4904ED74D5B}" dt="2024-07-21T13:19:23.261" v="2130"/>
          <ac:grpSpMkLst>
            <pc:docMk/>
            <pc:sldMk cId="0" sldId="258"/>
            <ac:grpSpMk id="18" creationId="{1F34F91A-2F5C-D8F0-DB9D-7FEB02EC903B}"/>
          </ac:grpSpMkLst>
        </pc:grpChg>
        <pc:grpChg chg="mod">
          <ac:chgData name="Mahima Weerasinghe" userId="e11e3f55-42da-4e07-8ead-4d7a1d7ea1c6" providerId="ADAL" clId="{79555870-17B4-49F7-B1C8-B4904ED74D5B}" dt="2024-07-21T13:19:23.261" v="2130"/>
          <ac:grpSpMkLst>
            <pc:docMk/>
            <pc:sldMk cId="0" sldId="258"/>
            <ac:grpSpMk id="19" creationId="{CAAB346F-C32F-D1EA-B8DA-A03BC68F8E77}"/>
          </ac:grpSpMkLst>
        </pc:grpChg>
        <pc:inkChg chg="add mod">
          <ac:chgData name="Mahima Weerasinghe" userId="e11e3f55-42da-4e07-8ead-4d7a1d7ea1c6" providerId="ADAL" clId="{79555870-17B4-49F7-B1C8-B4904ED74D5B}" dt="2024-07-21T13:19:23.261" v="2130"/>
          <ac:inkMkLst>
            <pc:docMk/>
            <pc:sldMk cId="0" sldId="258"/>
            <ac:inkMk id="4" creationId="{BB0AD669-0EE6-C9E8-E054-ABBC13422289}"/>
          </ac:inkMkLst>
        </pc:inkChg>
        <pc:inkChg chg="add mod">
          <ac:chgData name="Mahima Weerasinghe" userId="e11e3f55-42da-4e07-8ead-4d7a1d7ea1c6" providerId="ADAL" clId="{79555870-17B4-49F7-B1C8-B4904ED74D5B}" dt="2024-07-21T13:19:23.261" v="2130"/>
          <ac:inkMkLst>
            <pc:docMk/>
            <pc:sldMk cId="0" sldId="258"/>
            <ac:inkMk id="5" creationId="{5C9802A9-AA29-BB17-003F-4E43095D815B}"/>
          </ac:inkMkLst>
        </pc:inkChg>
        <pc:inkChg chg="add mod">
          <ac:chgData name="Mahima Weerasinghe" userId="e11e3f55-42da-4e07-8ead-4d7a1d7ea1c6" providerId="ADAL" clId="{79555870-17B4-49F7-B1C8-B4904ED74D5B}" dt="2024-07-21T13:19:23.261" v="2130"/>
          <ac:inkMkLst>
            <pc:docMk/>
            <pc:sldMk cId="0" sldId="258"/>
            <ac:inkMk id="6" creationId="{6FDD46C7-09A1-903C-EA5C-C8A97317377B}"/>
          </ac:inkMkLst>
        </pc:inkChg>
        <pc:inkChg chg="add mod">
          <ac:chgData name="Mahima Weerasinghe" userId="e11e3f55-42da-4e07-8ead-4d7a1d7ea1c6" providerId="ADAL" clId="{79555870-17B4-49F7-B1C8-B4904ED74D5B}" dt="2024-07-21T13:19:23.261" v="2130"/>
          <ac:inkMkLst>
            <pc:docMk/>
            <pc:sldMk cId="0" sldId="258"/>
            <ac:inkMk id="7" creationId="{710BCC24-F3FB-4CEF-115B-F317A38013F3}"/>
          </ac:inkMkLst>
        </pc:inkChg>
        <pc:inkChg chg="add mod">
          <ac:chgData name="Mahima Weerasinghe" userId="e11e3f55-42da-4e07-8ead-4d7a1d7ea1c6" providerId="ADAL" clId="{79555870-17B4-49F7-B1C8-B4904ED74D5B}" dt="2024-07-21T13:19:23.261" v="2130"/>
          <ac:inkMkLst>
            <pc:docMk/>
            <pc:sldMk cId="0" sldId="258"/>
            <ac:inkMk id="8" creationId="{8740C271-95D5-3D84-AF9C-37FE8A1596ED}"/>
          </ac:inkMkLst>
        </pc:inkChg>
        <pc:inkChg chg="add mod">
          <ac:chgData name="Mahima Weerasinghe" userId="e11e3f55-42da-4e07-8ead-4d7a1d7ea1c6" providerId="ADAL" clId="{79555870-17B4-49F7-B1C8-B4904ED74D5B}" dt="2024-07-21T13:19:23.261" v="2130"/>
          <ac:inkMkLst>
            <pc:docMk/>
            <pc:sldMk cId="0" sldId="258"/>
            <ac:inkMk id="9" creationId="{B550DF2F-3A45-1B0E-1195-4B989FE51527}"/>
          </ac:inkMkLst>
        </pc:inkChg>
        <pc:inkChg chg="add mod">
          <ac:chgData name="Mahima Weerasinghe" userId="e11e3f55-42da-4e07-8ead-4d7a1d7ea1c6" providerId="ADAL" clId="{79555870-17B4-49F7-B1C8-B4904ED74D5B}" dt="2024-07-21T13:19:23.261" v="2130"/>
          <ac:inkMkLst>
            <pc:docMk/>
            <pc:sldMk cId="0" sldId="258"/>
            <ac:inkMk id="11" creationId="{7312EF0D-8F5F-357C-7CA6-11B0E43A2AF3}"/>
          </ac:inkMkLst>
        </pc:inkChg>
        <pc:inkChg chg="add mod">
          <ac:chgData name="Mahima Weerasinghe" userId="e11e3f55-42da-4e07-8ead-4d7a1d7ea1c6" providerId="ADAL" clId="{79555870-17B4-49F7-B1C8-B4904ED74D5B}" dt="2024-07-21T13:19:23.261" v="2130"/>
          <ac:inkMkLst>
            <pc:docMk/>
            <pc:sldMk cId="0" sldId="258"/>
            <ac:inkMk id="12" creationId="{286F066F-5728-696B-6C39-85200B6D9E71}"/>
          </ac:inkMkLst>
        </pc:inkChg>
        <pc:inkChg chg="add mod">
          <ac:chgData name="Mahima Weerasinghe" userId="e11e3f55-42da-4e07-8ead-4d7a1d7ea1c6" providerId="ADAL" clId="{79555870-17B4-49F7-B1C8-B4904ED74D5B}" dt="2024-07-21T13:19:23.261" v="2130"/>
          <ac:inkMkLst>
            <pc:docMk/>
            <pc:sldMk cId="0" sldId="258"/>
            <ac:inkMk id="13" creationId="{2C339850-01E2-E974-49D9-D2CD31ABF109}"/>
          </ac:inkMkLst>
        </pc:inkChg>
        <pc:inkChg chg="add mod">
          <ac:chgData name="Mahima Weerasinghe" userId="e11e3f55-42da-4e07-8ead-4d7a1d7ea1c6" providerId="ADAL" clId="{79555870-17B4-49F7-B1C8-B4904ED74D5B}" dt="2024-07-21T13:19:23.261" v="2130"/>
          <ac:inkMkLst>
            <pc:docMk/>
            <pc:sldMk cId="0" sldId="258"/>
            <ac:inkMk id="14" creationId="{E34C840C-BA07-547F-EF7D-7C9FBED65B3C}"/>
          </ac:inkMkLst>
        </pc:inkChg>
        <pc:inkChg chg="add mod">
          <ac:chgData name="Mahima Weerasinghe" userId="e11e3f55-42da-4e07-8ead-4d7a1d7ea1c6" providerId="ADAL" clId="{79555870-17B4-49F7-B1C8-B4904ED74D5B}" dt="2024-07-21T13:19:23.261" v="2130"/>
          <ac:inkMkLst>
            <pc:docMk/>
            <pc:sldMk cId="0" sldId="258"/>
            <ac:inkMk id="15" creationId="{FCBA8451-AE88-297E-6ADE-BB1C661F767D}"/>
          </ac:inkMkLst>
        </pc:inkChg>
        <pc:inkChg chg="add mod">
          <ac:chgData name="Mahima Weerasinghe" userId="e11e3f55-42da-4e07-8ead-4d7a1d7ea1c6" providerId="ADAL" clId="{79555870-17B4-49F7-B1C8-B4904ED74D5B}" dt="2024-07-21T13:19:23.261" v="2130"/>
          <ac:inkMkLst>
            <pc:docMk/>
            <pc:sldMk cId="0" sldId="258"/>
            <ac:inkMk id="16" creationId="{A9EC6374-75E5-84D3-3A78-686E22D66355}"/>
          </ac:inkMkLst>
        </pc:inkChg>
        <pc:inkChg chg="add mod">
          <ac:chgData name="Mahima Weerasinghe" userId="e11e3f55-42da-4e07-8ead-4d7a1d7ea1c6" providerId="ADAL" clId="{79555870-17B4-49F7-B1C8-B4904ED74D5B}" dt="2024-07-21T13:19:23.261" v="2130"/>
          <ac:inkMkLst>
            <pc:docMk/>
            <pc:sldMk cId="0" sldId="258"/>
            <ac:inkMk id="17" creationId="{23A0C155-C315-F7D1-3AF1-D82116F2563D}"/>
          </ac:inkMkLst>
        </pc:inkChg>
      </pc:sldChg>
      <pc:sldChg chg="addSp delSp modSp mod">
        <pc:chgData name="Mahima Weerasinghe" userId="e11e3f55-42da-4e07-8ead-4d7a1d7ea1c6" providerId="ADAL" clId="{79555870-17B4-49F7-B1C8-B4904ED74D5B}" dt="2024-07-21T13:35:44.013" v="2429"/>
        <pc:sldMkLst>
          <pc:docMk/>
          <pc:sldMk cId="0" sldId="259"/>
        </pc:sldMkLst>
        <pc:grpChg chg="mod">
          <ac:chgData name="Mahima Weerasinghe" userId="e11e3f55-42da-4e07-8ead-4d7a1d7ea1c6" providerId="ADAL" clId="{79555870-17B4-49F7-B1C8-B4904ED74D5B}" dt="2024-07-21T13:35:35.583" v="2419"/>
          <ac:grpSpMkLst>
            <pc:docMk/>
            <pc:sldMk cId="0" sldId="259"/>
            <ac:grpSpMk id="6" creationId="{DFBF6175-6700-E912-D47B-0B87E3CD05D1}"/>
          </ac:grpSpMkLst>
        </pc:grpChg>
        <pc:grpChg chg="mod">
          <ac:chgData name="Mahima Weerasinghe" userId="e11e3f55-42da-4e07-8ead-4d7a1d7ea1c6" providerId="ADAL" clId="{79555870-17B4-49F7-B1C8-B4904ED74D5B}" dt="2024-07-21T13:35:44.013" v="2429"/>
          <ac:grpSpMkLst>
            <pc:docMk/>
            <pc:sldMk cId="0" sldId="259"/>
            <ac:grpSpMk id="16" creationId="{CB6FFCF8-A707-6367-E167-F26F35C70A21}"/>
          </ac:grpSpMkLst>
        </pc:grpChg>
        <pc:picChg chg="add del">
          <ac:chgData name="Mahima Weerasinghe" userId="e11e3f55-42da-4e07-8ead-4d7a1d7ea1c6" providerId="ADAL" clId="{79555870-17B4-49F7-B1C8-B4904ED74D5B}" dt="2024-06-27T12:43:24.629" v="1" actId="478"/>
          <ac:picMkLst>
            <pc:docMk/>
            <pc:sldMk cId="0" sldId="259"/>
            <ac:picMk id="2" creationId="{00000000-0000-0000-0000-000000000000}"/>
          </ac:picMkLst>
        </pc:picChg>
        <pc:inkChg chg="add mod">
          <ac:chgData name="Mahima Weerasinghe" userId="e11e3f55-42da-4e07-8ead-4d7a1d7ea1c6" providerId="ADAL" clId="{79555870-17B4-49F7-B1C8-B4904ED74D5B}" dt="2024-07-21T13:35:35.583" v="2419"/>
          <ac:inkMkLst>
            <pc:docMk/>
            <pc:sldMk cId="0" sldId="259"/>
            <ac:inkMk id="4" creationId="{113820B5-DB06-FB75-C04F-B8DBDD263088}"/>
          </ac:inkMkLst>
        </pc:inkChg>
        <pc:inkChg chg="add mod">
          <ac:chgData name="Mahima Weerasinghe" userId="e11e3f55-42da-4e07-8ead-4d7a1d7ea1c6" providerId="ADAL" clId="{79555870-17B4-49F7-B1C8-B4904ED74D5B}" dt="2024-07-21T13:35:35.583" v="2419"/>
          <ac:inkMkLst>
            <pc:docMk/>
            <pc:sldMk cId="0" sldId="259"/>
            <ac:inkMk id="5" creationId="{5E1FAFC1-4752-2586-002D-C77EFFF75139}"/>
          </ac:inkMkLst>
        </pc:inkChg>
        <pc:inkChg chg="add mod">
          <ac:chgData name="Mahima Weerasinghe" userId="e11e3f55-42da-4e07-8ead-4d7a1d7ea1c6" providerId="ADAL" clId="{79555870-17B4-49F7-B1C8-B4904ED74D5B}" dt="2024-07-21T13:35:44.013" v="2429"/>
          <ac:inkMkLst>
            <pc:docMk/>
            <pc:sldMk cId="0" sldId="259"/>
            <ac:inkMk id="7" creationId="{C11A4D9A-748F-B7AD-5694-1E9885664E34}"/>
          </ac:inkMkLst>
        </pc:inkChg>
        <pc:inkChg chg="add mod">
          <ac:chgData name="Mahima Weerasinghe" userId="e11e3f55-42da-4e07-8ead-4d7a1d7ea1c6" providerId="ADAL" clId="{79555870-17B4-49F7-B1C8-B4904ED74D5B}" dt="2024-07-21T13:35:44.013" v="2429"/>
          <ac:inkMkLst>
            <pc:docMk/>
            <pc:sldMk cId="0" sldId="259"/>
            <ac:inkMk id="8" creationId="{A61FAC40-7126-0170-EE92-F99977C86A1E}"/>
          </ac:inkMkLst>
        </pc:inkChg>
        <pc:inkChg chg="add mod">
          <ac:chgData name="Mahima Weerasinghe" userId="e11e3f55-42da-4e07-8ead-4d7a1d7ea1c6" providerId="ADAL" clId="{79555870-17B4-49F7-B1C8-B4904ED74D5B}" dt="2024-07-21T13:35:44.013" v="2429"/>
          <ac:inkMkLst>
            <pc:docMk/>
            <pc:sldMk cId="0" sldId="259"/>
            <ac:inkMk id="9" creationId="{FF0F75A6-823C-9D68-5068-CCA6897664B7}"/>
          </ac:inkMkLst>
        </pc:inkChg>
        <pc:inkChg chg="add mod">
          <ac:chgData name="Mahima Weerasinghe" userId="e11e3f55-42da-4e07-8ead-4d7a1d7ea1c6" providerId="ADAL" clId="{79555870-17B4-49F7-B1C8-B4904ED74D5B}" dt="2024-07-21T13:35:44.013" v="2429"/>
          <ac:inkMkLst>
            <pc:docMk/>
            <pc:sldMk cId="0" sldId="259"/>
            <ac:inkMk id="10" creationId="{41B5EB66-420F-D28A-B2C2-D23E82696F83}"/>
          </ac:inkMkLst>
        </pc:inkChg>
        <pc:inkChg chg="add mod">
          <ac:chgData name="Mahima Weerasinghe" userId="e11e3f55-42da-4e07-8ead-4d7a1d7ea1c6" providerId="ADAL" clId="{79555870-17B4-49F7-B1C8-B4904ED74D5B}" dt="2024-07-21T13:35:44.013" v="2429"/>
          <ac:inkMkLst>
            <pc:docMk/>
            <pc:sldMk cId="0" sldId="259"/>
            <ac:inkMk id="11" creationId="{F0353EAF-6E48-8A8E-5FD7-819898AA11BA}"/>
          </ac:inkMkLst>
        </pc:inkChg>
        <pc:inkChg chg="add mod">
          <ac:chgData name="Mahima Weerasinghe" userId="e11e3f55-42da-4e07-8ead-4d7a1d7ea1c6" providerId="ADAL" clId="{79555870-17B4-49F7-B1C8-B4904ED74D5B}" dt="2024-07-21T13:35:44.013" v="2429"/>
          <ac:inkMkLst>
            <pc:docMk/>
            <pc:sldMk cId="0" sldId="259"/>
            <ac:inkMk id="12" creationId="{C867395A-5DB7-C7A8-FEEE-5A419971A0A1}"/>
          </ac:inkMkLst>
        </pc:inkChg>
        <pc:inkChg chg="add mod">
          <ac:chgData name="Mahima Weerasinghe" userId="e11e3f55-42da-4e07-8ead-4d7a1d7ea1c6" providerId="ADAL" clId="{79555870-17B4-49F7-B1C8-B4904ED74D5B}" dt="2024-07-21T13:35:44.013" v="2429"/>
          <ac:inkMkLst>
            <pc:docMk/>
            <pc:sldMk cId="0" sldId="259"/>
            <ac:inkMk id="13" creationId="{3C8C0C60-2BD1-35DA-E170-8F1DE89B131E}"/>
          </ac:inkMkLst>
        </pc:inkChg>
        <pc:inkChg chg="add mod">
          <ac:chgData name="Mahima Weerasinghe" userId="e11e3f55-42da-4e07-8ead-4d7a1d7ea1c6" providerId="ADAL" clId="{79555870-17B4-49F7-B1C8-B4904ED74D5B}" dt="2024-07-21T13:35:44.013" v="2429"/>
          <ac:inkMkLst>
            <pc:docMk/>
            <pc:sldMk cId="0" sldId="259"/>
            <ac:inkMk id="14" creationId="{954E9843-BFFF-073F-AE61-0A7214172449}"/>
          </ac:inkMkLst>
        </pc:inkChg>
        <pc:inkChg chg="add mod">
          <ac:chgData name="Mahima Weerasinghe" userId="e11e3f55-42da-4e07-8ead-4d7a1d7ea1c6" providerId="ADAL" clId="{79555870-17B4-49F7-B1C8-B4904ED74D5B}" dt="2024-07-21T13:35:44.013" v="2429"/>
          <ac:inkMkLst>
            <pc:docMk/>
            <pc:sldMk cId="0" sldId="259"/>
            <ac:inkMk id="15" creationId="{03ED6E05-6881-8E42-CB08-1BCF819790A7}"/>
          </ac:inkMkLst>
        </pc:inkChg>
      </pc:sldChg>
      <pc:sldChg chg="addSp delSp modSp mod">
        <pc:chgData name="Mahima Weerasinghe" userId="e11e3f55-42da-4e07-8ead-4d7a1d7ea1c6" providerId="ADAL" clId="{79555870-17B4-49F7-B1C8-B4904ED74D5B}" dt="2024-07-21T13:59:23.623" v="2741"/>
        <pc:sldMkLst>
          <pc:docMk/>
          <pc:sldMk cId="0" sldId="269"/>
        </pc:sldMkLst>
        <pc:grpChg chg="del mod">
          <ac:chgData name="Mahima Weerasinghe" userId="e11e3f55-42da-4e07-8ead-4d7a1d7ea1c6" providerId="ADAL" clId="{79555870-17B4-49F7-B1C8-B4904ED74D5B}" dt="2024-07-21T13:59:18.054" v="2735"/>
          <ac:grpSpMkLst>
            <pc:docMk/>
            <pc:sldMk cId="0" sldId="269"/>
            <ac:grpSpMk id="9" creationId="{7A65F1B1-334C-F0AF-A8F9-F060CF200454}"/>
          </ac:grpSpMkLst>
        </pc:grpChg>
        <pc:grpChg chg="mod">
          <ac:chgData name="Mahima Weerasinghe" userId="e11e3f55-42da-4e07-8ead-4d7a1d7ea1c6" providerId="ADAL" clId="{79555870-17B4-49F7-B1C8-B4904ED74D5B}" dt="2024-07-21T13:59:18.054" v="2735"/>
          <ac:grpSpMkLst>
            <pc:docMk/>
            <pc:sldMk cId="0" sldId="269"/>
            <ac:grpSpMk id="20" creationId="{FBA0EB40-77A4-8143-3F29-BE5D662844C0}"/>
          </ac:grpSpMkLst>
        </pc:grpChg>
        <pc:grpChg chg="mod">
          <ac:chgData name="Mahima Weerasinghe" userId="e11e3f55-42da-4e07-8ead-4d7a1d7ea1c6" providerId="ADAL" clId="{79555870-17B4-49F7-B1C8-B4904ED74D5B}" dt="2024-07-21T13:59:23.623" v="2741"/>
          <ac:grpSpMkLst>
            <pc:docMk/>
            <pc:sldMk cId="0" sldId="269"/>
            <ac:grpSpMk id="26" creationId="{A2C68903-17F8-A816-DA34-6228CF936471}"/>
          </ac:grpSpMkLst>
        </pc:grpChg>
        <pc:inkChg chg="add mod">
          <ac:chgData name="Mahima Weerasinghe" userId="e11e3f55-42da-4e07-8ead-4d7a1d7ea1c6" providerId="ADAL" clId="{79555870-17B4-49F7-B1C8-B4904ED74D5B}" dt="2024-07-21T13:59:18.054" v="2735"/>
          <ac:inkMkLst>
            <pc:docMk/>
            <pc:sldMk cId="0" sldId="269"/>
            <ac:inkMk id="5" creationId="{915AE9A7-4DF9-1005-E853-97944770E828}"/>
          </ac:inkMkLst>
        </pc:inkChg>
        <pc:inkChg chg="add mod">
          <ac:chgData name="Mahima Weerasinghe" userId="e11e3f55-42da-4e07-8ead-4d7a1d7ea1c6" providerId="ADAL" clId="{79555870-17B4-49F7-B1C8-B4904ED74D5B}" dt="2024-07-21T13:59:18.054" v="2735"/>
          <ac:inkMkLst>
            <pc:docMk/>
            <pc:sldMk cId="0" sldId="269"/>
            <ac:inkMk id="6" creationId="{77BD8299-88AA-4B69-3D20-3E41C2011FC7}"/>
          </ac:inkMkLst>
        </pc:inkChg>
        <pc:inkChg chg="add mod">
          <ac:chgData name="Mahima Weerasinghe" userId="e11e3f55-42da-4e07-8ead-4d7a1d7ea1c6" providerId="ADAL" clId="{79555870-17B4-49F7-B1C8-B4904ED74D5B}" dt="2024-07-21T13:59:18.054" v="2735"/>
          <ac:inkMkLst>
            <pc:docMk/>
            <pc:sldMk cId="0" sldId="269"/>
            <ac:inkMk id="7" creationId="{3DE89CAE-FAB0-954B-2D8F-C5CDD1924E1B}"/>
          </ac:inkMkLst>
        </pc:inkChg>
        <pc:inkChg chg="add mod">
          <ac:chgData name="Mahima Weerasinghe" userId="e11e3f55-42da-4e07-8ead-4d7a1d7ea1c6" providerId="ADAL" clId="{79555870-17B4-49F7-B1C8-B4904ED74D5B}" dt="2024-07-21T13:59:18.054" v="2735"/>
          <ac:inkMkLst>
            <pc:docMk/>
            <pc:sldMk cId="0" sldId="269"/>
            <ac:inkMk id="8" creationId="{5F6BAFBD-77A2-8487-7144-5F86CC10AB5B}"/>
          </ac:inkMkLst>
        </pc:inkChg>
        <pc:inkChg chg="add mod">
          <ac:chgData name="Mahima Weerasinghe" userId="e11e3f55-42da-4e07-8ead-4d7a1d7ea1c6" providerId="ADAL" clId="{79555870-17B4-49F7-B1C8-B4904ED74D5B}" dt="2024-07-21T13:59:18.054" v="2735"/>
          <ac:inkMkLst>
            <pc:docMk/>
            <pc:sldMk cId="0" sldId="269"/>
            <ac:inkMk id="10" creationId="{5862A12C-8DCE-4C98-AC26-0DCDF84CE6E2}"/>
          </ac:inkMkLst>
        </pc:inkChg>
        <pc:inkChg chg="add mod">
          <ac:chgData name="Mahima Weerasinghe" userId="e11e3f55-42da-4e07-8ead-4d7a1d7ea1c6" providerId="ADAL" clId="{79555870-17B4-49F7-B1C8-B4904ED74D5B}" dt="2024-07-21T13:59:18.054" v="2735"/>
          <ac:inkMkLst>
            <pc:docMk/>
            <pc:sldMk cId="0" sldId="269"/>
            <ac:inkMk id="11" creationId="{80885B19-4BF3-E24F-B4EF-3CFCD04B9ECD}"/>
          </ac:inkMkLst>
        </pc:inkChg>
        <pc:inkChg chg="add mod">
          <ac:chgData name="Mahima Weerasinghe" userId="e11e3f55-42da-4e07-8ead-4d7a1d7ea1c6" providerId="ADAL" clId="{79555870-17B4-49F7-B1C8-B4904ED74D5B}" dt="2024-07-21T13:59:18.054" v="2735"/>
          <ac:inkMkLst>
            <pc:docMk/>
            <pc:sldMk cId="0" sldId="269"/>
            <ac:inkMk id="12" creationId="{B4B9ACD8-4611-B2B5-453B-B6A657954AFD}"/>
          </ac:inkMkLst>
        </pc:inkChg>
        <pc:inkChg chg="add mod">
          <ac:chgData name="Mahima Weerasinghe" userId="e11e3f55-42da-4e07-8ead-4d7a1d7ea1c6" providerId="ADAL" clId="{79555870-17B4-49F7-B1C8-B4904ED74D5B}" dt="2024-07-21T13:59:18.054" v="2735"/>
          <ac:inkMkLst>
            <pc:docMk/>
            <pc:sldMk cId="0" sldId="269"/>
            <ac:inkMk id="13" creationId="{11DD42E6-B823-3F74-D17D-34514C4F3DD8}"/>
          </ac:inkMkLst>
        </pc:inkChg>
        <pc:inkChg chg="add mod">
          <ac:chgData name="Mahima Weerasinghe" userId="e11e3f55-42da-4e07-8ead-4d7a1d7ea1c6" providerId="ADAL" clId="{79555870-17B4-49F7-B1C8-B4904ED74D5B}" dt="2024-07-21T13:59:18.054" v="2735"/>
          <ac:inkMkLst>
            <pc:docMk/>
            <pc:sldMk cId="0" sldId="269"/>
            <ac:inkMk id="14" creationId="{06E69DC0-DC17-6597-6CF9-E9799411D9E2}"/>
          </ac:inkMkLst>
        </pc:inkChg>
        <pc:inkChg chg="add mod">
          <ac:chgData name="Mahima Weerasinghe" userId="e11e3f55-42da-4e07-8ead-4d7a1d7ea1c6" providerId="ADAL" clId="{79555870-17B4-49F7-B1C8-B4904ED74D5B}" dt="2024-07-21T13:59:18.054" v="2735"/>
          <ac:inkMkLst>
            <pc:docMk/>
            <pc:sldMk cId="0" sldId="269"/>
            <ac:inkMk id="15" creationId="{F231D093-501F-52B2-7A1A-FCD2D4D1774A}"/>
          </ac:inkMkLst>
        </pc:inkChg>
        <pc:inkChg chg="add mod">
          <ac:chgData name="Mahima Weerasinghe" userId="e11e3f55-42da-4e07-8ead-4d7a1d7ea1c6" providerId="ADAL" clId="{79555870-17B4-49F7-B1C8-B4904ED74D5B}" dt="2024-07-21T13:59:18.054" v="2735"/>
          <ac:inkMkLst>
            <pc:docMk/>
            <pc:sldMk cId="0" sldId="269"/>
            <ac:inkMk id="16" creationId="{F99C576E-5411-FF8C-69B2-9A18B4D09B20}"/>
          </ac:inkMkLst>
        </pc:inkChg>
        <pc:inkChg chg="add mod">
          <ac:chgData name="Mahima Weerasinghe" userId="e11e3f55-42da-4e07-8ead-4d7a1d7ea1c6" providerId="ADAL" clId="{79555870-17B4-49F7-B1C8-B4904ED74D5B}" dt="2024-07-21T13:59:18.054" v="2735"/>
          <ac:inkMkLst>
            <pc:docMk/>
            <pc:sldMk cId="0" sldId="269"/>
            <ac:inkMk id="17" creationId="{8F454D3D-1014-37AD-E567-5ED1A79EF531}"/>
          </ac:inkMkLst>
        </pc:inkChg>
        <pc:inkChg chg="add mod">
          <ac:chgData name="Mahima Weerasinghe" userId="e11e3f55-42da-4e07-8ead-4d7a1d7ea1c6" providerId="ADAL" clId="{79555870-17B4-49F7-B1C8-B4904ED74D5B}" dt="2024-07-21T13:59:18.054" v="2735"/>
          <ac:inkMkLst>
            <pc:docMk/>
            <pc:sldMk cId="0" sldId="269"/>
            <ac:inkMk id="18" creationId="{EC3B855D-E74A-13CC-F787-F632D881666E}"/>
          </ac:inkMkLst>
        </pc:inkChg>
        <pc:inkChg chg="add mod">
          <ac:chgData name="Mahima Weerasinghe" userId="e11e3f55-42da-4e07-8ead-4d7a1d7ea1c6" providerId="ADAL" clId="{79555870-17B4-49F7-B1C8-B4904ED74D5B}" dt="2024-07-21T13:59:18.054" v="2735"/>
          <ac:inkMkLst>
            <pc:docMk/>
            <pc:sldMk cId="0" sldId="269"/>
            <ac:inkMk id="19" creationId="{7FC8D066-B660-85AE-E098-BFFB6AA16F99}"/>
          </ac:inkMkLst>
        </pc:inkChg>
        <pc:inkChg chg="add mod">
          <ac:chgData name="Mahima Weerasinghe" userId="e11e3f55-42da-4e07-8ead-4d7a1d7ea1c6" providerId="ADAL" clId="{79555870-17B4-49F7-B1C8-B4904ED74D5B}" dt="2024-07-21T13:59:23.623" v="2741"/>
          <ac:inkMkLst>
            <pc:docMk/>
            <pc:sldMk cId="0" sldId="269"/>
            <ac:inkMk id="21" creationId="{B99ABF15-0ED7-2B3C-CA9C-02DA5163B4C9}"/>
          </ac:inkMkLst>
        </pc:inkChg>
        <pc:inkChg chg="add mod">
          <ac:chgData name="Mahima Weerasinghe" userId="e11e3f55-42da-4e07-8ead-4d7a1d7ea1c6" providerId="ADAL" clId="{79555870-17B4-49F7-B1C8-B4904ED74D5B}" dt="2024-07-21T13:59:23.623" v="2741"/>
          <ac:inkMkLst>
            <pc:docMk/>
            <pc:sldMk cId="0" sldId="269"/>
            <ac:inkMk id="22" creationId="{04CC4C67-CD8C-7D65-47F7-C2AD9E751DC8}"/>
          </ac:inkMkLst>
        </pc:inkChg>
        <pc:inkChg chg="add mod">
          <ac:chgData name="Mahima Weerasinghe" userId="e11e3f55-42da-4e07-8ead-4d7a1d7ea1c6" providerId="ADAL" clId="{79555870-17B4-49F7-B1C8-B4904ED74D5B}" dt="2024-07-21T13:59:23.623" v="2741"/>
          <ac:inkMkLst>
            <pc:docMk/>
            <pc:sldMk cId="0" sldId="269"/>
            <ac:inkMk id="23" creationId="{DCAC7263-27A6-4A5C-FBE8-CAD053830230}"/>
          </ac:inkMkLst>
        </pc:inkChg>
        <pc:inkChg chg="add mod">
          <ac:chgData name="Mahima Weerasinghe" userId="e11e3f55-42da-4e07-8ead-4d7a1d7ea1c6" providerId="ADAL" clId="{79555870-17B4-49F7-B1C8-B4904ED74D5B}" dt="2024-07-21T13:59:23.623" v="2741"/>
          <ac:inkMkLst>
            <pc:docMk/>
            <pc:sldMk cId="0" sldId="269"/>
            <ac:inkMk id="24" creationId="{247013DA-3F08-C04F-81FF-014AD2793A14}"/>
          </ac:inkMkLst>
        </pc:inkChg>
        <pc:inkChg chg="add mod">
          <ac:chgData name="Mahima Weerasinghe" userId="e11e3f55-42da-4e07-8ead-4d7a1d7ea1c6" providerId="ADAL" clId="{79555870-17B4-49F7-B1C8-B4904ED74D5B}" dt="2024-07-21T13:59:23.623" v="2741"/>
          <ac:inkMkLst>
            <pc:docMk/>
            <pc:sldMk cId="0" sldId="269"/>
            <ac:inkMk id="25" creationId="{5D756450-F990-0DFB-E4CE-DF4A589C4F73}"/>
          </ac:inkMkLst>
        </pc:inkChg>
      </pc:sldChg>
      <pc:sldChg chg="modSp mod">
        <pc:chgData name="Mahima Weerasinghe" userId="e11e3f55-42da-4e07-8ead-4d7a1d7ea1c6" providerId="ADAL" clId="{79555870-17B4-49F7-B1C8-B4904ED74D5B}" dt="2024-07-15T03:13:07.191" v="1277" actId="20577"/>
        <pc:sldMkLst>
          <pc:docMk/>
          <pc:sldMk cId="0" sldId="277"/>
        </pc:sldMkLst>
        <pc:spChg chg="mod">
          <ac:chgData name="Mahima Weerasinghe" userId="e11e3f55-42da-4e07-8ead-4d7a1d7ea1c6" providerId="ADAL" clId="{79555870-17B4-49F7-B1C8-B4904ED74D5B}" dt="2024-07-15T03:13:07.191" v="1277" actId="20577"/>
          <ac:spMkLst>
            <pc:docMk/>
            <pc:sldMk cId="0" sldId="277"/>
            <ac:spMk id="2" creationId="{00000000-0000-0000-0000-000000000000}"/>
          </ac:spMkLst>
        </pc:spChg>
      </pc:sldChg>
      <pc:sldChg chg="addSp delSp modSp new mod">
        <pc:chgData name="Mahima Weerasinghe" userId="e11e3f55-42da-4e07-8ead-4d7a1d7ea1c6" providerId="ADAL" clId="{79555870-17B4-49F7-B1C8-B4904ED74D5B}" dt="2024-07-22T05:08:06.053" v="2908" actId="478"/>
        <pc:sldMkLst>
          <pc:docMk/>
          <pc:sldMk cId="1930261782" sldId="327"/>
        </pc:sldMkLst>
        <pc:spChg chg="mod">
          <ac:chgData name="Mahima Weerasinghe" userId="e11e3f55-42da-4e07-8ead-4d7a1d7ea1c6" providerId="ADAL" clId="{79555870-17B4-49F7-B1C8-B4904ED74D5B}" dt="2024-07-22T05:07:47.018" v="2903" actId="1076"/>
          <ac:spMkLst>
            <pc:docMk/>
            <pc:sldMk cId="1930261782" sldId="327"/>
            <ac:spMk id="2" creationId="{C1CBE8B5-2CCF-562C-F075-B63031636934}"/>
          </ac:spMkLst>
        </pc:spChg>
        <pc:spChg chg="add mod">
          <ac:chgData name="Mahima Weerasinghe" userId="e11e3f55-42da-4e07-8ead-4d7a1d7ea1c6" providerId="ADAL" clId="{79555870-17B4-49F7-B1C8-B4904ED74D5B}" dt="2024-07-22T05:08:01.265" v="2907" actId="1076"/>
          <ac:spMkLst>
            <pc:docMk/>
            <pc:sldMk cId="1930261782" sldId="327"/>
            <ac:spMk id="4" creationId="{B5C5F008-35EF-390B-DC0A-010B2A161C25}"/>
          </ac:spMkLst>
        </pc:spChg>
        <pc:grpChg chg="del mod">
          <ac:chgData name="Mahima Weerasinghe" userId="e11e3f55-42da-4e07-8ead-4d7a1d7ea1c6" providerId="ADAL" clId="{79555870-17B4-49F7-B1C8-B4904ED74D5B}" dt="2024-07-22T05:08:06.053" v="2908" actId="478"/>
          <ac:grpSpMkLst>
            <pc:docMk/>
            <pc:sldMk cId="1930261782" sldId="327"/>
            <ac:grpSpMk id="14" creationId="{20ACF733-2F23-94BC-6054-D968994FBE44}"/>
          </ac:grpSpMkLst>
        </pc:grpChg>
        <pc:grpChg chg="del mod">
          <ac:chgData name="Mahima Weerasinghe" userId="e11e3f55-42da-4e07-8ead-4d7a1d7ea1c6" providerId="ADAL" clId="{79555870-17B4-49F7-B1C8-B4904ED74D5B}" dt="2024-07-22T05:08:06.053" v="2908" actId="478"/>
          <ac:grpSpMkLst>
            <pc:docMk/>
            <pc:sldMk cId="1930261782" sldId="327"/>
            <ac:grpSpMk id="24" creationId="{59478414-3501-8CCE-125D-4CE053A854A7}"/>
          </ac:grpSpMkLst>
        </pc:grpChg>
        <pc:grpChg chg="del mod">
          <ac:chgData name="Mahima Weerasinghe" userId="e11e3f55-42da-4e07-8ead-4d7a1d7ea1c6" providerId="ADAL" clId="{79555870-17B4-49F7-B1C8-B4904ED74D5B}" dt="2024-07-22T05:08:06.053" v="2908" actId="478"/>
          <ac:grpSpMkLst>
            <pc:docMk/>
            <pc:sldMk cId="1930261782" sldId="327"/>
            <ac:grpSpMk id="30" creationId="{6960E78F-D637-4F75-3F9F-77778B541074}"/>
          </ac:grpSpMkLst>
        </pc:grpChg>
        <pc:grpChg chg="del mod">
          <ac:chgData name="Mahima Weerasinghe" userId="e11e3f55-42da-4e07-8ead-4d7a1d7ea1c6" providerId="ADAL" clId="{79555870-17B4-49F7-B1C8-B4904ED74D5B}" dt="2024-07-22T05:08:06.053" v="2908" actId="478"/>
          <ac:grpSpMkLst>
            <pc:docMk/>
            <pc:sldMk cId="1930261782" sldId="327"/>
            <ac:grpSpMk id="33" creationId="{34CFCDF5-78F7-EFAB-EFC0-C5F150640A0A}"/>
          </ac:grpSpMkLst>
        </pc:grpChg>
        <pc:grpChg chg="del mod">
          <ac:chgData name="Mahima Weerasinghe" userId="e11e3f55-42da-4e07-8ead-4d7a1d7ea1c6" providerId="ADAL" clId="{79555870-17B4-49F7-B1C8-B4904ED74D5B}" dt="2024-07-21T12:00:21.304" v="1491"/>
          <ac:grpSpMkLst>
            <pc:docMk/>
            <pc:sldMk cId="1930261782" sldId="327"/>
            <ac:grpSpMk id="42" creationId="{4FC9BA76-AEBF-0665-B767-8A5F2AC5C02E}"/>
          </ac:grpSpMkLst>
        </pc:grpChg>
        <pc:grpChg chg="del mod">
          <ac:chgData name="Mahima Weerasinghe" userId="e11e3f55-42da-4e07-8ead-4d7a1d7ea1c6" providerId="ADAL" clId="{79555870-17B4-49F7-B1C8-B4904ED74D5B}" dt="2024-07-22T05:08:06.053" v="2908" actId="478"/>
          <ac:grpSpMkLst>
            <pc:docMk/>
            <pc:sldMk cId="1930261782" sldId="327"/>
            <ac:grpSpMk id="49" creationId="{C588DD4C-C403-F9F5-BB19-740AEBB78F2B}"/>
          </ac:grpSpMkLst>
        </pc:grpChg>
        <pc:grpChg chg="del mod">
          <ac:chgData name="Mahima Weerasinghe" userId="e11e3f55-42da-4e07-8ead-4d7a1d7ea1c6" providerId="ADAL" clId="{79555870-17B4-49F7-B1C8-B4904ED74D5B}" dt="2024-07-21T12:00:35.588" v="1519"/>
          <ac:grpSpMkLst>
            <pc:docMk/>
            <pc:sldMk cId="1930261782" sldId="327"/>
            <ac:grpSpMk id="74" creationId="{6AC6D854-3CB5-1C14-2B24-07CEAFF6DAB0}"/>
          </ac:grpSpMkLst>
        </pc:grpChg>
        <pc:grpChg chg="del mod">
          <ac:chgData name="Mahima Weerasinghe" userId="e11e3f55-42da-4e07-8ead-4d7a1d7ea1c6" providerId="ADAL" clId="{79555870-17B4-49F7-B1C8-B4904ED74D5B}" dt="2024-07-21T12:01:15.240" v="1538"/>
          <ac:grpSpMkLst>
            <pc:docMk/>
            <pc:sldMk cId="1930261782" sldId="327"/>
            <ac:grpSpMk id="75" creationId="{69E2B2C3-754F-A470-74A9-8A798A6A4647}"/>
          </ac:grpSpMkLst>
        </pc:grpChg>
        <pc:grpChg chg="del mod">
          <ac:chgData name="Mahima Weerasinghe" userId="e11e3f55-42da-4e07-8ead-4d7a1d7ea1c6" providerId="ADAL" clId="{79555870-17B4-49F7-B1C8-B4904ED74D5B}" dt="2024-07-22T05:08:06.053" v="2908" actId="478"/>
          <ac:grpSpMkLst>
            <pc:docMk/>
            <pc:sldMk cId="1930261782" sldId="327"/>
            <ac:grpSpMk id="76" creationId="{0EDD0CB8-89C3-022D-101F-04EFCF2E4F36}"/>
          </ac:grpSpMkLst>
        </pc:grpChg>
        <pc:grpChg chg="del mod">
          <ac:chgData name="Mahima Weerasinghe" userId="e11e3f55-42da-4e07-8ead-4d7a1d7ea1c6" providerId="ADAL" clId="{79555870-17B4-49F7-B1C8-B4904ED74D5B}" dt="2024-07-22T05:07:58.788" v="2905" actId="478"/>
          <ac:grpSpMkLst>
            <pc:docMk/>
            <pc:sldMk cId="1930261782" sldId="327"/>
            <ac:grpSpMk id="77" creationId="{F513AE4E-DDCC-60AB-C50F-932B42BCA485}"/>
          </ac:grpSpMkLst>
        </pc:grpChg>
        <pc:grpChg chg="del mod">
          <ac:chgData name="Mahima Weerasinghe" userId="e11e3f55-42da-4e07-8ead-4d7a1d7ea1c6" providerId="ADAL" clId="{79555870-17B4-49F7-B1C8-B4904ED74D5B}" dt="2024-07-21T12:01:15.240" v="1538"/>
          <ac:grpSpMkLst>
            <pc:docMk/>
            <pc:sldMk cId="1930261782" sldId="327"/>
            <ac:grpSpMk id="80" creationId="{1200439A-97B2-7D54-9B6D-89816E61BB60}"/>
          </ac:grpSpMkLst>
        </pc:grpChg>
        <pc:grpChg chg="del mod">
          <ac:chgData name="Mahima Weerasinghe" userId="e11e3f55-42da-4e07-8ead-4d7a1d7ea1c6" providerId="ADAL" clId="{79555870-17B4-49F7-B1C8-B4904ED74D5B}" dt="2024-07-21T12:01:15.240" v="1538"/>
          <ac:grpSpMkLst>
            <pc:docMk/>
            <pc:sldMk cId="1930261782" sldId="327"/>
            <ac:grpSpMk id="87" creationId="{48BADD2F-5E4A-738C-4BED-6DDFCB65D889}"/>
          </ac:grpSpMkLst>
        </pc:grpChg>
        <pc:grpChg chg="del mod">
          <ac:chgData name="Mahima Weerasinghe" userId="e11e3f55-42da-4e07-8ead-4d7a1d7ea1c6" providerId="ADAL" clId="{79555870-17B4-49F7-B1C8-B4904ED74D5B}" dt="2024-07-21T12:01:15.240" v="1538"/>
          <ac:grpSpMkLst>
            <pc:docMk/>
            <pc:sldMk cId="1930261782" sldId="327"/>
            <ac:grpSpMk id="91" creationId="{567AF7F0-B487-E5E3-4197-0F8F2328DA72}"/>
          </ac:grpSpMkLst>
        </pc:grpChg>
        <pc:grpChg chg="del mod">
          <ac:chgData name="Mahima Weerasinghe" userId="e11e3f55-42da-4e07-8ead-4d7a1d7ea1c6" providerId="ADAL" clId="{79555870-17B4-49F7-B1C8-B4904ED74D5B}" dt="2024-07-21T12:01:20.408" v="1549"/>
          <ac:grpSpMkLst>
            <pc:docMk/>
            <pc:sldMk cId="1930261782" sldId="327"/>
            <ac:grpSpMk id="99" creationId="{DF2D3DE0-A949-5F07-29D3-1F4C0D3DECA0}"/>
          </ac:grpSpMkLst>
        </pc:grpChg>
        <pc:grpChg chg="del mod">
          <ac:chgData name="Mahima Weerasinghe" userId="e11e3f55-42da-4e07-8ead-4d7a1d7ea1c6" providerId="ADAL" clId="{79555870-17B4-49F7-B1C8-B4904ED74D5B}" dt="2024-07-22T05:07:58.788" v="2905" actId="478"/>
          <ac:grpSpMkLst>
            <pc:docMk/>
            <pc:sldMk cId="1930261782" sldId="327"/>
            <ac:grpSpMk id="110" creationId="{68CFE335-8BD4-2984-D1CA-2F617041EF01}"/>
          </ac:grpSpMkLst>
        </pc:grpChg>
        <pc:grpChg chg="del mod">
          <ac:chgData name="Mahima Weerasinghe" userId="e11e3f55-42da-4e07-8ead-4d7a1d7ea1c6" providerId="ADAL" clId="{79555870-17B4-49F7-B1C8-B4904ED74D5B}" dt="2024-07-22T05:07:58.788" v="2905" actId="478"/>
          <ac:grpSpMkLst>
            <pc:docMk/>
            <pc:sldMk cId="1930261782" sldId="327"/>
            <ac:grpSpMk id="111" creationId="{9920907F-D37D-30FB-D27B-CB9BF90892E2}"/>
          </ac:grpSpMkLst>
        </pc:grpChg>
        <pc:grpChg chg="del mod">
          <ac:chgData name="Mahima Weerasinghe" userId="e11e3f55-42da-4e07-8ead-4d7a1d7ea1c6" providerId="ADAL" clId="{79555870-17B4-49F7-B1C8-B4904ED74D5B}" dt="2024-07-21T12:02:22.374" v="1562"/>
          <ac:grpSpMkLst>
            <pc:docMk/>
            <pc:sldMk cId="1930261782" sldId="327"/>
            <ac:grpSpMk id="120" creationId="{26575AF1-79E0-C429-9F77-1801820B8C14}"/>
          </ac:grpSpMkLst>
        </pc:grpChg>
        <pc:grpChg chg="del mod">
          <ac:chgData name="Mahima Weerasinghe" userId="e11e3f55-42da-4e07-8ead-4d7a1d7ea1c6" providerId="ADAL" clId="{79555870-17B4-49F7-B1C8-B4904ED74D5B}" dt="2024-07-21T12:02:27.187" v="1572"/>
          <ac:grpSpMkLst>
            <pc:docMk/>
            <pc:sldMk cId="1930261782" sldId="327"/>
            <ac:grpSpMk id="124" creationId="{38A9091C-80F9-96D9-7073-F4B545152293}"/>
          </ac:grpSpMkLst>
        </pc:grpChg>
        <pc:grpChg chg="del mod">
          <ac:chgData name="Mahima Weerasinghe" userId="e11e3f55-42da-4e07-8ead-4d7a1d7ea1c6" providerId="ADAL" clId="{79555870-17B4-49F7-B1C8-B4904ED74D5B}" dt="2024-07-22T05:07:53.304" v="2904" actId="478"/>
          <ac:grpSpMkLst>
            <pc:docMk/>
            <pc:sldMk cId="1930261782" sldId="327"/>
            <ac:grpSpMk id="134" creationId="{27331D30-2630-DE40-9F0D-0B5D01EAB854}"/>
          </ac:grpSpMkLst>
        </pc:grpChg>
        <pc:picChg chg="add del mod">
          <ac:chgData name="Mahima Weerasinghe" userId="e11e3f55-42da-4e07-8ead-4d7a1d7ea1c6" providerId="ADAL" clId="{79555870-17B4-49F7-B1C8-B4904ED74D5B}" dt="2024-06-27T12:52:04.682" v="64" actId="478"/>
          <ac:picMkLst>
            <pc:docMk/>
            <pc:sldMk cId="1930261782" sldId="327"/>
            <ac:picMk id="3" creationId="{3CBE0FF5-4A60-7851-46FA-73F492B4B1AA}"/>
          </ac:picMkLst>
        </pc:picChg>
        <pc:inkChg chg="add mod">
          <ac:chgData name="Mahima Weerasinghe" userId="e11e3f55-42da-4e07-8ead-4d7a1d7ea1c6" providerId="ADAL" clId="{79555870-17B4-49F7-B1C8-B4904ED74D5B}" dt="2024-07-21T11:59:34.897" v="1456"/>
          <ac:inkMkLst>
            <pc:docMk/>
            <pc:sldMk cId="1930261782" sldId="327"/>
            <ac:inkMk id="3" creationId="{7B7ACD56-847A-5D4E-2DDB-6C77CB0D91E5}"/>
          </ac:inkMkLst>
        </pc:inkChg>
        <pc:inkChg chg="add mod">
          <ac:chgData name="Mahima Weerasinghe" userId="e11e3f55-42da-4e07-8ead-4d7a1d7ea1c6" providerId="ADAL" clId="{79555870-17B4-49F7-B1C8-B4904ED74D5B}" dt="2024-07-21T11:59:34.897" v="1456"/>
          <ac:inkMkLst>
            <pc:docMk/>
            <pc:sldMk cId="1930261782" sldId="327"/>
            <ac:inkMk id="5" creationId="{5722D820-21D4-0510-A223-B310A6A020EE}"/>
          </ac:inkMkLst>
        </pc:inkChg>
        <pc:inkChg chg="add mod">
          <ac:chgData name="Mahima Weerasinghe" userId="e11e3f55-42da-4e07-8ead-4d7a1d7ea1c6" providerId="ADAL" clId="{79555870-17B4-49F7-B1C8-B4904ED74D5B}" dt="2024-07-21T11:59:34.897" v="1456"/>
          <ac:inkMkLst>
            <pc:docMk/>
            <pc:sldMk cId="1930261782" sldId="327"/>
            <ac:inkMk id="6" creationId="{3C97398D-46C8-EA93-2611-35CE649F101D}"/>
          </ac:inkMkLst>
        </pc:inkChg>
        <pc:inkChg chg="add mod">
          <ac:chgData name="Mahima Weerasinghe" userId="e11e3f55-42da-4e07-8ead-4d7a1d7ea1c6" providerId="ADAL" clId="{79555870-17B4-49F7-B1C8-B4904ED74D5B}" dt="2024-07-21T11:59:34.897" v="1456"/>
          <ac:inkMkLst>
            <pc:docMk/>
            <pc:sldMk cId="1930261782" sldId="327"/>
            <ac:inkMk id="7" creationId="{963439B9-2948-5C84-292E-0E2EE91E9725}"/>
          </ac:inkMkLst>
        </pc:inkChg>
        <pc:inkChg chg="add mod">
          <ac:chgData name="Mahima Weerasinghe" userId="e11e3f55-42da-4e07-8ead-4d7a1d7ea1c6" providerId="ADAL" clId="{79555870-17B4-49F7-B1C8-B4904ED74D5B}" dt="2024-07-21T11:59:34.897" v="1456"/>
          <ac:inkMkLst>
            <pc:docMk/>
            <pc:sldMk cId="1930261782" sldId="327"/>
            <ac:inkMk id="8" creationId="{76F66F8E-D254-3BBC-708F-B1DADF62BEFF}"/>
          </ac:inkMkLst>
        </pc:inkChg>
        <pc:inkChg chg="add mod">
          <ac:chgData name="Mahima Weerasinghe" userId="e11e3f55-42da-4e07-8ead-4d7a1d7ea1c6" providerId="ADAL" clId="{79555870-17B4-49F7-B1C8-B4904ED74D5B}" dt="2024-07-21T11:59:34.897" v="1456"/>
          <ac:inkMkLst>
            <pc:docMk/>
            <pc:sldMk cId="1930261782" sldId="327"/>
            <ac:inkMk id="9" creationId="{789845D4-9D6F-4834-0249-97B494D5FF45}"/>
          </ac:inkMkLst>
        </pc:inkChg>
        <pc:inkChg chg="add mod">
          <ac:chgData name="Mahima Weerasinghe" userId="e11e3f55-42da-4e07-8ead-4d7a1d7ea1c6" providerId="ADAL" clId="{79555870-17B4-49F7-B1C8-B4904ED74D5B}" dt="2024-07-21T11:59:34.897" v="1456"/>
          <ac:inkMkLst>
            <pc:docMk/>
            <pc:sldMk cId="1930261782" sldId="327"/>
            <ac:inkMk id="10" creationId="{7817CBE5-F336-A1DB-F96C-B832A5215B93}"/>
          </ac:inkMkLst>
        </pc:inkChg>
        <pc:inkChg chg="add mod">
          <ac:chgData name="Mahima Weerasinghe" userId="e11e3f55-42da-4e07-8ead-4d7a1d7ea1c6" providerId="ADAL" clId="{79555870-17B4-49F7-B1C8-B4904ED74D5B}" dt="2024-07-21T11:59:34.897" v="1456"/>
          <ac:inkMkLst>
            <pc:docMk/>
            <pc:sldMk cId="1930261782" sldId="327"/>
            <ac:inkMk id="11" creationId="{27FC5E0F-27DB-1E8C-D0D6-BA270FEB3209}"/>
          </ac:inkMkLst>
        </pc:inkChg>
        <pc:inkChg chg="add mod">
          <ac:chgData name="Mahima Weerasinghe" userId="e11e3f55-42da-4e07-8ead-4d7a1d7ea1c6" providerId="ADAL" clId="{79555870-17B4-49F7-B1C8-B4904ED74D5B}" dt="2024-07-21T11:59:34.897" v="1456"/>
          <ac:inkMkLst>
            <pc:docMk/>
            <pc:sldMk cId="1930261782" sldId="327"/>
            <ac:inkMk id="12" creationId="{D6B4E924-0B8B-5AAA-46EE-AF30E1800AD6}"/>
          </ac:inkMkLst>
        </pc:inkChg>
        <pc:inkChg chg="add mod">
          <ac:chgData name="Mahima Weerasinghe" userId="e11e3f55-42da-4e07-8ead-4d7a1d7ea1c6" providerId="ADAL" clId="{79555870-17B4-49F7-B1C8-B4904ED74D5B}" dt="2024-07-21T11:59:34.897" v="1456"/>
          <ac:inkMkLst>
            <pc:docMk/>
            <pc:sldMk cId="1930261782" sldId="327"/>
            <ac:inkMk id="13" creationId="{D8F83D8C-E39B-909D-04EA-4F9429B58F8B}"/>
          </ac:inkMkLst>
        </pc:inkChg>
        <pc:inkChg chg="add mod">
          <ac:chgData name="Mahima Weerasinghe" userId="e11e3f55-42da-4e07-8ead-4d7a1d7ea1c6" providerId="ADAL" clId="{79555870-17B4-49F7-B1C8-B4904ED74D5B}" dt="2024-07-21T11:59:42.714" v="1466"/>
          <ac:inkMkLst>
            <pc:docMk/>
            <pc:sldMk cId="1930261782" sldId="327"/>
            <ac:inkMk id="15" creationId="{6D83E787-65F8-B98A-5086-CE73CE24B2AE}"/>
          </ac:inkMkLst>
        </pc:inkChg>
        <pc:inkChg chg="add mod">
          <ac:chgData name="Mahima Weerasinghe" userId="e11e3f55-42da-4e07-8ead-4d7a1d7ea1c6" providerId="ADAL" clId="{79555870-17B4-49F7-B1C8-B4904ED74D5B}" dt="2024-07-21T11:59:42.714" v="1466"/>
          <ac:inkMkLst>
            <pc:docMk/>
            <pc:sldMk cId="1930261782" sldId="327"/>
            <ac:inkMk id="16" creationId="{6B19CF33-80B4-9066-2786-2A70B0EC2B18}"/>
          </ac:inkMkLst>
        </pc:inkChg>
        <pc:inkChg chg="add mod">
          <ac:chgData name="Mahima Weerasinghe" userId="e11e3f55-42da-4e07-8ead-4d7a1d7ea1c6" providerId="ADAL" clId="{79555870-17B4-49F7-B1C8-B4904ED74D5B}" dt="2024-07-21T11:59:42.714" v="1466"/>
          <ac:inkMkLst>
            <pc:docMk/>
            <pc:sldMk cId="1930261782" sldId="327"/>
            <ac:inkMk id="17" creationId="{8FDE16A8-E9DE-537F-3237-11C0B490CC8C}"/>
          </ac:inkMkLst>
        </pc:inkChg>
        <pc:inkChg chg="add mod">
          <ac:chgData name="Mahima Weerasinghe" userId="e11e3f55-42da-4e07-8ead-4d7a1d7ea1c6" providerId="ADAL" clId="{79555870-17B4-49F7-B1C8-B4904ED74D5B}" dt="2024-07-21T11:59:42.714" v="1466"/>
          <ac:inkMkLst>
            <pc:docMk/>
            <pc:sldMk cId="1930261782" sldId="327"/>
            <ac:inkMk id="18" creationId="{49414F93-4922-82D5-A764-B40785DF2510}"/>
          </ac:inkMkLst>
        </pc:inkChg>
        <pc:inkChg chg="add mod">
          <ac:chgData name="Mahima Weerasinghe" userId="e11e3f55-42da-4e07-8ead-4d7a1d7ea1c6" providerId="ADAL" clId="{79555870-17B4-49F7-B1C8-B4904ED74D5B}" dt="2024-07-21T11:59:42.714" v="1466"/>
          <ac:inkMkLst>
            <pc:docMk/>
            <pc:sldMk cId="1930261782" sldId="327"/>
            <ac:inkMk id="19" creationId="{D0DF43B1-C4EE-06E9-8F98-C7C91AE2D400}"/>
          </ac:inkMkLst>
        </pc:inkChg>
        <pc:inkChg chg="add mod">
          <ac:chgData name="Mahima Weerasinghe" userId="e11e3f55-42da-4e07-8ead-4d7a1d7ea1c6" providerId="ADAL" clId="{79555870-17B4-49F7-B1C8-B4904ED74D5B}" dt="2024-07-21T11:59:42.714" v="1466"/>
          <ac:inkMkLst>
            <pc:docMk/>
            <pc:sldMk cId="1930261782" sldId="327"/>
            <ac:inkMk id="20" creationId="{84B1EBFE-AD2E-D6CA-F6A9-0F14C43BEAAE}"/>
          </ac:inkMkLst>
        </pc:inkChg>
        <pc:inkChg chg="add mod">
          <ac:chgData name="Mahima Weerasinghe" userId="e11e3f55-42da-4e07-8ead-4d7a1d7ea1c6" providerId="ADAL" clId="{79555870-17B4-49F7-B1C8-B4904ED74D5B}" dt="2024-07-21T11:59:42.714" v="1466"/>
          <ac:inkMkLst>
            <pc:docMk/>
            <pc:sldMk cId="1930261782" sldId="327"/>
            <ac:inkMk id="21" creationId="{0A268A38-4EC3-C82B-CE21-180214CB2B09}"/>
          </ac:inkMkLst>
        </pc:inkChg>
        <pc:inkChg chg="add mod">
          <ac:chgData name="Mahima Weerasinghe" userId="e11e3f55-42da-4e07-8ead-4d7a1d7ea1c6" providerId="ADAL" clId="{79555870-17B4-49F7-B1C8-B4904ED74D5B}" dt="2024-07-21T11:59:42.714" v="1466"/>
          <ac:inkMkLst>
            <pc:docMk/>
            <pc:sldMk cId="1930261782" sldId="327"/>
            <ac:inkMk id="22" creationId="{FC414355-70AD-E161-D8A5-9EACA4374AF5}"/>
          </ac:inkMkLst>
        </pc:inkChg>
        <pc:inkChg chg="add mod">
          <ac:chgData name="Mahima Weerasinghe" userId="e11e3f55-42da-4e07-8ead-4d7a1d7ea1c6" providerId="ADAL" clId="{79555870-17B4-49F7-B1C8-B4904ED74D5B}" dt="2024-07-21T11:59:42.714" v="1466"/>
          <ac:inkMkLst>
            <pc:docMk/>
            <pc:sldMk cId="1930261782" sldId="327"/>
            <ac:inkMk id="23" creationId="{95B5009B-8981-7DF3-1E57-B573F59EC6F2}"/>
          </ac:inkMkLst>
        </pc:inkChg>
        <pc:inkChg chg="add mod">
          <ac:chgData name="Mahima Weerasinghe" userId="e11e3f55-42da-4e07-8ead-4d7a1d7ea1c6" providerId="ADAL" clId="{79555870-17B4-49F7-B1C8-B4904ED74D5B}" dt="2024-07-21T11:59:45.716" v="1472"/>
          <ac:inkMkLst>
            <pc:docMk/>
            <pc:sldMk cId="1930261782" sldId="327"/>
            <ac:inkMk id="25" creationId="{4BE8E070-18D6-2C19-7070-7697B446F3EE}"/>
          </ac:inkMkLst>
        </pc:inkChg>
        <pc:inkChg chg="add mod">
          <ac:chgData name="Mahima Weerasinghe" userId="e11e3f55-42da-4e07-8ead-4d7a1d7ea1c6" providerId="ADAL" clId="{79555870-17B4-49F7-B1C8-B4904ED74D5B}" dt="2024-07-21T11:59:45.716" v="1472"/>
          <ac:inkMkLst>
            <pc:docMk/>
            <pc:sldMk cId="1930261782" sldId="327"/>
            <ac:inkMk id="26" creationId="{46CB9D58-9B70-DC72-C8DB-0CB1B1116597}"/>
          </ac:inkMkLst>
        </pc:inkChg>
        <pc:inkChg chg="add mod">
          <ac:chgData name="Mahima Weerasinghe" userId="e11e3f55-42da-4e07-8ead-4d7a1d7ea1c6" providerId="ADAL" clId="{79555870-17B4-49F7-B1C8-B4904ED74D5B}" dt="2024-07-21T11:59:45.716" v="1472"/>
          <ac:inkMkLst>
            <pc:docMk/>
            <pc:sldMk cId="1930261782" sldId="327"/>
            <ac:inkMk id="27" creationId="{4FB9B997-E0DF-95DB-BC9A-E5CEB5E50F1E}"/>
          </ac:inkMkLst>
        </pc:inkChg>
        <pc:inkChg chg="add mod">
          <ac:chgData name="Mahima Weerasinghe" userId="e11e3f55-42da-4e07-8ead-4d7a1d7ea1c6" providerId="ADAL" clId="{79555870-17B4-49F7-B1C8-B4904ED74D5B}" dt="2024-07-21T11:59:45.716" v="1472"/>
          <ac:inkMkLst>
            <pc:docMk/>
            <pc:sldMk cId="1930261782" sldId="327"/>
            <ac:inkMk id="28" creationId="{94CA9CCC-7594-FA80-2046-99CCCB581CC2}"/>
          </ac:inkMkLst>
        </pc:inkChg>
        <pc:inkChg chg="add mod">
          <ac:chgData name="Mahima Weerasinghe" userId="e11e3f55-42da-4e07-8ead-4d7a1d7ea1c6" providerId="ADAL" clId="{79555870-17B4-49F7-B1C8-B4904ED74D5B}" dt="2024-07-21T11:59:45.716" v="1472"/>
          <ac:inkMkLst>
            <pc:docMk/>
            <pc:sldMk cId="1930261782" sldId="327"/>
            <ac:inkMk id="29" creationId="{07DD358F-C0F3-6FCD-A46E-17E3506F6822}"/>
          </ac:inkMkLst>
        </pc:inkChg>
        <pc:inkChg chg="add mod">
          <ac:chgData name="Mahima Weerasinghe" userId="e11e3f55-42da-4e07-8ead-4d7a1d7ea1c6" providerId="ADAL" clId="{79555870-17B4-49F7-B1C8-B4904ED74D5B}" dt="2024-07-21T11:59:47.508" v="1475"/>
          <ac:inkMkLst>
            <pc:docMk/>
            <pc:sldMk cId="1930261782" sldId="327"/>
            <ac:inkMk id="31" creationId="{DDA43844-282D-9ACC-A53D-1489069DACE3}"/>
          </ac:inkMkLst>
        </pc:inkChg>
        <pc:inkChg chg="add mod">
          <ac:chgData name="Mahima Weerasinghe" userId="e11e3f55-42da-4e07-8ead-4d7a1d7ea1c6" providerId="ADAL" clId="{79555870-17B4-49F7-B1C8-B4904ED74D5B}" dt="2024-07-21T11:59:47.508" v="1475"/>
          <ac:inkMkLst>
            <pc:docMk/>
            <pc:sldMk cId="1930261782" sldId="327"/>
            <ac:inkMk id="32" creationId="{49C8E756-9A04-35AD-66F4-3769420C0376}"/>
          </ac:inkMkLst>
        </pc:inkChg>
        <pc:inkChg chg="add del">
          <ac:chgData name="Mahima Weerasinghe" userId="e11e3f55-42da-4e07-8ead-4d7a1d7ea1c6" providerId="ADAL" clId="{79555870-17B4-49F7-B1C8-B4904ED74D5B}" dt="2024-07-22T05:08:06.053" v="2908" actId="478"/>
          <ac:inkMkLst>
            <pc:docMk/>
            <pc:sldMk cId="1930261782" sldId="327"/>
            <ac:inkMk id="34" creationId="{D48571F6-4BAC-6979-D81F-B0550996D0C0}"/>
          </ac:inkMkLst>
        </pc:inkChg>
        <pc:inkChg chg="add mod">
          <ac:chgData name="Mahima Weerasinghe" userId="e11e3f55-42da-4e07-8ead-4d7a1d7ea1c6" providerId="ADAL" clId="{79555870-17B4-49F7-B1C8-B4904ED74D5B}" dt="2024-07-21T12:00:21.304" v="1491"/>
          <ac:inkMkLst>
            <pc:docMk/>
            <pc:sldMk cId="1930261782" sldId="327"/>
            <ac:inkMk id="35" creationId="{A9A71430-C45E-003C-AE31-E95CC2271E1A}"/>
          </ac:inkMkLst>
        </pc:inkChg>
        <pc:inkChg chg="add mod">
          <ac:chgData name="Mahima Weerasinghe" userId="e11e3f55-42da-4e07-8ead-4d7a1d7ea1c6" providerId="ADAL" clId="{79555870-17B4-49F7-B1C8-B4904ED74D5B}" dt="2024-07-21T12:00:21.304" v="1491"/>
          <ac:inkMkLst>
            <pc:docMk/>
            <pc:sldMk cId="1930261782" sldId="327"/>
            <ac:inkMk id="36" creationId="{F24D0E77-C119-E08F-2E6B-2D7015CEDEFC}"/>
          </ac:inkMkLst>
        </pc:inkChg>
        <pc:inkChg chg="add mod">
          <ac:chgData name="Mahima Weerasinghe" userId="e11e3f55-42da-4e07-8ead-4d7a1d7ea1c6" providerId="ADAL" clId="{79555870-17B4-49F7-B1C8-B4904ED74D5B}" dt="2024-07-21T12:00:21.304" v="1491"/>
          <ac:inkMkLst>
            <pc:docMk/>
            <pc:sldMk cId="1930261782" sldId="327"/>
            <ac:inkMk id="37" creationId="{F7A917A7-4B93-CA47-686A-1174AB01F3B6}"/>
          </ac:inkMkLst>
        </pc:inkChg>
        <pc:inkChg chg="add mod">
          <ac:chgData name="Mahima Weerasinghe" userId="e11e3f55-42da-4e07-8ead-4d7a1d7ea1c6" providerId="ADAL" clId="{79555870-17B4-49F7-B1C8-B4904ED74D5B}" dt="2024-07-21T12:00:21.304" v="1491"/>
          <ac:inkMkLst>
            <pc:docMk/>
            <pc:sldMk cId="1930261782" sldId="327"/>
            <ac:inkMk id="38" creationId="{25E2A017-C6A7-6F21-C0FA-D80AB14F01A9}"/>
          </ac:inkMkLst>
        </pc:inkChg>
        <pc:inkChg chg="add mod">
          <ac:chgData name="Mahima Weerasinghe" userId="e11e3f55-42da-4e07-8ead-4d7a1d7ea1c6" providerId="ADAL" clId="{79555870-17B4-49F7-B1C8-B4904ED74D5B}" dt="2024-07-21T12:00:21.304" v="1491"/>
          <ac:inkMkLst>
            <pc:docMk/>
            <pc:sldMk cId="1930261782" sldId="327"/>
            <ac:inkMk id="39" creationId="{BBF41836-1DF2-7D4F-DEEF-C433B7DC7909}"/>
          </ac:inkMkLst>
        </pc:inkChg>
        <pc:inkChg chg="add mod">
          <ac:chgData name="Mahima Weerasinghe" userId="e11e3f55-42da-4e07-8ead-4d7a1d7ea1c6" providerId="ADAL" clId="{79555870-17B4-49F7-B1C8-B4904ED74D5B}" dt="2024-07-21T12:00:21.304" v="1491"/>
          <ac:inkMkLst>
            <pc:docMk/>
            <pc:sldMk cId="1930261782" sldId="327"/>
            <ac:inkMk id="40" creationId="{398C96BC-52F4-173B-5438-33BE38E73CA1}"/>
          </ac:inkMkLst>
        </pc:inkChg>
        <pc:inkChg chg="add mod">
          <ac:chgData name="Mahima Weerasinghe" userId="e11e3f55-42da-4e07-8ead-4d7a1d7ea1c6" providerId="ADAL" clId="{79555870-17B4-49F7-B1C8-B4904ED74D5B}" dt="2024-07-21T12:00:21.304" v="1491"/>
          <ac:inkMkLst>
            <pc:docMk/>
            <pc:sldMk cId="1930261782" sldId="327"/>
            <ac:inkMk id="41" creationId="{632C5661-C7F1-C3A0-7D07-498AE62C2647}"/>
          </ac:inkMkLst>
        </pc:inkChg>
        <pc:inkChg chg="add mod">
          <ac:chgData name="Mahima Weerasinghe" userId="e11e3f55-42da-4e07-8ead-4d7a1d7ea1c6" providerId="ADAL" clId="{79555870-17B4-49F7-B1C8-B4904ED74D5B}" dt="2024-07-21T12:00:21.304" v="1491"/>
          <ac:inkMkLst>
            <pc:docMk/>
            <pc:sldMk cId="1930261782" sldId="327"/>
            <ac:inkMk id="43" creationId="{9C603CB1-DD24-A373-5029-908D2A7B9C8B}"/>
          </ac:inkMkLst>
        </pc:inkChg>
        <pc:inkChg chg="add mod">
          <ac:chgData name="Mahima Weerasinghe" userId="e11e3f55-42da-4e07-8ead-4d7a1d7ea1c6" providerId="ADAL" clId="{79555870-17B4-49F7-B1C8-B4904ED74D5B}" dt="2024-07-21T12:00:21.304" v="1491"/>
          <ac:inkMkLst>
            <pc:docMk/>
            <pc:sldMk cId="1930261782" sldId="327"/>
            <ac:inkMk id="44" creationId="{DB5369AF-0613-6FAC-A776-BFF9F45243AD}"/>
          </ac:inkMkLst>
        </pc:inkChg>
        <pc:inkChg chg="add mod">
          <ac:chgData name="Mahima Weerasinghe" userId="e11e3f55-42da-4e07-8ead-4d7a1d7ea1c6" providerId="ADAL" clId="{79555870-17B4-49F7-B1C8-B4904ED74D5B}" dt="2024-07-21T12:00:21.304" v="1491"/>
          <ac:inkMkLst>
            <pc:docMk/>
            <pc:sldMk cId="1930261782" sldId="327"/>
            <ac:inkMk id="45" creationId="{015FF1E3-D73D-12E0-6B8A-EB28C8E447BB}"/>
          </ac:inkMkLst>
        </pc:inkChg>
        <pc:inkChg chg="add mod">
          <ac:chgData name="Mahima Weerasinghe" userId="e11e3f55-42da-4e07-8ead-4d7a1d7ea1c6" providerId="ADAL" clId="{79555870-17B4-49F7-B1C8-B4904ED74D5B}" dt="2024-07-21T12:00:21.304" v="1491"/>
          <ac:inkMkLst>
            <pc:docMk/>
            <pc:sldMk cId="1930261782" sldId="327"/>
            <ac:inkMk id="46" creationId="{61EEDBDB-6A83-DBA1-7249-ACB54A16CE7B}"/>
          </ac:inkMkLst>
        </pc:inkChg>
        <pc:inkChg chg="add mod">
          <ac:chgData name="Mahima Weerasinghe" userId="e11e3f55-42da-4e07-8ead-4d7a1d7ea1c6" providerId="ADAL" clId="{79555870-17B4-49F7-B1C8-B4904ED74D5B}" dt="2024-07-21T12:00:21.304" v="1491"/>
          <ac:inkMkLst>
            <pc:docMk/>
            <pc:sldMk cId="1930261782" sldId="327"/>
            <ac:inkMk id="47" creationId="{A963867E-4593-E4B5-1AC5-1E87660436F6}"/>
          </ac:inkMkLst>
        </pc:inkChg>
        <pc:inkChg chg="add mod">
          <ac:chgData name="Mahima Weerasinghe" userId="e11e3f55-42da-4e07-8ead-4d7a1d7ea1c6" providerId="ADAL" clId="{79555870-17B4-49F7-B1C8-B4904ED74D5B}" dt="2024-07-21T12:00:21.304" v="1491"/>
          <ac:inkMkLst>
            <pc:docMk/>
            <pc:sldMk cId="1930261782" sldId="327"/>
            <ac:inkMk id="48" creationId="{383E722D-50BA-C4AF-7660-50FD223E34BC}"/>
          </ac:inkMkLst>
        </pc:inkChg>
        <pc:inkChg chg="add mod">
          <ac:chgData name="Mahima Weerasinghe" userId="e11e3f55-42da-4e07-8ead-4d7a1d7ea1c6" providerId="ADAL" clId="{79555870-17B4-49F7-B1C8-B4904ED74D5B}" dt="2024-07-21T12:00:34.645" v="1516"/>
          <ac:inkMkLst>
            <pc:docMk/>
            <pc:sldMk cId="1930261782" sldId="327"/>
            <ac:inkMk id="50" creationId="{30448ADC-B435-1A32-5762-9ED632311DAC}"/>
          </ac:inkMkLst>
        </pc:inkChg>
        <pc:inkChg chg="add mod">
          <ac:chgData name="Mahima Weerasinghe" userId="e11e3f55-42da-4e07-8ead-4d7a1d7ea1c6" providerId="ADAL" clId="{79555870-17B4-49F7-B1C8-B4904ED74D5B}" dt="2024-07-21T12:00:34.645" v="1516"/>
          <ac:inkMkLst>
            <pc:docMk/>
            <pc:sldMk cId="1930261782" sldId="327"/>
            <ac:inkMk id="51" creationId="{F4C58FBA-692C-2683-756D-C0C116539457}"/>
          </ac:inkMkLst>
        </pc:inkChg>
        <pc:inkChg chg="add mod">
          <ac:chgData name="Mahima Weerasinghe" userId="e11e3f55-42da-4e07-8ead-4d7a1d7ea1c6" providerId="ADAL" clId="{79555870-17B4-49F7-B1C8-B4904ED74D5B}" dt="2024-07-21T12:00:34.645" v="1516"/>
          <ac:inkMkLst>
            <pc:docMk/>
            <pc:sldMk cId="1930261782" sldId="327"/>
            <ac:inkMk id="52" creationId="{9F832D14-E6FA-C978-3287-F23926A7D526}"/>
          </ac:inkMkLst>
        </pc:inkChg>
        <pc:inkChg chg="add mod">
          <ac:chgData name="Mahima Weerasinghe" userId="e11e3f55-42da-4e07-8ead-4d7a1d7ea1c6" providerId="ADAL" clId="{79555870-17B4-49F7-B1C8-B4904ED74D5B}" dt="2024-07-21T12:00:34.645" v="1516"/>
          <ac:inkMkLst>
            <pc:docMk/>
            <pc:sldMk cId="1930261782" sldId="327"/>
            <ac:inkMk id="53" creationId="{F2BC4D60-F837-265A-4C28-7ACE381B3BA7}"/>
          </ac:inkMkLst>
        </pc:inkChg>
        <pc:inkChg chg="add mod">
          <ac:chgData name="Mahima Weerasinghe" userId="e11e3f55-42da-4e07-8ead-4d7a1d7ea1c6" providerId="ADAL" clId="{79555870-17B4-49F7-B1C8-B4904ED74D5B}" dt="2024-07-21T12:00:34.645" v="1516"/>
          <ac:inkMkLst>
            <pc:docMk/>
            <pc:sldMk cId="1930261782" sldId="327"/>
            <ac:inkMk id="54" creationId="{2F278CC2-B3E6-E581-DE33-31907BAABF0D}"/>
          </ac:inkMkLst>
        </pc:inkChg>
        <pc:inkChg chg="add mod">
          <ac:chgData name="Mahima Weerasinghe" userId="e11e3f55-42da-4e07-8ead-4d7a1d7ea1c6" providerId="ADAL" clId="{79555870-17B4-49F7-B1C8-B4904ED74D5B}" dt="2024-07-21T12:00:34.645" v="1516"/>
          <ac:inkMkLst>
            <pc:docMk/>
            <pc:sldMk cId="1930261782" sldId="327"/>
            <ac:inkMk id="55" creationId="{8436BFAD-964B-F72A-AADB-2C2A7D4D3A28}"/>
          </ac:inkMkLst>
        </pc:inkChg>
        <pc:inkChg chg="add mod">
          <ac:chgData name="Mahima Weerasinghe" userId="e11e3f55-42da-4e07-8ead-4d7a1d7ea1c6" providerId="ADAL" clId="{79555870-17B4-49F7-B1C8-B4904ED74D5B}" dt="2024-07-21T12:00:34.645" v="1516"/>
          <ac:inkMkLst>
            <pc:docMk/>
            <pc:sldMk cId="1930261782" sldId="327"/>
            <ac:inkMk id="56" creationId="{B7078471-CFA5-21EF-4D01-325C277A02F2}"/>
          </ac:inkMkLst>
        </pc:inkChg>
        <pc:inkChg chg="add mod">
          <ac:chgData name="Mahima Weerasinghe" userId="e11e3f55-42da-4e07-8ead-4d7a1d7ea1c6" providerId="ADAL" clId="{79555870-17B4-49F7-B1C8-B4904ED74D5B}" dt="2024-07-21T12:00:34.645" v="1516"/>
          <ac:inkMkLst>
            <pc:docMk/>
            <pc:sldMk cId="1930261782" sldId="327"/>
            <ac:inkMk id="57" creationId="{7AED79F9-4FA5-6230-E617-1B3B8B8435DE}"/>
          </ac:inkMkLst>
        </pc:inkChg>
        <pc:inkChg chg="add mod">
          <ac:chgData name="Mahima Weerasinghe" userId="e11e3f55-42da-4e07-8ead-4d7a1d7ea1c6" providerId="ADAL" clId="{79555870-17B4-49F7-B1C8-B4904ED74D5B}" dt="2024-07-21T12:00:34.645" v="1516"/>
          <ac:inkMkLst>
            <pc:docMk/>
            <pc:sldMk cId="1930261782" sldId="327"/>
            <ac:inkMk id="58" creationId="{699512DD-0BAC-B3AF-5701-F14748A235A3}"/>
          </ac:inkMkLst>
        </pc:inkChg>
        <pc:inkChg chg="add mod">
          <ac:chgData name="Mahima Weerasinghe" userId="e11e3f55-42da-4e07-8ead-4d7a1d7ea1c6" providerId="ADAL" clId="{79555870-17B4-49F7-B1C8-B4904ED74D5B}" dt="2024-07-21T12:00:34.645" v="1516"/>
          <ac:inkMkLst>
            <pc:docMk/>
            <pc:sldMk cId="1930261782" sldId="327"/>
            <ac:inkMk id="59" creationId="{5576A693-5BCB-304F-C9BE-247CDC1EF0FB}"/>
          </ac:inkMkLst>
        </pc:inkChg>
        <pc:inkChg chg="add del mod">
          <ac:chgData name="Mahima Weerasinghe" userId="e11e3f55-42da-4e07-8ead-4d7a1d7ea1c6" providerId="ADAL" clId="{79555870-17B4-49F7-B1C8-B4904ED74D5B}" dt="2024-07-22T05:07:58.788" v="2905" actId="478"/>
          <ac:inkMkLst>
            <pc:docMk/>
            <pc:sldMk cId="1930261782" sldId="327"/>
            <ac:inkMk id="60" creationId="{E223B6F5-F60B-436C-74AF-072AD8E84319}"/>
          </ac:inkMkLst>
        </pc:inkChg>
        <pc:inkChg chg="add del mod">
          <ac:chgData name="Mahima Weerasinghe" userId="e11e3f55-42da-4e07-8ead-4d7a1d7ea1c6" providerId="ADAL" clId="{79555870-17B4-49F7-B1C8-B4904ED74D5B}" dt="2024-07-22T05:07:58.788" v="2905" actId="478"/>
          <ac:inkMkLst>
            <pc:docMk/>
            <pc:sldMk cId="1930261782" sldId="327"/>
            <ac:inkMk id="61" creationId="{6DA5072E-05B5-A44B-2094-68D03D11D9D5}"/>
          </ac:inkMkLst>
        </pc:inkChg>
        <pc:inkChg chg="add del mod">
          <ac:chgData name="Mahima Weerasinghe" userId="e11e3f55-42da-4e07-8ead-4d7a1d7ea1c6" providerId="ADAL" clId="{79555870-17B4-49F7-B1C8-B4904ED74D5B}" dt="2024-07-22T05:07:58.788" v="2905" actId="478"/>
          <ac:inkMkLst>
            <pc:docMk/>
            <pc:sldMk cId="1930261782" sldId="327"/>
            <ac:inkMk id="62" creationId="{11DC358A-91F2-AD3B-8F53-FCF840AC325D}"/>
          </ac:inkMkLst>
        </pc:inkChg>
        <pc:inkChg chg="add del mod">
          <ac:chgData name="Mahima Weerasinghe" userId="e11e3f55-42da-4e07-8ead-4d7a1d7ea1c6" providerId="ADAL" clId="{79555870-17B4-49F7-B1C8-B4904ED74D5B}" dt="2024-07-22T05:07:58.788" v="2905" actId="478"/>
          <ac:inkMkLst>
            <pc:docMk/>
            <pc:sldMk cId="1930261782" sldId="327"/>
            <ac:inkMk id="63" creationId="{0070B008-C038-CA11-E07E-0E41A8D301D6}"/>
          </ac:inkMkLst>
        </pc:inkChg>
        <pc:inkChg chg="add del mod">
          <ac:chgData name="Mahima Weerasinghe" userId="e11e3f55-42da-4e07-8ead-4d7a1d7ea1c6" providerId="ADAL" clId="{79555870-17B4-49F7-B1C8-B4904ED74D5B}" dt="2024-07-22T05:07:58.788" v="2905" actId="478"/>
          <ac:inkMkLst>
            <pc:docMk/>
            <pc:sldMk cId="1930261782" sldId="327"/>
            <ac:inkMk id="64" creationId="{CCF941E2-E0A3-2954-971D-D32EE4A81A27}"/>
          </ac:inkMkLst>
        </pc:inkChg>
        <pc:inkChg chg="add del mod">
          <ac:chgData name="Mahima Weerasinghe" userId="e11e3f55-42da-4e07-8ead-4d7a1d7ea1c6" providerId="ADAL" clId="{79555870-17B4-49F7-B1C8-B4904ED74D5B}" dt="2024-07-22T05:07:58.788" v="2905" actId="478"/>
          <ac:inkMkLst>
            <pc:docMk/>
            <pc:sldMk cId="1930261782" sldId="327"/>
            <ac:inkMk id="65" creationId="{6DFAD089-3F21-B78D-B242-BDAEE3C00728}"/>
          </ac:inkMkLst>
        </pc:inkChg>
        <pc:inkChg chg="add del mod">
          <ac:chgData name="Mahima Weerasinghe" userId="e11e3f55-42da-4e07-8ead-4d7a1d7ea1c6" providerId="ADAL" clId="{79555870-17B4-49F7-B1C8-B4904ED74D5B}" dt="2024-07-22T05:07:58.788" v="2905" actId="478"/>
          <ac:inkMkLst>
            <pc:docMk/>
            <pc:sldMk cId="1930261782" sldId="327"/>
            <ac:inkMk id="66" creationId="{05321B0C-17E8-1F03-4067-033952242447}"/>
          </ac:inkMkLst>
        </pc:inkChg>
        <pc:inkChg chg="add del mod">
          <ac:chgData name="Mahima Weerasinghe" userId="e11e3f55-42da-4e07-8ead-4d7a1d7ea1c6" providerId="ADAL" clId="{79555870-17B4-49F7-B1C8-B4904ED74D5B}" dt="2024-07-22T05:07:58.788" v="2905" actId="478"/>
          <ac:inkMkLst>
            <pc:docMk/>
            <pc:sldMk cId="1930261782" sldId="327"/>
            <ac:inkMk id="67" creationId="{870CACD5-B19F-C994-F0C2-DD42BCC18EAE}"/>
          </ac:inkMkLst>
        </pc:inkChg>
        <pc:inkChg chg="add del mod">
          <ac:chgData name="Mahima Weerasinghe" userId="e11e3f55-42da-4e07-8ead-4d7a1d7ea1c6" providerId="ADAL" clId="{79555870-17B4-49F7-B1C8-B4904ED74D5B}" dt="2024-07-22T05:07:58.788" v="2905" actId="478"/>
          <ac:inkMkLst>
            <pc:docMk/>
            <pc:sldMk cId="1930261782" sldId="327"/>
            <ac:inkMk id="68" creationId="{BA7B8882-3BBB-3442-7DD5-8DA49AE233B4}"/>
          </ac:inkMkLst>
        </pc:inkChg>
        <pc:inkChg chg="add del mod">
          <ac:chgData name="Mahima Weerasinghe" userId="e11e3f55-42da-4e07-8ead-4d7a1d7ea1c6" providerId="ADAL" clId="{79555870-17B4-49F7-B1C8-B4904ED74D5B}" dt="2024-07-22T05:07:58.788" v="2905" actId="478"/>
          <ac:inkMkLst>
            <pc:docMk/>
            <pc:sldMk cId="1930261782" sldId="327"/>
            <ac:inkMk id="69" creationId="{4A7A5B22-AE68-0E1A-5A73-CC42CC47AB3C}"/>
          </ac:inkMkLst>
        </pc:inkChg>
        <pc:inkChg chg="add del mod">
          <ac:chgData name="Mahima Weerasinghe" userId="e11e3f55-42da-4e07-8ead-4d7a1d7ea1c6" providerId="ADAL" clId="{79555870-17B4-49F7-B1C8-B4904ED74D5B}" dt="2024-07-22T05:07:58.788" v="2905" actId="478"/>
          <ac:inkMkLst>
            <pc:docMk/>
            <pc:sldMk cId="1930261782" sldId="327"/>
            <ac:inkMk id="70" creationId="{73674B5D-3B70-88B9-84F0-35030D408F41}"/>
          </ac:inkMkLst>
        </pc:inkChg>
        <pc:inkChg chg="add del mod">
          <ac:chgData name="Mahima Weerasinghe" userId="e11e3f55-42da-4e07-8ead-4d7a1d7ea1c6" providerId="ADAL" clId="{79555870-17B4-49F7-B1C8-B4904ED74D5B}" dt="2024-07-22T05:07:58.788" v="2905" actId="478"/>
          <ac:inkMkLst>
            <pc:docMk/>
            <pc:sldMk cId="1930261782" sldId="327"/>
            <ac:inkMk id="71" creationId="{C040FDDC-6A32-A385-5BD2-8DDE6BDF41FA}"/>
          </ac:inkMkLst>
        </pc:inkChg>
        <pc:inkChg chg="add del mod">
          <ac:chgData name="Mahima Weerasinghe" userId="e11e3f55-42da-4e07-8ead-4d7a1d7ea1c6" providerId="ADAL" clId="{79555870-17B4-49F7-B1C8-B4904ED74D5B}" dt="2024-07-22T05:07:58.788" v="2905" actId="478"/>
          <ac:inkMkLst>
            <pc:docMk/>
            <pc:sldMk cId="1930261782" sldId="327"/>
            <ac:inkMk id="72" creationId="{47C565C5-B6BB-81FB-BA04-50578E458E00}"/>
          </ac:inkMkLst>
        </pc:inkChg>
        <pc:inkChg chg="add del mod">
          <ac:chgData name="Mahima Weerasinghe" userId="e11e3f55-42da-4e07-8ead-4d7a1d7ea1c6" providerId="ADAL" clId="{79555870-17B4-49F7-B1C8-B4904ED74D5B}" dt="2024-07-22T05:07:58.788" v="2905" actId="478"/>
          <ac:inkMkLst>
            <pc:docMk/>
            <pc:sldMk cId="1930261782" sldId="327"/>
            <ac:inkMk id="73" creationId="{CE365394-0229-3CF7-B152-A22142552E04}"/>
          </ac:inkMkLst>
        </pc:inkChg>
        <pc:inkChg chg="add del mod">
          <ac:chgData name="Mahima Weerasinghe" userId="e11e3f55-42da-4e07-8ead-4d7a1d7ea1c6" providerId="ADAL" clId="{79555870-17B4-49F7-B1C8-B4904ED74D5B}" dt="2024-07-22T05:08:06.053" v="2908" actId="478"/>
          <ac:inkMkLst>
            <pc:docMk/>
            <pc:sldMk cId="1930261782" sldId="327"/>
            <ac:inkMk id="78" creationId="{A0372A2C-B5DC-E32B-5C40-9E21A0745D4C}"/>
          </ac:inkMkLst>
        </pc:inkChg>
        <pc:inkChg chg="add mod">
          <ac:chgData name="Mahima Weerasinghe" userId="e11e3f55-42da-4e07-8ead-4d7a1d7ea1c6" providerId="ADAL" clId="{79555870-17B4-49F7-B1C8-B4904ED74D5B}" dt="2024-07-21T12:01:20.408" v="1549"/>
          <ac:inkMkLst>
            <pc:docMk/>
            <pc:sldMk cId="1930261782" sldId="327"/>
            <ac:inkMk id="79" creationId="{7AE571B7-F837-FD67-95C6-8418E95E5DB2}"/>
          </ac:inkMkLst>
        </pc:inkChg>
        <pc:inkChg chg="add del mod">
          <ac:chgData name="Mahima Weerasinghe" userId="e11e3f55-42da-4e07-8ead-4d7a1d7ea1c6" providerId="ADAL" clId="{79555870-17B4-49F7-B1C8-B4904ED74D5B}" dt="2024-07-22T05:07:58.788" v="2905" actId="478"/>
          <ac:inkMkLst>
            <pc:docMk/>
            <pc:sldMk cId="1930261782" sldId="327"/>
            <ac:inkMk id="81" creationId="{F911CE67-EE75-EE4B-B776-4C57E3ECFEB2}"/>
          </ac:inkMkLst>
        </pc:inkChg>
        <pc:inkChg chg="add del mod">
          <ac:chgData name="Mahima Weerasinghe" userId="e11e3f55-42da-4e07-8ead-4d7a1d7ea1c6" providerId="ADAL" clId="{79555870-17B4-49F7-B1C8-B4904ED74D5B}" dt="2024-07-22T05:07:58.788" v="2905" actId="478"/>
          <ac:inkMkLst>
            <pc:docMk/>
            <pc:sldMk cId="1930261782" sldId="327"/>
            <ac:inkMk id="82" creationId="{68A16638-C3D9-7811-1517-5230E14DD384}"/>
          </ac:inkMkLst>
        </pc:inkChg>
        <pc:inkChg chg="add del mod">
          <ac:chgData name="Mahima Weerasinghe" userId="e11e3f55-42da-4e07-8ead-4d7a1d7ea1c6" providerId="ADAL" clId="{79555870-17B4-49F7-B1C8-B4904ED74D5B}" dt="2024-07-22T05:07:58.788" v="2905" actId="478"/>
          <ac:inkMkLst>
            <pc:docMk/>
            <pc:sldMk cId="1930261782" sldId="327"/>
            <ac:inkMk id="83" creationId="{AA3311CE-8757-6F73-1D41-29C80A4EA704}"/>
          </ac:inkMkLst>
        </pc:inkChg>
        <pc:inkChg chg="add del mod">
          <ac:chgData name="Mahima Weerasinghe" userId="e11e3f55-42da-4e07-8ead-4d7a1d7ea1c6" providerId="ADAL" clId="{79555870-17B4-49F7-B1C8-B4904ED74D5B}" dt="2024-07-22T05:07:58.788" v="2905" actId="478"/>
          <ac:inkMkLst>
            <pc:docMk/>
            <pc:sldMk cId="1930261782" sldId="327"/>
            <ac:inkMk id="84" creationId="{3949A077-CBF4-797D-7D59-69912FC01F16}"/>
          </ac:inkMkLst>
        </pc:inkChg>
        <pc:inkChg chg="add del mod">
          <ac:chgData name="Mahima Weerasinghe" userId="e11e3f55-42da-4e07-8ead-4d7a1d7ea1c6" providerId="ADAL" clId="{79555870-17B4-49F7-B1C8-B4904ED74D5B}" dt="2024-07-22T05:07:58.788" v="2905" actId="478"/>
          <ac:inkMkLst>
            <pc:docMk/>
            <pc:sldMk cId="1930261782" sldId="327"/>
            <ac:inkMk id="85" creationId="{9275FD31-706B-DA1E-5BC7-7D6DE138D830}"/>
          </ac:inkMkLst>
        </pc:inkChg>
        <pc:inkChg chg="add del mod">
          <ac:chgData name="Mahima Weerasinghe" userId="e11e3f55-42da-4e07-8ead-4d7a1d7ea1c6" providerId="ADAL" clId="{79555870-17B4-49F7-B1C8-B4904ED74D5B}" dt="2024-07-22T05:07:58.788" v="2905" actId="478"/>
          <ac:inkMkLst>
            <pc:docMk/>
            <pc:sldMk cId="1930261782" sldId="327"/>
            <ac:inkMk id="86" creationId="{6629B82F-1988-B639-4330-04BE97A4BEF8}"/>
          </ac:inkMkLst>
        </pc:inkChg>
        <pc:inkChg chg="add mod">
          <ac:chgData name="Mahima Weerasinghe" userId="e11e3f55-42da-4e07-8ead-4d7a1d7ea1c6" providerId="ADAL" clId="{79555870-17B4-49F7-B1C8-B4904ED74D5B}" dt="2024-07-21T12:01:20.408" v="1549"/>
          <ac:inkMkLst>
            <pc:docMk/>
            <pc:sldMk cId="1930261782" sldId="327"/>
            <ac:inkMk id="88" creationId="{6DD2C76E-6B72-899A-0314-8566B67A6742}"/>
          </ac:inkMkLst>
        </pc:inkChg>
        <pc:inkChg chg="add mod">
          <ac:chgData name="Mahima Weerasinghe" userId="e11e3f55-42da-4e07-8ead-4d7a1d7ea1c6" providerId="ADAL" clId="{79555870-17B4-49F7-B1C8-B4904ED74D5B}" dt="2024-07-21T12:01:20.408" v="1549"/>
          <ac:inkMkLst>
            <pc:docMk/>
            <pc:sldMk cId="1930261782" sldId="327"/>
            <ac:inkMk id="89" creationId="{4FC8363F-1FBF-5794-E598-B92943890BE2}"/>
          </ac:inkMkLst>
        </pc:inkChg>
        <pc:inkChg chg="add mod">
          <ac:chgData name="Mahima Weerasinghe" userId="e11e3f55-42da-4e07-8ead-4d7a1d7ea1c6" providerId="ADAL" clId="{79555870-17B4-49F7-B1C8-B4904ED74D5B}" dt="2024-07-21T12:01:20.408" v="1549"/>
          <ac:inkMkLst>
            <pc:docMk/>
            <pc:sldMk cId="1930261782" sldId="327"/>
            <ac:inkMk id="90" creationId="{1EA3A8B4-053E-1BCB-7057-5B04CD265E86}"/>
          </ac:inkMkLst>
        </pc:inkChg>
        <pc:inkChg chg="add del mod">
          <ac:chgData name="Mahima Weerasinghe" userId="e11e3f55-42da-4e07-8ead-4d7a1d7ea1c6" providerId="ADAL" clId="{79555870-17B4-49F7-B1C8-B4904ED74D5B}" dt="2024-07-22T05:07:58.788" v="2905" actId="478"/>
          <ac:inkMkLst>
            <pc:docMk/>
            <pc:sldMk cId="1930261782" sldId="327"/>
            <ac:inkMk id="92" creationId="{C3CB20AD-22BA-83B2-DDF8-0FAD60EE27E4}"/>
          </ac:inkMkLst>
        </pc:inkChg>
        <pc:inkChg chg="add del mod">
          <ac:chgData name="Mahima Weerasinghe" userId="e11e3f55-42da-4e07-8ead-4d7a1d7ea1c6" providerId="ADAL" clId="{79555870-17B4-49F7-B1C8-B4904ED74D5B}" dt="2024-07-22T05:07:58.788" v="2905" actId="478"/>
          <ac:inkMkLst>
            <pc:docMk/>
            <pc:sldMk cId="1930261782" sldId="327"/>
            <ac:inkMk id="93" creationId="{B3330726-F4F2-C606-0135-E9E26FF8BB38}"/>
          </ac:inkMkLst>
        </pc:inkChg>
        <pc:inkChg chg="add del mod">
          <ac:chgData name="Mahima Weerasinghe" userId="e11e3f55-42da-4e07-8ead-4d7a1d7ea1c6" providerId="ADAL" clId="{79555870-17B4-49F7-B1C8-B4904ED74D5B}" dt="2024-07-22T05:07:58.788" v="2905" actId="478"/>
          <ac:inkMkLst>
            <pc:docMk/>
            <pc:sldMk cId="1930261782" sldId="327"/>
            <ac:inkMk id="94" creationId="{47AD1387-788E-9296-C27C-15F1C76BB801}"/>
          </ac:inkMkLst>
        </pc:inkChg>
        <pc:inkChg chg="add del mod">
          <ac:chgData name="Mahima Weerasinghe" userId="e11e3f55-42da-4e07-8ead-4d7a1d7ea1c6" providerId="ADAL" clId="{79555870-17B4-49F7-B1C8-B4904ED74D5B}" dt="2024-07-22T05:07:58.788" v="2905" actId="478"/>
          <ac:inkMkLst>
            <pc:docMk/>
            <pc:sldMk cId="1930261782" sldId="327"/>
            <ac:inkMk id="95" creationId="{8F0968BA-B467-7B96-F7D3-99CEB48D93CE}"/>
          </ac:inkMkLst>
        </pc:inkChg>
        <pc:inkChg chg="add del mod">
          <ac:chgData name="Mahima Weerasinghe" userId="e11e3f55-42da-4e07-8ead-4d7a1d7ea1c6" providerId="ADAL" clId="{79555870-17B4-49F7-B1C8-B4904ED74D5B}" dt="2024-07-22T05:07:58.788" v="2905" actId="478"/>
          <ac:inkMkLst>
            <pc:docMk/>
            <pc:sldMk cId="1930261782" sldId="327"/>
            <ac:inkMk id="96" creationId="{A52163CE-9C15-C876-303F-3614F74C28D4}"/>
          </ac:inkMkLst>
        </pc:inkChg>
        <pc:inkChg chg="add del mod">
          <ac:chgData name="Mahima Weerasinghe" userId="e11e3f55-42da-4e07-8ead-4d7a1d7ea1c6" providerId="ADAL" clId="{79555870-17B4-49F7-B1C8-B4904ED74D5B}" dt="2024-07-22T05:07:58.788" v="2905" actId="478"/>
          <ac:inkMkLst>
            <pc:docMk/>
            <pc:sldMk cId="1930261782" sldId="327"/>
            <ac:inkMk id="97" creationId="{0E45DFB2-DF0B-7002-75EB-012832ACA7AE}"/>
          </ac:inkMkLst>
        </pc:inkChg>
        <pc:inkChg chg="add mod">
          <ac:chgData name="Mahima Weerasinghe" userId="e11e3f55-42da-4e07-8ead-4d7a1d7ea1c6" providerId="ADAL" clId="{79555870-17B4-49F7-B1C8-B4904ED74D5B}" dt="2024-07-21T12:01:20.408" v="1549"/>
          <ac:inkMkLst>
            <pc:docMk/>
            <pc:sldMk cId="1930261782" sldId="327"/>
            <ac:inkMk id="98" creationId="{5A678C01-3FF7-0C94-EE3F-DF76666446E4}"/>
          </ac:inkMkLst>
        </pc:inkChg>
        <pc:inkChg chg="add mod">
          <ac:chgData name="Mahima Weerasinghe" userId="e11e3f55-42da-4e07-8ead-4d7a1d7ea1c6" providerId="ADAL" clId="{79555870-17B4-49F7-B1C8-B4904ED74D5B}" dt="2024-07-21T12:01:20.408" v="1549"/>
          <ac:inkMkLst>
            <pc:docMk/>
            <pc:sldMk cId="1930261782" sldId="327"/>
            <ac:inkMk id="100" creationId="{8883BEC4-ECB6-5E62-2421-508C3D4E8B30}"/>
          </ac:inkMkLst>
        </pc:inkChg>
        <pc:inkChg chg="add mod">
          <ac:chgData name="Mahima Weerasinghe" userId="e11e3f55-42da-4e07-8ead-4d7a1d7ea1c6" providerId="ADAL" clId="{79555870-17B4-49F7-B1C8-B4904ED74D5B}" dt="2024-07-21T12:01:20.408" v="1549"/>
          <ac:inkMkLst>
            <pc:docMk/>
            <pc:sldMk cId="1930261782" sldId="327"/>
            <ac:inkMk id="101" creationId="{7FC22FB0-5A2B-EC49-34C2-1F1176056347}"/>
          </ac:inkMkLst>
        </pc:inkChg>
        <pc:inkChg chg="add mod">
          <ac:chgData name="Mahima Weerasinghe" userId="e11e3f55-42da-4e07-8ead-4d7a1d7ea1c6" providerId="ADAL" clId="{79555870-17B4-49F7-B1C8-B4904ED74D5B}" dt="2024-07-21T12:01:20.408" v="1549"/>
          <ac:inkMkLst>
            <pc:docMk/>
            <pc:sldMk cId="1930261782" sldId="327"/>
            <ac:inkMk id="102" creationId="{50EE2D02-2DD0-50EE-ABAC-E89EDDD47A69}"/>
          </ac:inkMkLst>
        </pc:inkChg>
        <pc:inkChg chg="add mod">
          <ac:chgData name="Mahima Weerasinghe" userId="e11e3f55-42da-4e07-8ead-4d7a1d7ea1c6" providerId="ADAL" clId="{79555870-17B4-49F7-B1C8-B4904ED74D5B}" dt="2024-07-21T12:01:20.408" v="1549"/>
          <ac:inkMkLst>
            <pc:docMk/>
            <pc:sldMk cId="1930261782" sldId="327"/>
            <ac:inkMk id="103" creationId="{72FFA8C2-3E19-AD2F-601B-DD191CEA5574}"/>
          </ac:inkMkLst>
        </pc:inkChg>
        <pc:inkChg chg="add mod">
          <ac:chgData name="Mahima Weerasinghe" userId="e11e3f55-42da-4e07-8ead-4d7a1d7ea1c6" providerId="ADAL" clId="{79555870-17B4-49F7-B1C8-B4904ED74D5B}" dt="2024-07-21T12:01:20.408" v="1549"/>
          <ac:inkMkLst>
            <pc:docMk/>
            <pc:sldMk cId="1930261782" sldId="327"/>
            <ac:inkMk id="104" creationId="{97A59EA2-BAD7-84A3-F03D-81645FD5118F}"/>
          </ac:inkMkLst>
        </pc:inkChg>
        <pc:inkChg chg="add mod">
          <ac:chgData name="Mahima Weerasinghe" userId="e11e3f55-42da-4e07-8ead-4d7a1d7ea1c6" providerId="ADAL" clId="{79555870-17B4-49F7-B1C8-B4904ED74D5B}" dt="2024-07-21T12:01:20.408" v="1549"/>
          <ac:inkMkLst>
            <pc:docMk/>
            <pc:sldMk cId="1930261782" sldId="327"/>
            <ac:inkMk id="105" creationId="{4787AB47-F4A9-6FF2-062C-182E6BF64068}"/>
          </ac:inkMkLst>
        </pc:inkChg>
        <pc:inkChg chg="add mod">
          <ac:chgData name="Mahima Weerasinghe" userId="e11e3f55-42da-4e07-8ead-4d7a1d7ea1c6" providerId="ADAL" clId="{79555870-17B4-49F7-B1C8-B4904ED74D5B}" dt="2024-07-21T12:01:20.408" v="1549"/>
          <ac:inkMkLst>
            <pc:docMk/>
            <pc:sldMk cId="1930261782" sldId="327"/>
            <ac:inkMk id="106" creationId="{888C1FD0-7683-302E-7CE6-625AB2581B4D}"/>
          </ac:inkMkLst>
        </pc:inkChg>
        <pc:inkChg chg="add mod">
          <ac:chgData name="Mahima Weerasinghe" userId="e11e3f55-42da-4e07-8ead-4d7a1d7ea1c6" providerId="ADAL" clId="{79555870-17B4-49F7-B1C8-B4904ED74D5B}" dt="2024-07-21T12:01:20.408" v="1549"/>
          <ac:inkMkLst>
            <pc:docMk/>
            <pc:sldMk cId="1930261782" sldId="327"/>
            <ac:inkMk id="107" creationId="{E3080765-AC75-C3EE-19F5-BE8C762C8F06}"/>
          </ac:inkMkLst>
        </pc:inkChg>
        <pc:inkChg chg="add mod">
          <ac:chgData name="Mahima Weerasinghe" userId="e11e3f55-42da-4e07-8ead-4d7a1d7ea1c6" providerId="ADAL" clId="{79555870-17B4-49F7-B1C8-B4904ED74D5B}" dt="2024-07-21T12:01:20.408" v="1549"/>
          <ac:inkMkLst>
            <pc:docMk/>
            <pc:sldMk cId="1930261782" sldId="327"/>
            <ac:inkMk id="108" creationId="{280518A4-BFBE-B21F-F714-F935BF1BBA1F}"/>
          </ac:inkMkLst>
        </pc:inkChg>
        <pc:inkChg chg="add mod">
          <ac:chgData name="Mahima Weerasinghe" userId="e11e3f55-42da-4e07-8ead-4d7a1d7ea1c6" providerId="ADAL" clId="{79555870-17B4-49F7-B1C8-B4904ED74D5B}" dt="2024-07-21T12:01:20.408" v="1549"/>
          <ac:inkMkLst>
            <pc:docMk/>
            <pc:sldMk cId="1930261782" sldId="327"/>
            <ac:inkMk id="109" creationId="{8453E7D5-C9A1-673C-015E-D8347AD34ADE}"/>
          </ac:inkMkLst>
        </pc:inkChg>
        <pc:inkChg chg="add mod">
          <ac:chgData name="Mahima Weerasinghe" userId="e11e3f55-42da-4e07-8ead-4d7a1d7ea1c6" providerId="ADAL" clId="{79555870-17B4-49F7-B1C8-B4904ED74D5B}" dt="2024-07-21T12:02:27.187" v="1572"/>
          <ac:inkMkLst>
            <pc:docMk/>
            <pc:sldMk cId="1930261782" sldId="327"/>
            <ac:inkMk id="112" creationId="{CCF84648-F27A-76B1-243C-4861BBA4F7BD}"/>
          </ac:inkMkLst>
        </pc:inkChg>
        <pc:inkChg chg="add mod">
          <ac:chgData name="Mahima Weerasinghe" userId="e11e3f55-42da-4e07-8ead-4d7a1d7ea1c6" providerId="ADAL" clId="{79555870-17B4-49F7-B1C8-B4904ED74D5B}" dt="2024-07-21T12:02:27.187" v="1572"/>
          <ac:inkMkLst>
            <pc:docMk/>
            <pc:sldMk cId="1930261782" sldId="327"/>
            <ac:inkMk id="113" creationId="{954CDC4A-595D-4E94-795B-98D4F4F6D323}"/>
          </ac:inkMkLst>
        </pc:inkChg>
        <pc:inkChg chg="add mod">
          <ac:chgData name="Mahima Weerasinghe" userId="e11e3f55-42da-4e07-8ead-4d7a1d7ea1c6" providerId="ADAL" clId="{79555870-17B4-49F7-B1C8-B4904ED74D5B}" dt="2024-07-21T12:02:27.187" v="1572"/>
          <ac:inkMkLst>
            <pc:docMk/>
            <pc:sldMk cId="1930261782" sldId="327"/>
            <ac:inkMk id="114" creationId="{3977A767-59E5-8809-0B07-BB661E0DA0FE}"/>
          </ac:inkMkLst>
        </pc:inkChg>
        <pc:inkChg chg="add mod">
          <ac:chgData name="Mahima Weerasinghe" userId="e11e3f55-42da-4e07-8ead-4d7a1d7ea1c6" providerId="ADAL" clId="{79555870-17B4-49F7-B1C8-B4904ED74D5B}" dt="2024-07-21T12:02:27.187" v="1572"/>
          <ac:inkMkLst>
            <pc:docMk/>
            <pc:sldMk cId="1930261782" sldId="327"/>
            <ac:inkMk id="115" creationId="{ECF577AB-DA09-FB09-0C83-7478CB9D4DF6}"/>
          </ac:inkMkLst>
        </pc:inkChg>
        <pc:inkChg chg="add mod">
          <ac:chgData name="Mahima Weerasinghe" userId="e11e3f55-42da-4e07-8ead-4d7a1d7ea1c6" providerId="ADAL" clId="{79555870-17B4-49F7-B1C8-B4904ED74D5B}" dt="2024-07-21T12:02:27.187" v="1572"/>
          <ac:inkMkLst>
            <pc:docMk/>
            <pc:sldMk cId="1930261782" sldId="327"/>
            <ac:inkMk id="116" creationId="{6581D8EE-29C1-D8C9-3649-2BA189261273}"/>
          </ac:inkMkLst>
        </pc:inkChg>
        <pc:inkChg chg="add mod">
          <ac:chgData name="Mahima Weerasinghe" userId="e11e3f55-42da-4e07-8ead-4d7a1d7ea1c6" providerId="ADAL" clId="{79555870-17B4-49F7-B1C8-B4904ED74D5B}" dt="2024-07-21T12:02:27.187" v="1572"/>
          <ac:inkMkLst>
            <pc:docMk/>
            <pc:sldMk cId="1930261782" sldId="327"/>
            <ac:inkMk id="117" creationId="{0E818968-6336-83C3-1B6B-FEA59CB7022B}"/>
          </ac:inkMkLst>
        </pc:inkChg>
        <pc:inkChg chg="add mod">
          <ac:chgData name="Mahima Weerasinghe" userId="e11e3f55-42da-4e07-8ead-4d7a1d7ea1c6" providerId="ADAL" clId="{79555870-17B4-49F7-B1C8-B4904ED74D5B}" dt="2024-07-21T12:02:27.187" v="1572"/>
          <ac:inkMkLst>
            <pc:docMk/>
            <pc:sldMk cId="1930261782" sldId="327"/>
            <ac:inkMk id="118" creationId="{A2ED8F12-7C98-799D-AC10-3742477C92AF}"/>
          </ac:inkMkLst>
        </pc:inkChg>
        <pc:inkChg chg="add mod">
          <ac:chgData name="Mahima Weerasinghe" userId="e11e3f55-42da-4e07-8ead-4d7a1d7ea1c6" providerId="ADAL" clId="{79555870-17B4-49F7-B1C8-B4904ED74D5B}" dt="2024-07-21T12:02:27.187" v="1572"/>
          <ac:inkMkLst>
            <pc:docMk/>
            <pc:sldMk cId="1930261782" sldId="327"/>
            <ac:inkMk id="119" creationId="{9AA69E43-DB26-2DD4-75BD-61748FD27FD7}"/>
          </ac:inkMkLst>
        </pc:inkChg>
        <pc:inkChg chg="add mod">
          <ac:chgData name="Mahima Weerasinghe" userId="e11e3f55-42da-4e07-8ead-4d7a1d7ea1c6" providerId="ADAL" clId="{79555870-17B4-49F7-B1C8-B4904ED74D5B}" dt="2024-07-21T12:02:27.187" v="1572"/>
          <ac:inkMkLst>
            <pc:docMk/>
            <pc:sldMk cId="1930261782" sldId="327"/>
            <ac:inkMk id="121" creationId="{18288A26-2016-8D79-05B3-8AA8507C96E4}"/>
          </ac:inkMkLst>
        </pc:inkChg>
        <pc:inkChg chg="add mod">
          <ac:chgData name="Mahima Weerasinghe" userId="e11e3f55-42da-4e07-8ead-4d7a1d7ea1c6" providerId="ADAL" clId="{79555870-17B4-49F7-B1C8-B4904ED74D5B}" dt="2024-07-21T12:02:27.187" v="1572"/>
          <ac:inkMkLst>
            <pc:docMk/>
            <pc:sldMk cId="1930261782" sldId="327"/>
            <ac:inkMk id="122" creationId="{FA2F35B0-F32E-3194-E11D-BACCAF6A0E09}"/>
          </ac:inkMkLst>
        </pc:inkChg>
        <pc:inkChg chg="add mod">
          <ac:chgData name="Mahima Weerasinghe" userId="e11e3f55-42da-4e07-8ead-4d7a1d7ea1c6" providerId="ADAL" clId="{79555870-17B4-49F7-B1C8-B4904ED74D5B}" dt="2024-07-21T12:02:27.187" v="1572"/>
          <ac:inkMkLst>
            <pc:docMk/>
            <pc:sldMk cId="1930261782" sldId="327"/>
            <ac:inkMk id="123" creationId="{E852E6CA-3F57-ADAA-E50F-8C44A04A1684}"/>
          </ac:inkMkLst>
        </pc:inkChg>
        <pc:inkChg chg="add mod">
          <ac:chgData name="Mahima Weerasinghe" userId="e11e3f55-42da-4e07-8ead-4d7a1d7ea1c6" providerId="ADAL" clId="{79555870-17B4-49F7-B1C8-B4904ED74D5B}" dt="2024-07-21T12:02:27.187" v="1572"/>
          <ac:inkMkLst>
            <pc:docMk/>
            <pc:sldMk cId="1930261782" sldId="327"/>
            <ac:inkMk id="125" creationId="{06F02906-ADCE-2388-6FD8-DC7385E2F546}"/>
          </ac:inkMkLst>
        </pc:inkChg>
        <pc:inkChg chg="add mod">
          <ac:chgData name="Mahima Weerasinghe" userId="e11e3f55-42da-4e07-8ead-4d7a1d7ea1c6" providerId="ADAL" clId="{79555870-17B4-49F7-B1C8-B4904ED74D5B}" dt="2024-07-21T12:02:27.187" v="1572"/>
          <ac:inkMkLst>
            <pc:docMk/>
            <pc:sldMk cId="1930261782" sldId="327"/>
            <ac:inkMk id="126" creationId="{221D5E93-E679-F4F1-4177-7346CF85E546}"/>
          </ac:inkMkLst>
        </pc:inkChg>
        <pc:inkChg chg="add mod">
          <ac:chgData name="Mahima Weerasinghe" userId="e11e3f55-42da-4e07-8ead-4d7a1d7ea1c6" providerId="ADAL" clId="{79555870-17B4-49F7-B1C8-B4904ED74D5B}" dt="2024-07-21T12:02:27.187" v="1572"/>
          <ac:inkMkLst>
            <pc:docMk/>
            <pc:sldMk cId="1930261782" sldId="327"/>
            <ac:inkMk id="127" creationId="{9A598F97-6EC2-2F17-7CCD-4C3C4212AC20}"/>
          </ac:inkMkLst>
        </pc:inkChg>
        <pc:inkChg chg="add mod">
          <ac:chgData name="Mahima Weerasinghe" userId="e11e3f55-42da-4e07-8ead-4d7a1d7ea1c6" providerId="ADAL" clId="{79555870-17B4-49F7-B1C8-B4904ED74D5B}" dt="2024-07-21T12:02:27.187" v="1572"/>
          <ac:inkMkLst>
            <pc:docMk/>
            <pc:sldMk cId="1930261782" sldId="327"/>
            <ac:inkMk id="128" creationId="{1E6B4D24-2549-4470-FADD-D76018255E7A}"/>
          </ac:inkMkLst>
        </pc:inkChg>
        <pc:inkChg chg="add mod">
          <ac:chgData name="Mahima Weerasinghe" userId="e11e3f55-42da-4e07-8ead-4d7a1d7ea1c6" providerId="ADAL" clId="{79555870-17B4-49F7-B1C8-B4904ED74D5B}" dt="2024-07-21T12:02:27.187" v="1572"/>
          <ac:inkMkLst>
            <pc:docMk/>
            <pc:sldMk cId="1930261782" sldId="327"/>
            <ac:inkMk id="129" creationId="{ACD2DAC2-D963-0AC2-9C71-A3E888A9333C}"/>
          </ac:inkMkLst>
        </pc:inkChg>
        <pc:inkChg chg="add mod">
          <ac:chgData name="Mahima Weerasinghe" userId="e11e3f55-42da-4e07-8ead-4d7a1d7ea1c6" providerId="ADAL" clId="{79555870-17B4-49F7-B1C8-B4904ED74D5B}" dt="2024-07-21T12:02:27.187" v="1572"/>
          <ac:inkMkLst>
            <pc:docMk/>
            <pc:sldMk cId="1930261782" sldId="327"/>
            <ac:inkMk id="130" creationId="{EBEF096B-8CA1-6616-8EC6-2237F970F9D2}"/>
          </ac:inkMkLst>
        </pc:inkChg>
        <pc:inkChg chg="add mod">
          <ac:chgData name="Mahima Weerasinghe" userId="e11e3f55-42da-4e07-8ead-4d7a1d7ea1c6" providerId="ADAL" clId="{79555870-17B4-49F7-B1C8-B4904ED74D5B}" dt="2024-07-21T12:02:27.187" v="1572"/>
          <ac:inkMkLst>
            <pc:docMk/>
            <pc:sldMk cId="1930261782" sldId="327"/>
            <ac:inkMk id="131" creationId="{D602D6F4-10B7-865E-23FE-6A6B0F46D869}"/>
          </ac:inkMkLst>
        </pc:inkChg>
        <pc:inkChg chg="add mod">
          <ac:chgData name="Mahima Weerasinghe" userId="e11e3f55-42da-4e07-8ead-4d7a1d7ea1c6" providerId="ADAL" clId="{79555870-17B4-49F7-B1C8-B4904ED74D5B}" dt="2024-07-21T12:02:27.187" v="1572"/>
          <ac:inkMkLst>
            <pc:docMk/>
            <pc:sldMk cId="1930261782" sldId="327"/>
            <ac:inkMk id="132" creationId="{CBDD519B-2C15-5004-2F62-1FF8519F3AA5}"/>
          </ac:inkMkLst>
        </pc:inkChg>
        <pc:inkChg chg="add mod">
          <ac:chgData name="Mahima Weerasinghe" userId="e11e3f55-42da-4e07-8ead-4d7a1d7ea1c6" providerId="ADAL" clId="{79555870-17B4-49F7-B1C8-B4904ED74D5B}" dt="2024-07-21T12:02:27.187" v="1572"/>
          <ac:inkMkLst>
            <pc:docMk/>
            <pc:sldMk cId="1930261782" sldId="327"/>
            <ac:inkMk id="133" creationId="{8A554903-9F5D-9BF1-BACE-E586A2E5988D}"/>
          </ac:inkMkLst>
        </pc:inkChg>
        <pc:inkChg chg="add">
          <ac:chgData name="Mahima Weerasinghe" userId="e11e3f55-42da-4e07-8ead-4d7a1d7ea1c6" providerId="ADAL" clId="{79555870-17B4-49F7-B1C8-B4904ED74D5B}" dt="2024-07-21T12:23:33.960" v="1939" actId="9405"/>
          <ac:inkMkLst>
            <pc:docMk/>
            <pc:sldMk cId="1930261782" sldId="327"/>
            <ac:inkMk id="135" creationId="{98E71F14-7802-D4DB-74F2-05B399EB7F3F}"/>
          </ac:inkMkLst>
        </pc:inkChg>
        <pc:inkChg chg="add del">
          <ac:chgData name="Mahima Weerasinghe" userId="e11e3f55-42da-4e07-8ead-4d7a1d7ea1c6" providerId="ADAL" clId="{79555870-17B4-49F7-B1C8-B4904ED74D5B}" dt="2024-07-22T05:07:58.788" v="2905" actId="478"/>
          <ac:inkMkLst>
            <pc:docMk/>
            <pc:sldMk cId="1930261782" sldId="327"/>
            <ac:inkMk id="136" creationId="{6DBDC92D-2C4C-C266-466D-1902FA859195}"/>
          </ac:inkMkLst>
        </pc:inkChg>
      </pc:sldChg>
      <pc:sldChg chg="addSp delSp modSp new mod">
        <pc:chgData name="Mahima Weerasinghe" userId="e11e3f55-42da-4e07-8ead-4d7a1d7ea1c6" providerId="ADAL" clId="{79555870-17B4-49F7-B1C8-B4904ED74D5B}" dt="2024-07-22T05:07:28.877" v="2899" actId="478"/>
        <pc:sldMkLst>
          <pc:docMk/>
          <pc:sldMk cId="4257246542" sldId="328"/>
        </pc:sldMkLst>
        <pc:spChg chg="del">
          <ac:chgData name="Mahima Weerasinghe" userId="e11e3f55-42da-4e07-8ead-4d7a1d7ea1c6" providerId="ADAL" clId="{79555870-17B4-49F7-B1C8-B4904ED74D5B}" dt="2024-06-27T13:03:57.145" v="319" actId="478"/>
          <ac:spMkLst>
            <pc:docMk/>
            <pc:sldMk cId="4257246542" sldId="328"/>
            <ac:spMk id="2" creationId="{329DA56F-75F4-A862-6D88-D942D2569B14}"/>
          </ac:spMkLst>
        </pc:spChg>
        <pc:spChg chg="del">
          <ac:chgData name="Mahima Weerasinghe" userId="e11e3f55-42da-4e07-8ead-4d7a1d7ea1c6" providerId="ADAL" clId="{79555870-17B4-49F7-B1C8-B4904ED74D5B}" dt="2024-06-27T13:03:53.529" v="318" actId="478"/>
          <ac:spMkLst>
            <pc:docMk/>
            <pc:sldMk cId="4257246542" sldId="328"/>
            <ac:spMk id="3" creationId="{D8E8031F-C5E9-32D1-D266-9C2721DC9838}"/>
          </ac:spMkLst>
        </pc:spChg>
        <pc:spChg chg="add mod">
          <ac:chgData name="Mahima Weerasinghe" userId="e11e3f55-42da-4e07-8ead-4d7a1d7ea1c6" providerId="ADAL" clId="{79555870-17B4-49F7-B1C8-B4904ED74D5B}" dt="2024-06-27T13:29:16.388" v="347" actId="20577"/>
          <ac:spMkLst>
            <pc:docMk/>
            <pc:sldMk cId="4257246542" sldId="328"/>
            <ac:spMk id="5" creationId="{05A0D308-FBB1-5CF3-F05F-F448764F14E8}"/>
          </ac:spMkLst>
        </pc:spChg>
        <pc:grpChg chg="del mod">
          <ac:chgData name="Mahima Weerasinghe" userId="e11e3f55-42da-4e07-8ead-4d7a1d7ea1c6" providerId="ADAL" clId="{79555870-17B4-49F7-B1C8-B4904ED74D5B}" dt="2024-07-21T11:56:17.423" v="1421"/>
          <ac:grpSpMkLst>
            <pc:docMk/>
            <pc:sldMk cId="4257246542" sldId="328"/>
            <ac:grpSpMk id="4" creationId="{3360D317-8C55-E52F-E0F5-66002EED3784}"/>
          </ac:grpSpMkLst>
        </pc:grpChg>
        <pc:grpChg chg="del mod">
          <ac:chgData name="Mahima Weerasinghe" userId="e11e3f55-42da-4e07-8ead-4d7a1d7ea1c6" providerId="ADAL" clId="{79555870-17B4-49F7-B1C8-B4904ED74D5B}" dt="2024-07-21T11:56:19.258" v="1425"/>
          <ac:grpSpMkLst>
            <pc:docMk/>
            <pc:sldMk cId="4257246542" sldId="328"/>
            <ac:grpSpMk id="7" creationId="{6F55BE15-7577-84E9-4E10-690AB27D7085}"/>
          </ac:grpSpMkLst>
        </pc:grpChg>
        <pc:grpChg chg="del mod">
          <ac:chgData name="Mahima Weerasinghe" userId="e11e3f55-42da-4e07-8ead-4d7a1d7ea1c6" providerId="ADAL" clId="{79555870-17B4-49F7-B1C8-B4904ED74D5B}" dt="2024-07-22T05:07:26.880" v="2898" actId="478"/>
          <ac:grpSpMkLst>
            <pc:docMk/>
            <pc:sldMk cId="4257246542" sldId="328"/>
            <ac:grpSpMk id="11" creationId="{44D2A42C-12F7-9D9D-A72A-FF96259A2C7F}"/>
          </ac:grpSpMkLst>
        </pc:grpChg>
        <pc:grpChg chg="del mod">
          <ac:chgData name="Mahima Weerasinghe" userId="e11e3f55-42da-4e07-8ead-4d7a1d7ea1c6" providerId="ADAL" clId="{79555870-17B4-49F7-B1C8-B4904ED74D5B}" dt="2024-07-22T05:07:28.877" v="2899" actId="478"/>
          <ac:grpSpMkLst>
            <pc:docMk/>
            <pc:sldMk cId="4257246542" sldId="328"/>
            <ac:grpSpMk id="31" creationId="{37510B47-A0F1-943D-3336-721D097A9DC2}"/>
          </ac:grpSpMkLst>
        </pc:grpChg>
        <pc:grpChg chg="del mod">
          <ac:chgData name="Mahima Weerasinghe" userId="e11e3f55-42da-4e07-8ead-4d7a1d7ea1c6" providerId="ADAL" clId="{79555870-17B4-49F7-B1C8-B4904ED74D5B}" dt="2024-07-22T05:07:23.822" v="2897" actId="478"/>
          <ac:grpSpMkLst>
            <pc:docMk/>
            <pc:sldMk cId="4257246542" sldId="328"/>
            <ac:grpSpMk id="32" creationId="{C7DBD7F8-D798-E27A-3AB4-129FCAC527C9}"/>
          </ac:grpSpMkLst>
        </pc:grpChg>
        <pc:inkChg chg="add mod">
          <ac:chgData name="Mahima Weerasinghe" userId="e11e3f55-42da-4e07-8ead-4d7a1d7ea1c6" providerId="ADAL" clId="{79555870-17B4-49F7-B1C8-B4904ED74D5B}" dt="2024-07-21T11:56:19.258" v="1425"/>
          <ac:inkMkLst>
            <pc:docMk/>
            <pc:sldMk cId="4257246542" sldId="328"/>
            <ac:inkMk id="2" creationId="{2C9F7580-707D-6655-9D4C-7A4796708707}"/>
          </ac:inkMkLst>
        </pc:inkChg>
        <pc:inkChg chg="add mod">
          <ac:chgData name="Mahima Weerasinghe" userId="e11e3f55-42da-4e07-8ead-4d7a1d7ea1c6" providerId="ADAL" clId="{79555870-17B4-49F7-B1C8-B4904ED74D5B}" dt="2024-07-21T11:56:19.258" v="1425"/>
          <ac:inkMkLst>
            <pc:docMk/>
            <pc:sldMk cId="4257246542" sldId="328"/>
            <ac:inkMk id="3" creationId="{B496E2AA-F2F1-8711-4A75-EDDF7DFFD53F}"/>
          </ac:inkMkLst>
        </pc:inkChg>
        <pc:inkChg chg="add mod">
          <ac:chgData name="Mahima Weerasinghe" userId="e11e3f55-42da-4e07-8ead-4d7a1d7ea1c6" providerId="ADAL" clId="{79555870-17B4-49F7-B1C8-B4904ED74D5B}" dt="2024-07-21T11:56:19.258" v="1425"/>
          <ac:inkMkLst>
            <pc:docMk/>
            <pc:sldMk cId="4257246542" sldId="328"/>
            <ac:inkMk id="6" creationId="{3543A9D4-EB38-4802-D61A-88A81F1A0073}"/>
          </ac:inkMkLst>
        </pc:inkChg>
        <pc:inkChg chg="add mod">
          <ac:chgData name="Mahima Weerasinghe" userId="e11e3f55-42da-4e07-8ead-4d7a1d7ea1c6" providerId="ADAL" clId="{79555870-17B4-49F7-B1C8-B4904ED74D5B}" dt="2024-07-21T11:56:19.258" v="1425"/>
          <ac:inkMkLst>
            <pc:docMk/>
            <pc:sldMk cId="4257246542" sldId="328"/>
            <ac:inkMk id="8" creationId="{C4C267C2-921F-78C4-84C0-45EF543FFBC1}"/>
          </ac:inkMkLst>
        </pc:inkChg>
        <pc:inkChg chg="add mod">
          <ac:chgData name="Mahima Weerasinghe" userId="e11e3f55-42da-4e07-8ead-4d7a1d7ea1c6" providerId="ADAL" clId="{79555870-17B4-49F7-B1C8-B4904ED74D5B}" dt="2024-07-21T11:56:19.258" v="1425"/>
          <ac:inkMkLst>
            <pc:docMk/>
            <pc:sldMk cId="4257246542" sldId="328"/>
            <ac:inkMk id="9" creationId="{9C536576-CA77-11FA-11E1-81882F8F5245}"/>
          </ac:inkMkLst>
        </pc:inkChg>
        <pc:inkChg chg="add mod">
          <ac:chgData name="Mahima Weerasinghe" userId="e11e3f55-42da-4e07-8ead-4d7a1d7ea1c6" providerId="ADAL" clId="{79555870-17B4-49F7-B1C8-B4904ED74D5B}" dt="2024-07-21T11:56:19.258" v="1425"/>
          <ac:inkMkLst>
            <pc:docMk/>
            <pc:sldMk cId="4257246542" sldId="328"/>
            <ac:inkMk id="10" creationId="{FA13C468-5006-6DFF-2BC3-61468F72FC97}"/>
          </ac:inkMkLst>
        </pc:inkChg>
        <pc:inkChg chg="add mod">
          <ac:chgData name="Mahima Weerasinghe" userId="e11e3f55-42da-4e07-8ead-4d7a1d7ea1c6" providerId="ADAL" clId="{79555870-17B4-49F7-B1C8-B4904ED74D5B}" dt="2024-07-21T11:56:29.518" v="1445"/>
          <ac:inkMkLst>
            <pc:docMk/>
            <pc:sldMk cId="4257246542" sldId="328"/>
            <ac:inkMk id="12" creationId="{2DC8249D-DF55-5C29-B2F2-D2D2940A7E6C}"/>
          </ac:inkMkLst>
        </pc:inkChg>
        <pc:inkChg chg="add mod">
          <ac:chgData name="Mahima Weerasinghe" userId="e11e3f55-42da-4e07-8ead-4d7a1d7ea1c6" providerId="ADAL" clId="{79555870-17B4-49F7-B1C8-B4904ED74D5B}" dt="2024-07-21T11:56:29.518" v="1445"/>
          <ac:inkMkLst>
            <pc:docMk/>
            <pc:sldMk cId="4257246542" sldId="328"/>
            <ac:inkMk id="13" creationId="{57983F1E-68EA-D012-5B7A-CB44C82A7276}"/>
          </ac:inkMkLst>
        </pc:inkChg>
        <pc:inkChg chg="add mod">
          <ac:chgData name="Mahima Weerasinghe" userId="e11e3f55-42da-4e07-8ead-4d7a1d7ea1c6" providerId="ADAL" clId="{79555870-17B4-49F7-B1C8-B4904ED74D5B}" dt="2024-07-21T11:56:29.518" v="1445"/>
          <ac:inkMkLst>
            <pc:docMk/>
            <pc:sldMk cId="4257246542" sldId="328"/>
            <ac:inkMk id="14" creationId="{CA493C53-4B74-B369-C3CE-CD913B4905EA}"/>
          </ac:inkMkLst>
        </pc:inkChg>
        <pc:inkChg chg="add mod">
          <ac:chgData name="Mahima Weerasinghe" userId="e11e3f55-42da-4e07-8ead-4d7a1d7ea1c6" providerId="ADAL" clId="{79555870-17B4-49F7-B1C8-B4904ED74D5B}" dt="2024-07-21T11:56:29.518" v="1445"/>
          <ac:inkMkLst>
            <pc:docMk/>
            <pc:sldMk cId="4257246542" sldId="328"/>
            <ac:inkMk id="15" creationId="{895D34BA-1D4A-618C-DA35-EE06C9D67951}"/>
          </ac:inkMkLst>
        </pc:inkChg>
        <pc:inkChg chg="add mod">
          <ac:chgData name="Mahima Weerasinghe" userId="e11e3f55-42da-4e07-8ead-4d7a1d7ea1c6" providerId="ADAL" clId="{79555870-17B4-49F7-B1C8-B4904ED74D5B}" dt="2024-07-21T11:56:29.518" v="1445"/>
          <ac:inkMkLst>
            <pc:docMk/>
            <pc:sldMk cId="4257246542" sldId="328"/>
            <ac:inkMk id="16" creationId="{07D9541D-277B-6820-B2D0-08B0F68EE555}"/>
          </ac:inkMkLst>
        </pc:inkChg>
        <pc:inkChg chg="add mod">
          <ac:chgData name="Mahima Weerasinghe" userId="e11e3f55-42da-4e07-8ead-4d7a1d7ea1c6" providerId="ADAL" clId="{79555870-17B4-49F7-B1C8-B4904ED74D5B}" dt="2024-07-21T11:56:29.518" v="1445"/>
          <ac:inkMkLst>
            <pc:docMk/>
            <pc:sldMk cId="4257246542" sldId="328"/>
            <ac:inkMk id="17" creationId="{91E2A64D-7095-48F2-EF7C-21D5B59B8DAE}"/>
          </ac:inkMkLst>
        </pc:inkChg>
        <pc:inkChg chg="add mod">
          <ac:chgData name="Mahima Weerasinghe" userId="e11e3f55-42da-4e07-8ead-4d7a1d7ea1c6" providerId="ADAL" clId="{79555870-17B4-49F7-B1C8-B4904ED74D5B}" dt="2024-07-21T11:56:29.518" v="1445"/>
          <ac:inkMkLst>
            <pc:docMk/>
            <pc:sldMk cId="4257246542" sldId="328"/>
            <ac:inkMk id="18" creationId="{A22C2417-DE69-8121-FA1C-71BC0C032D2D}"/>
          </ac:inkMkLst>
        </pc:inkChg>
        <pc:inkChg chg="add mod">
          <ac:chgData name="Mahima Weerasinghe" userId="e11e3f55-42da-4e07-8ead-4d7a1d7ea1c6" providerId="ADAL" clId="{79555870-17B4-49F7-B1C8-B4904ED74D5B}" dt="2024-07-21T11:56:29.518" v="1445"/>
          <ac:inkMkLst>
            <pc:docMk/>
            <pc:sldMk cId="4257246542" sldId="328"/>
            <ac:inkMk id="19" creationId="{96997CCF-D4BD-BF60-EE9B-9E49A6FA039D}"/>
          </ac:inkMkLst>
        </pc:inkChg>
        <pc:inkChg chg="add mod">
          <ac:chgData name="Mahima Weerasinghe" userId="e11e3f55-42da-4e07-8ead-4d7a1d7ea1c6" providerId="ADAL" clId="{79555870-17B4-49F7-B1C8-B4904ED74D5B}" dt="2024-07-21T11:56:29.518" v="1445"/>
          <ac:inkMkLst>
            <pc:docMk/>
            <pc:sldMk cId="4257246542" sldId="328"/>
            <ac:inkMk id="20" creationId="{314BCA91-50F9-6FC2-3783-259F85E23A61}"/>
          </ac:inkMkLst>
        </pc:inkChg>
        <pc:inkChg chg="add mod">
          <ac:chgData name="Mahima Weerasinghe" userId="e11e3f55-42da-4e07-8ead-4d7a1d7ea1c6" providerId="ADAL" clId="{79555870-17B4-49F7-B1C8-B4904ED74D5B}" dt="2024-07-21T11:56:29.518" v="1445"/>
          <ac:inkMkLst>
            <pc:docMk/>
            <pc:sldMk cId="4257246542" sldId="328"/>
            <ac:inkMk id="21" creationId="{70BCF0CB-3EA2-F7BD-2A0B-4DA4591CC244}"/>
          </ac:inkMkLst>
        </pc:inkChg>
        <pc:inkChg chg="add mod">
          <ac:chgData name="Mahima Weerasinghe" userId="e11e3f55-42da-4e07-8ead-4d7a1d7ea1c6" providerId="ADAL" clId="{79555870-17B4-49F7-B1C8-B4904ED74D5B}" dt="2024-07-21T11:56:29.518" v="1445"/>
          <ac:inkMkLst>
            <pc:docMk/>
            <pc:sldMk cId="4257246542" sldId="328"/>
            <ac:inkMk id="22" creationId="{43E47AA5-AB35-76E7-AB5E-5DDDC2655C0A}"/>
          </ac:inkMkLst>
        </pc:inkChg>
        <pc:inkChg chg="add mod">
          <ac:chgData name="Mahima Weerasinghe" userId="e11e3f55-42da-4e07-8ead-4d7a1d7ea1c6" providerId="ADAL" clId="{79555870-17B4-49F7-B1C8-B4904ED74D5B}" dt="2024-07-21T11:56:29.518" v="1445"/>
          <ac:inkMkLst>
            <pc:docMk/>
            <pc:sldMk cId="4257246542" sldId="328"/>
            <ac:inkMk id="23" creationId="{377EDCB2-9D2B-36D0-119D-1C459C32ABA6}"/>
          </ac:inkMkLst>
        </pc:inkChg>
        <pc:inkChg chg="add mod">
          <ac:chgData name="Mahima Weerasinghe" userId="e11e3f55-42da-4e07-8ead-4d7a1d7ea1c6" providerId="ADAL" clId="{79555870-17B4-49F7-B1C8-B4904ED74D5B}" dt="2024-07-21T11:56:29.518" v="1445"/>
          <ac:inkMkLst>
            <pc:docMk/>
            <pc:sldMk cId="4257246542" sldId="328"/>
            <ac:inkMk id="24" creationId="{A4290BB9-C70D-E838-8170-A3C14B0D88D2}"/>
          </ac:inkMkLst>
        </pc:inkChg>
        <pc:inkChg chg="add mod">
          <ac:chgData name="Mahima Weerasinghe" userId="e11e3f55-42da-4e07-8ead-4d7a1d7ea1c6" providerId="ADAL" clId="{79555870-17B4-49F7-B1C8-B4904ED74D5B}" dt="2024-07-21T11:56:29.518" v="1445"/>
          <ac:inkMkLst>
            <pc:docMk/>
            <pc:sldMk cId="4257246542" sldId="328"/>
            <ac:inkMk id="25" creationId="{359CF31A-F85E-399F-8553-0C15EBCD2F8B}"/>
          </ac:inkMkLst>
        </pc:inkChg>
        <pc:inkChg chg="add mod">
          <ac:chgData name="Mahima Weerasinghe" userId="e11e3f55-42da-4e07-8ead-4d7a1d7ea1c6" providerId="ADAL" clId="{79555870-17B4-49F7-B1C8-B4904ED74D5B}" dt="2024-07-21T11:56:29.518" v="1445"/>
          <ac:inkMkLst>
            <pc:docMk/>
            <pc:sldMk cId="4257246542" sldId="328"/>
            <ac:inkMk id="26" creationId="{2FBF608E-35C1-C810-FE79-20F8A9094D72}"/>
          </ac:inkMkLst>
        </pc:inkChg>
        <pc:inkChg chg="add mod">
          <ac:chgData name="Mahima Weerasinghe" userId="e11e3f55-42da-4e07-8ead-4d7a1d7ea1c6" providerId="ADAL" clId="{79555870-17B4-49F7-B1C8-B4904ED74D5B}" dt="2024-07-21T11:56:29.518" v="1445"/>
          <ac:inkMkLst>
            <pc:docMk/>
            <pc:sldMk cId="4257246542" sldId="328"/>
            <ac:inkMk id="27" creationId="{A707CCEF-9A51-17F8-5374-A903E0DF1918}"/>
          </ac:inkMkLst>
        </pc:inkChg>
        <pc:inkChg chg="add mod">
          <ac:chgData name="Mahima Weerasinghe" userId="e11e3f55-42da-4e07-8ead-4d7a1d7ea1c6" providerId="ADAL" clId="{79555870-17B4-49F7-B1C8-B4904ED74D5B}" dt="2024-07-21T11:56:29.518" v="1445"/>
          <ac:inkMkLst>
            <pc:docMk/>
            <pc:sldMk cId="4257246542" sldId="328"/>
            <ac:inkMk id="28" creationId="{D6702026-4153-981E-0225-5BEF1287C2B7}"/>
          </ac:inkMkLst>
        </pc:inkChg>
        <pc:inkChg chg="add mod">
          <ac:chgData name="Mahima Weerasinghe" userId="e11e3f55-42da-4e07-8ead-4d7a1d7ea1c6" providerId="ADAL" clId="{79555870-17B4-49F7-B1C8-B4904ED74D5B}" dt="2024-07-21T11:56:29.518" v="1445"/>
          <ac:inkMkLst>
            <pc:docMk/>
            <pc:sldMk cId="4257246542" sldId="328"/>
            <ac:inkMk id="29" creationId="{052A3DAB-DCA3-C49D-A924-5EE5F0546EB5}"/>
          </ac:inkMkLst>
        </pc:inkChg>
        <pc:inkChg chg="add mod">
          <ac:chgData name="Mahima Weerasinghe" userId="e11e3f55-42da-4e07-8ead-4d7a1d7ea1c6" providerId="ADAL" clId="{79555870-17B4-49F7-B1C8-B4904ED74D5B}" dt="2024-07-21T11:56:29.518" v="1445"/>
          <ac:inkMkLst>
            <pc:docMk/>
            <pc:sldMk cId="4257246542" sldId="328"/>
            <ac:inkMk id="30" creationId="{1B3E7CDD-3DDB-0878-7FD0-84AE505AD199}"/>
          </ac:inkMkLst>
        </pc:inkChg>
      </pc:sldChg>
      <pc:sldChg chg="addSp modSp new mod">
        <pc:chgData name="Mahima Weerasinghe" userId="e11e3f55-42da-4e07-8ead-4d7a1d7ea1c6" providerId="ADAL" clId="{79555870-17B4-49F7-B1C8-B4904ED74D5B}" dt="2024-06-27T13:48:04.351" v="412" actId="1076"/>
        <pc:sldMkLst>
          <pc:docMk/>
          <pc:sldMk cId="3363485725" sldId="329"/>
        </pc:sldMkLst>
        <pc:spChg chg="mod">
          <ac:chgData name="Mahima Weerasinghe" userId="e11e3f55-42da-4e07-8ead-4d7a1d7ea1c6" providerId="ADAL" clId="{79555870-17B4-49F7-B1C8-B4904ED74D5B}" dt="2024-06-27T13:43:06.644" v="382" actId="20577"/>
          <ac:spMkLst>
            <pc:docMk/>
            <pc:sldMk cId="3363485725" sldId="329"/>
            <ac:spMk id="2" creationId="{02178DA1-04EC-8CA9-60DB-B99BB622FB6B}"/>
          </ac:spMkLst>
        </pc:spChg>
        <pc:picChg chg="add mod">
          <ac:chgData name="Mahima Weerasinghe" userId="e11e3f55-42da-4e07-8ead-4d7a1d7ea1c6" providerId="ADAL" clId="{79555870-17B4-49F7-B1C8-B4904ED74D5B}" dt="2024-06-27T13:47:51.617" v="409" actId="1076"/>
          <ac:picMkLst>
            <pc:docMk/>
            <pc:sldMk cId="3363485725" sldId="329"/>
            <ac:picMk id="4" creationId="{411783F2-C6B8-B5DE-1F8F-30A2CF523195}"/>
          </ac:picMkLst>
        </pc:picChg>
        <pc:picChg chg="add mod">
          <ac:chgData name="Mahima Weerasinghe" userId="e11e3f55-42da-4e07-8ead-4d7a1d7ea1c6" providerId="ADAL" clId="{79555870-17B4-49F7-B1C8-B4904ED74D5B}" dt="2024-06-27T13:43:23.514" v="386" actId="1076"/>
          <ac:picMkLst>
            <pc:docMk/>
            <pc:sldMk cId="3363485725" sldId="329"/>
            <ac:picMk id="6" creationId="{8261D007-69B0-C7E2-814C-DDADAE6F0D2B}"/>
          </ac:picMkLst>
        </pc:picChg>
        <pc:picChg chg="add mod modCrop">
          <ac:chgData name="Mahima Weerasinghe" userId="e11e3f55-42da-4e07-8ead-4d7a1d7ea1c6" providerId="ADAL" clId="{79555870-17B4-49F7-B1C8-B4904ED74D5B}" dt="2024-06-27T13:47:54.164" v="410" actId="1076"/>
          <ac:picMkLst>
            <pc:docMk/>
            <pc:sldMk cId="3363485725" sldId="329"/>
            <ac:picMk id="8" creationId="{6DA7A11C-01BC-32BD-10D1-AFD867B461A0}"/>
          </ac:picMkLst>
        </pc:picChg>
        <pc:picChg chg="add mod modCrop">
          <ac:chgData name="Mahima Weerasinghe" userId="e11e3f55-42da-4e07-8ead-4d7a1d7ea1c6" providerId="ADAL" clId="{79555870-17B4-49F7-B1C8-B4904ED74D5B}" dt="2024-06-27T13:48:00.548" v="411" actId="1076"/>
          <ac:picMkLst>
            <pc:docMk/>
            <pc:sldMk cId="3363485725" sldId="329"/>
            <ac:picMk id="10" creationId="{70E80ABF-559E-AB42-48C6-416A291DE997}"/>
          </ac:picMkLst>
        </pc:picChg>
        <pc:picChg chg="add mod modCrop">
          <ac:chgData name="Mahima Weerasinghe" userId="e11e3f55-42da-4e07-8ead-4d7a1d7ea1c6" providerId="ADAL" clId="{79555870-17B4-49F7-B1C8-B4904ED74D5B}" dt="2024-06-27T13:48:04.351" v="412" actId="1076"/>
          <ac:picMkLst>
            <pc:docMk/>
            <pc:sldMk cId="3363485725" sldId="329"/>
            <ac:picMk id="12" creationId="{6042E321-BC66-EB56-ECB5-3F90E9CAE0D6}"/>
          </ac:picMkLst>
        </pc:picChg>
      </pc:sldChg>
      <pc:sldChg chg="addSp modSp new mod">
        <pc:chgData name="Mahima Weerasinghe" userId="e11e3f55-42da-4e07-8ead-4d7a1d7ea1c6" providerId="ADAL" clId="{79555870-17B4-49F7-B1C8-B4904ED74D5B}" dt="2024-07-21T12:29:32.230" v="1967" actId="9405"/>
        <pc:sldMkLst>
          <pc:docMk/>
          <pc:sldMk cId="1677406972" sldId="330"/>
        </pc:sldMkLst>
        <pc:spChg chg="mod">
          <ac:chgData name="Mahima Weerasinghe" userId="e11e3f55-42da-4e07-8ead-4d7a1d7ea1c6" providerId="ADAL" clId="{79555870-17B4-49F7-B1C8-B4904ED74D5B}" dt="2024-06-27T13:51:36.651" v="457" actId="313"/>
          <ac:spMkLst>
            <pc:docMk/>
            <pc:sldMk cId="1677406972" sldId="330"/>
            <ac:spMk id="2" creationId="{4F0E2778-5EC8-66E2-5339-849045C6322C}"/>
          </ac:spMkLst>
        </pc:spChg>
        <pc:grpChg chg="mod">
          <ac:chgData name="Mahima Weerasinghe" userId="e11e3f55-42da-4e07-8ead-4d7a1d7ea1c6" providerId="ADAL" clId="{79555870-17B4-49F7-B1C8-B4904ED74D5B}" dt="2024-07-21T12:29:26.610" v="1962"/>
          <ac:grpSpMkLst>
            <pc:docMk/>
            <pc:sldMk cId="1677406972" sldId="330"/>
            <ac:grpSpMk id="7" creationId="{EBA0FD4B-56A5-8AD1-3C18-AF514717016F}"/>
          </ac:grpSpMkLst>
        </pc:grpChg>
        <pc:picChg chg="add mod">
          <ac:chgData name="Mahima Weerasinghe" userId="e11e3f55-42da-4e07-8ead-4d7a1d7ea1c6" providerId="ADAL" clId="{79555870-17B4-49F7-B1C8-B4904ED74D5B}" dt="2024-06-27T13:52:20.465" v="463" actId="14100"/>
          <ac:picMkLst>
            <pc:docMk/>
            <pc:sldMk cId="1677406972" sldId="330"/>
            <ac:picMk id="1026" creationId="{AAE28E58-E4DD-150E-8A02-1CE74A77C98A}"/>
          </ac:picMkLst>
        </pc:picChg>
        <pc:inkChg chg="add">
          <ac:chgData name="Mahima Weerasinghe" userId="e11e3f55-42da-4e07-8ead-4d7a1d7ea1c6" providerId="ADAL" clId="{79555870-17B4-49F7-B1C8-B4904ED74D5B}" dt="2024-07-21T12:29:13.498" v="1958" actId="9405"/>
          <ac:inkMkLst>
            <pc:docMk/>
            <pc:sldMk cId="1677406972" sldId="330"/>
            <ac:inkMk id="3" creationId="{3831DFD3-199A-AD89-4D96-DC1DD65F5A1F}"/>
          </ac:inkMkLst>
        </pc:inkChg>
        <pc:inkChg chg="add">
          <ac:chgData name="Mahima Weerasinghe" userId="e11e3f55-42da-4e07-8ead-4d7a1d7ea1c6" providerId="ADAL" clId="{79555870-17B4-49F7-B1C8-B4904ED74D5B}" dt="2024-07-21T12:29:17.581" v="1959" actId="9405"/>
          <ac:inkMkLst>
            <pc:docMk/>
            <pc:sldMk cId="1677406972" sldId="330"/>
            <ac:inkMk id="4" creationId="{3B9738DD-B634-F45F-090A-DBDEAD6E1640}"/>
          </ac:inkMkLst>
        </pc:inkChg>
        <pc:inkChg chg="add mod">
          <ac:chgData name="Mahima Weerasinghe" userId="e11e3f55-42da-4e07-8ead-4d7a1d7ea1c6" providerId="ADAL" clId="{79555870-17B4-49F7-B1C8-B4904ED74D5B}" dt="2024-07-21T12:29:26.610" v="1962"/>
          <ac:inkMkLst>
            <pc:docMk/>
            <pc:sldMk cId="1677406972" sldId="330"/>
            <ac:inkMk id="5" creationId="{732842B8-A0C1-E0AF-D6FA-DB09762FC508}"/>
          </ac:inkMkLst>
        </pc:inkChg>
        <pc:inkChg chg="add mod">
          <ac:chgData name="Mahima Weerasinghe" userId="e11e3f55-42da-4e07-8ead-4d7a1d7ea1c6" providerId="ADAL" clId="{79555870-17B4-49F7-B1C8-B4904ED74D5B}" dt="2024-07-21T12:29:26.610" v="1962"/>
          <ac:inkMkLst>
            <pc:docMk/>
            <pc:sldMk cId="1677406972" sldId="330"/>
            <ac:inkMk id="6" creationId="{2FD42725-5828-AABB-63D5-9A96F0F5FFC2}"/>
          </ac:inkMkLst>
        </pc:inkChg>
        <pc:inkChg chg="add">
          <ac:chgData name="Mahima Weerasinghe" userId="e11e3f55-42da-4e07-8ead-4d7a1d7ea1c6" providerId="ADAL" clId="{79555870-17B4-49F7-B1C8-B4904ED74D5B}" dt="2024-07-21T12:29:28.441" v="1963" actId="9405"/>
          <ac:inkMkLst>
            <pc:docMk/>
            <pc:sldMk cId="1677406972" sldId="330"/>
            <ac:inkMk id="8" creationId="{C0500F06-AA54-85F0-78B3-3E387B41CBCE}"/>
          </ac:inkMkLst>
        </pc:inkChg>
        <pc:inkChg chg="add">
          <ac:chgData name="Mahima Weerasinghe" userId="e11e3f55-42da-4e07-8ead-4d7a1d7ea1c6" providerId="ADAL" clId="{79555870-17B4-49F7-B1C8-B4904ED74D5B}" dt="2024-07-21T12:29:29.483" v="1964" actId="9405"/>
          <ac:inkMkLst>
            <pc:docMk/>
            <pc:sldMk cId="1677406972" sldId="330"/>
            <ac:inkMk id="9" creationId="{6B7DE9CE-D554-3D2C-CBBA-E408FF66A2E6}"/>
          </ac:inkMkLst>
        </pc:inkChg>
        <pc:inkChg chg="add">
          <ac:chgData name="Mahima Weerasinghe" userId="e11e3f55-42da-4e07-8ead-4d7a1d7ea1c6" providerId="ADAL" clId="{79555870-17B4-49F7-B1C8-B4904ED74D5B}" dt="2024-07-21T12:29:30.475" v="1965" actId="9405"/>
          <ac:inkMkLst>
            <pc:docMk/>
            <pc:sldMk cId="1677406972" sldId="330"/>
            <ac:inkMk id="10" creationId="{BEFF00A0-CA59-C5C0-3A02-00D0FA0E6B77}"/>
          </ac:inkMkLst>
        </pc:inkChg>
        <pc:inkChg chg="add">
          <ac:chgData name="Mahima Weerasinghe" userId="e11e3f55-42da-4e07-8ead-4d7a1d7ea1c6" providerId="ADAL" clId="{79555870-17B4-49F7-B1C8-B4904ED74D5B}" dt="2024-07-21T12:29:31.315" v="1966" actId="9405"/>
          <ac:inkMkLst>
            <pc:docMk/>
            <pc:sldMk cId="1677406972" sldId="330"/>
            <ac:inkMk id="11" creationId="{2C307559-5CE8-FAA1-6870-B30F88E46223}"/>
          </ac:inkMkLst>
        </pc:inkChg>
        <pc:inkChg chg="add">
          <ac:chgData name="Mahima Weerasinghe" userId="e11e3f55-42da-4e07-8ead-4d7a1d7ea1c6" providerId="ADAL" clId="{79555870-17B4-49F7-B1C8-B4904ED74D5B}" dt="2024-07-21T12:29:32.230" v="1967" actId="9405"/>
          <ac:inkMkLst>
            <pc:docMk/>
            <pc:sldMk cId="1677406972" sldId="330"/>
            <ac:inkMk id="12" creationId="{C7954298-8B8A-F804-4D40-C11681B9FD04}"/>
          </ac:inkMkLst>
        </pc:inkChg>
      </pc:sldChg>
      <pc:sldChg chg="addSp delSp modSp new mod">
        <pc:chgData name="Mahima Weerasinghe" userId="e11e3f55-42da-4e07-8ead-4d7a1d7ea1c6" providerId="ADAL" clId="{79555870-17B4-49F7-B1C8-B4904ED74D5B}" dt="2024-06-27T13:56:24.459" v="543" actId="2711"/>
        <pc:sldMkLst>
          <pc:docMk/>
          <pc:sldMk cId="918274834" sldId="331"/>
        </pc:sldMkLst>
        <pc:spChg chg="mod">
          <ac:chgData name="Mahima Weerasinghe" userId="e11e3f55-42da-4e07-8ead-4d7a1d7ea1c6" providerId="ADAL" clId="{79555870-17B4-49F7-B1C8-B4904ED74D5B}" dt="2024-06-27T13:56:24.459" v="543" actId="2711"/>
          <ac:spMkLst>
            <pc:docMk/>
            <pc:sldMk cId="918274834" sldId="331"/>
            <ac:spMk id="2" creationId="{2F0D6ED4-F78F-2C26-88F4-304326985261}"/>
          </ac:spMkLst>
        </pc:spChg>
        <pc:spChg chg="add del mod">
          <ac:chgData name="Mahima Weerasinghe" userId="e11e3f55-42da-4e07-8ead-4d7a1d7ea1c6" providerId="ADAL" clId="{79555870-17B4-49F7-B1C8-B4904ED74D5B}" dt="2024-06-27T13:54:02.180" v="467" actId="478"/>
          <ac:spMkLst>
            <pc:docMk/>
            <pc:sldMk cId="918274834" sldId="331"/>
            <ac:spMk id="3" creationId="{9C51DD9F-C2B7-9823-FDB9-9812AB27C387}"/>
          </ac:spMkLst>
        </pc:spChg>
        <pc:spChg chg="add mod">
          <ac:chgData name="Mahima Weerasinghe" userId="e11e3f55-42da-4e07-8ead-4d7a1d7ea1c6" providerId="ADAL" clId="{79555870-17B4-49F7-B1C8-B4904ED74D5B}" dt="2024-06-27T13:55:57.105" v="492" actId="14100"/>
          <ac:spMkLst>
            <pc:docMk/>
            <pc:sldMk cId="918274834" sldId="331"/>
            <ac:spMk id="4" creationId="{AB7FF5C4-0EBC-BC9F-2BCB-39B7A0B3A11E}"/>
          </ac:spMkLst>
        </pc:spChg>
      </pc:sldChg>
      <pc:sldChg chg="modSp add mod">
        <pc:chgData name="Mahima Weerasinghe" userId="e11e3f55-42da-4e07-8ead-4d7a1d7ea1c6" providerId="ADAL" clId="{79555870-17B4-49F7-B1C8-B4904ED74D5B}" dt="2024-07-15T03:07:28.847" v="1033" actId="20577"/>
        <pc:sldMkLst>
          <pc:docMk/>
          <pc:sldMk cId="890531600" sldId="332"/>
        </pc:sldMkLst>
        <pc:spChg chg="mod">
          <ac:chgData name="Mahima Weerasinghe" userId="e11e3f55-42da-4e07-8ead-4d7a1d7ea1c6" providerId="ADAL" clId="{79555870-17B4-49F7-B1C8-B4904ED74D5B}" dt="2024-06-27T14:01:16.898" v="559" actId="20577"/>
          <ac:spMkLst>
            <pc:docMk/>
            <pc:sldMk cId="890531600" sldId="332"/>
            <ac:spMk id="2" creationId="{2F0D6ED4-F78F-2C26-88F4-304326985261}"/>
          </ac:spMkLst>
        </pc:spChg>
        <pc:spChg chg="mod">
          <ac:chgData name="Mahima Weerasinghe" userId="e11e3f55-42da-4e07-8ead-4d7a1d7ea1c6" providerId="ADAL" clId="{79555870-17B4-49F7-B1C8-B4904ED74D5B}" dt="2024-07-15T03:07:28.847" v="1033" actId="20577"/>
          <ac:spMkLst>
            <pc:docMk/>
            <pc:sldMk cId="890531600" sldId="332"/>
            <ac:spMk id="4" creationId="{AB7FF5C4-0EBC-BC9F-2BCB-39B7A0B3A11E}"/>
          </ac:spMkLst>
        </pc:spChg>
      </pc:sldChg>
      <pc:sldChg chg="new del">
        <pc:chgData name="Mahima Weerasinghe" userId="e11e3f55-42da-4e07-8ead-4d7a1d7ea1c6" providerId="ADAL" clId="{79555870-17B4-49F7-B1C8-B4904ED74D5B}" dt="2024-06-27T14:01:04.396" v="547" actId="47"/>
        <pc:sldMkLst>
          <pc:docMk/>
          <pc:sldMk cId="730854781" sldId="333"/>
        </pc:sldMkLst>
      </pc:sldChg>
      <pc:sldChg chg="new del">
        <pc:chgData name="Mahima Weerasinghe" userId="e11e3f55-42da-4e07-8ead-4d7a1d7ea1c6" providerId="ADAL" clId="{79555870-17B4-49F7-B1C8-B4904ED74D5B}" dt="2024-06-27T14:03:02.290" v="666" actId="47"/>
        <pc:sldMkLst>
          <pc:docMk/>
          <pc:sldMk cId="3318589476" sldId="333"/>
        </pc:sldMkLst>
      </pc:sldChg>
      <pc:sldChg chg="addSp delSp modSp add mod">
        <pc:chgData name="Mahima Weerasinghe" userId="e11e3f55-42da-4e07-8ead-4d7a1d7ea1c6" providerId="ADAL" clId="{79555870-17B4-49F7-B1C8-B4904ED74D5B}" dt="2024-07-21T12:39:29.682" v="2000"/>
        <pc:sldMkLst>
          <pc:docMk/>
          <pc:sldMk cId="3482108573" sldId="333"/>
        </pc:sldMkLst>
        <pc:spChg chg="mod">
          <ac:chgData name="Mahima Weerasinghe" userId="e11e3f55-42da-4e07-8ead-4d7a1d7ea1c6" providerId="ADAL" clId="{79555870-17B4-49F7-B1C8-B4904ED74D5B}" dt="2024-06-27T14:03:32.857" v="696" actId="20577"/>
          <ac:spMkLst>
            <pc:docMk/>
            <pc:sldMk cId="3482108573" sldId="333"/>
            <ac:spMk id="2" creationId="{2F0D6ED4-F78F-2C26-88F4-304326985261}"/>
          </ac:spMkLst>
        </pc:spChg>
        <pc:spChg chg="add mod">
          <ac:chgData name="Mahima Weerasinghe" userId="e11e3f55-42da-4e07-8ead-4d7a1d7ea1c6" providerId="ADAL" clId="{79555870-17B4-49F7-B1C8-B4904ED74D5B}" dt="2024-06-27T14:11:17.404" v="851" actId="20577"/>
          <ac:spMkLst>
            <pc:docMk/>
            <pc:sldMk cId="3482108573" sldId="333"/>
            <ac:spMk id="3" creationId="{A1EE6C5F-AAB4-1122-C0EF-D8F784C4D903}"/>
          </ac:spMkLst>
        </pc:spChg>
        <pc:spChg chg="del mod">
          <ac:chgData name="Mahima Weerasinghe" userId="e11e3f55-42da-4e07-8ead-4d7a1d7ea1c6" providerId="ADAL" clId="{79555870-17B4-49F7-B1C8-B4904ED74D5B}" dt="2024-06-27T14:04:40.931" v="740" actId="478"/>
          <ac:spMkLst>
            <pc:docMk/>
            <pc:sldMk cId="3482108573" sldId="333"/>
            <ac:spMk id="4" creationId="{AB7FF5C4-0EBC-BC9F-2BCB-39B7A0B3A11E}"/>
          </ac:spMkLst>
        </pc:spChg>
        <pc:grpChg chg="mod">
          <ac:chgData name="Mahima Weerasinghe" userId="e11e3f55-42da-4e07-8ead-4d7a1d7ea1c6" providerId="ADAL" clId="{79555870-17B4-49F7-B1C8-B4904ED74D5B}" dt="2024-07-21T12:39:09.918" v="1979"/>
          <ac:grpSpMkLst>
            <pc:docMk/>
            <pc:sldMk cId="3482108573" sldId="333"/>
            <ac:grpSpMk id="15" creationId="{1B23C379-2C25-24B7-49D5-0DA0D9FA6332}"/>
          </ac:grpSpMkLst>
        </pc:grpChg>
        <pc:grpChg chg="mod">
          <ac:chgData name="Mahima Weerasinghe" userId="e11e3f55-42da-4e07-8ead-4d7a1d7ea1c6" providerId="ADAL" clId="{79555870-17B4-49F7-B1C8-B4904ED74D5B}" dt="2024-07-21T12:39:15.705" v="1991"/>
          <ac:grpSpMkLst>
            <pc:docMk/>
            <pc:sldMk cId="3482108573" sldId="333"/>
            <ac:grpSpMk id="27" creationId="{19A33F2D-5F3F-8795-D8A2-964A804A4C4D}"/>
          </ac:grpSpMkLst>
        </pc:grpChg>
        <pc:grpChg chg="mod">
          <ac:chgData name="Mahima Weerasinghe" userId="e11e3f55-42da-4e07-8ead-4d7a1d7ea1c6" providerId="ADAL" clId="{79555870-17B4-49F7-B1C8-B4904ED74D5B}" dt="2024-07-21T12:39:15.705" v="1991"/>
          <ac:grpSpMkLst>
            <pc:docMk/>
            <pc:sldMk cId="3482108573" sldId="333"/>
            <ac:grpSpMk id="28" creationId="{DD15C735-D01E-9226-1581-CF398AABD6BC}"/>
          </ac:grpSpMkLst>
        </pc:grpChg>
        <pc:grpChg chg="del mod">
          <ac:chgData name="Mahima Weerasinghe" userId="e11e3f55-42da-4e07-8ead-4d7a1d7ea1c6" providerId="ADAL" clId="{79555870-17B4-49F7-B1C8-B4904ED74D5B}" dt="2024-07-21T12:39:27.212" v="1996"/>
          <ac:grpSpMkLst>
            <pc:docMk/>
            <pc:sldMk cId="3482108573" sldId="333"/>
            <ac:grpSpMk id="31" creationId="{2518D4F1-2C8D-266E-9069-7DF62589FECC}"/>
          </ac:grpSpMkLst>
        </pc:grpChg>
        <pc:grpChg chg="mod">
          <ac:chgData name="Mahima Weerasinghe" userId="e11e3f55-42da-4e07-8ead-4d7a1d7ea1c6" providerId="ADAL" clId="{79555870-17B4-49F7-B1C8-B4904ED74D5B}" dt="2024-07-21T12:39:27.212" v="1996"/>
          <ac:grpSpMkLst>
            <pc:docMk/>
            <pc:sldMk cId="3482108573" sldId="333"/>
            <ac:grpSpMk id="33" creationId="{9DFC6795-05BD-8948-3BC4-EAC5D9D25ADD}"/>
          </ac:grpSpMkLst>
        </pc:grpChg>
        <pc:grpChg chg="mod">
          <ac:chgData name="Mahima Weerasinghe" userId="e11e3f55-42da-4e07-8ead-4d7a1d7ea1c6" providerId="ADAL" clId="{79555870-17B4-49F7-B1C8-B4904ED74D5B}" dt="2024-07-21T12:39:29.682" v="2000"/>
          <ac:grpSpMkLst>
            <pc:docMk/>
            <pc:sldMk cId="3482108573" sldId="333"/>
            <ac:grpSpMk id="37" creationId="{9A5E116C-7F24-6853-6C8B-0E53EB2EAA78}"/>
          </ac:grpSpMkLst>
        </pc:grpChg>
        <pc:inkChg chg="add mod">
          <ac:chgData name="Mahima Weerasinghe" userId="e11e3f55-42da-4e07-8ead-4d7a1d7ea1c6" providerId="ADAL" clId="{79555870-17B4-49F7-B1C8-B4904ED74D5B}" dt="2024-07-21T12:39:09.918" v="1979"/>
          <ac:inkMkLst>
            <pc:docMk/>
            <pc:sldMk cId="3482108573" sldId="333"/>
            <ac:inkMk id="4" creationId="{F5D39852-4BB7-5A6F-64A6-27BF0794967E}"/>
          </ac:inkMkLst>
        </pc:inkChg>
        <pc:inkChg chg="add mod">
          <ac:chgData name="Mahima Weerasinghe" userId="e11e3f55-42da-4e07-8ead-4d7a1d7ea1c6" providerId="ADAL" clId="{79555870-17B4-49F7-B1C8-B4904ED74D5B}" dt="2024-07-21T12:39:09.918" v="1979"/>
          <ac:inkMkLst>
            <pc:docMk/>
            <pc:sldMk cId="3482108573" sldId="333"/>
            <ac:inkMk id="5" creationId="{02219F1D-F766-2D3B-628E-CB9C7A45E455}"/>
          </ac:inkMkLst>
        </pc:inkChg>
        <pc:inkChg chg="add mod">
          <ac:chgData name="Mahima Weerasinghe" userId="e11e3f55-42da-4e07-8ead-4d7a1d7ea1c6" providerId="ADAL" clId="{79555870-17B4-49F7-B1C8-B4904ED74D5B}" dt="2024-07-21T12:39:09.918" v="1979"/>
          <ac:inkMkLst>
            <pc:docMk/>
            <pc:sldMk cId="3482108573" sldId="333"/>
            <ac:inkMk id="6" creationId="{2C58A01F-C1AD-CF2E-9C76-FBC8D9DCC927}"/>
          </ac:inkMkLst>
        </pc:inkChg>
        <pc:inkChg chg="add mod">
          <ac:chgData name="Mahima Weerasinghe" userId="e11e3f55-42da-4e07-8ead-4d7a1d7ea1c6" providerId="ADAL" clId="{79555870-17B4-49F7-B1C8-B4904ED74D5B}" dt="2024-07-21T12:39:09.918" v="1979"/>
          <ac:inkMkLst>
            <pc:docMk/>
            <pc:sldMk cId="3482108573" sldId="333"/>
            <ac:inkMk id="7" creationId="{6D14C7C9-0DCF-C18F-93F3-A2F724973111}"/>
          </ac:inkMkLst>
        </pc:inkChg>
        <pc:inkChg chg="add mod">
          <ac:chgData name="Mahima Weerasinghe" userId="e11e3f55-42da-4e07-8ead-4d7a1d7ea1c6" providerId="ADAL" clId="{79555870-17B4-49F7-B1C8-B4904ED74D5B}" dt="2024-07-21T12:39:09.918" v="1979"/>
          <ac:inkMkLst>
            <pc:docMk/>
            <pc:sldMk cId="3482108573" sldId="333"/>
            <ac:inkMk id="8" creationId="{3E3A867A-774F-C4DB-C3E6-AB8B4C7B391B}"/>
          </ac:inkMkLst>
        </pc:inkChg>
        <pc:inkChg chg="add mod">
          <ac:chgData name="Mahima Weerasinghe" userId="e11e3f55-42da-4e07-8ead-4d7a1d7ea1c6" providerId="ADAL" clId="{79555870-17B4-49F7-B1C8-B4904ED74D5B}" dt="2024-07-21T12:39:09.918" v="1979"/>
          <ac:inkMkLst>
            <pc:docMk/>
            <pc:sldMk cId="3482108573" sldId="333"/>
            <ac:inkMk id="9" creationId="{62F08647-3129-39CC-D7D2-DA43FFDBD948}"/>
          </ac:inkMkLst>
        </pc:inkChg>
        <pc:inkChg chg="add mod">
          <ac:chgData name="Mahima Weerasinghe" userId="e11e3f55-42da-4e07-8ead-4d7a1d7ea1c6" providerId="ADAL" clId="{79555870-17B4-49F7-B1C8-B4904ED74D5B}" dt="2024-07-21T12:39:09.918" v="1979"/>
          <ac:inkMkLst>
            <pc:docMk/>
            <pc:sldMk cId="3482108573" sldId="333"/>
            <ac:inkMk id="10" creationId="{0A6B8DFF-E583-ED4F-6E3F-BCBEE9FF52DF}"/>
          </ac:inkMkLst>
        </pc:inkChg>
        <pc:inkChg chg="add mod">
          <ac:chgData name="Mahima Weerasinghe" userId="e11e3f55-42da-4e07-8ead-4d7a1d7ea1c6" providerId="ADAL" clId="{79555870-17B4-49F7-B1C8-B4904ED74D5B}" dt="2024-07-21T12:39:09.918" v="1979"/>
          <ac:inkMkLst>
            <pc:docMk/>
            <pc:sldMk cId="3482108573" sldId="333"/>
            <ac:inkMk id="11" creationId="{D07A4589-482A-9F7B-4432-896109D9AC1F}"/>
          </ac:inkMkLst>
        </pc:inkChg>
        <pc:inkChg chg="add mod">
          <ac:chgData name="Mahima Weerasinghe" userId="e11e3f55-42da-4e07-8ead-4d7a1d7ea1c6" providerId="ADAL" clId="{79555870-17B4-49F7-B1C8-B4904ED74D5B}" dt="2024-07-21T12:39:09.918" v="1979"/>
          <ac:inkMkLst>
            <pc:docMk/>
            <pc:sldMk cId="3482108573" sldId="333"/>
            <ac:inkMk id="12" creationId="{24C71A3F-FA5E-CC7A-CDB6-DAB43F1023BF}"/>
          </ac:inkMkLst>
        </pc:inkChg>
        <pc:inkChg chg="add mod">
          <ac:chgData name="Mahima Weerasinghe" userId="e11e3f55-42da-4e07-8ead-4d7a1d7ea1c6" providerId="ADAL" clId="{79555870-17B4-49F7-B1C8-B4904ED74D5B}" dt="2024-07-21T12:39:09.918" v="1979"/>
          <ac:inkMkLst>
            <pc:docMk/>
            <pc:sldMk cId="3482108573" sldId="333"/>
            <ac:inkMk id="13" creationId="{405AABA0-C0F8-690A-F5D6-81E32CE0560A}"/>
          </ac:inkMkLst>
        </pc:inkChg>
        <pc:inkChg chg="add">
          <ac:chgData name="Mahima Weerasinghe" userId="e11e3f55-42da-4e07-8ead-4d7a1d7ea1c6" providerId="ADAL" clId="{79555870-17B4-49F7-B1C8-B4904ED74D5B}" dt="2024-07-21T12:39:09.407" v="1978" actId="9405"/>
          <ac:inkMkLst>
            <pc:docMk/>
            <pc:sldMk cId="3482108573" sldId="333"/>
            <ac:inkMk id="14" creationId="{769C700B-5728-092F-120B-F1097B8916DC}"/>
          </ac:inkMkLst>
        </pc:inkChg>
        <pc:inkChg chg="add mod">
          <ac:chgData name="Mahima Weerasinghe" userId="e11e3f55-42da-4e07-8ead-4d7a1d7ea1c6" providerId="ADAL" clId="{79555870-17B4-49F7-B1C8-B4904ED74D5B}" dt="2024-07-21T12:39:15.705" v="1991"/>
          <ac:inkMkLst>
            <pc:docMk/>
            <pc:sldMk cId="3482108573" sldId="333"/>
            <ac:inkMk id="16" creationId="{A2F52153-7806-D8C1-EE8B-9389D36AD635}"/>
          </ac:inkMkLst>
        </pc:inkChg>
        <pc:inkChg chg="add mod">
          <ac:chgData name="Mahima Weerasinghe" userId="e11e3f55-42da-4e07-8ead-4d7a1d7ea1c6" providerId="ADAL" clId="{79555870-17B4-49F7-B1C8-B4904ED74D5B}" dt="2024-07-21T12:39:15.705" v="1991"/>
          <ac:inkMkLst>
            <pc:docMk/>
            <pc:sldMk cId="3482108573" sldId="333"/>
            <ac:inkMk id="17" creationId="{FB07EE61-A30D-9228-AB3F-E6C72CE3E2CB}"/>
          </ac:inkMkLst>
        </pc:inkChg>
        <pc:inkChg chg="add mod">
          <ac:chgData name="Mahima Weerasinghe" userId="e11e3f55-42da-4e07-8ead-4d7a1d7ea1c6" providerId="ADAL" clId="{79555870-17B4-49F7-B1C8-B4904ED74D5B}" dt="2024-07-21T12:39:15.705" v="1991"/>
          <ac:inkMkLst>
            <pc:docMk/>
            <pc:sldMk cId="3482108573" sldId="333"/>
            <ac:inkMk id="18" creationId="{E43BE2C5-F71B-D687-EC4A-405C39005CF6}"/>
          </ac:inkMkLst>
        </pc:inkChg>
        <pc:inkChg chg="add mod">
          <ac:chgData name="Mahima Weerasinghe" userId="e11e3f55-42da-4e07-8ead-4d7a1d7ea1c6" providerId="ADAL" clId="{79555870-17B4-49F7-B1C8-B4904ED74D5B}" dt="2024-07-21T12:39:15.705" v="1991"/>
          <ac:inkMkLst>
            <pc:docMk/>
            <pc:sldMk cId="3482108573" sldId="333"/>
            <ac:inkMk id="19" creationId="{E4FBED43-D6ED-74A4-F44F-00CC31A73F9D}"/>
          </ac:inkMkLst>
        </pc:inkChg>
        <pc:inkChg chg="add mod">
          <ac:chgData name="Mahima Weerasinghe" userId="e11e3f55-42da-4e07-8ead-4d7a1d7ea1c6" providerId="ADAL" clId="{79555870-17B4-49F7-B1C8-B4904ED74D5B}" dt="2024-07-21T12:39:15.705" v="1991"/>
          <ac:inkMkLst>
            <pc:docMk/>
            <pc:sldMk cId="3482108573" sldId="333"/>
            <ac:inkMk id="20" creationId="{7C9BE8D2-ECD8-93DA-B010-079DCE043F88}"/>
          </ac:inkMkLst>
        </pc:inkChg>
        <pc:inkChg chg="add mod">
          <ac:chgData name="Mahima Weerasinghe" userId="e11e3f55-42da-4e07-8ead-4d7a1d7ea1c6" providerId="ADAL" clId="{79555870-17B4-49F7-B1C8-B4904ED74D5B}" dt="2024-07-21T12:39:15.705" v="1991"/>
          <ac:inkMkLst>
            <pc:docMk/>
            <pc:sldMk cId="3482108573" sldId="333"/>
            <ac:inkMk id="21" creationId="{00FE7FBD-7EE9-5AC8-C430-C21F4747DF8D}"/>
          </ac:inkMkLst>
        </pc:inkChg>
        <pc:inkChg chg="add mod">
          <ac:chgData name="Mahima Weerasinghe" userId="e11e3f55-42da-4e07-8ead-4d7a1d7ea1c6" providerId="ADAL" clId="{79555870-17B4-49F7-B1C8-B4904ED74D5B}" dt="2024-07-21T12:39:15.705" v="1991"/>
          <ac:inkMkLst>
            <pc:docMk/>
            <pc:sldMk cId="3482108573" sldId="333"/>
            <ac:inkMk id="22" creationId="{7C2B1B56-D713-AE3B-54E7-EC3670A9D9ED}"/>
          </ac:inkMkLst>
        </pc:inkChg>
        <pc:inkChg chg="add mod">
          <ac:chgData name="Mahima Weerasinghe" userId="e11e3f55-42da-4e07-8ead-4d7a1d7ea1c6" providerId="ADAL" clId="{79555870-17B4-49F7-B1C8-B4904ED74D5B}" dt="2024-07-21T12:39:15.705" v="1991"/>
          <ac:inkMkLst>
            <pc:docMk/>
            <pc:sldMk cId="3482108573" sldId="333"/>
            <ac:inkMk id="23" creationId="{6C3829FB-8F36-C596-D720-4C5A3DC4CC2F}"/>
          </ac:inkMkLst>
        </pc:inkChg>
        <pc:inkChg chg="add mod">
          <ac:chgData name="Mahima Weerasinghe" userId="e11e3f55-42da-4e07-8ead-4d7a1d7ea1c6" providerId="ADAL" clId="{79555870-17B4-49F7-B1C8-B4904ED74D5B}" dt="2024-07-21T12:39:15.705" v="1991"/>
          <ac:inkMkLst>
            <pc:docMk/>
            <pc:sldMk cId="3482108573" sldId="333"/>
            <ac:inkMk id="24" creationId="{0C4ED97B-2884-DAD8-1C29-C0A2785DFED1}"/>
          </ac:inkMkLst>
        </pc:inkChg>
        <pc:inkChg chg="add mod">
          <ac:chgData name="Mahima Weerasinghe" userId="e11e3f55-42da-4e07-8ead-4d7a1d7ea1c6" providerId="ADAL" clId="{79555870-17B4-49F7-B1C8-B4904ED74D5B}" dt="2024-07-21T12:39:15.705" v="1991"/>
          <ac:inkMkLst>
            <pc:docMk/>
            <pc:sldMk cId="3482108573" sldId="333"/>
            <ac:inkMk id="25" creationId="{DB206E90-FC31-A1CE-E5C4-D6B8ED65BF33}"/>
          </ac:inkMkLst>
        </pc:inkChg>
        <pc:inkChg chg="add">
          <ac:chgData name="Mahima Weerasinghe" userId="e11e3f55-42da-4e07-8ead-4d7a1d7ea1c6" providerId="ADAL" clId="{79555870-17B4-49F7-B1C8-B4904ED74D5B}" dt="2024-07-21T12:39:15.182" v="1990" actId="9405"/>
          <ac:inkMkLst>
            <pc:docMk/>
            <pc:sldMk cId="3482108573" sldId="333"/>
            <ac:inkMk id="26" creationId="{10DBB719-42A6-60C7-B35C-0811DCCE78D7}"/>
          </ac:inkMkLst>
        </pc:inkChg>
        <pc:inkChg chg="add mod">
          <ac:chgData name="Mahima Weerasinghe" userId="e11e3f55-42da-4e07-8ead-4d7a1d7ea1c6" providerId="ADAL" clId="{79555870-17B4-49F7-B1C8-B4904ED74D5B}" dt="2024-07-21T12:39:27.212" v="1996"/>
          <ac:inkMkLst>
            <pc:docMk/>
            <pc:sldMk cId="3482108573" sldId="333"/>
            <ac:inkMk id="29" creationId="{D3112605-767A-45C2-7211-45945F4C5255}"/>
          </ac:inkMkLst>
        </pc:inkChg>
        <pc:inkChg chg="add mod">
          <ac:chgData name="Mahima Weerasinghe" userId="e11e3f55-42da-4e07-8ead-4d7a1d7ea1c6" providerId="ADAL" clId="{79555870-17B4-49F7-B1C8-B4904ED74D5B}" dt="2024-07-21T12:39:27.212" v="1996"/>
          <ac:inkMkLst>
            <pc:docMk/>
            <pc:sldMk cId="3482108573" sldId="333"/>
            <ac:inkMk id="30" creationId="{A9777BCF-4089-AAB5-7902-9F4ACD13977A}"/>
          </ac:inkMkLst>
        </pc:inkChg>
        <pc:inkChg chg="add mod">
          <ac:chgData name="Mahima Weerasinghe" userId="e11e3f55-42da-4e07-8ead-4d7a1d7ea1c6" providerId="ADAL" clId="{79555870-17B4-49F7-B1C8-B4904ED74D5B}" dt="2024-07-21T12:39:27.212" v="1996"/>
          <ac:inkMkLst>
            <pc:docMk/>
            <pc:sldMk cId="3482108573" sldId="333"/>
            <ac:inkMk id="32" creationId="{D6DCAABF-E798-9A7D-3227-A064ADC79F5D}"/>
          </ac:inkMkLst>
        </pc:inkChg>
        <pc:inkChg chg="add mod">
          <ac:chgData name="Mahima Weerasinghe" userId="e11e3f55-42da-4e07-8ead-4d7a1d7ea1c6" providerId="ADAL" clId="{79555870-17B4-49F7-B1C8-B4904ED74D5B}" dt="2024-07-21T12:39:29.682" v="2000"/>
          <ac:inkMkLst>
            <pc:docMk/>
            <pc:sldMk cId="3482108573" sldId="333"/>
            <ac:inkMk id="34" creationId="{965092E1-FB5C-FDFD-ADDE-CF1753947D5A}"/>
          </ac:inkMkLst>
        </pc:inkChg>
        <pc:inkChg chg="add mod">
          <ac:chgData name="Mahima Weerasinghe" userId="e11e3f55-42da-4e07-8ead-4d7a1d7ea1c6" providerId="ADAL" clId="{79555870-17B4-49F7-B1C8-B4904ED74D5B}" dt="2024-07-21T12:39:29.682" v="2000"/>
          <ac:inkMkLst>
            <pc:docMk/>
            <pc:sldMk cId="3482108573" sldId="333"/>
            <ac:inkMk id="35" creationId="{E3A4A527-F806-5D8D-BC7B-4F359AC7DD7B}"/>
          </ac:inkMkLst>
        </pc:inkChg>
        <pc:inkChg chg="add mod">
          <ac:chgData name="Mahima Weerasinghe" userId="e11e3f55-42da-4e07-8ead-4d7a1d7ea1c6" providerId="ADAL" clId="{79555870-17B4-49F7-B1C8-B4904ED74D5B}" dt="2024-07-21T12:39:29.682" v="2000"/>
          <ac:inkMkLst>
            <pc:docMk/>
            <pc:sldMk cId="3482108573" sldId="333"/>
            <ac:inkMk id="36" creationId="{2A97155F-BB35-75BD-0E13-A2821E8C3670}"/>
          </ac:inkMkLst>
        </pc:inkChg>
      </pc:sldChg>
      <pc:sldChg chg="addSp delSp modSp add mod">
        <pc:chgData name="Mahima Weerasinghe" userId="e11e3f55-42da-4e07-8ead-4d7a1d7ea1c6" providerId="ADAL" clId="{79555870-17B4-49F7-B1C8-B4904ED74D5B}" dt="2024-07-21T12:44:40.745" v="2041"/>
        <pc:sldMkLst>
          <pc:docMk/>
          <pc:sldMk cId="355114043" sldId="334"/>
        </pc:sldMkLst>
        <pc:spChg chg="mod">
          <ac:chgData name="Mahima Weerasinghe" userId="e11e3f55-42da-4e07-8ead-4d7a1d7ea1c6" providerId="ADAL" clId="{79555870-17B4-49F7-B1C8-B4904ED74D5B}" dt="2024-06-27T14:09:55.123" v="843" actId="20577"/>
          <ac:spMkLst>
            <pc:docMk/>
            <pc:sldMk cId="355114043" sldId="334"/>
            <ac:spMk id="2" creationId="{2F0D6ED4-F78F-2C26-88F4-304326985261}"/>
          </ac:spMkLst>
        </pc:spChg>
        <pc:spChg chg="mod">
          <ac:chgData name="Mahima Weerasinghe" userId="e11e3f55-42da-4e07-8ead-4d7a1d7ea1c6" providerId="ADAL" clId="{79555870-17B4-49F7-B1C8-B4904ED74D5B}" dt="2024-06-27T14:20:00.377" v="927" actId="12"/>
          <ac:spMkLst>
            <pc:docMk/>
            <pc:sldMk cId="355114043" sldId="334"/>
            <ac:spMk id="3" creationId="{A1EE6C5F-AAB4-1122-C0EF-D8F784C4D903}"/>
          </ac:spMkLst>
        </pc:spChg>
        <pc:spChg chg="add mod">
          <ac:chgData name="Mahima Weerasinghe" userId="e11e3f55-42da-4e07-8ead-4d7a1d7ea1c6" providerId="ADAL" clId="{79555870-17B4-49F7-B1C8-B4904ED74D5B}" dt="2024-06-27T14:21:25.179" v="945" actId="13926"/>
          <ac:spMkLst>
            <pc:docMk/>
            <pc:sldMk cId="355114043" sldId="334"/>
            <ac:spMk id="4" creationId="{88BF0465-EB56-345C-4A71-5E4010BDBC49}"/>
          </ac:spMkLst>
        </pc:spChg>
        <pc:spChg chg="add mod">
          <ac:chgData name="Mahima Weerasinghe" userId="e11e3f55-42da-4e07-8ead-4d7a1d7ea1c6" providerId="ADAL" clId="{79555870-17B4-49F7-B1C8-B4904ED74D5B}" dt="2024-06-27T14:22:06.369" v="953" actId="20577"/>
          <ac:spMkLst>
            <pc:docMk/>
            <pc:sldMk cId="355114043" sldId="334"/>
            <ac:spMk id="5" creationId="{4A8454D3-1494-1E06-FD2F-35626A52931C}"/>
          </ac:spMkLst>
        </pc:spChg>
        <pc:grpChg chg="mod">
          <ac:chgData name="Mahima Weerasinghe" userId="e11e3f55-42da-4e07-8ead-4d7a1d7ea1c6" providerId="ADAL" clId="{79555870-17B4-49F7-B1C8-B4904ED74D5B}" dt="2024-07-21T12:44:16.631" v="2003"/>
          <ac:grpSpMkLst>
            <pc:docMk/>
            <pc:sldMk cId="355114043" sldId="334"/>
            <ac:grpSpMk id="8" creationId="{CBC4A240-E44E-3CF6-4D21-2BA4F2CDEF1A}"/>
          </ac:grpSpMkLst>
        </pc:grpChg>
        <pc:grpChg chg="del mod">
          <ac:chgData name="Mahima Weerasinghe" userId="e11e3f55-42da-4e07-8ead-4d7a1d7ea1c6" providerId="ADAL" clId="{79555870-17B4-49F7-B1C8-B4904ED74D5B}" dt="2024-07-21T12:44:27.275" v="2020"/>
          <ac:grpSpMkLst>
            <pc:docMk/>
            <pc:sldMk cId="355114043" sldId="334"/>
            <ac:grpSpMk id="20" creationId="{F0805962-E003-9A33-AC21-9E6891369AE3}"/>
          </ac:grpSpMkLst>
        </pc:grpChg>
        <pc:grpChg chg="del mod">
          <ac:chgData name="Mahima Weerasinghe" userId="e11e3f55-42da-4e07-8ead-4d7a1d7ea1c6" providerId="ADAL" clId="{79555870-17B4-49F7-B1C8-B4904ED74D5B}" dt="2024-07-21T12:44:35.725" v="2033"/>
          <ac:grpSpMkLst>
            <pc:docMk/>
            <pc:sldMk cId="355114043" sldId="334"/>
            <ac:grpSpMk id="25" creationId="{7E2EE00E-2F0A-C312-0A37-8562547BCE43}"/>
          </ac:grpSpMkLst>
        </pc:grpChg>
        <pc:grpChg chg="del mod">
          <ac:chgData name="Mahima Weerasinghe" userId="e11e3f55-42da-4e07-8ead-4d7a1d7ea1c6" providerId="ADAL" clId="{79555870-17B4-49F7-B1C8-B4904ED74D5B}" dt="2024-07-21T12:44:35.725" v="2033"/>
          <ac:grpSpMkLst>
            <pc:docMk/>
            <pc:sldMk cId="355114043" sldId="334"/>
            <ac:grpSpMk id="34" creationId="{5A4E0070-314A-1747-D654-B10F4B71D9B3}"/>
          </ac:grpSpMkLst>
        </pc:grpChg>
        <pc:grpChg chg="del mod">
          <ac:chgData name="Mahima Weerasinghe" userId="e11e3f55-42da-4e07-8ead-4d7a1d7ea1c6" providerId="ADAL" clId="{79555870-17B4-49F7-B1C8-B4904ED74D5B}" dt="2024-07-21T12:44:36.239" v="2035"/>
          <ac:grpSpMkLst>
            <pc:docMk/>
            <pc:sldMk cId="355114043" sldId="334"/>
            <ac:grpSpMk id="38" creationId="{CB4C052B-05EE-1C6D-D35B-A0382B32A773}"/>
          </ac:grpSpMkLst>
        </pc:grpChg>
        <pc:grpChg chg="del mod">
          <ac:chgData name="Mahima Weerasinghe" userId="e11e3f55-42da-4e07-8ead-4d7a1d7ea1c6" providerId="ADAL" clId="{79555870-17B4-49F7-B1C8-B4904ED74D5B}" dt="2024-07-21T12:44:40.745" v="2041"/>
          <ac:grpSpMkLst>
            <pc:docMk/>
            <pc:sldMk cId="355114043" sldId="334"/>
            <ac:grpSpMk id="40" creationId="{52C87781-C648-D11D-D1D8-74555D359B1A}"/>
          </ac:grpSpMkLst>
        </pc:grpChg>
        <pc:grpChg chg="mod">
          <ac:chgData name="Mahima Weerasinghe" userId="e11e3f55-42da-4e07-8ead-4d7a1d7ea1c6" providerId="ADAL" clId="{79555870-17B4-49F7-B1C8-B4904ED74D5B}" dt="2024-07-21T12:44:40.745" v="2041"/>
          <ac:grpSpMkLst>
            <pc:docMk/>
            <pc:sldMk cId="355114043" sldId="334"/>
            <ac:grpSpMk id="46" creationId="{DAE9B8A8-E155-CB9C-9E43-2D61ABE96470}"/>
          </ac:grpSpMkLst>
        </pc:grpChg>
        <pc:inkChg chg="add mod">
          <ac:chgData name="Mahima Weerasinghe" userId="e11e3f55-42da-4e07-8ead-4d7a1d7ea1c6" providerId="ADAL" clId="{79555870-17B4-49F7-B1C8-B4904ED74D5B}" dt="2024-07-21T12:44:16.631" v="2003"/>
          <ac:inkMkLst>
            <pc:docMk/>
            <pc:sldMk cId="355114043" sldId="334"/>
            <ac:inkMk id="6" creationId="{4F17B466-9824-1778-E7B3-C9536409261C}"/>
          </ac:inkMkLst>
        </pc:inkChg>
        <pc:inkChg chg="add mod">
          <ac:chgData name="Mahima Weerasinghe" userId="e11e3f55-42da-4e07-8ead-4d7a1d7ea1c6" providerId="ADAL" clId="{79555870-17B4-49F7-B1C8-B4904ED74D5B}" dt="2024-07-21T12:44:16.631" v="2003"/>
          <ac:inkMkLst>
            <pc:docMk/>
            <pc:sldMk cId="355114043" sldId="334"/>
            <ac:inkMk id="7" creationId="{45A7ECED-E168-82EA-7CA4-0E8700B7F003}"/>
          </ac:inkMkLst>
        </pc:inkChg>
        <pc:inkChg chg="add mod">
          <ac:chgData name="Mahima Weerasinghe" userId="e11e3f55-42da-4e07-8ead-4d7a1d7ea1c6" providerId="ADAL" clId="{79555870-17B4-49F7-B1C8-B4904ED74D5B}" dt="2024-07-21T12:44:40.745" v="2041"/>
          <ac:inkMkLst>
            <pc:docMk/>
            <pc:sldMk cId="355114043" sldId="334"/>
            <ac:inkMk id="9" creationId="{0B1D86B1-1560-935E-A4A7-673D75415CB0}"/>
          </ac:inkMkLst>
        </pc:inkChg>
        <pc:inkChg chg="add mod">
          <ac:chgData name="Mahima Weerasinghe" userId="e11e3f55-42da-4e07-8ead-4d7a1d7ea1c6" providerId="ADAL" clId="{79555870-17B4-49F7-B1C8-B4904ED74D5B}" dt="2024-07-21T12:44:40.745" v="2041"/>
          <ac:inkMkLst>
            <pc:docMk/>
            <pc:sldMk cId="355114043" sldId="334"/>
            <ac:inkMk id="10" creationId="{DBC3F2FC-22E4-4A5D-2DC2-D7F887CFEFBF}"/>
          </ac:inkMkLst>
        </pc:inkChg>
        <pc:inkChg chg="add mod">
          <ac:chgData name="Mahima Weerasinghe" userId="e11e3f55-42da-4e07-8ead-4d7a1d7ea1c6" providerId="ADAL" clId="{79555870-17B4-49F7-B1C8-B4904ED74D5B}" dt="2024-07-21T12:44:40.745" v="2041"/>
          <ac:inkMkLst>
            <pc:docMk/>
            <pc:sldMk cId="355114043" sldId="334"/>
            <ac:inkMk id="11" creationId="{4B18BB63-7991-AFB6-719B-84F5871CA970}"/>
          </ac:inkMkLst>
        </pc:inkChg>
        <pc:inkChg chg="add mod">
          <ac:chgData name="Mahima Weerasinghe" userId="e11e3f55-42da-4e07-8ead-4d7a1d7ea1c6" providerId="ADAL" clId="{79555870-17B4-49F7-B1C8-B4904ED74D5B}" dt="2024-07-21T12:44:40.745" v="2041"/>
          <ac:inkMkLst>
            <pc:docMk/>
            <pc:sldMk cId="355114043" sldId="334"/>
            <ac:inkMk id="12" creationId="{F24F3CA7-DB5A-3DFA-3ADA-CCB8D57178EB}"/>
          </ac:inkMkLst>
        </pc:inkChg>
        <pc:inkChg chg="add mod">
          <ac:chgData name="Mahima Weerasinghe" userId="e11e3f55-42da-4e07-8ead-4d7a1d7ea1c6" providerId="ADAL" clId="{79555870-17B4-49F7-B1C8-B4904ED74D5B}" dt="2024-07-21T12:44:40.745" v="2041"/>
          <ac:inkMkLst>
            <pc:docMk/>
            <pc:sldMk cId="355114043" sldId="334"/>
            <ac:inkMk id="13" creationId="{EE72C0B5-E705-7D39-A9BC-1D931E18E824}"/>
          </ac:inkMkLst>
        </pc:inkChg>
        <pc:inkChg chg="add mod">
          <ac:chgData name="Mahima Weerasinghe" userId="e11e3f55-42da-4e07-8ead-4d7a1d7ea1c6" providerId="ADAL" clId="{79555870-17B4-49F7-B1C8-B4904ED74D5B}" dt="2024-07-21T12:44:40.745" v="2041"/>
          <ac:inkMkLst>
            <pc:docMk/>
            <pc:sldMk cId="355114043" sldId="334"/>
            <ac:inkMk id="14" creationId="{9054D481-D2CB-88B5-7078-24AA07423C5E}"/>
          </ac:inkMkLst>
        </pc:inkChg>
        <pc:inkChg chg="add mod">
          <ac:chgData name="Mahima Weerasinghe" userId="e11e3f55-42da-4e07-8ead-4d7a1d7ea1c6" providerId="ADAL" clId="{79555870-17B4-49F7-B1C8-B4904ED74D5B}" dt="2024-07-21T12:44:40.745" v="2041"/>
          <ac:inkMkLst>
            <pc:docMk/>
            <pc:sldMk cId="355114043" sldId="334"/>
            <ac:inkMk id="15" creationId="{0D1AA63A-5F07-7EAC-8C31-F512901015B9}"/>
          </ac:inkMkLst>
        </pc:inkChg>
        <pc:inkChg chg="add mod">
          <ac:chgData name="Mahima Weerasinghe" userId="e11e3f55-42da-4e07-8ead-4d7a1d7ea1c6" providerId="ADAL" clId="{79555870-17B4-49F7-B1C8-B4904ED74D5B}" dt="2024-07-21T12:44:40.745" v="2041"/>
          <ac:inkMkLst>
            <pc:docMk/>
            <pc:sldMk cId="355114043" sldId="334"/>
            <ac:inkMk id="16" creationId="{3A5681A5-D6A4-011B-277B-3039D4F9E8D1}"/>
          </ac:inkMkLst>
        </pc:inkChg>
        <pc:inkChg chg="add mod">
          <ac:chgData name="Mahima Weerasinghe" userId="e11e3f55-42da-4e07-8ead-4d7a1d7ea1c6" providerId="ADAL" clId="{79555870-17B4-49F7-B1C8-B4904ED74D5B}" dt="2024-07-21T12:44:40.745" v="2041"/>
          <ac:inkMkLst>
            <pc:docMk/>
            <pc:sldMk cId="355114043" sldId="334"/>
            <ac:inkMk id="17" creationId="{1F2987D4-20BB-32BD-11EE-E6C8580147FD}"/>
          </ac:inkMkLst>
        </pc:inkChg>
        <pc:inkChg chg="add mod">
          <ac:chgData name="Mahima Weerasinghe" userId="e11e3f55-42da-4e07-8ead-4d7a1d7ea1c6" providerId="ADAL" clId="{79555870-17B4-49F7-B1C8-B4904ED74D5B}" dt="2024-07-21T12:44:40.745" v="2041"/>
          <ac:inkMkLst>
            <pc:docMk/>
            <pc:sldMk cId="355114043" sldId="334"/>
            <ac:inkMk id="18" creationId="{CC805755-852C-CE6D-E7E6-9FF16FB8A2FB}"/>
          </ac:inkMkLst>
        </pc:inkChg>
        <pc:inkChg chg="add mod">
          <ac:chgData name="Mahima Weerasinghe" userId="e11e3f55-42da-4e07-8ead-4d7a1d7ea1c6" providerId="ADAL" clId="{79555870-17B4-49F7-B1C8-B4904ED74D5B}" dt="2024-07-21T12:44:40.745" v="2041"/>
          <ac:inkMkLst>
            <pc:docMk/>
            <pc:sldMk cId="355114043" sldId="334"/>
            <ac:inkMk id="19" creationId="{2C9DF714-B8CE-0BFD-870E-C0795CBA85F3}"/>
          </ac:inkMkLst>
        </pc:inkChg>
        <pc:inkChg chg="add mod">
          <ac:chgData name="Mahima Weerasinghe" userId="e11e3f55-42da-4e07-8ead-4d7a1d7ea1c6" providerId="ADAL" clId="{79555870-17B4-49F7-B1C8-B4904ED74D5B}" dt="2024-07-21T12:44:40.745" v="2041"/>
          <ac:inkMkLst>
            <pc:docMk/>
            <pc:sldMk cId="355114043" sldId="334"/>
            <ac:inkMk id="21" creationId="{3843AC36-32B1-D2A8-4B13-ECF8AA4FFB1A}"/>
          </ac:inkMkLst>
        </pc:inkChg>
        <pc:inkChg chg="add mod">
          <ac:chgData name="Mahima Weerasinghe" userId="e11e3f55-42da-4e07-8ead-4d7a1d7ea1c6" providerId="ADAL" clId="{79555870-17B4-49F7-B1C8-B4904ED74D5B}" dt="2024-07-21T12:44:40.745" v="2041"/>
          <ac:inkMkLst>
            <pc:docMk/>
            <pc:sldMk cId="355114043" sldId="334"/>
            <ac:inkMk id="22" creationId="{90E5DAC4-4D4A-DA45-772D-58445E16C24C}"/>
          </ac:inkMkLst>
        </pc:inkChg>
        <pc:inkChg chg="add mod">
          <ac:chgData name="Mahima Weerasinghe" userId="e11e3f55-42da-4e07-8ead-4d7a1d7ea1c6" providerId="ADAL" clId="{79555870-17B4-49F7-B1C8-B4904ED74D5B}" dt="2024-07-21T12:44:40.745" v="2041"/>
          <ac:inkMkLst>
            <pc:docMk/>
            <pc:sldMk cId="355114043" sldId="334"/>
            <ac:inkMk id="23" creationId="{16BBABCA-3B1E-14B6-0439-3E8890D39CAC}"/>
          </ac:inkMkLst>
        </pc:inkChg>
        <pc:inkChg chg="add mod">
          <ac:chgData name="Mahima Weerasinghe" userId="e11e3f55-42da-4e07-8ead-4d7a1d7ea1c6" providerId="ADAL" clId="{79555870-17B4-49F7-B1C8-B4904ED74D5B}" dt="2024-07-21T12:44:40.745" v="2041"/>
          <ac:inkMkLst>
            <pc:docMk/>
            <pc:sldMk cId="355114043" sldId="334"/>
            <ac:inkMk id="24" creationId="{D593B1F7-8BC0-2806-010B-0FA48F4CEAE1}"/>
          </ac:inkMkLst>
        </pc:inkChg>
        <pc:inkChg chg="add mod">
          <ac:chgData name="Mahima Weerasinghe" userId="e11e3f55-42da-4e07-8ead-4d7a1d7ea1c6" providerId="ADAL" clId="{79555870-17B4-49F7-B1C8-B4904ED74D5B}" dt="2024-07-21T12:44:40.745" v="2041"/>
          <ac:inkMkLst>
            <pc:docMk/>
            <pc:sldMk cId="355114043" sldId="334"/>
            <ac:inkMk id="26" creationId="{9FEC1E6E-71F8-2168-F64F-1E27E2E33785}"/>
          </ac:inkMkLst>
        </pc:inkChg>
        <pc:inkChg chg="add mod">
          <ac:chgData name="Mahima Weerasinghe" userId="e11e3f55-42da-4e07-8ead-4d7a1d7ea1c6" providerId="ADAL" clId="{79555870-17B4-49F7-B1C8-B4904ED74D5B}" dt="2024-07-21T12:44:40.745" v="2041"/>
          <ac:inkMkLst>
            <pc:docMk/>
            <pc:sldMk cId="355114043" sldId="334"/>
            <ac:inkMk id="27" creationId="{E8910BD3-5636-AF4F-A1B7-4A8FC688952F}"/>
          </ac:inkMkLst>
        </pc:inkChg>
        <pc:inkChg chg="add mod">
          <ac:chgData name="Mahima Weerasinghe" userId="e11e3f55-42da-4e07-8ead-4d7a1d7ea1c6" providerId="ADAL" clId="{79555870-17B4-49F7-B1C8-B4904ED74D5B}" dt="2024-07-21T12:44:40.745" v="2041"/>
          <ac:inkMkLst>
            <pc:docMk/>
            <pc:sldMk cId="355114043" sldId="334"/>
            <ac:inkMk id="28" creationId="{20E552ED-D3FD-4C1A-3951-5E13E1F3985B}"/>
          </ac:inkMkLst>
        </pc:inkChg>
        <pc:inkChg chg="add mod">
          <ac:chgData name="Mahima Weerasinghe" userId="e11e3f55-42da-4e07-8ead-4d7a1d7ea1c6" providerId="ADAL" clId="{79555870-17B4-49F7-B1C8-B4904ED74D5B}" dt="2024-07-21T12:44:40.745" v="2041"/>
          <ac:inkMkLst>
            <pc:docMk/>
            <pc:sldMk cId="355114043" sldId="334"/>
            <ac:inkMk id="29" creationId="{49384382-DD4E-49C9-68A9-043EAF422B39}"/>
          </ac:inkMkLst>
        </pc:inkChg>
        <pc:inkChg chg="add mod">
          <ac:chgData name="Mahima Weerasinghe" userId="e11e3f55-42da-4e07-8ead-4d7a1d7ea1c6" providerId="ADAL" clId="{79555870-17B4-49F7-B1C8-B4904ED74D5B}" dt="2024-07-21T12:44:40.745" v="2041"/>
          <ac:inkMkLst>
            <pc:docMk/>
            <pc:sldMk cId="355114043" sldId="334"/>
            <ac:inkMk id="30" creationId="{CECE0F06-93B2-DAB2-DDD5-1EAF67A74E57}"/>
          </ac:inkMkLst>
        </pc:inkChg>
        <pc:inkChg chg="add mod">
          <ac:chgData name="Mahima Weerasinghe" userId="e11e3f55-42da-4e07-8ead-4d7a1d7ea1c6" providerId="ADAL" clId="{79555870-17B4-49F7-B1C8-B4904ED74D5B}" dt="2024-07-21T12:44:40.745" v="2041"/>
          <ac:inkMkLst>
            <pc:docMk/>
            <pc:sldMk cId="355114043" sldId="334"/>
            <ac:inkMk id="31" creationId="{67164A2A-5E9D-7325-0FFC-EE65B4508841}"/>
          </ac:inkMkLst>
        </pc:inkChg>
        <pc:inkChg chg="add mod">
          <ac:chgData name="Mahima Weerasinghe" userId="e11e3f55-42da-4e07-8ead-4d7a1d7ea1c6" providerId="ADAL" clId="{79555870-17B4-49F7-B1C8-B4904ED74D5B}" dt="2024-07-21T12:44:40.745" v="2041"/>
          <ac:inkMkLst>
            <pc:docMk/>
            <pc:sldMk cId="355114043" sldId="334"/>
            <ac:inkMk id="32" creationId="{6522C078-585B-5300-7113-607A6F793566}"/>
          </ac:inkMkLst>
        </pc:inkChg>
        <pc:inkChg chg="add mod">
          <ac:chgData name="Mahima Weerasinghe" userId="e11e3f55-42da-4e07-8ead-4d7a1d7ea1c6" providerId="ADAL" clId="{79555870-17B4-49F7-B1C8-B4904ED74D5B}" dt="2024-07-21T12:44:40.745" v="2041"/>
          <ac:inkMkLst>
            <pc:docMk/>
            <pc:sldMk cId="355114043" sldId="334"/>
            <ac:inkMk id="33" creationId="{7EC61E19-FF73-1E31-B1D4-6272955B3D64}"/>
          </ac:inkMkLst>
        </pc:inkChg>
        <pc:inkChg chg="add mod">
          <ac:chgData name="Mahima Weerasinghe" userId="e11e3f55-42da-4e07-8ead-4d7a1d7ea1c6" providerId="ADAL" clId="{79555870-17B4-49F7-B1C8-B4904ED74D5B}" dt="2024-07-21T12:44:40.745" v="2041"/>
          <ac:inkMkLst>
            <pc:docMk/>
            <pc:sldMk cId="355114043" sldId="334"/>
            <ac:inkMk id="35" creationId="{0CB15041-3246-52B7-8DFD-AA95E4A2A60F}"/>
          </ac:inkMkLst>
        </pc:inkChg>
        <pc:inkChg chg="add mod">
          <ac:chgData name="Mahima Weerasinghe" userId="e11e3f55-42da-4e07-8ead-4d7a1d7ea1c6" providerId="ADAL" clId="{79555870-17B4-49F7-B1C8-B4904ED74D5B}" dt="2024-07-21T12:44:40.745" v="2041"/>
          <ac:inkMkLst>
            <pc:docMk/>
            <pc:sldMk cId="355114043" sldId="334"/>
            <ac:inkMk id="36" creationId="{9B1507F9-C82E-6D84-393A-FF0CDA56A491}"/>
          </ac:inkMkLst>
        </pc:inkChg>
        <pc:inkChg chg="add mod">
          <ac:chgData name="Mahima Weerasinghe" userId="e11e3f55-42da-4e07-8ead-4d7a1d7ea1c6" providerId="ADAL" clId="{79555870-17B4-49F7-B1C8-B4904ED74D5B}" dt="2024-07-21T12:44:40.745" v="2041"/>
          <ac:inkMkLst>
            <pc:docMk/>
            <pc:sldMk cId="355114043" sldId="334"/>
            <ac:inkMk id="37" creationId="{A2D08631-04D3-1D01-0EBB-EB334B9FEDD6}"/>
          </ac:inkMkLst>
        </pc:inkChg>
        <pc:inkChg chg="add mod">
          <ac:chgData name="Mahima Weerasinghe" userId="e11e3f55-42da-4e07-8ead-4d7a1d7ea1c6" providerId="ADAL" clId="{79555870-17B4-49F7-B1C8-B4904ED74D5B}" dt="2024-07-21T12:44:40.745" v="2041"/>
          <ac:inkMkLst>
            <pc:docMk/>
            <pc:sldMk cId="355114043" sldId="334"/>
            <ac:inkMk id="39" creationId="{F10D0E8D-D935-9712-5BF4-0B182B91790F}"/>
          </ac:inkMkLst>
        </pc:inkChg>
        <pc:inkChg chg="add mod">
          <ac:chgData name="Mahima Weerasinghe" userId="e11e3f55-42da-4e07-8ead-4d7a1d7ea1c6" providerId="ADAL" clId="{79555870-17B4-49F7-B1C8-B4904ED74D5B}" dt="2024-07-21T12:44:40.745" v="2041"/>
          <ac:inkMkLst>
            <pc:docMk/>
            <pc:sldMk cId="355114043" sldId="334"/>
            <ac:inkMk id="41" creationId="{F8BCE037-A6D2-F720-1C30-82C1332B12D2}"/>
          </ac:inkMkLst>
        </pc:inkChg>
        <pc:inkChg chg="add mod">
          <ac:chgData name="Mahima Weerasinghe" userId="e11e3f55-42da-4e07-8ead-4d7a1d7ea1c6" providerId="ADAL" clId="{79555870-17B4-49F7-B1C8-B4904ED74D5B}" dt="2024-07-21T12:44:40.745" v="2041"/>
          <ac:inkMkLst>
            <pc:docMk/>
            <pc:sldMk cId="355114043" sldId="334"/>
            <ac:inkMk id="42" creationId="{7DA405A8-6F81-CB16-9C5F-47E7442E1F12}"/>
          </ac:inkMkLst>
        </pc:inkChg>
        <pc:inkChg chg="add mod">
          <ac:chgData name="Mahima Weerasinghe" userId="e11e3f55-42da-4e07-8ead-4d7a1d7ea1c6" providerId="ADAL" clId="{79555870-17B4-49F7-B1C8-B4904ED74D5B}" dt="2024-07-21T12:44:40.745" v="2041"/>
          <ac:inkMkLst>
            <pc:docMk/>
            <pc:sldMk cId="355114043" sldId="334"/>
            <ac:inkMk id="43" creationId="{2E1062DA-A525-8AB4-5657-0E2E47CCEF75}"/>
          </ac:inkMkLst>
        </pc:inkChg>
        <pc:inkChg chg="add mod">
          <ac:chgData name="Mahima Weerasinghe" userId="e11e3f55-42da-4e07-8ead-4d7a1d7ea1c6" providerId="ADAL" clId="{79555870-17B4-49F7-B1C8-B4904ED74D5B}" dt="2024-07-21T12:44:40.745" v="2041"/>
          <ac:inkMkLst>
            <pc:docMk/>
            <pc:sldMk cId="355114043" sldId="334"/>
            <ac:inkMk id="44" creationId="{20A85BC2-587F-28ED-E6D5-9126097A3C50}"/>
          </ac:inkMkLst>
        </pc:inkChg>
        <pc:inkChg chg="add mod">
          <ac:chgData name="Mahima Weerasinghe" userId="e11e3f55-42da-4e07-8ead-4d7a1d7ea1c6" providerId="ADAL" clId="{79555870-17B4-49F7-B1C8-B4904ED74D5B}" dt="2024-07-21T12:44:40.745" v="2041"/>
          <ac:inkMkLst>
            <pc:docMk/>
            <pc:sldMk cId="355114043" sldId="334"/>
            <ac:inkMk id="45" creationId="{C7D7B8A3-FAC6-D5B5-8E8D-A7F9ABE7CEF7}"/>
          </ac:inkMkLst>
        </pc:inkChg>
      </pc:sldChg>
      <pc:sldChg chg="new del">
        <pc:chgData name="Mahima Weerasinghe" userId="e11e3f55-42da-4e07-8ead-4d7a1d7ea1c6" providerId="ADAL" clId="{79555870-17B4-49F7-B1C8-B4904ED74D5B}" dt="2024-06-27T14:09:36.647" v="820" actId="680"/>
        <pc:sldMkLst>
          <pc:docMk/>
          <pc:sldMk cId="2945824134" sldId="334"/>
        </pc:sldMkLst>
      </pc:sldChg>
      <pc:sldChg chg="new del">
        <pc:chgData name="Mahima Weerasinghe" userId="e11e3f55-42da-4e07-8ead-4d7a1d7ea1c6" providerId="ADAL" clId="{79555870-17B4-49F7-B1C8-B4904ED74D5B}" dt="2024-06-27T14:09:43.577" v="822" actId="680"/>
        <pc:sldMkLst>
          <pc:docMk/>
          <pc:sldMk cId="3356398838" sldId="334"/>
        </pc:sldMkLst>
      </pc:sldChg>
      <pc:sldChg chg="addSp delSp modSp add mod">
        <pc:chgData name="Mahima Weerasinghe" userId="e11e3f55-42da-4e07-8ead-4d7a1d7ea1c6" providerId="ADAL" clId="{79555870-17B4-49F7-B1C8-B4904ED74D5B}" dt="2024-07-21T13:50:52.018" v="2719"/>
        <pc:sldMkLst>
          <pc:docMk/>
          <pc:sldMk cId="1927429806" sldId="335"/>
        </pc:sldMkLst>
        <pc:spChg chg="mod">
          <ac:chgData name="Mahima Weerasinghe" userId="e11e3f55-42da-4e07-8ead-4d7a1d7ea1c6" providerId="ADAL" clId="{79555870-17B4-49F7-B1C8-B4904ED74D5B}" dt="2024-07-15T03:10:22.787" v="1040" actId="20577"/>
          <ac:spMkLst>
            <pc:docMk/>
            <pc:sldMk cId="1927429806" sldId="335"/>
            <ac:spMk id="2" creationId="{2F0D6ED4-F78F-2C26-88F4-304326985261}"/>
          </ac:spMkLst>
        </pc:spChg>
        <pc:spChg chg="mod">
          <ac:chgData name="Mahima Weerasinghe" userId="e11e3f55-42da-4e07-8ead-4d7a1d7ea1c6" providerId="ADAL" clId="{79555870-17B4-49F7-B1C8-B4904ED74D5B}" dt="2024-07-15T03:11:32.061" v="1240" actId="114"/>
          <ac:spMkLst>
            <pc:docMk/>
            <pc:sldMk cId="1927429806" sldId="335"/>
            <ac:spMk id="4" creationId="{AB7FF5C4-0EBC-BC9F-2BCB-39B7A0B3A11E}"/>
          </ac:spMkLst>
        </pc:spChg>
        <pc:grpChg chg="del mod">
          <ac:chgData name="Mahima Weerasinghe" userId="e11e3f55-42da-4e07-8ead-4d7a1d7ea1c6" providerId="ADAL" clId="{79555870-17B4-49F7-B1C8-B4904ED74D5B}" dt="2024-07-21T13:40:14.317" v="2518"/>
          <ac:grpSpMkLst>
            <pc:docMk/>
            <pc:sldMk cId="1927429806" sldId="335"/>
            <ac:grpSpMk id="16" creationId="{02D88AA6-2802-6A12-69D1-298E404A4E28}"/>
          </ac:grpSpMkLst>
        </pc:grpChg>
        <pc:grpChg chg="del mod">
          <ac:chgData name="Mahima Weerasinghe" userId="e11e3f55-42da-4e07-8ead-4d7a1d7ea1c6" providerId="ADAL" clId="{79555870-17B4-49F7-B1C8-B4904ED74D5B}" dt="2024-07-21T13:40:14.317" v="2518"/>
          <ac:grpSpMkLst>
            <pc:docMk/>
            <pc:sldMk cId="1927429806" sldId="335"/>
            <ac:grpSpMk id="17" creationId="{2632F232-23D3-6DC5-B617-A4354ED22607}"/>
          </ac:grpSpMkLst>
        </pc:grpChg>
        <pc:grpChg chg="del mod">
          <ac:chgData name="Mahima Weerasinghe" userId="e11e3f55-42da-4e07-8ead-4d7a1d7ea1c6" providerId="ADAL" clId="{79555870-17B4-49F7-B1C8-B4904ED74D5B}" dt="2024-07-21T13:40:14.317" v="2518"/>
          <ac:grpSpMkLst>
            <pc:docMk/>
            <pc:sldMk cId="1927429806" sldId="335"/>
            <ac:grpSpMk id="29" creationId="{190FACC4-228C-0874-FFBA-C5DD65B3AB15}"/>
          </ac:grpSpMkLst>
        </pc:grpChg>
        <pc:grpChg chg="del mod">
          <ac:chgData name="Mahima Weerasinghe" userId="e11e3f55-42da-4e07-8ead-4d7a1d7ea1c6" providerId="ADAL" clId="{79555870-17B4-49F7-B1C8-B4904ED74D5B}" dt="2024-07-21T13:40:14.317" v="2518"/>
          <ac:grpSpMkLst>
            <pc:docMk/>
            <pc:sldMk cId="1927429806" sldId="335"/>
            <ac:grpSpMk id="37" creationId="{14E83499-D37C-ADC7-6DBA-247A05FEF5BA}"/>
          </ac:grpSpMkLst>
        </pc:grpChg>
        <pc:grpChg chg="del mod">
          <ac:chgData name="Mahima Weerasinghe" userId="e11e3f55-42da-4e07-8ead-4d7a1d7ea1c6" providerId="ADAL" clId="{79555870-17B4-49F7-B1C8-B4904ED74D5B}" dt="2024-07-21T13:39:22.046" v="2471"/>
          <ac:grpSpMkLst>
            <pc:docMk/>
            <pc:sldMk cId="1927429806" sldId="335"/>
            <ac:grpSpMk id="44" creationId="{716C371E-0E90-6278-9DB5-C4D88245A568}"/>
          </ac:grpSpMkLst>
        </pc:grpChg>
        <pc:grpChg chg="del mod">
          <ac:chgData name="Mahima Weerasinghe" userId="e11e3f55-42da-4e07-8ead-4d7a1d7ea1c6" providerId="ADAL" clId="{79555870-17B4-49F7-B1C8-B4904ED74D5B}" dt="2024-07-21T13:39:27.552" v="2474"/>
          <ac:grpSpMkLst>
            <pc:docMk/>
            <pc:sldMk cId="1927429806" sldId="335"/>
            <ac:grpSpMk id="46" creationId="{AD5A7BA1-4703-4D72-B04E-10A965BD2550}"/>
          </ac:grpSpMkLst>
        </pc:grpChg>
        <pc:grpChg chg="del mod">
          <ac:chgData name="Mahima Weerasinghe" userId="e11e3f55-42da-4e07-8ead-4d7a1d7ea1c6" providerId="ADAL" clId="{79555870-17B4-49F7-B1C8-B4904ED74D5B}" dt="2024-07-21T13:39:29.354" v="2476"/>
          <ac:grpSpMkLst>
            <pc:docMk/>
            <pc:sldMk cId="1927429806" sldId="335"/>
            <ac:grpSpMk id="49" creationId="{97AAC4D3-FCB0-7150-9669-C2C81686C7F0}"/>
          </ac:grpSpMkLst>
        </pc:grpChg>
        <pc:grpChg chg="del mod">
          <ac:chgData name="Mahima Weerasinghe" userId="e11e3f55-42da-4e07-8ead-4d7a1d7ea1c6" providerId="ADAL" clId="{79555870-17B4-49F7-B1C8-B4904ED74D5B}" dt="2024-07-21T13:39:30.662" v="2478"/>
          <ac:grpSpMkLst>
            <pc:docMk/>
            <pc:sldMk cId="1927429806" sldId="335"/>
            <ac:grpSpMk id="51" creationId="{F8836ED1-D7FA-5F1A-EFCA-4682EA20862F}"/>
          </ac:grpSpMkLst>
        </pc:grpChg>
        <pc:grpChg chg="del mod">
          <ac:chgData name="Mahima Weerasinghe" userId="e11e3f55-42da-4e07-8ead-4d7a1d7ea1c6" providerId="ADAL" clId="{79555870-17B4-49F7-B1C8-B4904ED74D5B}" dt="2024-07-21T13:40:14.317" v="2518"/>
          <ac:grpSpMkLst>
            <pc:docMk/>
            <pc:sldMk cId="1927429806" sldId="335"/>
            <ac:grpSpMk id="53" creationId="{FCC5B5B1-81D2-2B1D-E51C-973D991E6EF3}"/>
          </ac:grpSpMkLst>
        </pc:grpChg>
        <pc:grpChg chg="del mod">
          <ac:chgData name="Mahima Weerasinghe" userId="e11e3f55-42da-4e07-8ead-4d7a1d7ea1c6" providerId="ADAL" clId="{79555870-17B4-49F7-B1C8-B4904ED74D5B}" dt="2024-07-21T13:40:14.317" v="2518"/>
          <ac:grpSpMkLst>
            <pc:docMk/>
            <pc:sldMk cId="1927429806" sldId="335"/>
            <ac:grpSpMk id="63" creationId="{C2C0E738-32C5-F04B-1540-8D6560993F02}"/>
          </ac:grpSpMkLst>
        </pc:grpChg>
        <pc:grpChg chg="del mod">
          <ac:chgData name="Mahima Weerasinghe" userId="e11e3f55-42da-4e07-8ead-4d7a1d7ea1c6" providerId="ADAL" clId="{79555870-17B4-49F7-B1C8-B4904ED74D5B}" dt="2024-07-21T13:40:14.317" v="2518"/>
          <ac:grpSpMkLst>
            <pc:docMk/>
            <pc:sldMk cId="1927429806" sldId="335"/>
            <ac:grpSpMk id="64" creationId="{13DBCAC1-3E49-B5AA-62D3-495A57CE2A70}"/>
          </ac:grpSpMkLst>
        </pc:grpChg>
        <pc:grpChg chg="del mod">
          <ac:chgData name="Mahima Weerasinghe" userId="e11e3f55-42da-4e07-8ead-4d7a1d7ea1c6" providerId="ADAL" clId="{79555870-17B4-49F7-B1C8-B4904ED74D5B}" dt="2024-07-21T13:39:58.968" v="2497"/>
          <ac:grpSpMkLst>
            <pc:docMk/>
            <pc:sldMk cId="1927429806" sldId="335"/>
            <ac:grpSpMk id="71" creationId="{978A6142-65C8-03A9-5EF9-C362F32C4DB3}"/>
          </ac:grpSpMkLst>
        </pc:grpChg>
        <pc:grpChg chg="del mod">
          <ac:chgData name="Mahima Weerasinghe" userId="e11e3f55-42da-4e07-8ead-4d7a1d7ea1c6" providerId="ADAL" clId="{79555870-17B4-49F7-B1C8-B4904ED74D5B}" dt="2024-07-21T13:40:05.585" v="2502"/>
          <ac:grpSpMkLst>
            <pc:docMk/>
            <pc:sldMk cId="1927429806" sldId="335"/>
            <ac:grpSpMk id="73" creationId="{28CA0E62-E012-B194-4862-048F23F3B011}"/>
          </ac:grpSpMkLst>
        </pc:grpChg>
        <pc:grpChg chg="del mod">
          <ac:chgData name="Mahima Weerasinghe" userId="e11e3f55-42da-4e07-8ead-4d7a1d7ea1c6" providerId="ADAL" clId="{79555870-17B4-49F7-B1C8-B4904ED74D5B}" dt="2024-07-21T13:40:14.317" v="2518"/>
          <ac:grpSpMkLst>
            <pc:docMk/>
            <pc:sldMk cId="1927429806" sldId="335"/>
            <ac:grpSpMk id="78" creationId="{840D6DA1-403E-584E-CA64-37EB4A201E8E}"/>
          </ac:grpSpMkLst>
        </pc:grpChg>
        <pc:grpChg chg="del mod">
          <ac:chgData name="Mahima Weerasinghe" userId="e11e3f55-42da-4e07-8ead-4d7a1d7ea1c6" providerId="ADAL" clId="{79555870-17B4-49F7-B1C8-B4904ED74D5B}" dt="2024-07-21T13:40:32.759" v="2527"/>
          <ac:grpSpMkLst>
            <pc:docMk/>
            <pc:sldMk cId="1927429806" sldId="335"/>
            <ac:grpSpMk id="94" creationId="{0098AB60-9E14-6448-AC55-96AA349900D2}"/>
          </ac:grpSpMkLst>
        </pc:grpChg>
        <pc:grpChg chg="del mod">
          <ac:chgData name="Mahima Weerasinghe" userId="e11e3f55-42da-4e07-8ead-4d7a1d7ea1c6" providerId="ADAL" clId="{79555870-17B4-49F7-B1C8-B4904ED74D5B}" dt="2024-07-21T13:44:55.532" v="2561"/>
          <ac:grpSpMkLst>
            <pc:docMk/>
            <pc:sldMk cId="1927429806" sldId="335"/>
            <ac:grpSpMk id="103" creationId="{53A104EB-806B-22B8-6837-4F2004AD57D7}"/>
          </ac:grpSpMkLst>
        </pc:grpChg>
        <pc:grpChg chg="del mod">
          <ac:chgData name="Mahima Weerasinghe" userId="e11e3f55-42da-4e07-8ead-4d7a1d7ea1c6" providerId="ADAL" clId="{79555870-17B4-49F7-B1C8-B4904ED74D5B}" dt="2024-07-21T13:40:59.333" v="2545"/>
          <ac:grpSpMkLst>
            <pc:docMk/>
            <pc:sldMk cId="1927429806" sldId="335"/>
            <ac:grpSpMk id="111" creationId="{90AF4216-6D96-1A38-57D4-2F62D6F2304C}"/>
          </ac:grpSpMkLst>
        </pc:grpChg>
        <pc:grpChg chg="del mod">
          <ac:chgData name="Mahima Weerasinghe" userId="e11e3f55-42da-4e07-8ead-4d7a1d7ea1c6" providerId="ADAL" clId="{79555870-17B4-49F7-B1C8-B4904ED74D5B}" dt="2024-07-21T13:41:03.908" v="2551"/>
          <ac:grpSpMkLst>
            <pc:docMk/>
            <pc:sldMk cId="1927429806" sldId="335"/>
            <ac:grpSpMk id="121" creationId="{8ACE434A-4720-F24B-5F9D-1544B560AA15}"/>
          </ac:grpSpMkLst>
        </pc:grpChg>
        <pc:grpChg chg="mod">
          <ac:chgData name="Mahima Weerasinghe" userId="e11e3f55-42da-4e07-8ead-4d7a1d7ea1c6" providerId="ADAL" clId="{79555870-17B4-49F7-B1C8-B4904ED74D5B}" dt="2024-07-21T13:41:03.908" v="2551"/>
          <ac:grpSpMkLst>
            <pc:docMk/>
            <pc:sldMk cId="1927429806" sldId="335"/>
            <ac:grpSpMk id="127" creationId="{FBC83172-5ED1-125F-26EA-B816BD4D3CC8}"/>
          </ac:grpSpMkLst>
        </pc:grpChg>
        <pc:grpChg chg="del mod">
          <ac:chgData name="Mahima Weerasinghe" userId="e11e3f55-42da-4e07-8ead-4d7a1d7ea1c6" providerId="ADAL" clId="{79555870-17B4-49F7-B1C8-B4904ED74D5B}" dt="2024-07-21T13:44:55.532" v="2561"/>
          <ac:grpSpMkLst>
            <pc:docMk/>
            <pc:sldMk cId="1927429806" sldId="335"/>
            <ac:grpSpMk id="134" creationId="{428CC073-196C-6933-7A7A-1D2E250C9A11}"/>
          </ac:grpSpMkLst>
        </pc:grpChg>
        <pc:grpChg chg="del mod">
          <ac:chgData name="Mahima Weerasinghe" userId="e11e3f55-42da-4e07-8ead-4d7a1d7ea1c6" providerId="ADAL" clId="{79555870-17B4-49F7-B1C8-B4904ED74D5B}" dt="2024-07-21T13:45:23.324" v="2578"/>
          <ac:grpSpMkLst>
            <pc:docMk/>
            <pc:sldMk cId="1927429806" sldId="335"/>
            <ac:grpSpMk id="137" creationId="{BE992613-5DBC-EB7D-6FAC-63E7D1624982}"/>
          </ac:grpSpMkLst>
        </pc:grpChg>
        <pc:grpChg chg="del mod">
          <ac:chgData name="Mahima Weerasinghe" userId="e11e3f55-42da-4e07-8ead-4d7a1d7ea1c6" providerId="ADAL" clId="{79555870-17B4-49F7-B1C8-B4904ED74D5B}" dt="2024-07-21T13:45:23.324" v="2578"/>
          <ac:grpSpMkLst>
            <pc:docMk/>
            <pc:sldMk cId="1927429806" sldId="335"/>
            <ac:grpSpMk id="141" creationId="{A13EA66C-DC11-A3C9-E0C5-5D792C24535D}"/>
          </ac:grpSpMkLst>
        </pc:grpChg>
        <pc:grpChg chg="del mod">
          <ac:chgData name="Mahima Weerasinghe" userId="e11e3f55-42da-4e07-8ead-4d7a1d7ea1c6" providerId="ADAL" clId="{79555870-17B4-49F7-B1C8-B4904ED74D5B}" dt="2024-07-21T13:45:23.324" v="2578"/>
          <ac:grpSpMkLst>
            <pc:docMk/>
            <pc:sldMk cId="1927429806" sldId="335"/>
            <ac:grpSpMk id="146" creationId="{5599111A-5AC3-4B71-24A3-701A04D88F34}"/>
          </ac:grpSpMkLst>
        </pc:grpChg>
        <pc:grpChg chg="del mod">
          <ac:chgData name="Mahima Weerasinghe" userId="e11e3f55-42da-4e07-8ead-4d7a1d7ea1c6" providerId="ADAL" clId="{79555870-17B4-49F7-B1C8-B4904ED74D5B}" dt="2024-07-21T13:45:20.263" v="2575"/>
          <ac:grpSpMkLst>
            <pc:docMk/>
            <pc:sldMk cId="1927429806" sldId="335"/>
            <ac:grpSpMk id="149" creationId="{99ED2952-D52D-A48C-E7F8-241226C29088}"/>
          </ac:grpSpMkLst>
        </pc:grpChg>
        <pc:grpChg chg="del mod">
          <ac:chgData name="Mahima Weerasinghe" userId="e11e3f55-42da-4e07-8ead-4d7a1d7ea1c6" providerId="ADAL" clId="{79555870-17B4-49F7-B1C8-B4904ED74D5B}" dt="2024-07-21T13:45:23.324" v="2578"/>
          <ac:grpSpMkLst>
            <pc:docMk/>
            <pc:sldMk cId="1927429806" sldId="335"/>
            <ac:grpSpMk id="151" creationId="{FBACD12D-1009-A55C-D575-82FDA05948A5}"/>
          </ac:grpSpMkLst>
        </pc:grpChg>
        <pc:grpChg chg="del mod">
          <ac:chgData name="Mahima Weerasinghe" userId="e11e3f55-42da-4e07-8ead-4d7a1d7ea1c6" providerId="ADAL" clId="{79555870-17B4-49F7-B1C8-B4904ED74D5B}" dt="2024-07-21T13:45:29.122" v="2587"/>
          <ac:grpSpMkLst>
            <pc:docMk/>
            <pc:sldMk cId="1927429806" sldId="335"/>
            <ac:grpSpMk id="154" creationId="{B5F7E4A6-3C2B-AF17-758D-4CB36CE92B71}"/>
          </ac:grpSpMkLst>
        </pc:grpChg>
        <pc:grpChg chg="del mod">
          <ac:chgData name="Mahima Weerasinghe" userId="e11e3f55-42da-4e07-8ead-4d7a1d7ea1c6" providerId="ADAL" clId="{79555870-17B4-49F7-B1C8-B4904ED74D5B}" dt="2024-07-21T13:45:32.941" v="2589"/>
          <ac:grpSpMkLst>
            <pc:docMk/>
            <pc:sldMk cId="1927429806" sldId="335"/>
            <ac:grpSpMk id="163" creationId="{B9A29F44-97AA-4BA6-D398-053E5DF8A047}"/>
          </ac:grpSpMkLst>
        </pc:grpChg>
        <pc:grpChg chg="del mod">
          <ac:chgData name="Mahima Weerasinghe" userId="e11e3f55-42da-4e07-8ead-4d7a1d7ea1c6" providerId="ADAL" clId="{79555870-17B4-49F7-B1C8-B4904ED74D5B}" dt="2024-07-21T13:45:37.065" v="2595"/>
          <ac:grpSpMkLst>
            <pc:docMk/>
            <pc:sldMk cId="1927429806" sldId="335"/>
            <ac:grpSpMk id="165" creationId="{B2537783-B530-152A-1038-B9BCEEDA40DF}"/>
          </ac:grpSpMkLst>
        </pc:grpChg>
        <pc:grpChg chg="del mod">
          <ac:chgData name="Mahima Weerasinghe" userId="e11e3f55-42da-4e07-8ead-4d7a1d7ea1c6" providerId="ADAL" clId="{79555870-17B4-49F7-B1C8-B4904ED74D5B}" dt="2024-07-21T13:45:40.335" v="2597"/>
          <ac:grpSpMkLst>
            <pc:docMk/>
            <pc:sldMk cId="1927429806" sldId="335"/>
            <ac:grpSpMk id="171" creationId="{C7CC4BD3-33BD-C15D-237F-F0A06359F6D3}"/>
          </ac:grpSpMkLst>
        </pc:grpChg>
        <pc:grpChg chg="del mod">
          <ac:chgData name="Mahima Weerasinghe" userId="e11e3f55-42da-4e07-8ead-4d7a1d7ea1c6" providerId="ADAL" clId="{79555870-17B4-49F7-B1C8-B4904ED74D5B}" dt="2024-07-21T13:46:42.942" v="2603"/>
          <ac:grpSpMkLst>
            <pc:docMk/>
            <pc:sldMk cId="1927429806" sldId="335"/>
            <ac:grpSpMk id="173" creationId="{7180BE16-1A51-E5BF-6DD9-141E0D6D5BC9}"/>
          </ac:grpSpMkLst>
        </pc:grpChg>
        <pc:grpChg chg="del mod">
          <ac:chgData name="Mahima Weerasinghe" userId="e11e3f55-42da-4e07-8ead-4d7a1d7ea1c6" providerId="ADAL" clId="{79555870-17B4-49F7-B1C8-B4904ED74D5B}" dt="2024-07-21T13:50:18.486" v="2695"/>
          <ac:grpSpMkLst>
            <pc:docMk/>
            <pc:sldMk cId="1927429806" sldId="335"/>
            <ac:grpSpMk id="179" creationId="{C40412F4-EE83-2653-05D8-D49D03DAE299}"/>
          </ac:grpSpMkLst>
        </pc:grpChg>
        <pc:grpChg chg="del mod">
          <ac:chgData name="Mahima Weerasinghe" userId="e11e3f55-42da-4e07-8ead-4d7a1d7ea1c6" providerId="ADAL" clId="{79555870-17B4-49F7-B1C8-B4904ED74D5B}" dt="2024-07-21T13:50:18.486" v="2695"/>
          <ac:grpSpMkLst>
            <pc:docMk/>
            <pc:sldMk cId="1927429806" sldId="335"/>
            <ac:grpSpMk id="189" creationId="{373FCE07-DCEE-6DB6-9DCD-CCA615B2279D}"/>
          </ac:grpSpMkLst>
        </pc:grpChg>
        <pc:grpChg chg="del mod">
          <ac:chgData name="Mahima Weerasinghe" userId="e11e3f55-42da-4e07-8ead-4d7a1d7ea1c6" providerId="ADAL" clId="{79555870-17B4-49F7-B1C8-B4904ED74D5B}" dt="2024-07-21T13:50:18.486" v="2695"/>
          <ac:grpSpMkLst>
            <pc:docMk/>
            <pc:sldMk cId="1927429806" sldId="335"/>
            <ac:grpSpMk id="204" creationId="{72FE9545-32C2-2BF5-A3C8-2920DB64FCE8}"/>
          </ac:grpSpMkLst>
        </pc:grpChg>
        <pc:grpChg chg="del mod">
          <ac:chgData name="Mahima Weerasinghe" userId="e11e3f55-42da-4e07-8ead-4d7a1d7ea1c6" providerId="ADAL" clId="{79555870-17B4-49F7-B1C8-B4904ED74D5B}" dt="2024-07-21T13:50:18.486" v="2695"/>
          <ac:grpSpMkLst>
            <pc:docMk/>
            <pc:sldMk cId="1927429806" sldId="335"/>
            <ac:grpSpMk id="207" creationId="{1226DD08-A7EC-58D5-D19A-B49B8EC7E554}"/>
          </ac:grpSpMkLst>
        </pc:grpChg>
        <pc:grpChg chg="del mod">
          <ac:chgData name="Mahima Weerasinghe" userId="e11e3f55-42da-4e07-8ead-4d7a1d7ea1c6" providerId="ADAL" clId="{79555870-17B4-49F7-B1C8-B4904ED74D5B}" dt="2024-07-21T13:50:18.486" v="2695"/>
          <ac:grpSpMkLst>
            <pc:docMk/>
            <pc:sldMk cId="1927429806" sldId="335"/>
            <ac:grpSpMk id="211" creationId="{6C3CB6EC-A0FD-169B-F56F-54A59D495886}"/>
          </ac:grpSpMkLst>
        </pc:grpChg>
        <pc:grpChg chg="del mod">
          <ac:chgData name="Mahima Weerasinghe" userId="e11e3f55-42da-4e07-8ead-4d7a1d7ea1c6" providerId="ADAL" clId="{79555870-17B4-49F7-B1C8-B4904ED74D5B}" dt="2024-07-21T13:50:52.018" v="2719"/>
          <ac:grpSpMkLst>
            <pc:docMk/>
            <pc:sldMk cId="1927429806" sldId="335"/>
            <ac:grpSpMk id="218" creationId="{4653C5FB-DF99-CF08-C9CD-196C7129517F}"/>
          </ac:grpSpMkLst>
        </pc:grpChg>
        <pc:grpChg chg="del mod">
          <ac:chgData name="Mahima Weerasinghe" userId="e11e3f55-42da-4e07-8ead-4d7a1d7ea1c6" providerId="ADAL" clId="{79555870-17B4-49F7-B1C8-B4904ED74D5B}" dt="2024-07-21T13:50:52.018" v="2719"/>
          <ac:grpSpMkLst>
            <pc:docMk/>
            <pc:sldMk cId="1927429806" sldId="335"/>
            <ac:grpSpMk id="221" creationId="{0DA7416B-33FB-95B3-8ACA-2F437CB698A5}"/>
          </ac:grpSpMkLst>
        </pc:grpChg>
        <pc:grpChg chg="del mod">
          <ac:chgData name="Mahima Weerasinghe" userId="e11e3f55-42da-4e07-8ead-4d7a1d7ea1c6" providerId="ADAL" clId="{79555870-17B4-49F7-B1C8-B4904ED74D5B}" dt="2024-07-21T13:50:52.018" v="2719"/>
          <ac:grpSpMkLst>
            <pc:docMk/>
            <pc:sldMk cId="1927429806" sldId="335"/>
            <ac:grpSpMk id="230" creationId="{E10F122A-12F8-65FB-35F3-A9018BCFB171}"/>
          </ac:grpSpMkLst>
        </pc:grpChg>
        <pc:grpChg chg="mod">
          <ac:chgData name="Mahima Weerasinghe" userId="e11e3f55-42da-4e07-8ead-4d7a1d7ea1c6" providerId="ADAL" clId="{79555870-17B4-49F7-B1C8-B4904ED74D5B}" dt="2024-07-21T13:50:52.018" v="2719"/>
          <ac:grpSpMkLst>
            <pc:docMk/>
            <pc:sldMk cId="1927429806" sldId="335"/>
            <ac:grpSpMk id="242" creationId="{2F80964F-AC99-2DD3-46AF-BFD96402016B}"/>
          </ac:grpSpMkLst>
        </pc:grpChg>
        <pc:inkChg chg="add mod">
          <ac:chgData name="Mahima Weerasinghe" userId="e11e3f55-42da-4e07-8ead-4d7a1d7ea1c6" providerId="ADAL" clId="{79555870-17B4-49F7-B1C8-B4904ED74D5B}" dt="2024-07-21T13:50:52.018" v="2719"/>
          <ac:inkMkLst>
            <pc:docMk/>
            <pc:sldMk cId="1927429806" sldId="335"/>
            <ac:inkMk id="3" creationId="{9697ECBA-7806-F922-C9C7-42196F8B3FA0}"/>
          </ac:inkMkLst>
        </pc:inkChg>
        <pc:inkChg chg="add mod">
          <ac:chgData name="Mahima Weerasinghe" userId="e11e3f55-42da-4e07-8ead-4d7a1d7ea1c6" providerId="ADAL" clId="{79555870-17B4-49F7-B1C8-B4904ED74D5B}" dt="2024-07-21T13:50:52.018" v="2719"/>
          <ac:inkMkLst>
            <pc:docMk/>
            <pc:sldMk cId="1927429806" sldId="335"/>
            <ac:inkMk id="5" creationId="{D7048981-F1BB-A658-80BB-EB055F68AC77}"/>
          </ac:inkMkLst>
        </pc:inkChg>
        <pc:inkChg chg="add mod">
          <ac:chgData name="Mahima Weerasinghe" userId="e11e3f55-42da-4e07-8ead-4d7a1d7ea1c6" providerId="ADAL" clId="{79555870-17B4-49F7-B1C8-B4904ED74D5B}" dt="2024-07-21T13:50:52.018" v="2719"/>
          <ac:inkMkLst>
            <pc:docMk/>
            <pc:sldMk cId="1927429806" sldId="335"/>
            <ac:inkMk id="6" creationId="{23E4D07E-76A6-FC88-CC0F-CD0E25E6A132}"/>
          </ac:inkMkLst>
        </pc:inkChg>
        <pc:inkChg chg="add mod">
          <ac:chgData name="Mahima Weerasinghe" userId="e11e3f55-42da-4e07-8ead-4d7a1d7ea1c6" providerId="ADAL" clId="{79555870-17B4-49F7-B1C8-B4904ED74D5B}" dt="2024-07-21T13:50:52.018" v="2719"/>
          <ac:inkMkLst>
            <pc:docMk/>
            <pc:sldMk cId="1927429806" sldId="335"/>
            <ac:inkMk id="7" creationId="{99359EA9-DADD-C28E-9816-C48417DA9721}"/>
          </ac:inkMkLst>
        </pc:inkChg>
        <pc:inkChg chg="add mod">
          <ac:chgData name="Mahima Weerasinghe" userId="e11e3f55-42da-4e07-8ead-4d7a1d7ea1c6" providerId="ADAL" clId="{79555870-17B4-49F7-B1C8-B4904ED74D5B}" dt="2024-07-21T13:50:52.018" v="2719"/>
          <ac:inkMkLst>
            <pc:docMk/>
            <pc:sldMk cId="1927429806" sldId="335"/>
            <ac:inkMk id="8" creationId="{7484BED3-CDC5-71E3-3374-FE46FD5559A1}"/>
          </ac:inkMkLst>
        </pc:inkChg>
        <pc:inkChg chg="add mod">
          <ac:chgData name="Mahima Weerasinghe" userId="e11e3f55-42da-4e07-8ead-4d7a1d7ea1c6" providerId="ADAL" clId="{79555870-17B4-49F7-B1C8-B4904ED74D5B}" dt="2024-07-21T13:50:52.018" v="2719"/>
          <ac:inkMkLst>
            <pc:docMk/>
            <pc:sldMk cId="1927429806" sldId="335"/>
            <ac:inkMk id="9" creationId="{6A109235-229F-BACA-4413-F1613CAFAC4A}"/>
          </ac:inkMkLst>
        </pc:inkChg>
        <pc:inkChg chg="add mod">
          <ac:chgData name="Mahima Weerasinghe" userId="e11e3f55-42da-4e07-8ead-4d7a1d7ea1c6" providerId="ADAL" clId="{79555870-17B4-49F7-B1C8-B4904ED74D5B}" dt="2024-07-21T13:50:52.018" v="2719"/>
          <ac:inkMkLst>
            <pc:docMk/>
            <pc:sldMk cId="1927429806" sldId="335"/>
            <ac:inkMk id="10" creationId="{EAE1A902-8F14-8F77-41D3-DC9ECB40DD76}"/>
          </ac:inkMkLst>
        </pc:inkChg>
        <pc:inkChg chg="add mod">
          <ac:chgData name="Mahima Weerasinghe" userId="e11e3f55-42da-4e07-8ead-4d7a1d7ea1c6" providerId="ADAL" clId="{79555870-17B4-49F7-B1C8-B4904ED74D5B}" dt="2024-07-21T13:50:52.018" v="2719"/>
          <ac:inkMkLst>
            <pc:docMk/>
            <pc:sldMk cId="1927429806" sldId="335"/>
            <ac:inkMk id="11" creationId="{8B01971A-01A5-555F-818E-7FF68F8CB71C}"/>
          </ac:inkMkLst>
        </pc:inkChg>
        <pc:inkChg chg="add mod">
          <ac:chgData name="Mahima Weerasinghe" userId="e11e3f55-42da-4e07-8ead-4d7a1d7ea1c6" providerId="ADAL" clId="{79555870-17B4-49F7-B1C8-B4904ED74D5B}" dt="2024-07-21T13:50:52.018" v="2719"/>
          <ac:inkMkLst>
            <pc:docMk/>
            <pc:sldMk cId="1927429806" sldId="335"/>
            <ac:inkMk id="12" creationId="{B8301EC2-E586-5421-7099-2374A7520F2F}"/>
          </ac:inkMkLst>
        </pc:inkChg>
        <pc:inkChg chg="add mod">
          <ac:chgData name="Mahima Weerasinghe" userId="e11e3f55-42da-4e07-8ead-4d7a1d7ea1c6" providerId="ADAL" clId="{79555870-17B4-49F7-B1C8-B4904ED74D5B}" dt="2024-07-21T13:50:52.018" v="2719"/>
          <ac:inkMkLst>
            <pc:docMk/>
            <pc:sldMk cId="1927429806" sldId="335"/>
            <ac:inkMk id="13" creationId="{0E9E2AFA-99F0-2812-3B69-2F98F6D227AF}"/>
          </ac:inkMkLst>
        </pc:inkChg>
        <pc:inkChg chg="add mod">
          <ac:chgData name="Mahima Weerasinghe" userId="e11e3f55-42da-4e07-8ead-4d7a1d7ea1c6" providerId="ADAL" clId="{79555870-17B4-49F7-B1C8-B4904ED74D5B}" dt="2024-07-21T13:50:52.018" v="2719"/>
          <ac:inkMkLst>
            <pc:docMk/>
            <pc:sldMk cId="1927429806" sldId="335"/>
            <ac:inkMk id="14" creationId="{0FB59B2A-8F88-98BF-23F1-3F29FAA8D541}"/>
          </ac:inkMkLst>
        </pc:inkChg>
        <pc:inkChg chg="add mod">
          <ac:chgData name="Mahima Weerasinghe" userId="e11e3f55-42da-4e07-8ead-4d7a1d7ea1c6" providerId="ADAL" clId="{79555870-17B4-49F7-B1C8-B4904ED74D5B}" dt="2024-07-21T13:50:52.018" v="2719"/>
          <ac:inkMkLst>
            <pc:docMk/>
            <pc:sldMk cId="1927429806" sldId="335"/>
            <ac:inkMk id="15" creationId="{A3B60A30-D19D-61A4-A3D2-79EB5BF516A2}"/>
          </ac:inkMkLst>
        </pc:inkChg>
        <pc:inkChg chg="add mod">
          <ac:chgData name="Mahima Weerasinghe" userId="e11e3f55-42da-4e07-8ead-4d7a1d7ea1c6" providerId="ADAL" clId="{79555870-17B4-49F7-B1C8-B4904ED74D5B}" dt="2024-07-21T13:50:52.018" v="2719"/>
          <ac:inkMkLst>
            <pc:docMk/>
            <pc:sldMk cId="1927429806" sldId="335"/>
            <ac:inkMk id="18" creationId="{973DC6D9-148E-FDBB-BCAE-89C43F8DF0AE}"/>
          </ac:inkMkLst>
        </pc:inkChg>
        <pc:inkChg chg="add mod">
          <ac:chgData name="Mahima Weerasinghe" userId="e11e3f55-42da-4e07-8ead-4d7a1d7ea1c6" providerId="ADAL" clId="{79555870-17B4-49F7-B1C8-B4904ED74D5B}" dt="2024-07-21T13:50:52.018" v="2719"/>
          <ac:inkMkLst>
            <pc:docMk/>
            <pc:sldMk cId="1927429806" sldId="335"/>
            <ac:inkMk id="19" creationId="{BAE160E2-ED39-38B3-68E4-9B3BC10333D1}"/>
          </ac:inkMkLst>
        </pc:inkChg>
        <pc:inkChg chg="add mod">
          <ac:chgData name="Mahima Weerasinghe" userId="e11e3f55-42da-4e07-8ead-4d7a1d7ea1c6" providerId="ADAL" clId="{79555870-17B4-49F7-B1C8-B4904ED74D5B}" dt="2024-07-21T13:50:52.018" v="2719"/>
          <ac:inkMkLst>
            <pc:docMk/>
            <pc:sldMk cId="1927429806" sldId="335"/>
            <ac:inkMk id="20" creationId="{69C6CA1E-6252-2B41-C350-9D632129B2A9}"/>
          </ac:inkMkLst>
        </pc:inkChg>
        <pc:inkChg chg="add mod">
          <ac:chgData name="Mahima Weerasinghe" userId="e11e3f55-42da-4e07-8ead-4d7a1d7ea1c6" providerId="ADAL" clId="{79555870-17B4-49F7-B1C8-B4904ED74D5B}" dt="2024-07-21T13:50:52.018" v="2719"/>
          <ac:inkMkLst>
            <pc:docMk/>
            <pc:sldMk cId="1927429806" sldId="335"/>
            <ac:inkMk id="21" creationId="{3ACDF904-2252-292D-2458-D2CDC1A2FFF5}"/>
          </ac:inkMkLst>
        </pc:inkChg>
        <pc:inkChg chg="add mod">
          <ac:chgData name="Mahima Weerasinghe" userId="e11e3f55-42da-4e07-8ead-4d7a1d7ea1c6" providerId="ADAL" clId="{79555870-17B4-49F7-B1C8-B4904ED74D5B}" dt="2024-07-21T13:50:52.018" v="2719"/>
          <ac:inkMkLst>
            <pc:docMk/>
            <pc:sldMk cId="1927429806" sldId="335"/>
            <ac:inkMk id="22" creationId="{2AD5530A-6A8A-9DB2-FB99-96DA4BFB9EB5}"/>
          </ac:inkMkLst>
        </pc:inkChg>
        <pc:inkChg chg="add mod">
          <ac:chgData name="Mahima Weerasinghe" userId="e11e3f55-42da-4e07-8ead-4d7a1d7ea1c6" providerId="ADAL" clId="{79555870-17B4-49F7-B1C8-B4904ED74D5B}" dt="2024-07-21T13:50:52.018" v="2719"/>
          <ac:inkMkLst>
            <pc:docMk/>
            <pc:sldMk cId="1927429806" sldId="335"/>
            <ac:inkMk id="23" creationId="{928FDECA-CA46-0B1D-AAD5-45D62B8F9407}"/>
          </ac:inkMkLst>
        </pc:inkChg>
        <pc:inkChg chg="add mod">
          <ac:chgData name="Mahima Weerasinghe" userId="e11e3f55-42da-4e07-8ead-4d7a1d7ea1c6" providerId="ADAL" clId="{79555870-17B4-49F7-B1C8-B4904ED74D5B}" dt="2024-07-21T13:50:52.018" v="2719"/>
          <ac:inkMkLst>
            <pc:docMk/>
            <pc:sldMk cId="1927429806" sldId="335"/>
            <ac:inkMk id="24" creationId="{90551573-EACE-FBD9-234E-6F964DA603B9}"/>
          </ac:inkMkLst>
        </pc:inkChg>
        <pc:inkChg chg="add mod">
          <ac:chgData name="Mahima Weerasinghe" userId="e11e3f55-42da-4e07-8ead-4d7a1d7ea1c6" providerId="ADAL" clId="{79555870-17B4-49F7-B1C8-B4904ED74D5B}" dt="2024-07-21T13:50:52.018" v="2719"/>
          <ac:inkMkLst>
            <pc:docMk/>
            <pc:sldMk cId="1927429806" sldId="335"/>
            <ac:inkMk id="25" creationId="{51D0A475-F1EC-C9F6-4079-34893754DA9D}"/>
          </ac:inkMkLst>
        </pc:inkChg>
        <pc:inkChg chg="add mod">
          <ac:chgData name="Mahima Weerasinghe" userId="e11e3f55-42da-4e07-8ead-4d7a1d7ea1c6" providerId="ADAL" clId="{79555870-17B4-49F7-B1C8-B4904ED74D5B}" dt="2024-07-21T13:50:52.018" v="2719"/>
          <ac:inkMkLst>
            <pc:docMk/>
            <pc:sldMk cId="1927429806" sldId="335"/>
            <ac:inkMk id="26" creationId="{2F73F93E-3134-C486-C1E3-5D06907AC791}"/>
          </ac:inkMkLst>
        </pc:inkChg>
        <pc:inkChg chg="add mod">
          <ac:chgData name="Mahima Weerasinghe" userId="e11e3f55-42da-4e07-8ead-4d7a1d7ea1c6" providerId="ADAL" clId="{79555870-17B4-49F7-B1C8-B4904ED74D5B}" dt="2024-07-21T13:50:52.018" v="2719"/>
          <ac:inkMkLst>
            <pc:docMk/>
            <pc:sldMk cId="1927429806" sldId="335"/>
            <ac:inkMk id="27" creationId="{EF161542-2047-B778-EAB4-D6BCCA54D986}"/>
          </ac:inkMkLst>
        </pc:inkChg>
        <pc:inkChg chg="add mod">
          <ac:chgData name="Mahima Weerasinghe" userId="e11e3f55-42da-4e07-8ead-4d7a1d7ea1c6" providerId="ADAL" clId="{79555870-17B4-49F7-B1C8-B4904ED74D5B}" dt="2024-07-21T13:50:52.018" v="2719"/>
          <ac:inkMkLst>
            <pc:docMk/>
            <pc:sldMk cId="1927429806" sldId="335"/>
            <ac:inkMk id="28" creationId="{8DF092A4-0BB9-2506-34D6-7170347E193F}"/>
          </ac:inkMkLst>
        </pc:inkChg>
        <pc:inkChg chg="add mod">
          <ac:chgData name="Mahima Weerasinghe" userId="e11e3f55-42da-4e07-8ead-4d7a1d7ea1c6" providerId="ADAL" clId="{79555870-17B4-49F7-B1C8-B4904ED74D5B}" dt="2024-07-21T13:50:52.018" v="2719"/>
          <ac:inkMkLst>
            <pc:docMk/>
            <pc:sldMk cId="1927429806" sldId="335"/>
            <ac:inkMk id="30" creationId="{ECDFFEFA-E453-B48A-CDAE-13493CECB203}"/>
          </ac:inkMkLst>
        </pc:inkChg>
        <pc:inkChg chg="add mod">
          <ac:chgData name="Mahima Weerasinghe" userId="e11e3f55-42da-4e07-8ead-4d7a1d7ea1c6" providerId="ADAL" clId="{79555870-17B4-49F7-B1C8-B4904ED74D5B}" dt="2024-07-21T13:50:52.018" v="2719"/>
          <ac:inkMkLst>
            <pc:docMk/>
            <pc:sldMk cId="1927429806" sldId="335"/>
            <ac:inkMk id="31" creationId="{35BA4A72-4EC5-5324-96CD-9EC6DF13DF9D}"/>
          </ac:inkMkLst>
        </pc:inkChg>
        <pc:inkChg chg="add mod">
          <ac:chgData name="Mahima Weerasinghe" userId="e11e3f55-42da-4e07-8ead-4d7a1d7ea1c6" providerId="ADAL" clId="{79555870-17B4-49F7-B1C8-B4904ED74D5B}" dt="2024-07-21T13:50:52.018" v="2719"/>
          <ac:inkMkLst>
            <pc:docMk/>
            <pc:sldMk cId="1927429806" sldId="335"/>
            <ac:inkMk id="32" creationId="{D0910F54-413D-03C6-640F-A4408CC6EF44}"/>
          </ac:inkMkLst>
        </pc:inkChg>
        <pc:inkChg chg="add mod">
          <ac:chgData name="Mahima Weerasinghe" userId="e11e3f55-42da-4e07-8ead-4d7a1d7ea1c6" providerId="ADAL" clId="{79555870-17B4-49F7-B1C8-B4904ED74D5B}" dt="2024-07-21T13:50:52.018" v="2719"/>
          <ac:inkMkLst>
            <pc:docMk/>
            <pc:sldMk cId="1927429806" sldId="335"/>
            <ac:inkMk id="33" creationId="{E30DC3A4-D4F8-A144-0616-3C583F68A80E}"/>
          </ac:inkMkLst>
        </pc:inkChg>
        <pc:inkChg chg="add mod">
          <ac:chgData name="Mahima Weerasinghe" userId="e11e3f55-42da-4e07-8ead-4d7a1d7ea1c6" providerId="ADAL" clId="{79555870-17B4-49F7-B1C8-B4904ED74D5B}" dt="2024-07-21T13:50:52.018" v="2719"/>
          <ac:inkMkLst>
            <pc:docMk/>
            <pc:sldMk cId="1927429806" sldId="335"/>
            <ac:inkMk id="34" creationId="{B41A624D-6E00-90FC-1B89-5E3C8B748562}"/>
          </ac:inkMkLst>
        </pc:inkChg>
        <pc:inkChg chg="add mod">
          <ac:chgData name="Mahima Weerasinghe" userId="e11e3f55-42da-4e07-8ead-4d7a1d7ea1c6" providerId="ADAL" clId="{79555870-17B4-49F7-B1C8-B4904ED74D5B}" dt="2024-07-21T13:50:52.018" v="2719"/>
          <ac:inkMkLst>
            <pc:docMk/>
            <pc:sldMk cId="1927429806" sldId="335"/>
            <ac:inkMk id="35" creationId="{90BA1CD7-BF31-1397-B096-727EFB331D4F}"/>
          </ac:inkMkLst>
        </pc:inkChg>
        <pc:inkChg chg="add mod">
          <ac:chgData name="Mahima Weerasinghe" userId="e11e3f55-42da-4e07-8ead-4d7a1d7ea1c6" providerId="ADAL" clId="{79555870-17B4-49F7-B1C8-B4904ED74D5B}" dt="2024-07-21T13:50:52.018" v="2719"/>
          <ac:inkMkLst>
            <pc:docMk/>
            <pc:sldMk cId="1927429806" sldId="335"/>
            <ac:inkMk id="36" creationId="{9EDDEDE6-B0DE-8A59-CF98-5693E2AA87FC}"/>
          </ac:inkMkLst>
        </pc:inkChg>
        <pc:inkChg chg="add">
          <ac:chgData name="Mahima Weerasinghe" userId="e11e3f55-42da-4e07-8ead-4d7a1d7ea1c6" providerId="ADAL" clId="{79555870-17B4-49F7-B1C8-B4904ED74D5B}" dt="2024-07-21T13:38:38.787" v="2463" actId="9405"/>
          <ac:inkMkLst>
            <pc:docMk/>
            <pc:sldMk cId="1927429806" sldId="335"/>
            <ac:inkMk id="38" creationId="{7A90B089-9C95-03FE-836D-1FF84D750ADE}"/>
          </ac:inkMkLst>
        </pc:inkChg>
        <pc:inkChg chg="add">
          <ac:chgData name="Mahima Weerasinghe" userId="e11e3f55-42da-4e07-8ead-4d7a1d7ea1c6" providerId="ADAL" clId="{79555870-17B4-49F7-B1C8-B4904ED74D5B}" dt="2024-07-21T13:38:56.046" v="2464" actId="9405"/>
          <ac:inkMkLst>
            <pc:docMk/>
            <pc:sldMk cId="1927429806" sldId="335"/>
            <ac:inkMk id="39" creationId="{6EAFF121-1CE1-6037-FA33-02E103A77078}"/>
          </ac:inkMkLst>
        </pc:inkChg>
        <pc:inkChg chg="add mod">
          <ac:chgData name="Mahima Weerasinghe" userId="e11e3f55-42da-4e07-8ead-4d7a1d7ea1c6" providerId="ADAL" clId="{79555870-17B4-49F7-B1C8-B4904ED74D5B}" dt="2024-07-21T13:50:52.018" v="2719"/>
          <ac:inkMkLst>
            <pc:docMk/>
            <pc:sldMk cId="1927429806" sldId="335"/>
            <ac:inkMk id="40" creationId="{131E33EB-2DD6-C8CC-AB1E-F18F63AD528D}"/>
          </ac:inkMkLst>
        </pc:inkChg>
        <pc:inkChg chg="add mod">
          <ac:chgData name="Mahima Weerasinghe" userId="e11e3f55-42da-4e07-8ead-4d7a1d7ea1c6" providerId="ADAL" clId="{79555870-17B4-49F7-B1C8-B4904ED74D5B}" dt="2024-07-21T13:50:52.018" v="2719"/>
          <ac:inkMkLst>
            <pc:docMk/>
            <pc:sldMk cId="1927429806" sldId="335"/>
            <ac:inkMk id="41" creationId="{8879AF6F-4466-E1B4-16CD-53D4196AE79D}"/>
          </ac:inkMkLst>
        </pc:inkChg>
        <pc:inkChg chg="add mod">
          <ac:chgData name="Mahima Weerasinghe" userId="e11e3f55-42da-4e07-8ead-4d7a1d7ea1c6" providerId="ADAL" clId="{79555870-17B4-49F7-B1C8-B4904ED74D5B}" dt="2024-07-21T13:50:52.018" v="2719"/>
          <ac:inkMkLst>
            <pc:docMk/>
            <pc:sldMk cId="1927429806" sldId="335"/>
            <ac:inkMk id="42" creationId="{D91FD7A4-2B46-C605-DB03-395E79EB30AD}"/>
          </ac:inkMkLst>
        </pc:inkChg>
        <pc:inkChg chg="add mod">
          <ac:chgData name="Mahima Weerasinghe" userId="e11e3f55-42da-4e07-8ead-4d7a1d7ea1c6" providerId="ADAL" clId="{79555870-17B4-49F7-B1C8-B4904ED74D5B}" dt="2024-07-21T13:50:52.018" v="2719"/>
          <ac:inkMkLst>
            <pc:docMk/>
            <pc:sldMk cId="1927429806" sldId="335"/>
            <ac:inkMk id="43" creationId="{23A469B6-EEC9-975A-CFB0-9F86FCD1312C}"/>
          </ac:inkMkLst>
        </pc:inkChg>
        <pc:inkChg chg="add mod">
          <ac:chgData name="Mahima Weerasinghe" userId="e11e3f55-42da-4e07-8ead-4d7a1d7ea1c6" providerId="ADAL" clId="{79555870-17B4-49F7-B1C8-B4904ED74D5B}" dt="2024-07-21T13:50:52.018" v="2719"/>
          <ac:inkMkLst>
            <pc:docMk/>
            <pc:sldMk cId="1927429806" sldId="335"/>
            <ac:inkMk id="45" creationId="{5419C314-671A-5915-D73A-DF262CD8114B}"/>
          </ac:inkMkLst>
        </pc:inkChg>
        <pc:inkChg chg="add mod">
          <ac:chgData name="Mahima Weerasinghe" userId="e11e3f55-42da-4e07-8ead-4d7a1d7ea1c6" providerId="ADAL" clId="{79555870-17B4-49F7-B1C8-B4904ED74D5B}" dt="2024-07-21T13:50:52.018" v="2719"/>
          <ac:inkMkLst>
            <pc:docMk/>
            <pc:sldMk cId="1927429806" sldId="335"/>
            <ac:inkMk id="47" creationId="{E5611F5B-B570-9AA1-B0A4-69C25F5680DD}"/>
          </ac:inkMkLst>
        </pc:inkChg>
        <pc:inkChg chg="add mod">
          <ac:chgData name="Mahima Weerasinghe" userId="e11e3f55-42da-4e07-8ead-4d7a1d7ea1c6" providerId="ADAL" clId="{79555870-17B4-49F7-B1C8-B4904ED74D5B}" dt="2024-07-21T13:50:52.018" v="2719"/>
          <ac:inkMkLst>
            <pc:docMk/>
            <pc:sldMk cId="1927429806" sldId="335"/>
            <ac:inkMk id="48" creationId="{0BB57B4F-9101-2F4B-0263-86902A23843E}"/>
          </ac:inkMkLst>
        </pc:inkChg>
        <pc:inkChg chg="add mod">
          <ac:chgData name="Mahima Weerasinghe" userId="e11e3f55-42da-4e07-8ead-4d7a1d7ea1c6" providerId="ADAL" clId="{79555870-17B4-49F7-B1C8-B4904ED74D5B}" dt="2024-07-21T13:50:52.018" v="2719"/>
          <ac:inkMkLst>
            <pc:docMk/>
            <pc:sldMk cId="1927429806" sldId="335"/>
            <ac:inkMk id="50" creationId="{ECA7964C-00A7-6C6E-1DDE-5A99E8628221}"/>
          </ac:inkMkLst>
        </pc:inkChg>
        <pc:inkChg chg="add mod">
          <ac:chgData name="Mahima Weerasinghe" userId="e11e3f55-42da-4e07-8ead-4d7a1d7ea1c6" providerId="ADAL" clId="{79555870-17B4-49F7-B1C8-B4904ED74D5B}" dt="2024-07-21T13:50:52.018" v="2719"/>
          <ac:inkMkLst>
            <pc:docMk/>
            <pc:sldMk cId="1927429806" sldId="335"/>
            <ac:inkMk id="52" creationId="{CC8AE924-5DE7-FB9D-57F4-0DBF85395185}"/>
          </ac:inkMkLst>
        </pc:inkChg>
        <pc:inkChg chg="add mod">
          <ac:chgData name="Mahima Weerasinghe" userId="e11e3f55-42da-4e07-8ead-4d7a1d7ea1c6" providerId="ADAL" clId="{79555870-17B4-49F7-B1C8-B4904ED74D5B}" dt="2024-07-21T13:50:52.018" v="2719"/>
          <ac:inkMkLst>
            <pc:docMk/>
            <pc:sldMk cId="1927429806" sldId="335"/>
            <ac:inkMk id="54" creationId="{7537ABEC-AE53-61A5-734B-D485CC44A8B8}"/>
          </ac:inkMkLst>
        </pc:inkChg>
        <pc:inkChg chg="add mod">
          <ac:chgData name="Mahima Weerasinghe" userId="e11e3f55-42da-4e07-8ead-4d7a1d7ea1c6" providerId="ADAL" clId="{79555870-17B4-49F7-B1C8-B4904ED74D5B}" dt="2024-07-21T13:50:52.018" v="2719"/>
          <ac:inkMkLst>
            <pc:docMk/>
            <pc:sldMk cId="1927429806" sldId="335"/>
            <ac:inkMk id="55" creationId="{83C4B8C3-D6A9-1966-686D-3B97BCD1921E}"/>
          </ac:inkMkLst>
        </pc:inkChg>
        <pc:inkChg chg="add mod">
          <ac:chgData name="Mahima Weerasinghe" userId="e11e3f55-42da-4e07-8ead-4d7a1d7ea1c6" providerId="ADAL" clId="{79555870-17B4-49F7-B1C8-B4904ED74D5B}" dt="2024-07-21T13:50:52.018" v="2719"/>
          <ac:inkMkLst>
            <pc:docMk/>
            <pc:sldMk cId="1927429806" sldId="335"/>
            <ac:inkMk id="56" creationId="{CFC59761-58DF-BB89-C790-223696B043FC}"/>
          </ac:inkMkLst>
        </pc:inkChg>
        <pc:inkChg chg="add mod">
          <ac:chgData name="Mahima Weerasinghe" userId="e11e3f55-42da-4e07-8ead-4d7a1d7ea1c6" providerId="ADAL" clId="{79555870-17B4-49F7-B1C8-B4904ED74D5B}" dt="2024-07-21T13:50:52.018" v="2719"/>
          <ac:inkMkLst>
            <pc:docMk/>
            <pc:sldMk cId="1927429806" sldId="335"/>
            <ac:inkMk id="57" creationId="{D8CB54EB-BA74-D570-0497-0E6CE8D4068D}"/>
          </ac:inkMkLst>
        </pc:inkChg>
        <pc:inkChg chg="add mod">
          <ac:chgData name="Mahima Weerasinghe" userId="e11e3f55-42da-4e07-8ead-4d7a1d7ea1c6" providerId="ADAL" clId="{79555870-17B4-49F7-B1C8-B4904ED74D5B}" dt="2024-07-21T13:50:52.018" v="2719"/>
          <ac:inkMkLst>
            <pc:docMk/>
            <pc:sldMk cId="1927429806" sldId="335"/>
            <ac:inkMk id="58" creationId="{D3A67D7E-46E8-62CC-5FDB-ADC07CEAADDC}"/>
          </ac:inkMkLst>
        </pc:inkChg>
        <pc:inkChg chg="add mod">
          <ac:chgData name="Mahima Weerasinghe" userId="e11e3f55-42da-4e07-8ead-4d7a1d7ea1c6" providerId="ADAL" clId="{79555870-17B4-49F7-B1C8-B4904ED74D5B}" dt="2024-07-21T13:50:52.018" v="2719"/>
          <ac:inkMkLst>
            <pc:docMk/>
            <pc:sldMk cId="1927429806" sldId="335"/>
            <ac:inkMk id="59" creationId="{9F13FBD8-86E6-5F25-01AF-8A73568C68D7}"/>
          </ac:inkMkLst>
        </pc:inkChg>
        <pc:inkChg chg="add mod">
          <ac:chgData name="Mahima Weerasinghe" userId="e11e3f55-42da-4e07-8ead-4d7a1d7ea1c6" providerId="ADAL" clId="{79555870-17B4-49F7-B1C8-B4904ED74D5B}" dt="2024-07-21T13:50:52.018" v="2719"/>
          <ac:inkMkLst>
            <pc:docMk/>
            <pc:sldMk cId="1927429806" sldId="335"/>
            <ac:inkMk id="60" creationId="{F06E729F-6DCF-E232-7654-15215864215A}"/>
          </ac:inkMkLst>
        </pc:inkChg>
        <pc:inkChg chg="add mod">
          <ac:chgData name="Mahima Weerasinghe" userId="e11e3f55-42da-4e07-8ead-4d7a1d7ea1c6" providerId="ADAL" clId="{79555870-17B4-49F7-B1C8-B4904ED74D5B}" dt="2024-07-21T13:50:52.018" v="2719"/>
          <ac:inkMkLst>
            <pc:docMk/>
            <pc:sldMk cId="1927429806" sldId="335"/>
            <ac:inkMk id="61" creationId="{5F4AEE93-C6C8-7211-232B-D27233DCF16B}"/>
          </ac:inkMkLst>
        </pc:inkChg>
        <pc:inkChg chg="add mod">
          <ac:chgData name="Mahima Weerasinghe" userId="e11e3f55-42da-4e07-8ead-4d7a1d7ea1c6" providerId="ADAL" clId="{79555870-17B4-49F7-B1C8-B4904ED74D5B}" dt="2024-07-21T13:50:52.018" v="2719"/>
          <ac:inkMkLst>
            <pc:docMk/>
            <pc:sldMk cId="1927429806" sldId="335"/>
            <ac:inkMk id="62" creationId="{457911BB-8268-9C48-B594-A1C0FE1AA6E8}"/>
          </ac:inkMkLst>
        </pc:inkChg>
        <pc:inkChg chg="add mod">
          <ac:chgData name="Mahima Weerasinghe" userId="e11e3f55-42da-4e07-8ead-4d7a1d7ea1c6" providerId="ADAL" clId="{79555870-17B4-49F7-B1C8-B4904ED74D5B}" dt="2024-07-21T13:50:52.018" v="2719"/>
          <ac:inkMkLst>
            <pc:docMk/>
            <pc:sldMk cId="1927429806" sldId="335"/>
            <ac:inkMk id="65" creationId="{D66DB07A-F491-9684-96B0-B31B34930F0E}"/>
          </ac:inkMkLst>
        </pc:inkChg>
        <pc:inkChg chg="add mod">
          <ac:chgData name="Mahima Weerasinghe" userId="e11e3f55-42da-4e07-8ead-4d7a1d7ea1c6" providerId="ADAL" clId="{79555870-17B4-49F7-B1C8-B4904ED74D5B}" dt="2024-07-21T13:50:52.018" v="2719"/>
          <ac:inkMkLst>
            <pc:docMk/>
            <pc:sldMk cId="1927429806" sldId="335"/>
            <ac:inkMk id="66" creationId="{0829257D-0444-23A1-02F0-D343F529E168}"/>
          </ac:inkMkLst>
        </pc:inkChg>
        <pc:inkChg chg="add mod">
          <ac:chgData name="Mahima Weerasinghe" userId="e11e3f55-42da-4e07-8ead-4d7a1d7ea1c6" providerId="ADAL" clId="{79555870-17B4-49F7-B1C8-B4904ED74D5B}" dt="2024-07-21T13:50:52.018" v="2719"/>
          <ac:inkMkLst>
            <pc:docMk/>
            <pc:sldMk cId="1927429806" sldId="335"/>
            <ac:inkMk id="67" creationId="{EBAE11C4-8E99-C3BB-B45A-FF3052F251E9}"/>
          </ac:inkMkLst>
        </pc:inkChg>
        <pc:inkChg chg="add mod">
          <ac:chgData name="Mahima Weerasinghe" userId="e11e3f55-42da-4e07-8ead-4d7a1d7ea1c6" providerId="ADAL" clId="{79555870-17B4-49F7-B1C8-B4904ED74D5B}" dt="2024-07-21T13:50:52.018" v="2719"/>
          <ac:inkMkLst>
            <pc:docMk/>
            <pc:sldMk cId="1927429806" sldId="335"/>
            <ac:inkMk id="68" creationId="{FAFC261D-68EC-7050-C81E-CF903C64A037}"/>
          </ac:inkMkLst>
        </pc:inkChg>
        <pc:inkChg chg="add mod">
          <ac:chgData name="Mahima Weerasinghe" userId="e11e3f55-42da-4e07-8ead-4d7a1d7ea1c6" providerId="ADAL" clId="{79555870-17B4-49F7-B1C8-B4904ED74D5B}" dt="2024-07-21T13:50:52.018" v="2719"/>
          <ac:inkMkLst>
            <pc:docMk/>
            <pc:sldMk cId="1927429806" sldId="335"/>
            <ac:inkMk id="69" creationId="{831C9376-EB3B-FECB-E663-E835E4D6C338}"/>
          </ac:inkMkLst>
        </pc:inkChg>
        <pc:inkChg chg="add mod">
          <ac:chgData name="Mahima Weerasinghe" userId="e11e3f55-42da-4e07-8ead-4d7a1d7ea1c6" providerId="ADAL" clId="{79555870-17B4-49F7-B1C8-B4904ED74D5B}" dt="2024-07-21T13:50:52.018" v="2719"/>
          <ac:inkMkLst>
            <pc:docMk/>
            <pc:sldMk cId="1927429806" sldId="335"/>
            <ac:inkMk id="70" creationId="{3B971E3C-2457-6D2B-8C4B-7F4434886954}"/>
          </ac:inkMkLst>
        </pc:inkChg>
        <pc:inkChg chg="add mod">
          <ac:chgData name="Mahima Weerasinghe" userId="e11e3f55-42da-4e07-8ead-4d7a1d7ea1c6" providerId="ADAL" clId="{79555870-17B4-49F7-B1C8-B4904ED74D5B}" dt="2024-07-21T13:50:52.018" v="2719"/>
          <ac:inkMkLst>
            <pc:docMk/>
            <pc:sldMk cId="1927429806" sldId="335"/>
            <ac:inkMk id="72" creationId="{C4A0E8B1-79CB-5C23-4F66-8EF04224F8BA}"/>
          </ac:inkMkLst>
        </pc:inkChg>
        <pc:inkChg chg="add mod">
          <ac:chgData name="Mahima Weerasinghe" userId="e11e3f55-42da-4e07-8ead-4d7a1d7ea1c6" providerId="ADAL" clId="{79555870-17B4-49F7-B1C8-B4904ED74D5B}" dt="2024-07-21T13:50:52.018" v="2719"/>
          <ac:inkMkLst>
            <pc:docMk/>
            <pc:sldMk cId="1927429806" sldId="335"/>
            <ac:inkMk id="74" creationId="{4CC8ABB4-0B6D-D003-BBBE-3DF342C36A11}"/>
          </ac:inkMkLst>
        </pc:inkChg>
        <pc:inkChg chg="add mod">
          <ac:chgData name="Mahima Weerasinghe" userId="e11e3f55-42da-4e07-8ead-4d7a1d7ea1c6" providerId="ADAL" clId="{79555870-17B4-49F7-B1C8-B4904ED74D5B}" dt="2024-07-21T13:50:52.018" v="2719"/>
          <ac:inkMkLst>
            <pc:docMk/>
            <pc:sldMk cId="1927429806" sldId="335"/>
            <ac:inkMk id="75" creationId="{14D5E594-53D7-3958-4EB8-DD215D9C529B}"/>
          </ac:inkMkLst>
        </pc:inkChg>
        <pc:inkChg chg="add mod">
          <ac:chgData name="Mahima Weerasinghe" userId="e11e3f55-42da-4e07-8ead-4d7a1d7ea1c6" providerId="ADAL" clId="{79555870-17B4-49F7-B1C8-B4904ED74D5B}" dt="2024-07-21T13:50:52.018" v="2719"/>
          <ac:inkMkLst>
            <pc:docMk/>
            <pc:sldMk cId="1927429806" sldId="335"/>
            <ac:inkMk id="76" creationId="{93917194-640A-88E7-5570-92EE324A6B9B}"/>
          </ac:inkMkLst>
        </pc:inkChg>
        <pc:inkChg chg="add mod">
          <ac:chgData name="Mahima Weerasinghe" userId="e11e3f55-42da-4e07-8ead-4d7a1d7ea1c6" providerId="ADAL" clId="{79555870-17B4-49F7-B1C8-B4904ED74D5B}" dt="2024-07-21T13:50:52.018" v="2719"/>
          <ac:inkMkLst>
            <pc:docMk/>
            <pc:sldMk cId="1927429806" sldId="335"/>
            <ac:inkMk id="77" creationId="{8C842E0F-3168-7AB8-8244-7D77138B7D63}"/>
          </ac:inkMkLst>
        </pc:inkChg>
        <pc:inkChg chg="add mod">
          <ac:chgData name="Mahima Weerasinghe" userId="e11e3f55-42da-4e07-8ead-4d7a1d7ea1c6" providerId="ADAL" clId="{79555870-17B4-49F7-B1C8-B4904ED74D5B}" dt="2024-07-21T13:50:52.018" v="2719"/>
          <ac:inkMkLst>
            <pc:docMk/>
            <pc:sldMk cId="1927429806" sldId="335"/>
            <ac:inkMk id="79" creationId="{32EA7880-C043-0CB2-5FB6-4AEC9EE0C97E}"/>
          </ac:inkMkLst>
        </pc:inkChg>
        <pc:inkChg chg="add mod">
          <ac:chgData name="Mahima Weerasinghe" userId="e11e3f55-42da-4e07-8ead-4d7a1d7ea1c6" providerId="ADAL" clId="{79555870-17B4-49F7-B1C8-B4904ED74D5B}" dt="2024-07-21T13:50:52.018" v="2719"/>
          <ac:inkMkLst>
            <pc:docMk/>
            <pc:sldMk cId="1927429806" sldId="335"/>
            <ac:inkMk id="80" creationId="{F3767F18-2204-93FE-6F72-9C30FB041664}"/>
          </ac:inkMkLst>
        </pc:inkChg>
        <pc:inkChg chg="add mod">
          <ac:chgData name="Mahima Weerasinghe" userId="e11e3f55-42da-4e07-8ead-4d7a1d7ea1c6" providerId="ADAL" clId="{79555870-17B4-49F7-B1C8-B4904ED74D5B}" dt="2024-07-21T13:50:52.018" v="2719"/>
          <ac:inkMkLst>
            <pc:docMk/>
            <pc:sldMk cId="1927429806" sldId="335"/>
            <ac:inkMk id="81" creationId="{EE4195D8-EB6A-3C84-472B-9E4A22B65FE2}"/>
          </ac:inkMkLst>
        </pc:inkChg>
        <pc:inkChg chg="add mod">
          <ac:chgData name="Mahima Weerasinghe" userId="e11e3f55-42da-4e07-8ead-4d7a1d7ea1c6" providerId="ADAL" clId="{79555870-17B4-49F7-B1C8-B4904ED74D5B}" dt="2024-07-21T13:50:52.018" v="2719"/>
          <ac:inkMkLst>
            <pc:docMk/>
            <pc:sldMk cId="1927429806" sldId="335"/>
            <ac:inkMk id="82" creationId="{97DB567F-6BA1-AD8A-9CB8-2BA215EC711A}"/>
          </ac:inkMkLst>
        </pc:inkChg>
        <pc:inkChg chg="add mod">
          <ac:chgData name="Mahima Weerasinghe" userId="e11e3f55-42da-4e07-8ead-4d7a1d7ea1c6" providerId="ADAL" clId="{79555870-17B4-49F7-B1C8-B4904ED74D5B}" dt="2024-07-21T13:50:52.018" v="2719"/>
          <ac:inkMkLst>
            <pc:docMk/>
            <pc:sldMk cId="1927429806" sldId="335"/>
            <ac:inkMk id="83" creationId="{76D1D5B8-C397-376C-09B8-823C130F1315}"/>
          </ac:inkMkLst>
        </pc:inkChg>
        <pc:inkChg chg="add mod">
          <ac:chgData name="Mahima Weerasinghe" userId="e11e3f55-42da-4e07-8ead-4d7a1d7ea1c6" providerId="ADAL" clId="{79555870-17B4-49F7-B1C8-B4904ED74D5B}" dt="2024-07-21T13:50:52.018" v="2719"/>
          <ac:inkMkLst>
            <pc:docMk/>
            <pc:sldMk cId="1927429806" sldId="335"/>
            <ac:inkMk id="84" creationId="{ADC90450-823A-61F5-7CCA-81FFB53D932C}"/>
          </ac:inkMkLst>
        </pc:inkChg>
        <pc:inkChg chg="add mod">
          <ac:chgData name="Mahima Weerasinghe" userId="e11e3f55-42da-4e07-8ead-4d7a1d7ea1c6" providerId="ADAL" clId="{79555870-17B4-49F7-B1C8-B4904ED74D5B}" dt="2024-07-21T13:50:52.018" v="2719"/>
          <ac:inkMkLst>
            <pc:docMk/>
            <pc:sldMk cId="1927429806" sldId="335"/>
            <ac:inkMk id="85" creationId="{771BAB67-B08F-BBB0-23B1-80F579DD6483}"/>
          </ac:inkMkLst>
        </pc:inkChg>
        <pc:inkChg chg="add mod">
          <ac:chgData name="Mahima Weerasinghe" userId="e11e3f55-42da-4e07-8ead-4d7a1d7ea1c6" providerId="ADAL" clId="{79555870-17B4-49F7-B1C8-B4904ED74D5B}" dt="2024-07-21T13:50:52.018" v="2719"/>
          <ac:inkMkLst>
            <pc:docMk/>
            <pc:sldMk cId="1927429806" sldId="335"/>
            <ac:inkMk id="86" creationId="{65EE9B89-A58C-EEE2-BA9D-44C891D22E86}"/>
          </ac:inkMkLst>
        </pc:inkChg>
        <pc:inkChg chg="add mod">
          <ac:chgData name="Mahima Weerasinghe" userId="e11e3f55-42da-4e07-8ead-4d7a1d7ea1c6" providerId="ADAL" clId="{79555870-17B4-49F7-B1C8-B4904ED74D5B}" dt="2024-07-21T13:50:52.018" v="2719"/>
          <ac:inkMkLst>
            <pc:docMk/>
            <pc:sldMk cId="1927429806" sldId="335"/>
            <ac:inkMk id="87" creationId="{C7D1858C-88EC-4F86-3CE6-689395F04A4D}"/>
          </ac:inkMkLst>
        </pc:inkChg>
        <pc:inkChg chg="add mod">
          <ac:chgData name="Mahima Weerasinghe" userId="e11e3f55-42da-4e07-8ead-4d7a1d7ea1c6" providerId="ADAL" clId="{79555870-17B4-49F7-B1C8-B4904ED74D5B}" dt="2024-07-21T13:50:52.018" v="2719"/>
          <ac:inkMkLst>
            <pc:docMk/>
            <pc:sldMk cId="1927429806" sldId="335"/>
            <ac:inkMk id="88" creationId="{DAC09DF8-22E5-C7AA-E6CC-B018E8365D57}"/>
          </ac:inkMkLst>
        </pc:inkChg>
        <pc:inkChg chg="add mod">
          <ac:chgData name="Mahima Weerasinghe" userId="e11e3f55-42da-4e07-8ead-4d7a1d7ea1c6" providerId="ADAL" clId="{79555870-17B4-49F7-B1C8-B4904ED74D5B}" dt="2024-07-21T13:50:52.018" v="2719"/>
          <ac:inkMkLst>
            <pc:docMk/>
            <pc:sldMk cId="1927429806" sldId="335"/>
            <ac:inkMk id="89" creationId="{D81F87CB-0FA9-2C85-A9C0-C0C5BECD5392}"/>
          </ac:inkMkLst>
        </pc:inkChg>
        <pc:inkChg chg="add mod">
          <ac:chgData name="Mahima Weerasinghe" userId="e11e3f55-42da-4e07-8ead-4d7a1d7ea1c6" providerId="ADAL" clId="{79555870-17B4-49F7-B1C8-B4904ED74D5B}" dt="2024-07-21T13:50:52.018" v="2719"/>
          <ac:inkMkLst>
            <pc:docMk/>
            <pc:sldMk cId="1927429806" sldId="335"/>
            <ac:inkMk id="90" creationId="{5DF71AC8-B755-E559-72E9-2535BDEFC838}"/>
          </ac:inkMkLst>
        </pc:inkChg>
        <pc:inkChg chg="add mod">
          <ac:chgData name="Mahima Weerasinghe" userId="e11e3f55-42da-4e07-8ead-4d7a1d7ea1c6" providerId="ADAL" clId="{79555870-17B4-49F7-B1C8-B4904ED74D5B}" dt="2024-07-21T13:50:52.018" v="2719"/>
          <ac:inkMkLst>
            <pc:docMk/>
            <pc:sldMk cId="1927429806" sldId="335"/>
            <ac:inkMk id="91" creationId="{43E96268-55DE-9C84-F9E3-A491E45235B8}"/>
          </ac:inkMkLst>
        </pc:inkChg>
        <pc:inkChg chg="add mod">
          <ac:chgData name="Mahima Weerasinghe" userId="e11e3f55-42da-4e07-8ead-4d7a1d7ea1c6" providerId="ADAL" clId="{79555870-17B4-49F7-B1C8-B4904ED74D5B}" dt="2024-07-21T13:50:52.018" v="2719"/>
          <ac:inkMkLst>
            <pc:docMk/>
            <pc:sldMk cId="1927429806" sldId="335"/>
            <ac:inkMk id="92" creationId="{B62F7242-0F89-9A6A-95DD-0589D28894E6}"/>
          </ac:inkMkLst>
        </pc:inkChg>
        <pc:inkChg chg="add mod">
          <ac:chgData name="Mahima Weerasinghe" userId="e11e3f55-42da-4e07-8ead-4d7a1d7ea1c6" providerId="ADAL" clId="{79555870-17B4-49F7-B1C8-B4904ED74D5B}" dt="2024-07-21T13:50:52.018" v="2719"/>
          <ac:inkMkLst>
            <pc:docMk/>
            <pc:sldMk cId="1927429806" sldId="335"/>
            <ac:inkMk id="93" creationId="{DD3ED160-ADA9-B26A-2451-79CBBBF4D726}"/>
          </ac:inkMkLst>
        </pc:inkChg>
        <pc:inkChg chg="add mod">
          <ac:chgData name="Mahima Weerasinghe" userId="e11e3f55-42da-4e07-8ead-4d7a1d7ea1c6" providerId="ADAL" clId="{79555870-17B4-49F7-B1C8-B4904ED74D5B}" dt="2024-07-21T13:50:52.018" v="2719"/>
          <ac:inkMkLst>
            <pc:docMk/>
            <pc:sldMk cId="1927429806" sldId="335"/>
            <ac:inkMk id="95" creationId="{DEF7644C-DF03-DAA9-339C-F36D0ADD9390}"/>
          </ac:inkMkLst>
        </pc:inkChg>
        <pc:inkChg chg="add mod">
          <ac:chgData name="Mahima Weerasinghe" userId="e11e3f55-42da-4e07-8ead-4d7a1d7ea1c6" providerId="ADAL" clId="{79555870-17B4-49F7-B1C8-B4904ED74D5B}" dt="2024-07-21T13:50:52.018" v="2719"/>
          <ac:inkMkLst>
            <pc:docMk/>
            <pc:sldMk cId="1927429806" sldId="335"/>
            <ac:inkMk id="96" creationId="{8EB5F14F-6CCB-3324-289A-3DF7F2C40F49}"/>
          </ac:inkMkLst>
        </pc:inkChg>
        <pc:inkChg chg="add mod">
          <ac:chgData name="Mahima Weerasinghe" userId="e11e3f55-42da-4e07-8ead-4d7a1d7ea1c6" providerId="ADAL" clId="{79555870-17B4-49F7-B1C8-B4904ED74D5B}" dt="2024-07-21T13:50:52.018" v="2719"/>
          <ac:inkMkLst>
            <pc:docMk/>
            <pc:sldMk cId="1927429806" sldId="335"/>
            <ac:inkMk id="97" creationId="{CD9D58A2-4557-C5AB-6F23-0EB1C6C1B853}"/>
          </ac:inkMkLst>
        </pc:inkChg>
        <pc:inkChg chg="add mod">
          <ac:chgData name="Mahima Weerasinghe" userId="e11e3f55-42da-4e07-8ead-4d7a1d7ea1c6" providerId="ADAL" clId="{79555870-17B4-49F7-B1C8-B4904ED74D5B}" dt="2024-07-21T13:50:52.018" v="2719"/>
          <ac:inkMkLst>
            <pc:docMk/>
            <pc:sldMk cId="1927429806" sldId="335"/>
            <ac:inkMk id="98" creationId="{4D9F06C3-1F66-F0FE-D3AF-26A7C9AC51F5}"/>
          </ac:inkMkLst>
        </pc:inkChg>
        <pc:inkChg chg="add mod">
          <ac:chgData name="Mahima Weerasinghe" userId="e11e3f55-42da-4e07-8ead-4d7a1d7ea1c6" providerId="ADAL" clId="{79555870-17B4-49F7-B1C8-B4904ED74D5B}" dt="2024-07-21T13:50:52.018" v="2719"/>
          <ac:inkMkLst>
            <pc:docMk/>
            <pc:sldMk cId="1927429806" sldId="335"/>
            <ac:inkMk id="99" creationId="{6FE6D0AE-5DEA-0731-E310-4E244399410D}"/>
          </ac:inkMkLst>
        </pc:inkChg>
        <pc:inkChg chg="add mod">
          <ac:chgData name="Mahima Weerasinghe" userId="e11e3f55-42da-4e07-8ead-4d7a1d7ea1c6" providerId="ADAL" clId="{79555870-17B4-49F7-B1C8-B4904ED74D5B}" dt="2024-07-21T13:50:52.018" v="2719"/>
          <ac:inkMkLst>
            <pc:docMk/>
            <pc:sldMk cId="1927429806" sldId="335"/>
            <ac:inkMk id="100" creationId="{867D1A19-CB9C-501D-6319-31D57C0FBFDD}"/>
          </ac:inkMkLst>
        </pc:inkChg>
        <pc:inkChg chg="add mod">
          <ac:chgData name="Mahima Weerasinghe" userId="e11e3f55-42da-4e07-8ead-4d7a1d7ea1c6" providerId="ADAL" clId="{79555870-17B4-49F7-B1C8-B4904ED74D5B}" dt="2024-07-21T13:50:52.018" v="2719"/>
          <ac:inkMkLst>
            <pc:docMk/>
            <pc:sldMk cId="1927429806" sldId="335"/>
            <ac:inkMk id="101" creationId="{41611EC4-44B6-BC53-841F-2B08AA103D7B}"/>
          </ac:inkMkLst>
        </pc:inkChg>
        <pc:inkChg chg="add mod">
          <ac:chgData name="Mahima Weerasinghe" userId="e11e3f55-42da-4e07-8ead-4d7a1d7ea1c6" providerId="ADAL" clId="{79555870-17B4-49F7-B1C8-B4904ED74D5B}" dt="2024-07-21T13:50:52.018" v="2719"/>
          <ac:inkMkLst>
            <pc:docMk/>
            <pc:sldMk cId="1927429806" sldId="335"/>
            <ac:inkMk id="102" creationId="{57816D8C-5D18-8910-5FA2-7EB143D34DD0}"/>
          </ac:inkMkLst>
        </pc:inkChg>
        <pc:inkChg chg="add mod">
          <ac:chgData name="Mahima Weerasinghe" userId="e11e3f55-42da-4e07-8ead-4d7a1d7ea1c6" providerId="ADAL" clId="{79555870-17B4-49F7-B1C8-B4904ED74D5B}" dt="2024-07-21T13:41:03.908" v="2551"/>
          <ac:inkMkLst>
            <pc:docMk/>
            <pc:sldMk cId="1927429806" sldId="335"/>
            <ac:inkMk id="104" creationId="{F0198C92-ACA7-0597-2F4C-CE29BB816E0E}"/>
          </ac:inkMkLst>
        </pc:inkChg>
        <pc:inkChg chg="add mod">
          <ac:chgData name="Mahima Weerasinghe" userId="e11e3f55-42da-4e07-8ead-4d7a1d7ea1c6" providerId="ADAL" clId="{79555870-17B4-49F7-B1C8-B4904ED74D5B}" dt="2024-07-21T13:41:03.908" v="2551"/>
          <ac:inkMkLst>
            <pc:docMk/>
            <pc:sldMk cId="1927429806" sldId="335"/>
            <ac:inkMk id="105" creationId="{B72B19E4-16E5-ABF9-D23B-DD2748E9D3CA}"/>
          </ac:inkMkLst>
        </pc:inkChg>
        <pc:inkChg chg="add mod">
          <ac:chgData name="Mahima Weerasinghe" userId="e11e3f55-42da-4e07-8ead-4d7a1d7ea1c6" providerId="ADAL" clId="{79555870-17B4-49F7-B1C8-B4904ED74D5B}" dt="2024-07-21T13:41:03.908" v="2551"/>
          <ac:inkMkLst>
            <pc:docMk/>
            <pc:sldMk cId="1927429806" sldId="335"/>
            <ac:inkMk id="106" creationId="{83679D19-84BA-3B97-3082-214E308A533D}"/>
          </ac:inkMkLst>
        </pc:inkChg>
        <pc:inkChg chg="add mod">
          <ac:chgData name="Mahima Weerasinghe" userId="e11e3f55-42da-4e07-8ead-4d7a1d7ea1c6" providerId="ADAL" clId="{79555870-17B4-49F7-B1C8-B4904ED74D5B}" dt="2024-07-21T13:41:03.908" v="2551"/>
          <ac:inkMkLst>
            <pc:docMk/>
            <pc:sldMk cId="1927429806" sldId="335"/>
            <ac:inkMk id="107" creationId="{17C184A2-64A0-81E7-F3DE-1582D5156D80}"/>
          </ac:inkMkLst>
        </pc:inkChg>
        <pc:inkChg chg="add mod">
          <ac:chgData name="Mahima Weerasinghe" userId="e11e3f55-42da-4e07-8ead-4d7a1d7ea1c6" providerId="ADAL" clId="{79555870-17B4-49F7-B1C8-B4904ED74D5B}" dt="2024-07-21T13:41:03.908" v="2551"/>
          <ac:inkMkLst>
            <pc:docMk/>
            <pc:sldMk cId="1927429806" sldId="335"/>
            <ac:inkMk id="108" creationId="{58BA2F18-C01F-A472-2C61-D661B312424E}"/>
          </ac:inkMkLst>
        </pc:inkChg>
        <pc:inkChg chg="add mod">
          <ac:chgData name="Mahima Weerasinghe" userId="e11e3f55-42da-4e07-8ead-4d7a1d7ea1c6" providerId="ADAL" clId="{79555870-17B4-49F7-B1C8-B4904ED74D5B}" dt="2024-07-21T13:41:03.908" v="2551"/>
          <ac:inkMkLst>
            <pc:docMk/>
            <pc:sldMk cId="1927429806" sldId="335"/>
            <ac:inkMk id="109" creationId="{B266CEDE-0AE0-D969-DBED-F6B4AE7B6CBC}"/>
          </ac:inkMkLst>
        </pc:inkChg>
        <pc:inkChg chg="add mod">
          <ac:chgData name="Mahima Weerasinghe" userId="e11e3f55-42da-4e07-8ead-4d7a1d7ea1c6" providerId="ADAL" clId="{79555870-17B4-49F7-B1C8-B4904ED74D5B}" dt="2024-07-21T13:41:03.908" v="2551"/>
          <ac:inkMkLst>
            <pc:docMk/>
            <pc:sldMk cId="1927429806" sldId="335"/>
            <ac:inkMk id="110" creationId="{565826BC-5500-7B06-C527-E0DB1DFCB65A}"/>
          </ac:inkMkLst>
        </pc:inkChg>
        <pc:inkChg chg="add mod">
          <ac:chgData name="Mahima Weerasinghe" userId="e11e3f55-42da-4e07-8ead-4d7a1d7ea1c6" providerId="ADAL" clId="{79555870-17B4-49F7-B1C8-B4904ED74D5B}" dt="2024-07-21T13:41:03.908" v="2551"/>
          <ac:inkMkLst>
            <pc:docMk/>
            <pc:sldMk cId="1927429806" sldId="335"/>
            <ac:inkMk id="112" creationId="{27887BDF-E6E5-E184-C146-D3D2C5D68C67}"/>
          </ac:inkMkLst>
        </pc:inkChg>
        <pc:inkChg chg="add mod">
          <ac:chgData name="Mahima Weerasinghe" userId="e11e3f55-42da-4e07-8ead-4d7a1d7ea1c6" providerId="ADAL" clId="{79555870-17B4-49F7-B1C8-B4904ED74D5B}" dt="2024-07-21T13:41:03.908" v="2551"/>
          <ac:inkMkLst>
            <pc:docMk/>
            <pc:sldMk cId="1927429806" sldId="335"/>
            <ac:inkMk id="113" creationId="{6B5A5F80-4F5F-60B1-44F0-6E3DF8FD692D}"/>
          </ac:inkMkLst>
        </pc:inkChg>
        <pc:inkChg chg="add mod">
          <ac:chgData name="Mahima Weerasinghe" userId="e11e3f55-42da-4e07-8ead-4d7a1d7ea1c6" providerId="ADAL" clId="{79555870-17B4-49F7-B1C8-B4904ED74D5B}" dt="2024-07-21T13:41:03.908" v="2551"/>
          <ac:inkMkLst>
            <pc:docMk/>
            <pc:sldMk cId="1927429806" sldId="335"/>
            <ac:inkMk id="114" creationId="{E817FCC3-05B7-48EE-8819-D1A3A53E8F70}"/>
          </ac:inkMkLst>
        </pc:inkChg>
        <pc:inkChg chg="add mod">
          <ac:chgData name="Mahima Weerasinghe" userId="e11e3f55-42da-4e07-8ead-4d7a1d7ea1c6" providerId="ADAL" clId="{79555870-17B4-49F7-B1C8-B4904ED74D5B}" dt="2024-07-21T13:41:03.908" v="2551"/>
          <ac:inkMkLst>
            <pc:docMk/>
            <pc:sldMk cId="1927429806" sldId="335"/>
            <ac:inkMk id="115" creationId="{E368BFBD-C65E-6E91-BF15-4F3B8A3AC41B}"/>
          </ac:inkMkLst>
        </pc:inkChg>
        <pc:inkChg chg="add mod">
          <ac:chgData name="Mahima Weerasinghe" userId="e11e3f55-42da-4e07-8ead-4d7a1d7ea1c6" providerId="ADAL" clId="{79555870-17B4-49F7-B1C8-B4904ED74D5B}" dt="2024-07-21T13:41:03.908" v="2551"/>
          <ac:inkMkLst>
            <pc:docMk/>
            <pc:sldMk cId="1927429806" sldId="335"/>
            <ac:inkMk id="116" creationId="{F600FA29-AEF8-76DB-4DBD-F022BA561259}"/>
          </ac:inkMkLst>
        </pc:inkChg>
        <pc:inkChg chg="add mod">
          <ac:chgData name="Mahima Weerasinghe" userId="e11e3f55-42da-4e07-8ead-4d7a1d7ea1c6" providerId="ADAL" clId="{79555870-17B4-49F7-B1C8-B4904ED74D5B}" dt="2024-07-21T13:41:03.908" v="2551"/>
          <ac:inkMkLst>
            <pc:docMk/>
            <pc:sldMk cId="1927429806" sldId="335"/>
            <ac:inkMk id="117" creationId="{C46F876D-D4A0-4342-032F-E182ED0B569A}"/>
          </ac:inkMkLst>
        </pc:inkChg>
        <pc:inkChg chg="add mod">
          <ac:chgData name="Mahima Weerasinghe" userId="e11e3f55-42da-4e07-8ead-4d7a1d7ea1c6" providerId="ADAL" clId="{79555870-17B4-49F7-B1C8-B4904ED74D5B}" dt="2024-07-21T13:41:03.908" v="2551"/>
          <ac:inkMkLst>
            <pc:docMk/>
            <pc:sldMk cId="1927429806" sldId="335"/>
            <ac:inkMk id="118" creationId="{354C9F99-DD3A-7C72-A196-FB6674FD5CDA}"/>
          </ac:inkMkLst>
        </pc:inkChg>
        <pc:inkChg chg="add mod">
          <ac:chgData name="Mahima Weerasinghe" userId="e11e3f55-42da-4e07-8ead-4d7a1d7ea1c6" providerId="ADAL" clId="{79555870-17B4-49F7-B1C8-B4904ED74D5B}" dt="2024-07-21T13:41:03.908" v="2551"/>
          <ac:inkMkLst>
            <pc:docMk/>
            <pc:sldMk cId="1927429806" sldId="335"/>
            <ac:inkMk id="119" creationId="{ADA4940F-CE1F-183B-BDA6-4D1FB3A1D81F}"/>
          </ac:inkMkLst>
        </pc:inkChg>
        <pc:inkChg chg="add mod">
          <ac:chgData name="Mahima Weerasinghe" userId="e11e3f55-42da-4e07-8ead-4d7a1d7ea1c6" providerId="ADAL" clId="{79555870-17B4-49F7-B1C8-B4904ED74D5B}" dt="2024-07-21T13:41:03.908" v="2551"/>
          <ac:inkMkLst>
            <pc:docMk/>
            <pc:sldMk cId="1927429806" sldId="335"/>
            <ac:inkMk id="120" creationId="{745E36C5-E9D4-C69D-ACBB-50DB42D60224}"/>
          </ac:inkMkLst>
        </pc:inkChg>
        <pc:inkChg chg="add mod">
          <ac:chgData name="Mahima Weerasinghe" userId="e11e3f55-42da-4e07-8ead-4d7a1d7ea1c6" providerId="ADAL" clId="{79555870-17B4-49F7-B1C8-B4904ED74D5B}" dt="2024-07-21T13:41:03.908" v="2551"/>
          <ac:inkMkLst>
            <pc:docMk/>
            <pc:sldMk cId="1927429806" sldId="335"/>
            <ac:inkMk id="122" creationId="{756E6B2A-F0F1-83C0-4DD6-2EC5D9F949C6}"/>
          </ac:inkMkLst>
        </pc:inkChg>
        <pc:inkChg chg="add mod">
          <ac:chgData name="Mahima Weerasinghe" userId="e11e3f55-42da-4e07-8ead-4d7a1d7ea1c6" providerId="ADAL" clId="{79555870-17B4-49F7-B1C8-B4904ED74D5B}" dt="2024-07-21T13:41:03.908" v="2551"/>
          <ac:inkMkLst>
            <pc:docMk/>
            <pc:sldMk cId="1927429806" sldId="335"/>
            <ac:inkMk id="123" creationId="{B9067951-6BD3-D4B7-31FF-18B11DF42E68}"/>
          </ac:inkMkLst>
        </pc:inkChg>
        <pc:inkChg chg="add mod">
          <ac:chgData name="Mahima Weerasinghe" userId="e11e3f55-42da-4e07-8ead-4d7a1d7ea1c6" providerId="ADAL" clId="{79555870-17B4-49F7-B1C8-B4904ED74D5B}" dt="2024-07-21T13:41:03.908" v="2551"/>
          <ac:inkMkLst>
            <pc:docMk/>
            <pc:sldMk cId="1927429806" sldId="335"/>
            <ac:inkMk id="124" creationId="{95D318C9-A366-2928-72DE-67F1EB3B1DDC}"/>
          </ac:inkMkLst>
        </pc:inkChg>
        <pc:inkChg chg="add mod">
          <ac:chgData name="Mahima Weerasinghe" userId="e11e3f55-42da-4e07-8ead-4d7a1d7ea1c6" providerId="ADAL" clId="{79555870-17B4-49F7-B1C8-B4904ED74D5B}" dt="2024-07-21T13:41:03.908" v="2551"/>
          <ac:inkMkLst>
            <pc:docMk/>
            <pc:sldMk cId="1927429806" sldId="335"/>
            <ac:inkMk id="125" creationId="{C79452E5-AE6D-43FE-2EBD-70CECC8A7C71}"/>
          </ac:inkMkLst>
        </pc:inkChg>
        <pc:inkChg chg="add mod">
          <ac:chgData name="Mahima Weerasinghe" userId="e11e3f55-42da-4e07-8ead-4d7a1d7ea1c6" providerId="ADAL" clId="{79555870-17B4-49F7-B1C8-B4904ED74D5B}" dt="2024-07-21T13:41:03.908" v="2551"/>
          <ac:inkMkLst>
            <pc:docMk/>
            <pc:sldMk cId="1927429806" sldId="335"/>
            <ac:inkMk id="126" creationId="{F142748E-09A5-D6B9-C138-CD54EAB64CFC}"/>
          </ac:inkMkLst>
        </pc:inkChg>
        <pc:inkChg chg="add mod">
          <ac:chgData name="Mahima Weerasinghe" userId="e11e3f55-42da-4e07-8ead-4d7a1d7ea1c6" providerId="ADAL" clId="{79555870-17B4-49F7-B1C8-B4904ED74D5B}" dt="2024-07-21T13:50:52.018" v="2719"/>
          <ac:inkMkLst>
            <pc:docMk/>
            <pc:sldMk cId="1927429806" sldId="335"/>
            <ac:inkMk id="128" creationId="{6BAE3DEE-64B4-B14F-31C9-990008E0DEB1}"/>
          </ac:inkMkLst>
        </pc:inkChg>
        <pc:inkChg chg="add mod">
          <ac:chgData name="Mahima Weerasinghe" userId="e11e3f55-42da-4e07-8ead-4d7a1d7ea1c6" providerId="ADAL" clId="{79555870-17B4-49F7-B1C8-B4904ED74D5B}" dt="2024-07-21T13:50:52.018" v="2719"/>
          <ac:inkMkLst>
            <pc:docMk/>
            <pc:sldMk cId="1927429806" sldId="335"/>
            <ac:inkMk id="129" creationId="{058C5605-5205-97AE-B6A3-205931C97414}"/>
          </ac:inkMkLst>
        </pc:inkChg>
        <pc:inkChg chg="add mod">
          <ac:chgData name="Mahima Weerasinghe" userId="e11e3f55-42da-4e07-8ead-4d7a1d7ea1c6" providerId="ADAL" clId="{79555870-17B4-49F7-B1C8-B4904ED74D5B}" dt="2024-07-21T13:50:52.018" v="2719"/>
          <ac:inkMkLst>
            <pc:docMk/>
            <pc:sldMk cId="1927429806" sldId="335"/>
            <ac:inkMk id="130" creationId="{879BFD57-F2FE-2DC0-0996-0DE820504E87}"/>
          </ac:inkMkLst>
        </pc:inkChg>
        <pc:inkChg chg="add mod">
          <ac:chgData name="Mahima Weerasinghe" userId="e11e3f55-42da-4e07-8ead-4d7a1d7ea1c6" providerId="ADAL" clId="{79555870-17B4-49F7-B1C8-B4904ED74D5B}" dt="2024-07-21T13:50:52.018" v="2719"/>
          <ac:inkMkLst>
            <pc:docMk/>
            <pc:sldMk cId="1927429806" sldId="335"/>
            <ac:inkMk id="131" creationId="{44AF6C95-158A-B68B-BF5E-717BAC5F5D75}"/>
          </ac:inkMkLst>
        </pc:inkChg>
        <pc:inkChg chg="add mod">
          <ac:chgData name="Mahima Weerasinghe" userId="e11e3f55-42da-4e07-8ead-4d7a1d7ea1c6" providerId="ADAL" clId="{79555870-17B4-49F7-B1C8-B4904ED74D5B}" dt="2024-07-21T13:50:52.018" v="2719"/>
          <ac:inkMkLst>
            <pc:docMk/>
            <pc:sldMk cId="1927429806" sldId="335"/>
            <ac:inkMk id="132" creationId="{44534377-B171-ECAA-BF93-6B041298F359}"/>
          </ac:inkMkLst>
        </pc:inkChg>
        <pc:inkChg chg="add mod">
          <ac:chgData name="Mahima Weerasinghe" userId="e11e3f55-42da-4e07-8ead-4d7a1d7ea1c6" providerId="ADAL" clId="{79555870-17B4-49F7-B1C8-B4904ED74D5B}" dt="2024-07-21T13:50:52.018" v="2719"/>
          <ac:inkMkLst>
            <pc:docMk/>
            <pc:sldMk cId="1927429806" sldId="335"/>
            <ac:inkMk id="133" creationId="{8B525716-BAAC-494A-4108-7238411D30A0}"/>
          </ac:inkMkLst>
        </pc:inkChg>
        <pc:inkChg chg="add mod">
          <ac:chgData name="Mahima Weerasinghe" userId="e11e3f55-42da-4e07-8ead-4d7a1d7ea1c6" providerId="ADAL" clId="{79555870-17B4-49F7-B1C8-B4904ED74D5B}" dt="2024-07-21T13:50:52.018" v="2719"/>
          <ac:inkMkLst>
            <pc:docMk/>
            <pc:sldMk cId="1927429806" sldId="335"/>
            <ac:inkMk id="135" creationId="{C373CBB9-8A07-BFF8-E1BB-3705E91BD146}"/>
          </ac:inkMkLst>
        </pc:inkChg>
        <pc:inkChg chg="add mod">
          <ac:chgData name="Mahima Weerasinghe" userId="e11e3f55-42da-4e07-8ead-4d7a1d7ea1c6" providerId="ADAL" clId="{79555870-17B4-49F7-B1C8-B4904ED74D5B}" dt="2024-07-21T13:50:52.018" v="2719"/>
          <ac:inkMkLst>
            <pc:docMk/>
            <pc:sldMk cId="1927429806" sldId="335"/>
            <ac:inkMk id="136" creationId="{B7D760B7-3AB4-53CD-C735-ED31598E7BB1}"/>
          </ac:inkMkLst>
        </pc:inkChg>
        <pc:inkChg chg="add mod">
          <ac:chgData name="Mahima Weerasinghe" userId="e11e3f55-42da-4e07-8ead-4d7a1d7ea1c6" providerId="ADAL" clId="{79555870-17B4-49F7-B1C8-B4904ED74D5B}" dt="2024-07-21T13:50:52.018" v="2719"/>
          <ac:inkMkLst>
            <pc:docMk/>
            <pc:sldMk cId="1927429806" sldId="335"/>
            <ac:inkMk id="138" creationId="{8188F5EE-F61F-5832-9D49-E35144A47BE8}"/>
          </ac:inkMkLst>
        </pc:inkChg>
        <pc:inkChg chg="add mod">
          <ac:chgData name="Mahima Weerasinghe" userId="e11e3f55-42da-4e07-8ead-4d7a1d7ea1c6" providerId="ADAL" clId="{79555870-17B4-49F7-B1C8-B4904ED74D5B}" dt="2024-07-21T13:50:52.018" v="2719"/>
          <ac:inkMkLst>
            <pc:docMk/>
            <pc:sldMk cId="1927429806" sldId="335"/>
            <ac:inkMk id="139" creationId="{C0AF475F-454D-769B-C4E3-6E8CF21BA989}"/>
          </ac:inkMkLst>
        </pc:inkChg>
        <pc:inkChg chg="add mod">
          <ac:chgData name="Mahima Weerasinghe" userId="e11e3f55-42da-4e07-8ead-4d7a1d7ea1c6" providerId="ADAL" clId="{79555870-17B4-49F7-B1C8-B4904ED74D5B}" dt="2024-07-21T13:50:52.018" v="2719"/>
          <ac:inkMkLst>
            <pc:docMk/>
            <pc:sldMk cId="1927429806" sldId="335"/>
            <ac:inkMk id="140" creationId="{E74C5B02-5014-4F7E-6DD3-29AE921CFC6A}"/>
          </ac:inkMkLst>
        </pc:inkChg>
        <pc:inkChg chg="add mod">
          <ac:chgData name="Mahima Weerasinghe" userId="e11e3f55-42da-4e07-8ead-4d7a1d7ea1c6" providerId="ADAL" clId="{79555870-17B4-49F7-B1C8-B4904ED74D5B}" dt="2024-07-21T13:50:52.018" v="2719"/>
          <ac:inkMkLst>
            <pc:docMk/>
            <pc:sldMk cId="1927429806" sldId="335"/>
            <ac:inkMk id="142" creationId="{9E03534D-B003-2E95-8115-76848092B1B2}"/>
          </ac:inkMkLst>
        </pc:inkChg>
        <pc:inkChg chg="add mod">
          <ac:chgData name="Mahima Weerasinghe" userId="e11e3f55-42da-4e07-8ead-4d7a1d7ea1c6" providerId="ADAL" clId="{79555870-17B4-49F7-B1C8-B4904ED74D5B}" dt="2024-07-21T13:50:52.018" v="2719"/>
          <ac:inkMkLst>
            <pc:docMk/>
            <pc:sldMk cId="1927429806" sldId="335"/>
            <ac:inkMk id="143" creationId="{0BBD6A27-D292-D0DB-4DB4-6A04ED8618BC}"/>
          </ac:inkMkLst>
        </pc:inkChg>
        <pc:inkChg chg="add mod">
          <ac:chgData name="Mahima Weerasinghe" userId="e11e3f55-42da-4e07-8ead-4d7a1d7ea1c6" providerId="ADAL" clId="{79555870-17B4-49F7-B1C8-B4904ED74D5B}" dt="2024-07-21T13:50:52.018" v="2719"/>
          <ac:inkMkLst>
            <pc:docMk/>
            <pc:sldMk cId="1927429806" sldId="335"/>
            <ac:inkMk id="144" creationId="{9E2D974B-4604-7459-53DF-AB2586598E11}"/>
          </ac:inkMkLst>
        </pc:inkChg>
        <pc:inkChg chg="add mod">
          <ac:chgData name="Mahima Weerasinghe" userId="e11e3f55-42da-4e07-8ead-4d7a1d7ea1c6" providerId="ADAL" clId="{79555870-17B4-49F7-B1C8-B4904ED74D5B}" dt="2024-07-21T13:50:52.018" v="2719"/>
          <ac:inkMkLst>
            <pc:docMk/>
            <pc:sldMk cId="1927429806" sldId="335"/>
            <ac:inkMk id="145" creationId="{D000D73F-4F6A-1B9A-9084-75F7191CEC52}"/>
          </ac:inkMkLst>
        </pc:inkChg>
        <pc:inkChg chg="add mod">
          <ac:chgData name="Mahima Weerasinghe" userId="e11e3f55-42da-4e07-8ead-4d7a1d7ea1c6" providerId="ADAL" clId="{79555870-17B4-49F7-B1C8-B4904ED74D5B}" dt="2024-07-21T13:50:52.018" v="2719"/>
          <ac:inkMkLst>
            <pc:docMk/>
            <pc:sldMk cId="1927429806" sldId="335"/>
            <ac:inkMk id="147" creationId="{4AAF8772-C58B-B263-F8AB-BCB3DC9179A3}"/>
          </ac:inkMkLst>
        </pc:inkChg>
        <pc:inkChg chg="add mod">
          <ac:chgData name="Mahima Weerasinghe" userId="e11e3f55-42da-4e07-8ead-4d7a1d7ea1c6" providerId="ADAL" clId="{79555870-17B4-49F7-B1C8-B4904ED74D5B}" dt="2024-07-21T13:50:52.018" v="2719"/>
          <ac:inkMkLst>
            <pc:docMk/>
            <pc:sldMk cId="1927429806" sldId="335"/>
            <ac:inkMk id="148" creationId="{B8DAEBFC-7713-2415-FC0B-FF06B80A66EF}"/>
          </ac:inkMkLst>
        </pc:inkChg>
        <pc:inkChg chg="add mod">
          <ac:chgData name="Mahima Weerasinghe" userId="e11e3f55-42da-4e07-8ead-4d7a1d7ea1c6" providerId="ADAL" clId="{79555870-17B4-49F7-B1C8-B4904ED74D5B}" dt="2024-07-21T13:50:52.018" v="2719"/>
          <ac:inkMkLst>
            <pc:docMk/>
            <pc:sldMk cId="1927429806" sldId="335"/>
            <ac:inkMk id="150" creationId="{6EF071BF-A7CD-0601-515A-D192BB5AD93B}"/>
          </ac:inkMkLst>
        </pc:inkChg>
        <pc:inkChg chg="add mod">
          <ac:chgData name="Mahima Weerasinghe" userId="e11e3f55-42da-4e07-8ead-4d7a1d7ea1c6" providerId="ADAL" clId="{79555870-17B4-49F7-B1C8-B4904ED74D5B}" dt="2024-07-21T13:50:52.018" v="2719"/>
          <ac:inkMkLst>
            <pc:docMk/>
            <pc:sldMk cId="1927429806" sldId="335"/>
            <ac:inkMk id="152" creationId="{E42B9B17-A886-6EAA-B921-0B072425E871}"/>
          </ac:inkMkLst>
        </pc:inkChg>
        <pc:inkChg chg="add mod">
          <ac:chgData name="Mahima Weerasinghe" userId="e11e3f55-42da-4e07-8ead-4d7a1d7ea1c6" providerId="ADAL" clId="{79555870-17B4-49F7-B1C8-B4904ED74D5B}" dt="2024-07-21T13:50:52.018" v="2719"/>
          <ac:inkMkLst>
            <pc:docMk/>
            <pc:sldMk cId="1927429806" sldId="335"/>
            <ac:inkMk id="153" creationId="{0260B461-5E38-6F66-3EF6-B3BBB3B81C51}"/>
          </ac:inkMkLst>
        </pc:inkChg>
        <pc:inkChg chg="add mod">
          <ac:chgData name="Mahima Weerasinghe" userId="e11e3f55-42da-4e07-8ead-4d7a1d7ea1c6" providerId="ADAL" clId="{79555870-17B4-49F7-B1C8-B4904ED74D5B}" dt="2024-07-21T13:50:52.018" v="2719"/>
          <ac:inkMkLst>
            <pc:docMk/>
            <pc:sldMk cId="1927429806" sldId="335"/>
            <ac:inkMk id="155" creationId="{C143F33C-1777-053F-F78D-9826E49B1C71}"/>
          </ac:inkMkLst>
        </pc:inkChg>
        <pc:inkChg chg="add mod">
          <ac:chgData name="Mahima Weerasinghe" userId="e11e3f55-42da-4e07-8ead-4d7a1d7ea1c6" providerId="ADAL" clId="{79555870-17B4-49F7-B1C8-B4904ED74D5B}" dt="2024-07-21T13:50:52.018" v="2719"/>
          <ac:inkMkLst>
            <pc:docMk/>
            <pc:sldMk cId="1927429806" sldId="335"/>
            <ac:inkMk id="156" creationId="{ED25E5B2-2007-9E09-1546-4A07C2CD40C6}"/>
          </ac:inkMkLst>
        </pc:inkChg>
        <pc:inkChg chg="add mod">
          <ac:chgData name="Mahima Weerasinghe" userId="e11e3f55-42da-4e07-8ead-4d7a1d7ea1c6" providerId="ADAL" clId="{79555870-17B4-49F7-B1C8-B4904ED74D5B}" dt="2024-07-21T13:50:52.018" v="2719"/>
          <ac:inkMkLst>
            <pc:docMk/>
            <pc:sldMk cId="1927429806" sldId="335"/>
            <ac:inkMk id="157" creationId="{AB7F9AD0-BA35-4968-A533-A01039BBB128}"/>
          </ac:inkMkLst>
        </pc:inkChg>
        <pc:inkChg chg="add mod">
          <ac:chgData name="Mahima Weerasinghe" userId="e11e3f55-42da-4e07-8ead-4d7a1d7ea1c6" providerId="ADAL" clId="{79555870-17B4-49F7-B1C8-B4904ED74D5B}" dt="2024-07-21T13:50:52.018" v="2719"/>
          <ac:inkMkLst>
            <pc:docMk/>
            <pc:sldMk cId="1927429806" sldId="335"/>
            <ac:inkMk id="158" creationId="{B41ECCE7-8882-A11F-45DF-4776D5C479DD}"/>
          </ac:inkMkLst>
        </pc:inkChg>
        <pc:inkChg chg="add mod">
          <ac:chgData name="Mahima Weerasinghe" userId="e11e3f55-42da-4e07-8ead-4d7a1d7ea1c6" providerId="ADAL" clId="{79555870-17B4-49F7-B1C8-B4904ED74D5B}" dt="2024-07-21T13:50:52.018" v="2719"/>
          <ac:inkMkLst>
            <pc:docMk/>
            <pc:sldMk cId="1927429806" sldId="335"/>
            <ac:inkMk id="159" creationId="{3F7CE587-6940-7041-C2E1-290ACF7A5C17}"/>
          </ac:inkMkLst>
        </pc:inkChg>
        <pc:inkChg chg="add mod">
          <ac:chgData name="Mahima Weerasinghe" userId="e11e3f55-42da-4e07-8ead-4d7a1d7ea1c6" providerId="ADAL" clId="{79555870-17B4-49F7-B1C8-B4904ED74D5B}" dt="2024-07-21T13:50:52.018" v="2719"/>
          <ac:inkMkLst>
            <pc:docMk/>
            <pc:sldMk cId="1927429806" sldId="335"/>
            <ac:inkMk id="160" creationId="{D971B6CF-AF68-C369-801A-CEEB1AB8136D}"/>
          </ac:inkMkLst>
        </pc:inkChg>
        <pc:inkChg chg="add mod">
          <ac:chgData name="Mahima Weerasinghe" userId="e11e3f55-42da-4e07-8ead-4d7a1d7ea1c6" providerId="ADAL" clId="{79555870-17B4-49F7-B1C8-B4904ED74D5B}" dt="2024-07-21T13:50:52.018" v="2719"/>
          <ac:inkMkLst>
            <pc:docMk/>
            <pc:sldMk cId="1927429806" sldId="335"/>
            <ac:inkMk id="161" creationId="{27CB210F-3ABB-E488-871A-F19D991B0D68}"/>
          </ac:inkMkLst>
        </pc:inkChg>
        <pc:inkChg chg="add mod">
          <ac:chgData name="Mahima Weerasinghe" userId="e11e3f55-42da-4e07-8ead-4d7a1d7ea1c6" providerId="ADAL" clId="{79555870-17B4-49F7-B1C8-B4904ED74D5B}" dt="2024-07-21T13:50:52.018" v="2719"/>
          <ac:inkMkLst>
            <pc:docMk/>
            <pc:sldMk cId="1927429806" sldId="335"/>
            <ac:inkMk id="162" creationId="{531564B2-CEFC-EDA3-64F6-7C446D1393B0}"/>
          </ac:inkMkLst>
        </pc:inkChg>
        <pc:inkChg chg="add mod">
          <ac:chgData name="Mahima Weerasinghe" userId="e11e3f55-42da-4e07-8ead-4d7a1d7ea1c6" providerId="ADAL" clId="{79555870-17B4-49F7-B1C8-B4904ED74D5B}" dt="2024-07-21T13:50:52.018" v="2719"/>
          <ac:inkMkLst>
            <pc:docMk/>
            <pc:sldMk cId="1927429806" sldId="335"/>
            <ac:inkMk id="164" creationId="{8D73FBC2-7442-6E68-7D1F-FD99D5050302}"/>
          </ac:inkMkLst>
        </pc:inkChg>
        <pc:inkChg chg="add mod">
          <ac:chgData name="Mahima Weerasinghe" userId="e11e3f55-42da-4e07-8ead-4d7a1d7ea1c6" providerId="ADAL" clId="{79555870-17B4-49F7-B1C8-B4904ED74D5B}" dt="2024-07-21T13:50:52.018" v="2719"/>
          <ac:inkMkLst>
            <pc:docMk/>
            <pc:sldMk cId="1927429806" sldId="335"/>
            <ac:inkMk id="166" creationId="{858C7530-D850-D1CA-B6CC-EB45FE398A5B}"/>
          </ac:inkMkLst>
        </pc:inkChg>
        <pc:inkChg chg="add mod">
          <ac:chgData name="Mahima Weerasinghe" userId="e11e3f55-42da-4e07-8ead-4d7a1d7ea1c6" providerId="ADAL" clId="{79555870-17B4-49F7-B1C8-B4904ED74D5B}" dt="2024-07-21T13:50:52.018" v="2719"/>
          <ac:inkMkLst>
            <pc:docMk/>
            <pc:sldMk cId="1927429806" sldId="335"/>
            <ac:inkMk id="167" creationId="{A77C3A4E-C20F-DD1F-D2BE-FBBDFC5AB7EC}"/>
          </ac:inkMkLst>
        </pc:inkChg>
        <pc:inkChg chg="add mod">
          <ac:chgData name="Mahima Weerasinghe" userId="e11e3f55-42da-4e07-8ead-4d7a1d7ea1c6" providerId="ADAL" clId="{79555870-17B4-49F7-B1C8-B4904ED74D5B}" dt="2024-07-21T13:50:52.018" v="2719"/>
          <ac:inkMkLst>
            <pc:docMk/>
            <pc:sldMk cId="1927429806" sldId="335"/>
            <ac:inkMk id="168" creationId="{4DA656D1-85DC-139F-C782-DC41AE65B18F}"/>
          </ac:inkMkLst>
        </pc:inkChg>
        <pc:inkChg chg="add mod">
          <ac:chgData name="Mahima Weerasinghe" userId="e11e3f55-42da-4e07-8ead-4d7a1d7ea1c6" providerId="ADAL" clId="{79555870-17B4-49F7-B1C8-B4904ED74D5B}" dt="2024-07-21T13:50:52.018" v="2719"/>
          <ac:inkMkLst>
            <pc:docMk/>
            <pc:sldMk cId="1927429806" sldId="335"/>
            <ac:inkMk id="169" creationId="{B7685BBE-2408-E5BB-E34D-595DFB42EDB3}"/>
          </ac:inkMkLst>
        </pc:inkChg>
        <pc:inkChg chg="add mod">
          <ac:chgData name="Mahima Weerasinghe" userId="e11e3f55-42da-4e07-8ead-4d7a1d7ea1c6" providerId="ADAL" clId="{79555870-17B4-49F7-B1C8-B4904ED74D5B}" dt="2024-07-21T13:50:52.018" v="2719"/>
          <ac:inkMkLst>
            <pc:docMk/>
            <pc:sldMk cId="1927429806" sldId="335"/>
            <ac:inkMk id="170" creationId="{8915D7BA-D558-0F3F-D78C-6F01F78207B5}"/>
          </ac:inkMkLst>
        </pc:inkChg>
        <pc:inkChg chg="add mod">
          <ac:chgData name="Mahima Weerasinghe" userId="e11e3f55-42da-4e07-8ead-4d7a1d7ea1c6" providerId="ADAL" clId="{79555870-17B4-49F7-B1C8-B4904ED74D5B}" dt="2024-07-21T13:46:42.942" v="2603"/>
          <ac:inkMkLst>
            <pc:docMk/>
            <pc:sldMk cId="1927429806" sldId="335"/>
            <ac:inkMk id="172" creationId="{3D3A75B6-47D2-BBB4-719C-124525B61ED9}"/>
          </ac:inkMkLst>
        </pc:inkChg>
        <pc:inkChg chg="add">
          <ac:chgData name="Mahima Weerasinghe" userId="e11e3f55-42da-4e07-8ead-4d7a1d7ea1c6" providerId="ADAL" clId="{79555870-17B4-49F7-B1C8-B4904ED74D5B}" dt="2024-07-21T13:46:08.079" v="2598" actId="9405"/>
          <ac:inkMkLst>
            <pc:docMk/>
            <pc:sldMk cId="1927429806" sldId="335"/>
            <ac:inkMk id="174" creationId="{52647DBA-DA1D-3F73-6EEF-FB283DB61675}"/>
          </ac:inkMkLst>
        </pc:inkChg>
        <pc:inkChg chg="add mod">
          <ac:chgData name="Mahima Weerasinghe" userId="e11e3f55-42da-4e07-8ead-4d7a1d7ea1c6" providerId="ADAL" clId="{79555870-17B4-49F7-B1C8-B4904ED74D5B}" dt="2024-07-21T13:50:52.018" v="2719"/>
          <ac:inkMkLst>
            <pc:docMk/>
            <pc:sldMk cId="1927429806" sldId="335"/>
            <ac:inkMk id="175" creationId="{F0D6AF66-7C81-F0CD-DE60-ACA0E4701118}"/>
          </ac:inkMkLst>
        </pc:inkChg>
        <pc:inkChg chg="add mod">
          <ac:chgData name="Mahima Weerasinghe" userId="e11e3f55-42da-4e07-8ead-4d7a1d7ea1c6" providerId="ADAL" clId="{79555870-17B4-49F7-B1C8-B4904ED74D5B}" dt="2024-07-21T13:50:52.018" v="2719"/>
          <ac:inkMkLst>
            <pc:docMk/>
            <pc:sldMk cId="1927429806" sldId="335"/>
            <ac:inkMk id="176" creationId="{AF8D088C-4C42-80CB-C8A1-9467F514A471}"/>
          </ac:inkMkLst>
        </pc:inkChg>
        <pc:inkChg chg="add mod">
          <ac:chgData name="Mahima Weerasinghe" userId="e11e3f55-42da-4e07-8ead-4d7a1d7ea1c6" providerId="ADAL" clId="{79555870-17B4-49F7-B1C8-B4904ED74D5B}" dt="2024-07-21T13:50:52.018" v="2719"/>
          <ac:inkMkLst>
            <pc:docMk/>
            <pc:sldMk cId="1927429806" sldId="335"/>
            <ac:inkMk id="177" creationId="{3A49201C-6AF9-16B2-D68A-ECCCD0048802}"/>
          </ac:inkMkLst>
        </pc:inkChg>
        <pc:inkChg chg="add mod">
          <ac:chgData name="Mahima Weerasinghe" userId="e11e3f55-42da-4e07-8ead-4d7a1d7ea1c6" providerId="ADAL" clId="{79555870-17B4-49F7-B1C8-B4904ED74D5B}" dt="2024-07-21T13:50:52.018" v="2719"/>
          <ac:inkMkLst>
            <pc:docMk/>
            <pc:sldMk cId="1927429806" sldId="335"/>
            <ac:inkMk id="178" creationId="{84F4D70B-2A60-D438-6B2D-AC71DDD08C33}"/>
          </ac:inkMkLst>
        </pc:inkChg>
        <pc:inkChg chg="add mod">
          <ac:chgData name="Mahima Weerasinghe" userId="e11e3f55-42da-4e07-8ead-4d7a1d7ea1c6" providerId="ADAL" clId="{79555870-17B4-49F7-B1C8-B4904ED74D5B}" dt="2024-07-21T13:50:52.018" v="2719"/>
          <ac:inkMkLst>
            <pc:docMk/>
            <pc:sldMk cId="1927429806" sldId="335"/>
            <ac:inkMk id="180" creationId="{723AE85D-69EF-1ED9-7FF8-54C4FE083A17}"/>
          </ac:inkMkLst>
        </pc:inkChg>
        <pc:inkChg chg="add mod">
          <ac:chgData name="Mahima Weerasinghe" userId="e11e3f55-42da-4e07-8ead-4d7a1d7ea1c6" providerId="ADAL" clId="{79555870-17B4-49F7-B1C8-B4904ED74D5B}" dt="2024-07-21T13:50:52.018" v="2719"/>
          <ac:inkMkLst>
            <pc:docMk/>
            <pc:sldMk cId="1927429806" sldId="335"/>
            <ac:inkMk id="181" creationId="{229F2310-E5DC-6339-80B1-163448277EAB}"/>
          </ac:inkMkLst>
        </pc:inkChg>
        <pc:inkChg chg="add mod">
          <ac:chgData name="Mahima Weerasinghe" userId="e11e3f55-42da-4e07-8ead-4d7a1d7ea1c6" providerId="ADAL" clId="{79555870-17B4-49F7-B1C8-B4904ED74D5B}" dt="2024-07-21T13:50:52.018" v="2719"/>
          <ac:inkMkLst>
            <pc:docMk/>
            <pc:sldMk cId="1927429806" sldId="335"/>
            <ac:inkMk id="182" creationId="{DA0DBA63-2102-B368-A0C5-FE4210D549F7}"/>
          </ac:inkMkLst>
        </pc:inkChg>
        <pc:inkChg chg="add mod">
          <ac:chgData name="Mahima Weerasinghe" userId="e11e3f55-42da-4e07-8ead-4d7a1d7ea1c6" providerId="ADAL" clId="{79555870-17B4-49F7-B1C8-B4904ED74D5B}" dt="2024-07-21T13:50:52.018" v="2719"/>
          <ac:inkMkLst>
            <pc:docMk/>
            <pc:sldMk cId="1927429806" sldId="335"/>
            <ac:inkMk id="183" creationId="{C2D7C4A3-8900-6C97-C3D4-6A36841C3BB3}"/>
          </ac:inkMkLst>
        </pc:inkChg>
        <pc:inkChg chg="add mod">
          <ac:chgData name="Mahima Weerasinghe" userId="e11e3f55-42da-4e07-8ead-4d7a1d7ea1c6" providerId="ADAL" clId="{79555870-17B4-49F7-B1C8-B4904ED74D5B}" dt="2024-07-21T13:50:52.018" v="2719"/>
          <ac:inkMkLst>
            <pc:docMk/>
            <pc:sldMk cId="1927429806" sldId="335"/>
            <ac:inkMk id="184" creationId="{A58C5326-B1F5-C0D5-B9FD-FE2E400CADAE}"/>
          </ac:inkMkLst>
        </pc:inkChg>
        <pc:inkChg chg="add mod">
          <ac:chgData name="Mahima Weerasinghe" userId="e11e3f55-42da-4e07-8ead-4d7a1d7ea1c6" providerId="ADAL" clId="{79555870-17B4-49F7-B1C8-B4904ED74D5B}" dt="2024-07-21T13:50:52.018" v="2719"/>
          <ac:inkMkLst>
            <pc:docMk/>
            <pc:sldMk cId="1927429806" sldId="335"/>
            <ac:inkMk id="185" creationId="{1A855C01-597A-F2BD-B7E6-493548DC3A0E}"/>
          </ac:inkMkLst>
        </pc:inkChg>
        <pc:inkChg chg="add mod">
          <ac:chgData name="Mahima Weerasinghe" userId="e11e3f55-42da-4e07-8ead-4d7a1d7ea1c6" providerId="ADAL" clId="{79555870-17B4-49F7-B1C8-B4904ED74D5B}" dt="2024-07-21T13:50:52.018" v="2719"/>
          <ac:inkMkLst>
            <pc:docMk/>
            <pc:sldMk cId="1927429806" sldId="335"/>
            <ac:inkMk id="186" creationId="{2CF957E6-72B4-57D0-1144-0B4D2006AD53}"/>
          </ac:inkMkLst>
        </pc:inkChg>
        <pc:inkChg chg="add mod">
          <ac:chgData name="Mahima Weerasinghe" userId="e11e3f55-42da-4e07-8ead-4d7a1d7ea1c6" providerId="ADAL" clId="{79555870-17B4-49F7-B1C8-B4904ED74D5B}" dt="2024-07-21T13:50:52.018" v="2719"/>
          <ac:inkMkLst>
            <pc:docMk/>
            <pc:sldMk cId="1927429806" sldId="335"/>
            <ac:inkMk id="187" creationId="{49864C6C-4065-0246-75F6-E707F0F55B0E}"/>
          </ac:inkMkLst>
        </pc:inkChg>
        <pc:inkChg chg="add mod">
          <ac:chgData name="Mahima Weerasinghe" userId="e11e3f55-42da-4e07-8ead-4d7a1d7ea1c6" providerId="ADAL" clId="{79555870-17B4-49F7-B1C8-B4904ED74D5B}" dt="2024-07-21T13:50:52.018" v="2719"/>
          <ac:inkMkLst>
            <pc:docMk/>
            <pc:sldMk cId="1927429806" sldId="335"/>
            <ac:inkMk id="188" creationId="{7E751427-E613-EAC1-17CC-83122D90578B}"/>
          </ac:inkMkLst>
        </pc:inkChg>
        <pc:inkChg chg="add mod">
          <ac:chgData name="Mahima Weerasinghe" userId="e11e3f55-42da-4e07-8ead-4d7a1d7ea1c6" providerId="ADAL" clId="{79555870-17B4-49F7-B1C8-B4904ED74D5B}" dt="2024-07-21T13:50:52.018" v="2719"/>
          <ac:inkMkLst>
            <pc:docMk/>
            <pc:sldMk cId="1927429806" sldId="335"/>
            <ac:inkMk id="190" creationId="{F76F2FFA-3056-6547-339C-879ACB95A745}"/>
          </ac:inkMkLst>
        </pc:inkChg>
        <pc:inkChg chg="add mod">
          <ac:chgData name="Mahima Weerasinghe" userId="e11e3f55-42da-4e07-8ead-4d7a1d7ea1c6" providerId="ADAL" clId="{79555870-17B4-49F7-B1C8-B4904ED74D5B}" dt="2024-07-21T13:50:52.018" v="2719"/>
          <ac:inkMkLst>
            <pc:docMk/>
            <pc:sldMk cId="1927429806" sldId="335"/>
            <ac:inkMk id="191" creationId="{31D683A1-AC89-3F87-3637-D1F467713FFD}"/>
          </ac:inkMkLst>
        </pc:inkChg>
        <pc:inkChg chg="add mod">
          <ac:chgData name="Mahima Weerasinghe" userId="e11e3f55-42da-4e07-8ead-4d7a1d7ea1c6" providerId="ADAL" clId="{79555870-17B4-49F7-B1C8-B4904ED74D5B}" dt="2024-07-21T13:50:52.018" v="2719"/>
          <ac:inkMkLst>
            <pc:docMk/>
            <pc:sldMk cId="1927429806" sldId="335"/>
            <ac:inkMk id="192" creationId="{736F4D9B-7E2B-26F5-F576-700F2298D3F7}"/>
          </ac:inkMkLst>
        </pc:inkChg>
        <pc:inkChg chg="add mod">
          <ac:chgData name="Mahima Weerasinghe" userId="e11e3f55-42da-4e07-8ead-4d7a1d7ea1c6" providerId="ADAL" clId="{79555870-17B4-49F7-B1C8-B4904ED74D5B}" dt="2024-07-21T13:50:52.018" v="2719"/>
          <ac:inkMkLst>
            <pc:docMk/>
            <pc:sldMk cId="1927429806" sldId="335"/>
            <ac:inkMk id="193" creationId="{2AA8A0B2-AD18-FCBD-C2CC-C2E5BF01CF3F}"/>
          </ac:inkMkLst>
        </pc:inkChg>
        <pc:inkChg chg="add mod">
          <ac:chgData name="Mahima Weerasinghe" userId="e11e3f55-42da-4e07-8ead-4d7a1d7ea1c6" providerId="ADAL" clId="{79555870-17B4-49F7-B1C8-B4904ED74D5B}" dt="2024-07-21T13:50:52.018" v="2719"/>
          <ac:inkMkLst>
            <pc:docMk/>
            <pc:sldMk cId="1927429806" sldId="335"/>
            <ac:inkMk id="194" creationId="{AAADA447-0EFA-9C54-6956-6A510AD5AA46}"/>
          </ac:inkMkLst>
        </pc:inkChg>
        <pc:inkChg chg="add mod">
          <ac:chgData name="Mahima Weerasinghe" userId="e11e3f55-42da-4e07-8ead-4d7a1d7ea1c6" providerId="ADAL" clId="{79555870-17B4-49F7-B1C8-B4904ED74D5B}" dt="2024-07-21T13:50:52.018" v="2719"/>
          <ac:inkMkLst>
            <pc:docMk/>
            <pc:sldMk cId="1927429806" sldId="335"/>
            <ac:inkMk id="195" creationId="{7C2D57BA-BEA1-DB2E-E2F5-67BA86BAE979}"/>
          </ac:inkMkLst>
        </pc:inkChg>
        <pc:inkChg chg="add mod">
          <ac:chgData name="Mahima Weerasinghe" userId="e11e3f55-42da-4e07-8ead-4d7a1d7ea1c6" providerId="ADAL" clId="{79555870-17B4-49F7-B1C8-B4904ED74D5B}" dt="2024-07-21T13:50:52.018" v="2719"/>
          <ac:inkMkLst>
            <pc:docMk/>
            <pc:sldMk cId="1927429806" sldId="335"/>
            <ac:inkMk id="196" creationId="{82F2A1EB-81A8-3031-4DB9-682A8C51E6B0}"/>
          </ac:inkMkLst>
        </pc:inkChg>
        <pc:inkChg chg="add mod">
          <ac:chgData name="Mahima Weerasinghe" userId="e11e3f55-42da-4e07-8ead-4d7a1d7ea1c6" providerId="ADAL" clId="{79555870-17B4-49F7-B1C8-B4904ED74D5B}" dt="2024-07-21T13:50:52.018" v="2719"/>
          <ac:inkMkLst>
            <pc:docMk/>
            <pc:sldMk cId="1927429806" sldId="335"/>
            <ac:inkMk id="197" creationId="{BCBC2835-34CD-1E3A-AD68-2C77C0B4AF57}"/>
          </ac:inkMkLst>
        </pc:inkChg>
        <pc:inkChg chg="add mod">
          <ac:chgData name="Mahima Weerasinghe" userId="e11e3f55-42da-4e07-8ead-4d7a1d7ea1c6" providerId="ADAL" clId="{79555870-17B4-49F7-B1C8-B4904ED74D5B}" dt="2024-07-21T13:50:52.018" v="2719"/>
          <ac:inkMkLst>
            <pc:docMk/>
            <pc:sldMk cId="1927429806" sldId="335"/>
            <ac:inkMk id="198" creationId="{9EC2BE17-BFE1-1320-C711-CB976F5CFB99}"/>
          </ac:inkMkLst>
        </pc:inkChg>
        <pc:inkChg chg="add mod">
          <ac:chgData name="Mahima Weerasinghe" userId="e11e3f55-42da-4e07-8ead-4d7a1d7ea1c6" providerId="ADAL" clId="{79555870-17B4-49F7-B1C8-B4904ED74D5B}" dt="2024-07-21T13:50:52.018" v="2719"/>
          <ac:inkMkLst>
            <pc:docMk/>
            <pc:sldMk cId="1927429806" sldId="335"/>
            <ac:inkMk id="199" creationId="{07860686-084B-440D-DC2F-18E35418EDC7}"/>
          </ac:inkMkLst>
        </pc:inkChg>
        <pc:inkChg chg="add mod">
          <ac:chgData name="Mahima Weerasinghe" userId="e11e3f55-42da-4e07-8ead-4d7a1d7ea1c6" providerId="ADAL" clId="{79555870-17B4-49F7-B1C8-B4904ED74D5B}" dt="2024-07-21T13:50:52.018" v="2719"/>
          <ac:inkMkLst>
            <pc:docMk/>
            <pc:sldMk cId="1927429806" sldId="335"/>
            <ac:inkMk id="200" creationId="{CE548514-3CD9-F337-592C-2264A680C8DC}"/>
          </ac:inkMkLst>
        </pc:inkChg>
        <pc:inkChg chg="add mod">
          <ac:chgData name="Mahima Weerasinghe" userId="e11e3f55-42da-4e07-8ead-4d7a1d7ea1c6" providerId="ADAL" clId="{79555870-17B4-49F7-B1C8-B4904ED74D5B}" dt="2024-07-21T13:50:52.018" v="2719"/>
          <ac:inkMkLst>
            <pc:docMk/>
            <pc:sldMk cId="1927429806" sldId="335"/>
            <ac:inkMk id="201" creationId="{84F217CB-4B16-F5E6-138B-E9ED4FA44412}"/>
          </ac:inkMkLst>
        </pc:inkChg>
        <pc:inkChg chg="add mod">
          <ac:chgData name="Mahima Weerasinghe" userId="e11e3f55-42da-4e07-8ead-4d7a1d7ea1c6" providerId="ADAL" clId="{79555870-17B4-49F7-B1C8-B4904ED74D5B}" dt="2024-07-21T13:50:52.018" v="2719"/>
          <ac:inkMkLst>
            <pc:docMk/>
            <pc:sldMk cId="1927429806" sldId="335"/>
            <ac:inkMk id="202" creationId="{7950D7D1-C668-8CEB-ED4C-F9A3F5840D28}"/>
          </ac:inkMkLst>
        </pc:inkChg>
        <pc:inkChg chg="add mod">
          <ac:chgData name="Mahima Weerasinghe" userId="e11e3f55-42da-4e07-8ead-4d7a1d7ea1c6" providerId="ADAL" clId="{79555870-17B4-49F7-B1C8-B4904ED74D5B}" dt="2024-07-21T13:50:52.018" v="2719"/>
          <ac:inkMkLst>
            <pc:docMk/>
            <pc:sldMk cId="1927429806" sldId="335"/>
            <ac:inkMk id="203" creationId="{2D123B58-3FC5-76FF-C03C-D231A5260A4F}"/>
          </ac:inkMkLst>
        </pc:inkChg>
        <pc:inkChg chg="add mod">
          <ac:chgData name="Mahima Weerasinghe" userId="e11e3f55-42da-4e07-8ead-4d7a1d7ea1c6" providerId="ADAL" clId="{79555870-17B4-49F7-B1C8-B4904ED74D5B}" dt="2024-07-21T13:50:52.018" v="2719"/>
          <ac:inkMkLst>
            <pc:docMk/>
            <pc:sldMk cId="1927429806" sldId="335"/>
            <ac:inkMk id="205" creationId="{E18C99A6-8DF4-01D4-330E-3B52CCAA2FD4}"/>
          </ac:inkMkLst>
        </pc:inkChg>
        <pc:inkChg chg="add mod">
          <ac:chgData name="Mahima Weerasinghe" userId="e11e3f55-42da-4e07-8ead-4d7a1d7ea1c6" providerId="ADAL" clId="{79555870-17B4-49F7-B1C8-B4904ED74D5B}" dt="2024-07-21T13:50:52.018" v="2719"/>
          <ac:inkMkLst>
            <pc:docMk/>
            <pc:sldMk cId="1927429806" sldId="335"/>
            <ac:inkMk id="206" creationId="{1B12DCBA-3759-87C8-792A-C2152248A49C}"/>
          </ac:inkMkLst>
        </pc:inkChg>
        <pc:inkChg chg="add mod">
          <ac:chgData name="Mahima Weerasinghe" userId="e11e3f55-42da-4e07-8ead-4d7a1d7ea1c6" providerId="ADAL" clId="{79555870-17B4-49F7-B1C8-B4904ED74D5B}" dt="2024-07-21T13:50:52.018" v="2719"/>
          <ac:inkMkLst>
            <pc:docMk/>
            <pc:sldMk cId="1927429806" sldId="335"/>
            <ac:inkMk id="208" creationId="{14E16774-59CE-C769-3950-4AB165382C1A}"/>
          </ac:inkMkLst>
        </pc:inkChg>
        <pc:inkChg chg="add mod">
          <ac:chgData name="Mahima Weerasinghe" userId="e11e3f55-42da-4e07-8ead-4d7a1d7ea1c6" providerId="ADAL" clId="{79555870-17B4-49F7-B1C8-B4904ED74D5B}" dt="2024-07-21T13:50:52.018" v="2719"/>
          <ac:inkMkLst>
            <pc:docMk/>
            <pc:sldMk cId="1927429806" sldId="335"/>
            <ac:inkMk id="209" creationId="{42C9D9F0-8107-5A34-6EC7-1B80E5877F19}"/>
          </ac:inkMkLst>
        </pc:inkChg>
        <pc:inkChg chg="add mod">
          <ac:chgData name="Mahima Weerasinghe" userId="e11e3f55-42da-4e07-8ead-4d7a1d7ea1c6" providerId="ADAL" clId="{79555870-17B4-49F7-B1C8-B4904ED74D5B}" dt="2024-07-21T13:50:52.018" v="2719"/>
          <ac:inkMkLst>
            <pc:docMk/>
            <pc:sldMk cId="1927429806" sldId="335"/>
            <ac:inkMk id="210" creationId="{2072EA77-348B-785E-71DD-23E3ACEB2C9C}"/>
          </ac:inkMkLst>
        </pc:inkChg>
        <pc:inkChg chg="add mod">
          <ac:chgData name="Mahima Weerasinghe" userId="e11e3f55-42da-4e07-8ead-4d7a1d7ea1c6" providerId="ADAL" clId="{79555870-17B4-49F7-B1C8-B4904ED74D5B}" dt="2024-07-21T13:50:52.018" v="2719"/>
          <ac:inkMkLst>
            <pc:docMk/>
            <pc:sldMk cId="1927429806" sldId="335"/>
            <ac:inkMk id="212" creationId="{24336100-2290-C7FD-6961-66BAE96A4893}"/>
          </ac:inkMkLst>
        </pc:inkChg>
        <pc:inkChg chg="add mod">
          <ac:chgData name="Mahima Weerasinghe" userId="e11e3f55-42da-4e07-8ead-4d7a1d7ea1c6" providerId="ADAL" clId="{79555870-17B4-49F7-B1C8-B4904ED74D5B}" dt="2024-07-21T13:50:52.018" v="2719"/>
          <ac:inkMkLst>
            <pc:docMk/>
            <pc:sldMk cId="1927429806" sldId="335"/>
            <ac:inkMk id="213" creationId="{191229F2-EBE2-8992-F24E-0A512F0B47C8}"/>
          </ac:inkMkLst>
        </pc:inkChg>
        <pc:inkChg chg="add mod">
          <ac:chgData name="Mahima Weerasinghe" userId="e11e3f55-42da-4e07-8ead-4d7a1d7ea1c6" providerId="ADAL" clId="{79555870-17B4-49F7-B1C8-B4904ED74D5B}" dt="2024-07-21T13:50:52.018" v="2719"/>
          <ac:inkMkLst>
            <pc:docMk/>
            <pc:sldMk cId="1927429806" sldId="335"/>
            <ac:inkMk id="214" creationId="{5F765991-7A4F-5B8F-DAD6-BD5A7891D991}"/>
          </ac:inkMkLst>
        </pc:inkChg>
        <pc:inkChg chg="add mod">
          <ac:chgData name="Mahima Weerasinghe" userId="e11e3f55-42da-4e07-8ead-4d7a1d7ea1c6" providerId="ADAL" clId="{79555870-17B4-49F7-B1C8-B4904ED74D5B}" dt="2024-07-21T13:50:52.018" v="2719"/>
          <ac:inkMkLst>
            <pc:docMk/>
            <pc:sldMk cId="1927429806" sldId="335"/>
            <ac:inkMk id="215" creationId="{1E0E6181-1390-FF41-159B-94C785DD2109}"/>
          </ac:inkMkLst>
        </pc:inkChg>
        <pc:inkChg chg="add mod">
          <ac:chgData name="Mahima Weerasinghe" userId="e11e3f55-42da-4e07-8ead-4d7a1d7ea1c6" providerId="ADAL" clId="{79555870-17B4-49F7-B1C8-B4904ED74D5B}" dt="2024-07-21T13:50:52.018" v="2719"/>
          <ac:inkMkLst>
            <pc:docMk/>
            <pc:sldMk cId="1927429806" sldId="335"/>
            <ac:inkMk id="216" creationId="{8DF14E02-720B-9502-775F-DC294A8299B0}"/>
          </ac:inkMkLst>
        </pc:inkChg>
        <pc:inkChg chg="add mod">
          <ac:chgData name="Mahima Weerasinghe" userId="e11e3f55-42da-4e07-8ead-4d7a1d7ea1c6" providerId="ADAL" clId="{79555870-17B4-49F7-B1C8-B4904ED74D5B}" dt="2024-07-21T13:50:52.018" v="2719"/>
          <ac:inkMkLst>
            <pc:docMk/>
            <pc:sldMk cId="1927429806" sldId="335"/>
            <ac:inkMk id="217" creationId="{267840BE-B223-84AC-BEA1-396EE84FFE11}"/>
          </ac:inkMkLst>
        </pc:inkChg>
        <pc:inkChg chg="add mod">
          <ac:chgData name="Mahima Weerasinghe" userId="e11e3f55-42da-4e07-8ead-4d7a1d7ea1c6" providerId="ADAL" clId="{79555870-17B4-49F7-B1C8-B4904ED74D5B}" dt="2024-07-21T13:50:52.018" v="2719"/>
          <ac:inkMkLst>
            <pc:docMk/>
            <pc:sldMk cId="1927429806" sldId="335"/>
            <ac:inkMk id="219" creationId="{8898086B-08A4-7DBC-CD15-17607CF589D6}"/>
          </ac:inkMkLst>
        </pc:inkChg>
        <pc:inkChg chg="add mod">
          <ac:chgData name="Mahima Weerasinghe" userId="e11e3f55-42da-4e07-8ead-4d7a1d7ea1c6" providerId="ADAL" clId="{79555870-17B4-49F7-B1C8-B4904ED74D5B}" dt="2024-07-21T13:50:52.018" v="2719"/>
          <ac:inkMkLst>
            <pc:docMk/>
            <pc:sldMk cId="1927429806" sldId="335"/>
            <ac:inkMk id="220" creationId="{419F0152-A11B-C2A5-50AA-D2F224F08833}"/>
          </ac:inkMkLst>
        </pc:inkChg>
        <pc:inkChg chg="add mod">
          <ac:chgData name="Mahima Weerasinghe" userId="e11e3f55-42da-4e07-8ead-4d7a1d7ea1c6" providerId="ADAL" clId="{79555870-17B4-49F7-B1C8-B4904ED74D5B}" dt="2024-07-21T13:50:52.018" v="2719"/>
          <ac:inkMkLst>
            <pc:docMk/>
            <pc:sldMk cId="1927429806" sldId="335"/>
            <ac:inkMk id="222" creationId="{88DD3415-02E7-8F51-8BC2-DA7D463C5996}"/>
          </ac:inkMkLst>
        </pc:inkChg>
        <pc:inkChg chg="add mod">
          <ac:chgData name="Mahima Weerasinghe" userId="e11e3f55-42da-4e07-8ead-4d7a1d7ea1c6" providerId="ADAL" clId="{79555870-17B4-49F7-B1C8-B4904ED74D5B}" dt="2024-07-21T13:50:52.018" v="2719"/>
          <ac:inkMkLst>
            <pc:docMk/>
            <pc:sldMk cId="1927429806" sldId="335"/>
            <ac:inkMk id="223" creationId="{A2B82A75-5428-AABA-EB35-A842111B17FE}"/>
          </ac:inkMkLst>
        </pc:inkChg>
        <pc:inkChg chg="add mod">
          <ac:chgData name="Mahima Weerasinghe" userId="e11e3f55-42da-4e07-8ead-4d7a1d7ea1c6" providerId="ADAL" clId="{79555870-17B4-49F7-B1C8-B4904ED74D5B}" dt="2024-07-21T13:50:52.018" v="2719"/>
          <ac:inkMkLst>
            <pc:docMk/>
            <pc:sldMk cId="1927429806" sldId="335"/>
            <ac:inkMk id="224" creationId="{491ECC71-4F4A-EE92-0FAE-9F1ACD4AC378}"/>
          </ac:inkMkLst>
        </pc:inkChg>
        <pc:inkChg chg="add mod">
          <ac:chgData name="Mahima Weerasinghe" userId="e11e3f55-42da-4e07-8ead-4d7a1d7ea1c6" providerId="ADAL" clId="{79555870-17B4-49F7-B1C8-B4904ED74D5B}" dt="2024-07-21T13:50:52.018" v="2719"/>
          <ac:inkMkLst>
            <pc:docMk/>
            <pc:sldMk cId="1927429806" sldId="335"/>
            <ac:inkMk id="225" creationId="{CEB50093-C9B3-052A-97D9-BB29E7375CF5}"/>
          </ac:inkMkLst>
        </pc:inkChg>
        <pc:inkChg chg="add mod">
          <ac:chgData name="Mahima Weerasinghe" userId="e11e3f55-42da-4e07-8ead-4d7a1d7ea1c6" providerId="ADAL" clId="{79555870-17B4-49F7-B1C8-B4904ED74D5B}" dt="2024-07-21T13:50:52.018" v="2719"/>
          <ac:inkMkLst>
            <pc:docMk/>
            <pc:sldMk cId="1927429806" sldId="335"/>
            <ac:inkMk id="226" creationId="{FEF51AE2-A1E5-0616-CD91-48E15F97702A}"/>
          </ac:inkMkLst>
        </pc:inkChg>
        <pc:inkChg chg="add mod">
          <ac:chgData name="Mahima Weerasinghe" userId="e11e3f55-42da-4e07-8ead-4d7a1d7ea1c6" providerId="ADAL" clId="{79555870-17B4-49F7-B1C8-B4904ED74D5B}" dt="2024-07-21T13:50:52.018" v="2719"/>
          <ac:inkMkLst>
            <pc:docMk/>
            <pc:sldMk cId="1927429806" sldId="335"/>
            <ac:inkMk id="227" creationId="{A3583760-4AEE-3180-955F-604F96DB3EC1}"/>
          </ac:inkMkLst>
        </pc:inkChg>
        <pc:inkChg chg="add mod">
          <ac:chgData name="Mahima Weerasinghe" userId="e11e3f55-42da-4e07-8ead-4d7a1d7ea1c6" providerId="ADAL" clId="{79555870-17B4-49F7-B1C8-B4904ED74D5B}" dt="2024-07-21T13:50:52.018" v="2719"/>
          <ac:inkMkLst>
            <pc:docMk/>
            <pc:sldMk cId="1927429806" sldId="335"/>
            <ac:inkMk id="228" creationId="{33FC5EAF-C5C2-BEA7-7BFC-314787D7A6E4}"/>
          </ac:inkMkLst>
        </pc:inkChg>
        <pc:inkChg chg="add mod">
          <ac:chgData name="Mahima Weerasinghe" userId="e11e3f55-42da-4e07-8ead-4d7a1d7ea1c6" providerId="ADAL" clId="{79555870-17B4-49F7-B1C8-B4904ED74D5B}" dt="2024-07-21T13:50:52.018" v="2719"/>
          <ac:inkMkLst>
            <pc:docMk/>
            <pc:sldMk cId="1927429806" sldId="335"/>
            <ac:inkMk id="229" creationId="{E26C6D0D-F98F-E0BE-6183-EB64437B62B6}"/>
          </ac:inkMkLst>
        </pc:inkChg>
        <pc:inkChg chg="add mod">
          <ac:chgData name="Mahima Weerasinghe" userId="e11e3f55-42da-4e07-8ead-4d7a1d7ea1c6" providerId="ADAL" clId="{79555870-17B4-49F7-B1C8-B4904ED74D5B}" dt="2024-07-21T13:50:52.018" v="2719"/>
          <ac:inkMkLst>
            <pc:docMk/>
            <pc:sldMk cId="1927429806" sldId="335"/>
            <ac:inkMk id="231" creationId="{7177E414-F3EC-4540-2A4D-8C3A651F2D62}"/>
          </ac:inkMkLst>
        </pc:inkChg>
        <pc:inkChg chg="add mod">
          <ac:chgData name="Mahima Weerasinghe" userId="e11e3f55-42da-4e07-8ead-4d7a1d7ea1c6" providerId="ADAL" clId="{79555870-17B4-49F7-B1C8-B4904ED74D5B}" dt="2024-07-21T13:50:52.018" v="2719"/>
          <ac:inkMkLst>
            <pc:docMk/>
            <pc:sldMk cId="1927429806" sldId="335"/>
            <ac:inkMk id="232" creationId="{53022D1A-F6E8-A28E-179E-988C9C93D381}"/>
          </ac:inkMkLst>
        </pc:inkChg>
        <pc:inkChg chg="add mod">
          <ac:chgData name="Mahima Weerasinghe" userId="e11e3f55-42da-4e07-8ead-4d7a1d7ea1c6" providerId="ADAL" clId="{79555870-17B4-49F7-B1C8-B4904ED74D5B}" dt="2024-07-21T13:50:52.018" v="2719"/>
          <ac:inkMkLst>
            <pc:docMk/>
            <pc:sldMk cId="1927429806" sldId="335"/>
            <ac:inkMk id="233" creationId="{2B381314-136A-2BF0-4C9F-36601C02FBB0}"/>
          </ac:inkMkLst>
        </pc:inkChg>
        <pc:inkChg chg="add mod">
          <ac:chgData name="Mahima Weerasinghe" userId="e11e3f55-42da-4e07-8ead-4d7a1d7ea1c6" providerId="ADAL" clId="{79555870-17B4-49F7-B1C8-B4904ED74D5B}" dt="2024-07-21T13:50:52.018" v="2719"/>
          <ac:inkMkLst>
            <pc:docMk/>
            <pc:sldMk cId="1927429806" sldId="335"/>
            <ac:inkMk id="234" creationId="{7C37DF9D-7543-0604-3988-97AA1CE0C2F4}"/>
          </ac:inkMkLst>
        </pc:inkChg>
        <pc:inkChg chg="add mod">
          <ac:chgData name="Mahima Weerasinghe" userId="e11e3f55-42da-4e07-8ead-4d7a1d7ea1c6" providerId="ADAL" clId="{79555870-17B4-49F7-B1C8-B4904ED74D5B}" dt="2024-07-21T13:50:52.018" v="2719"/>
          <ac:inkMkLst>
            <pc:docMk/>
            <pc:sldMk cId="1927429806" sldId="335"/>
            <ac:inkMk id="235" creationId="{AA163F42-A226-C477-EF63-4565CD8B555C}"/>
          </ac:inkMkLst>
        </pc:inkChg>
        <pc:inkChg chg="add mod">
          <ac:chgData name="Mahima Weerasinghe" userId="e11e3f55-42da-4e07-8ead-4d7a1d7ea1c6" providerId="ADAL" clId="{79555870-17B4-49F7-B1C8-B4904ED74D5B}" dt="2024-07-21T13:50:52.018" v="2719"/>
          <ac:inkMkLst>
            <pc:docMk/>
            <pc:sldMk cId="1927429806" sldId="335"/>
            <ac:inkMk id="236" creationId="{55E2CDFF-D0C8-94EC-FDF9-DF167A7B3F2D}"/>
          </ac:inkMkLst>
        </pc:inkChg>
        <pc:inkChg chg="add mod">
          <ac:chgData name="Mahima Weerasinghe" userId="e11e3f55-42da-4e07-8ead-4d7a1d7ea1c6" providerId="ADAL" clId="{79555870-17B4-49F7-B1C8-B4904ED74D5B}" dt="2024-07-21T13:50:52.018" v="2719"/>
          <ac:inkMkLst>
            <pc:docMk/>
            <pc:sldMk cId="1927429806" sldId="335"/>
            <ac:inkMk id="237" creationId="{AA95101C-4258-CFA3-5E3C-B5408A9E8D87}"/>
          </ac:inkMkLst>
        </pc:inkChg>
        <pc:inkChg chg="add mod">
          <ac:chgData name="Mahima Weerasinghe" userId="e11e3f55-42da-4e07-8ead-4d7a1d7ea1c6" providerId="ADAL" clId="{79555870-17B4-49F7-B1C8-B4904ED74D5B}" dt="2024-07-21T13:50:52.018" v="2719"/>
          <ac:inkMkLst>
            <pc:docMk/>
            <pc:sldMk cId="1927429806" sldId="335"/>
            <ac:inkMk id="238" creationId="{1E509234-6F01-AC9E-5822-F13458B44507}"/>
          </ac:inkMkLst>
        </pc:inkChg>
        <pc:inkChg chg="add mod">
          <ac:chgData name="Mahima Weerasinghe" userId="e11e3f55-42da-4e07-8ead-4d7a1d7ea1c6" providerId="ADAL" clId="{79555870-17B4-49F7-B1C8-B4904ED74D5B}" dt="2024-07-21T13:50:52.018" v="2719"/>
          <ac:inkMkLst>
            <pc:docMk/>
            <pc:sldMk cId="1927429806" sldId="335"/>
            <ac:inkMk id="239" creationId="{796D9449-F703-FA9E-1E1A-6C5B8ACBCC7C}"/>
          </ac:inkMkLst>
        </pc:inkChg>
        <pc:inkChg chg="add mod">
          <ac:chgData name="Mahima Weerasinghe" userId="e11e3f55-42da-4e07-8ead-4d7a1d7ea1c6" providerId="ADAL" clId="{79555870-17B4-49F7-B1C8-B4904ED74D5B}" dt="2024-07-21T13:50:52.018" v="2719"/>
          <ac:inkMkLst>
            <pc:docMk/>
            <pc:sldMk cId="1927429806" sldId="335"/>
            <ac:inkMk id="240" creationId="{F990EB58-0733-9256-9AB2-E7C91B5CDE2F}"/>
          </ac:inkMkLst>
        </pc:inkChg>
        <pc:inkChg chg="add mod">
          <ac:chgData name="Mahima Weerasinghe" userId="e11e3f55-42da-4e07-8ead-4d7a1d7ea1c6" providerId="ADAL" clId="{79555870-17B4-49F7-B1C8-B4904ED74D5B}" dt="2024-07-21T13:50:52.018" v="2719"/>
          <ac:inkMkLst>
            <pc:docMk/>
            <pc:sldMk cId="1927429806" sldId="335"/>
            <ac:inkMk id="241" creationId="{32E4931A-359C-9460-0AD2-C34858004078}"/>
          </ac:inkMkLst>
        </pc:inkChg>
      </pc:sldChg>
      <pc:sldChg chg="add del ord">
        <pc:chgData name="Mahima Weerasinghe" userId="e11e3f55-42da-4e07-8ead-4d7a1d7ea1c6" providerId="ADAL" clId="{79555870-17B4-49F7-B1C8-B4904ED74D5B}" dt="2024-07-15T03:08:40.318" v="1037" actId="47"/>
        <pc:sldMkLst>
          <pc:docMk/>
          <pc:sldMk cId="3179849960" sldId="335"/>
        </pc:sldMkLst>
      </pc:sldChg>
      <pc:sldChg chg="addSp delSp modSp new mod">
        <pc:chgData name="Mahima Weerasinghe" userId="e11e3f55-42da-4e07-8ead-4d7a1d7ea1c6" providerId="ADAL" clId="{79555870-17B4-49F7-B1C8-B4904ED74D5B}" dt="2024-07-22T05:07:41.192" v="2901" actId="478"/>
        <pc:sldMkLst>
          <pc:docMk/>
          <pc:sldMk cId="3357443859" sldId="336"/>
        </pc:sldMkLst>
        <pc:spChg chg="del">
          <ac:chgData name="Mahima Weerasinghe" userId="e11e3f55-42da-4e07-8ead-4d7a1d7ea1c6" providerId="ADAL" clId="{79555870-17B4-49F7-B1C8-B4904ED74D5B}" dt="2024-07-21T11:34:16.122" v="1282" actId="478"/>
          <ac:spMkLst>
            <pc:docMk/>
            <pc:sldMk cId="3357443859" sldId="336"/>
            <ac:spMk id="2" creationId="{EF8CA0F9-1A26-3E08-9C8A-22A4423E4942}"/>
          </ac:spMkLst>
        </pc:spChg>
        <pc:spChg chg="del">
          <ac:chgData name="Mahima Weerasinghe" userId="e11e3f55-42da-4e07-8ead-4d7a1d7ea1c6" providerId="ADAL" clId="{79555870-17B4-49F7-B1C8-B4904ED74D5B}" dt="2024-07-21T11:34:12.748" v="1281" actId="478"/>
          <ac:spMkLst>
            <pc:docMk/>
            <pc:sldMk cId="3357443859" sldId="336"/>
            <ac:spMk id="3" creationId="{461C0A44-2140-56F5-DC40-F5F31BC532AB}"/>
          </ac:spMkLst>
        </pc:spChg>
        <pc:grpChg chg="add del mod">
          <ac:chgData name="Mahima Weerasinghe" userId="e11e3f55-42da-4e07-8ead-4d7a1d7ea1c6" providerId="ADAL" clId="{79555870-17B4-49F7-B1C8-B4904ED74D5B}" dt="2024-07-21T11:34:50.874" v="1291"/>
          <ac:grpSpMkLst>
            <pc:docMk/>
            <pc:sldMk cId="3357443859" sldId="336"/>
            <ac:grpSpMk id="6" creationId="{78D2A71C-24DF-6BB0-F5E1-C963D28D8D4B}"/>
          </ac:grpSpMkLst>
        </pc:grpChg>
        <pc:grpChg chg="mod">
          <ac:chgData name="Mahima Weerasinghe" userId="e11e3f55-42da-4e07-8ead-4d7a1d7ea1c6" providerId="ADAL" clId="{79555870-17B4-49F7-B1C8-B4904ED74D5B}" dt="2024-07-21T11:34:50.511" v="1289"/>
          <ac:grpSpMkLst>
            <pc:docMk/>
            <pc:sldMk cId="3357443859" sldId="336"/>
            <ac:grpSpMk id="8" creationId="{C3BCD6FD-B96C-F978-AD9D-AF948CB14D13}"/>
          </ac:grpSpMkLst>
        </pc:grpChg>
        <pc:grpChg chg="del mod">
          <ac:chgData name="Mahima Weerasinghe" userId="e11e3f55-42da-4e07-8ead-4d7a1d7ea1c6" providerId="ADAL" clId="{79555870-17B4-49F7-B1C8-B4904ED74D5B}" dt="2024-07-21T11:50:28.299" v="1311"/>
          <ac:grpSpMkLst>
            <pc:docMk/>
            <pc:sldMk cId="3357443859" sldId="336"/>
            <ac:grpSpMk id="20" creationId="{4FDAD3F9-EAAA-D1E0-9C16-79290A709E6E}"/>
          </ac:grpSpMkLst>
        </pc:grpChg>
        <pc:grpChg chg="del mod">
          <ac:chgData name="Mahima Weerasinghe" userId="e11e3f55-42da-4e07-8ead-4d7a1d7ea1c6" providerId="ADAL" clId="{79555870-17B4-49F7-B1C8-B4904ED74D5B}" dt="2024-07-21T11:50:39.819" v="1325"/>
          <ac:grpSpMkLst>
            <pc:docMk/>
            <pc:sldMk cId="3357443859" sldId="336"/>
            <ac:grpSpMk id="27" creationId="{60B7F3A7-1A69-29E0-DAE9-4F40795DB5F1}"/>
          </ac:grpSpMkLst>
        </pc:grpChg>
        <pc:grpChg chg="del mod">
          <ac:chgData name="Mahima Weerasinghe" userId="e11e3f55-42da-4e07-8ead-4d7a1d7ea1c6" providerId="ADAL" clId="{79555870-17B4-49F7-B1C8-B4904ED74D5B}" dt="2024-07-21T11:50:39.819" v="1325"/>
          <ac:grpSpMkLst>
            <pc:docMk/>
            <pc:sldMk cId="3357443859" sldId="336"/>
            <ac:grpSpMk id="33" creationId="{3A89355F-FB9E-2323-DD7F-232D0C566D4C}"/>
          </ac:grpSpMkLst>
        </pc:grpChg>
        <pc:grpChg chg="del mod">
          <ac:chgData name="Mahima Weerasinghe" userId="e11e3f55-42da-4e07-8ead-4d7a1d7ea1c6" providerId="ADAL" clId="{79555870-17B4-49F7-B1C8-B4904ED74D5B}" dt="2024-07-21T11:50:58.057" v="1328"/>
          <ac:grpSpMkLst>
            <pc:docMk/>
            <pc:sldMk cId="3357443859" sldId="336"/>
            <ac:grpSpMk id="41" creationId="{1F0256B3-8AE0-981E-1EB2-A8707BC99262}"/>
          </ac:grpSpMkLst>
        </pc:grpChg>
        <pc:grpChg chg="del mod">
          <ac:chgData name="Mahima Weerasinghe" userId="e11e3f55-42da-4e07-8ead-4d7a1d7ea1c6" providerId="ADAL" clId="{79555870-17B4-49F7-B1C8-B4904ED74D5B}" dt="2024-07-21T11:51:56.347" v="1370"/>
          <ac:grpSpMkLst>
            <pc:docMk/>
            <pc:sldMk cId="3357443859" sldId="336"/>
            <ac:grpSpMk id="44" creationId="{9EC96664-3A73-936F-29D5-51A8979776B8}"/>
          </ac:grpSpMkLst>
        </pc:grpChg>
        <pc:grpChg chg="del mod">
          <ac:chgData name="Mahima Weerasinghe" userId="e11e3f55-42da-4e07-8ead-4d7a1d7ea1c6" providerId="ADAL" clId="{79555870-17B4-49F7-B1C8-B4904ED74D5B}" dt="2024-07-21T11:51:56.347" v="1370"/>
          <ac:grpSpMkLst>
            <pc:docMk/>
            <pc:sldMk cId="3357443859" sldId="336"/>
            <ac:grpSpMk id="54" creationId="{FB637BE1-4400-63B7-E641-3318ED49F397}"/>
          </ac:grpSpMkLst>
        </pc:grpChg>
        <pc:grpChg chg="del mod">
          <ac:chgData name="Mahima Weerasinghe" userId="e11e3f55-42da-4e07-8ead-4d7a1d7ea1c6" providerId="ADAL" clId="{79555870-17B4-49F7-B1C8-B4904ED74D5B}" dt="2024-07-21T11:51:56.347" v="1370"/>
          <ac:grpSpMkLst>
            <pc:docMk/>
            <pc:sldMk cId="3357443859" sldId="336"/>
            <ac:grpSpMk id="59" creationId="{C04C5522-5FA8-3C69-DEDD-7193A7DA4281}"/>
          </ac:grpSpMkLst>
        </pc:grpChg>
        <pc:grpChg chg="del mod">
          <ac:chgData name="Mahima Weerasinghe" userId="e11e3f55-42da-4e07-8ead-4d7a1d7ea1c6" providerId="ADAL" clId="{79555870-17B4-49F7-B1C8-B4904ED74D5B}" dt="2024-07-21T11:52:26.761" v="1385"/>
          <ac:grpSpMkLst>
            <pc:docMk/>
            <pc:sldMk cId="3357443859" sldId="336"/>
            <ac:grpSpMk id="86" creationId="{052DE644-4F75-CAED-E3CF-8D98ED64E963}"/>
          </ac:grpSpMkLst>
        </pc:grpChg>
        <pc:grpChg chg="del mod">
          <ac:chgData name="Mahima Weerasinghe" userId="e11e3f55-42da-4e07-8ead-4d7a1d7ea1c6" providerId="ADAL" clId="{79555870-17B4-49F7-B1C8-B4904ED74D5B}" dt="2024-07-21T11:52:26.761" v="1385"/>
          <ac:grpSpMkLst>
            <pc:docMk/>
            <pc:sldMk cId="3357443859" sldId="336"/>
            <ac:grpSpMk id="90" creationId="{D850D486-B8AF-B181-AB95-222040146502}"/>
          </ac:grpSpMkLst>
        </pc:grpChg>
        <pc:grpChg chg="del mod">
          <ac:chgData name="Mahima Weerasinghe" userId="e11e3f55-42da-4e07-8ead-4d7a1d7ea1c6" providerId="ADAL" clId="{79555870-17B4-49F7-B1C8-B4904ED74D5B}" dt="2024-07-22T05:07:41.192" v="2901" actId="478"/>
          <ac:grpSpMkLst>
            <pc:docMk/>
            <pc:sldMk cId="3357443859" sldId="336"/>
            <ac:grpSpMk id="101" creationId="{7EFA103B-A377-2B00-D51A-6E846DD45947}"/>
          </ac:grpSpMkLst>
        </pc:grpChg>
        <pc:grpChg chg="del mod">
          <ac:chgData name="Mahima Weerasinghe" userId="e11e3f55-42da-4e07-8ead-4d7a1d7ea1c6" providerId="ADAL" clId="{79555870-17B4-49F7-B1C8-B4904ED74D5B}" dt="2024-07-21T11:53:37.501" v="1396"/>
          <ac:grpSpMkLst>
            <pc:docMk/>
            <pc:sldMk cId="3357443859" sldId="336"/>
            <ac:grpSpMk id="105" creationId="{D200D9E0-DF1D-D61F-EDAA-1A01E04ECBFD}"/>
          </ac:grpSpMkLst>
        </pc:grpChg>
        <pc:grpChg chg="del mod">
          <ac:chgData name="Mahima Weerasinghe" userId="e11e3f55-42da-4e07-8ead-4d7a1d7ea1c6" providerId="ADAL" clId="{79555870-17B4-49F7-B1C8-B4904ED74D5B}" dt="2024-07-21T11:53:41.351" v="1403"/>
          <ac:grpSpMkLst>
            <pc:docMk/>
            <pc:sldMk cId="3357443859" sldId="336"/>
            <ac:grpSpMk id="112" creationId="{2D45BD27-1683-A02C-A500-10EE25CB3ED2}"/>
          </ac:grpSpMkLst>
        </pc:grpChg>
        <pc:grpChg chg="del mod">
          <ac:chgData name="Mahima Weerasinghe" userId="e11e3f55-42da-4e07-8ead-4d7a1d7ea1c6" providerId="ADAL" clId="{79555870-17B4-49F7-B1C8-B4904ED74D5B}" dt="2024-07-21T11:53:44.783" v="1406"/>
          <ac:grpSpMkLst>
            <pc:docMk/>
            <pc:sldMk cId="3357443859" sldId="336"/>
            <ac:grpSpMk id="119" creationId="{1403EAE5-C9D3-4F4F-5976-255EB3DA27CB}"/>
          </ac:grpSpMkLst>
        </pc:grpChg>
        <pc:grpChg chg="del mod">
          <ac:chgData name="Mahima Weerasinghe" userId="e11e3f55-42da-4e07-8ead-4d7a1d7ea1c6" providerId="ADAL" clId="{79555870-17B4-49F7-B1C8-B4904ED74D5B}" dt="2024-07-21T11:53:46.498" v="1408"/>
          <ac:grpSpMkLst>
            <pc:docMk/>
            <pc:sldMk cId="3357443859" sldId="336"/>
            <ac:grpSpMk id="122" creationId="{63E36EE5-9B7D-0359-0DBE-0EBAF375B2F8}"/>
          </ac:grpSpMkLst>
        </pc:grpChg>
        <pc:grpChg chg="del mod">
          <ac:chgData name="Mahima Weerasinghe" userId="e11e3f55-42da-4e07-8ead-4d7a1d7ea1c6" providerId="ADAL" clId="{79555870-17B4-49F7-B1C8-B4904ED74D5B}" dt="2024-07-22T05:07:35.696" v="2900" actId="478"/>
          <ac:grpSpMkLst>
            <pc:docMk/>
            <pc:sldMk cId="3357443859" sldId="336"/>
            <ac:grpSpMk id="124" creationId="{0C4697F7-8C14-8CA7-79E2-C6F713EED6EB}"/>
          </ac:grpSpMkLst>
        </pc:grpChg>
        <pc:grpChg chg="del mod">
          <ac:chgData name="Mahima Weerasinghe" userId="e11e3f55-42da-4e07-8ead-4d7a1d7ea1c6" providerId="ADAL" clId="{79555870-17B4-49F7-B1C8-B4904ED74D5B}" dt="2024-07-22T05:07:35.696" v="2900" actId="478"/>
          <ac:grpSpMkLst>
            <pc:docMk/>
            <pc:sldMk cId="3357443859" sldId="336"/>
            <ac:grpSpMk id="132" creationId="{BC0768FD-D8B4-EF58-8E24-266122559E3A}"/>
          </ac:grpSpMkLst>
        </pc:grpChg>
        <pc:inkChg chg="add del mod">
          <ac:chgData name="Mahima Weerasinghe" userId="e11e3f55-42da-4e07-8ead-4d7a1d7ea1c6" providerId="ADAL" clId="{79555870-17B4-49F7-B1C8-B4904ED74D5B}" dt="2024-07-21T11:34:51.205" v="1292" actId="9405"/>
          <ac:inkMkLst>
            <pc:docMk/>
            <pc:sldMk cId="3357443859" sldId="336"/>
            <ac:inkMk id="4" creationId="{EDAC0150-803B-6976-A116-CE68F4F764FF}"/>
          </ac:inkMkLst>
        </pc:inkChg>
        <pc:inkChg chg="add del mod">
          <ac:chgData name="Mahima Weerasinghe" userId="e11e3f55-42da-4e07-8ead-4d7a1d7ea1c6" providerId="ADAL" clId="{79555870-17B4-49F7-B1C8-B4904ED74D5B}" dt="2024-07-21T11:34:50.874" v="1291"/>
          <ac:inkMkLst>
            <pc:docMk/>
            <pc:sldMk cId="3357443859" sldId="336"/>
            <ac:inkMk id="5" creationId="{38237837-38ED-211C-FCA1-16FCDB34E828}"/>
          </ac:inkMkLst>
        </pc:inkChg>
        <pc:inkChg chg="add del mod">
          <ac:chgData name="Mahima Weerasinghe" userId="e11e3f55-42da-4e07-8ead-4d7a1d7ea1c6" providerId="ADAL" clId="{79555870-17B4-49F7-B1C8-B4904ED74D5B}" dt="2024-07-21T11:34:50.511" v="1289"/>
          <ac:inkMkLst>
            <pc:docMk/>
            <pc:sldMk cId="3357443859" sldId="336"/>
            <ac:inkMk id="7" creationId="{06D497B2-FD61-2A48-CEEE-AB2E09F7EBC2}"/>
          </ac:inkMkLst>
        </pc:inkChg>
        <pc:inkChg chg="add mod">
          <ac:chgData name="Mahima Weerasinghe" userId="e11e3f55-42da-4e07-8ead-4d7a1d7ea1c6" providerId="ADAL" clId="{79555870-17B4-49F7-B1C8-B4904ED74D5B}" dt="2024-07-21T11:52:26.761" v="1385"/>
          <ac:inkMkLst>
            <pc:docMk/>
            <pc:sldMk cId="3357443859" sldId="336"/>
            <ac:inkMk id="9" creationId="{B186A8EC-96D7-9DBD-9025-10707AFE6F08}"/>
          </ac:inkMkLst>
        </pc:inkChg>
        <pc:inkChg chg="add mod">
          <ac:chgData name="Mahima Weerasinghe" userId="e11e3f55-42da-4e07-8ead-4d7a1d7ea1c6" providerId="ADAL" clId="{79555870-17B4-49F7-B1C8-B4904ED74D5B}" dt="2024-07-21T11:52:26.761" v="1385"/>
          <ac:inkMkLst>
            <pc:docMk/>
            <pc:sldMk cId="3357443859" sldId="336"/>
            <ac:inkMk id="10" creationId="{C40B0F2B-D507-1CEB-6B24-09F11E269FAC}"/>
          </ac:inkMkLst>
        </pc:inkChg>
        <pc:inkChg chg="add mod">
          <ac:chgData name="Mahima Weerasinghe" userId="e11e3f55-42da-4e07-8ead-4d7a1d7ea1c6" providerId="ADAL" clId="{79555870-17B4-49F7-B1C8-B4904ED74D5B}" dt="2024-07-21T11:52:26.761" v="1385"/>
          <ac:inkMkLst>
            <pc:docMk/>
            <pc:sldMk cId="3357443859" sldId="336"/>
            <ac:inkMk id="11" creationId="{1DF380C6-D070-6A67-C185-ECC06998F83A}"/>
          </ac:inkMkLst>
        </pc:inkChg>
        <pc:inkChg chg="add mod">
          <ac:chgData name="Mahima Weerasinghe" userId="e11e3f55-42da-4e07-8ead-4d7a1d7ea1c6" providerId="ADAL" clId="{79555870-17B4-49F7-B1C8-B4904ED74D5B}" dt="2024-07-21T11:52:26.761" v="1385"/>
          <ac:inkMkLst>
            <pc:docMk/>
            <pc:sldMk cId="3357443859" sldId="336"/>
            <ac:inkMk id="12" creationId="{27EB8D15-E017-3831-B9A0-EE46CA21FCD8}"/>
          </ac:inkMkLst>
        </pc:inkChg>
        <pc:inkChg chg="add mod">
          <ac:chgData name="Mahima Weerasinghe" userId="e11e3f55-42da-4e07-8ead-4d7a1d7ea1c6" providerId="ADAL" clId="{79555870-17B4-49F7-B1C8-B4904ED74D5B}" dt="2024-07-21T11:52:26.761" v="1385"/>
          <ac:inkMkLst>
            <pc:docMk/>
            <pc:sldMk cId="3357443859" sldId="336"/>
            <ac:inkMk id="13" creationId="{4BFFE03B-332F-F6FB-641F-DCC28C448A53}"/>
          </ac:inkMkLst>
        </pc:inkChg>
        <pc:inkChg chg="add mod">
          <ac:chgData name="Mahima Weerasinghe" userId="e11e3f55-42da-4e07-8ead-4d7a1d7ea1c6" providerId="ADAL" clId="{79555870-17B4-49F7-B1C8-B4904ED74D5B}" dt="2024-07-21T11:52:26.761" v="1385"/>
          <ac:inkMkLst>
            <pc:docMk/>
            <pc:sldMk cId="3357443859" sldId="336"/>
            <ac:inkMk id="14" creationId="{9DB8CC82-065E-526F-F7D2-2DF9335A6408}"/>
          </ac:inkMkLst>
        </pc:inkChg>
        <pc:inkChg chg="add mod">
          <ac:chgData name="Mahima Weerasinghe" userId="e11e3f55-42da-4e07-8ead-4d7a1d7ea1c6" providerId="ADAL" clId="{79555870-17B4-49F7-B1C8-B4904ED74D5B}" dt="2024-07-21T11:52:26.761" v="1385"/>
          <ac:inkMkLst>
            <pc:docMk/>
            <pc:sldMk cId="3357443859" sldId="336"/>
            <ac:inkMk id="15" creationId="{BB5CFA3B-ACD4-7E49-F5B8-DFB4774929B5}"/>
          </ac:inkMkLst>
        </pc:inkChg>
        <pc:inkChg chg="add mod">
          <ac:chgData name="Mahima Weerasinghe" userId="e11e3f55-42da-4e07-8ead-4d7a1d7ea1c6" providerId="ADAL" clId="{79555870-17B4-49F7-B1C8-B4904ED74D5B}" dt="2024-07-21T11:52:26.761" v="1385"/>
          <ac:inkMkLst>
            <pc:docMk/>
            <pc:sldMk cId="3357443859" sldId="336"/>
            <ac:inkMk id="16" creationId="{9BFFE897-6D73-0F7F-7672-7F150D3B0BDD}"/>
          </ac:inkMkLst>
        </pc:inkChg>
        <pc:inkChg chg="add mod">
          <ac:chgData name="Mahima Weerasinghe" userId="e11e3f55-42da-4e07-8ead-4d7a1d7ea1c6" providerId="ADAL" clId="{79555870-17B4-49F7-B1C8-B4904ED74D5B}" dt="2024-07-21T11:52:26.761" v="1385"/>
          <ac:inkMkLst>
            <pc:docMk/>
            <pc:sldMk cId="3357443859" sldId="336"/>
            <ac:inkMk id="17" creationId="{C46D326D-570B-F245-DFE6-9C385BDE3FB7}"/>
          </ac:inkMkLst>
        </pc:inkChg>
        <pc:inkChg chg="add mod">
          <ac:chgData name="Mahima Weerasinghe" userId="e11e3f55-42da-4e07-8ead-4d7a1d7ea1c6" providerId="ADAL" clId="{79555870-17B4-49F7-B1C8-B4904ED74D5B}" dt="2024-07-21T11:52:26.761" v="1385"/>
          <ac:inkMkLst>
            <pc:docMk/>
            <pc:sldMk cId="3357443859" sldId="336"/>
            <ac:inkMk id="18" creationId="{314A324A-15F8-1784-AB23-83063E80536B}"/>
          </ac:inkMkLst>
        </pc:inkChg>
        <pc:inkChg chg="add mod">
          <ac:chgData name="Mahima Weerasinghe" userId="e11e3f55-42da-4e07-8ead-4d7a1d7ea1c6" providerId="ADAL" clId="{79555870-17B4-49F7-B1C8-B4904ED74D5B}" dt="2024-07-21T11:52:26.761" v="1385"/>
          <ac:inkMkLst>
            <pc:docMk/>
            <pc:sldMk cId="3357443859" sldId="336"/>
            <ac:inkMk id="19" creationId="{29FBD250-B3C5-AB95-C16C-287B235F3E63}"/>
          </ac:inkMkLst>
        </pc:inkChg>
        <pc:inkChg chg="add mod">
          <ac:chgData name="Mahima Weerasinghe" userId="e11e3f55-42da-4e07-8ead-4d7a1d7ea1c6" providerId="ADAL" clId="{79555870-17B4-49F7-B1C8-B4904ED74D5B}" dt="2024-07-21T11:52:26.761" v="1385"/>
          <ac:inkMkLst>
            <pc:docMk/>
            <pc:sldMk cId="3357443859" sldId="336"/>
            <ac:inkMk id="21" creationId="{86FBB87C-8093-18E6-73FB-22FD567F0D89}"/>
          </ac:inkMkLst>
        </pc:inkChg>
        <pc:inkChg chg="add mod">
          <ac:chgData name="Mahima Weerasinghe" userId="e11e3f55-42da-4e07-8ead-4d7a1d7ea1c6" providerId="ADAL" clId="{79555870-17B4-49F7-B1C8-B4904ED74D5B}" dt="2024-07-21T11:52:26.761" v="1385"/>
          <ac:inkMkLst>
            <pc:docMk/>
            <pc:sldMk cId="3357443859" sldId="336"/>
            <ac:inkMk id="22" creationId="{9CB48B00-3205-E3BC-05B4-2CF365A6F87B}"/>
          </ac:inkMkLst>
        </pc:inkChg>
        <pc:inkChg chg="add mod">
          <ac:chgData name="Mahima Weerasinghe" userId="e11e3f55-42da-4e07-8ead-4d7a1d7ea1c6" providerId="ADAL" clId="{79555870-17B4-49F7-B1C8-B4904ED74D5B}" dt="2024-07-21T11:52:26.761" v="1385"/>
          <ac:inkMkLst>
            <pc:docMk/>
            <pc:sldMk cId="3357443859" sldId="336"/>
            <ac:inkMk id="23" creationId="{5C99AE84-882A-1F4E-86A3-F5F8DFBBA91D}"/>
          </ac:inkMkLst>
        </pc:inkChg>
        <pc:inkChg chg="add mod">
          <ac:chgData name="Mahima Weerasinghe" userId="e11e3f55-42da-4e07-8ead-4d7a1d7ea1c6" providerId="ADAL" clId="{79555870-17B4-49F7-B1C8-B4904ED74D5B}" dt="2024-07-21T11:52:26.761" v="1385"/>
          <ac:inkMkLst>
            <pc:docMk/>
            <pc:sldMk cId="3357443859" sldId="336"/>
            <ac:inkMk id="24" creationId="{C25DEC2D-9D67-E0A8-7886-D75EAD3FF865}"/>
          </ac:inkMkLst>
        </pc:inkChg>
        <pc:inkChg chg="add mod">
          <ac:chgData name="Mahima Weerasinghe" userId="e11e3f55-42da-4e07-8ead-4d7a1d7ea1c6" providerId="ADAL" clId="{79555870-17B4-49F7-B1C8-B4904ED74D5B}" dt="2024-07-21T11:52:26.761" v="1385"/>
          <ac:inkMkLst>
            <pc:docMk/>
            <pc:sldMk cId="3357443859" sldId="336"/>
            <ac:inkMk id="25" creationId="{C522231D-5C91-3899-A574-3FB01444FB90}"/>
          </ac:inkMkLst>
        </pc:inkChg>
        <pc:inkChg chg="add mod">
          <ac:chgData name="Mahima Weerasinghe" userId="e11e3f55-42da-4e07-8ead-4d7a1d7ea1c6" providerId="ADAL" clId="{79555870-17B4-49F7-B1C8-B4904ED74D5B}" dt="2024-07-21T11:52:26.761" v="1385"/>
          <ac:inkMkLst>
            <pc:docMk/>
            <pc:sldMk cId="3357443859" sldId="336"/>
            <ac:inkMk id="26" creationId="{FDC227A8-CCD8-4BD4-AF1A-1501B56E68CB}"/>
          </ac:inkMkLst>
        </pc:inkChg>
        <pc:inkChg chg="add mod">
          <ac:chgData name="Mahima Weerasinghe" userId="e11e3f55-42da-4e07-8ead-4d7a1d7ea1c6" providerId="ADAL" clId="{79555870-17B4-49F7-B1C8-B4904ED74D5B}" dt="2024-07-21T11:52:26.761" v="1385"/>
          <ac:inkMkLst>
            <pc:docMk/>
            <pc:sldMk cId="3357443859" sldId="336"/>
            <ac:inkMk id="28" creationId="{3EAAE963-6AA7-2C70-0B97-AE69FEA0F022}"/>
          </ac:inkMkLst>
        </pc:inkChg>
        <pc:inkChg chg="add mod">
          <ac:chgData name="Mahima Weerasinghe" userId="e11e3f55-42da-4e07-8ead-4d7a1d7ea1c6" providerId="ADAL" clId="{79555870-17B4-49F7-B1C8-B4904ED74D5B}" dt="2024-07-21T11:52:26.761" v="1385"/>
          <ac:inkMkLst>
            <pc:docMk/>
            <pc:sldMk cId="3357443859" sldId="336"/>
            <ac:inkMk id="29" creationId="{B65A72AB-5BCF-5A91-F576-1B3F6574668C}"/>
          </ac:inkMkLst>
        </pc:inkChg>
        <pc:inkChg chg="add mod">
          <ac:chgData name="Mahima Weerasinghe" userId="e11e3f55-42da-4e07-8ead-4d7a1d7ea1c6" providerId="ADAL" clId="{79555870-17B4-49F7-B1C8-B4904ED74D5B}" dt="2024-07-21T11:52:26.761" v="1385"/>
          <ac:inkMkLst>
            <pc:docMk/>
            <pc:sldMk cId="3357443859" sldId="336"/>
            <ac:inkMk id="30" creationId="{F0F7E613-F290-7408-F936-B9968D7A0B3F}"/>
          </ac:inkMkLst>
        </pc:inkChg>
        <pc:inkChg chg="add mod">
          <ac:chgData name="Mahima Weerasinghe" userId="e11e3f55-42da-4e07-8ead-4d7a1d7ea1c6" providerId="ADAL" clId="{79555870-17B4-49F7-B1C8-B4904ED74D5B}" dt="2024-07-21T11:52:26.761" v="1385"/>
          <ac:inkMkLst>
            <pc:docMk/>
            <pc:sldMk cId="3357443859" sldId="336"/>
            <ac:inkMk id="31" creationId="{7D81A8F7-44F0-5E88-1A11-499314D749E7}"/>
          </ac:inkMkLst>
        </pc:inkChg>
        <pc:inkChg chg="add mod">
          <ac:chgData name="Mahima Weerasinghe" userId="e11e3f55-42da-4e07-8ead-4d7a1d7ea1c6" providerId="ADAL" clId="{79555870-17B4-49F7-B1C8-B4904ED74D5B}" dt="2024-07-21T11:52:26.761" v="1385"/>
          <ac:inkMkLst>
            <pc:docMk/>
            <pc:sldMk cId="3357443859" sldId="336"/>
            <ac:inkMk id="32" creationId="{DFB24945-C181-76C7-D643-14551E01821D}"/>
          </ac:inkMkLst>
        </pc:inkChg>
        <pc:inkChg chg="add mod">
          <ac:chgData name="Mahima Weerasinghe" userId="e11e3f55-42da-4e07-8ead-4d7a1d7ea1c6" providerId="ADAL" clId="{79555870-17B4-49F7-B1C8-B4904ED74D5B}" dt="2024-07-21T11:52:26.761" v="1385"/>
          <ac:inkMkLst>
            <pc:docMk/>
            <pc:sldMk cId="3357443859" sldId="336"/>
            <ac:inkMk id="34" creationId="{363B5538-1119-6976-C46C-B9088BF269C5}"/>
          </ac:inkMkLst>
        </pc:inkChg>
        <pc:inkChg chg="add mod">
          <ac:chgData name="Mahima Weerasinghe" userId="e11e3f55-42da-4e07-8ead-4d7a1d7ea1c6" providerId="ADAL" clId="{79555870-17B4-49F7-B1C8-B4904ED74D5B}" dt="2024-07-21T11:52:26.761" v="1385"/>
          <ac:inkMkLst>
            <pc:docMk/>
            <pc:sldMk cId="3357443859" sldId="336"/>
            <ac:inkMk id="35" creationId="{9C012E68-4FB9-115E-D34C-84447EF12253}"/>
          </ac:inkMkLst>
        </pc:inkChg>
        <pc:inkChg chg="add mod">
          <ac:chgData name="Mahima Weerasinghe" userId="e11e3f55-42da-4e07-8ead-4d7a1d7ea1c6" providerId="ADAL" clId="{79555870-17B4-49F7-B1C8-B4904ED74D5B}" dt="2024-07-21T11:52:26.761" v="1385"/>
          <ac:inkMkLst>
            <pc:docMk/>
            <pc:sldMk cId="3357443859" sldId="336"/>
            <ac:inkMk id="36" creationId="{E4E045C9-BCD0-8B4B-ABCC-5D57981EEFBA}"/>
          </ac:inkMkLst>
        </pc:inkChg>
        <pc:inkChg chg="add mod">
          <ac:chgData name="Mahima Weerasinghe" userId="e11e3f55-42da-4e07-8ead-4d7a1d7ea1c6" providerId="ADAL" clId="{79555870-17B4-49F7-B1C8-B4904ED74D5B}" dt="2024-07-21T11:52:26.761" v="1385"/>
          <ac:inkMkLst>
            <pc:docMk/>
            <pc:sldMk cId="3357443859" sldId="336"/>
            <ac:inkMk id="37" creationId="{D727D2F3-DF9D-2992-B592-B4BD9159B3B4}"/>
          </ac:inkMkLst>
        </pc:inkChg>
        <pc:inkChg chg="add mod">
          <ac:chgData name="Mahima Weerasinghe" userId="e11e3f55-42da-4e07-8ead-4d7a1d7ea1c6" providerId="ADAL" clId="{79555870-17B4-49F7-B1C8-B4904ED74D5B}" dt="2024-07-21T11:52:26.761" v="1385"/>
          <ac:inkMkLst>
            <pc:docMk/>
            <pc:sldMk cId="3357443859" sldId="336"/>
            <ac:inkMk id="38" creationId="{FE8E5FB9-894B-A387-CBE6-1DFAE8373F34}"/>
          </ac:inkMkLst>
        </pc:inkChg>
        <pc:inkChg chg="add mod">
          <ac:chgData name="Mahima Weerasinghe" userId="e11e3f55-42da-4e07-8ead-4d7a1d7ea1c6" providerId="ADAL" clId="{79555870-17B4-49F7-B1C8-B4904ED74D5B}" dt="2024-07-21T11:52:26.761" v="1385"/>
          <ac:inkMkLst>
            <pc:docMk/>
            <pc:sldMk cId="3357443859" sldId="336"/>
            <ac:inkMk id="39" creationId="{D7B9D721-F523-4121-704C-FD7B2357F838}"/>
          </ac:inkMkLst>
        </pc:inkChg>
        <pc:inkChg chg="add mod">
          <ac:chgData name="Mahima Weerasinghe" userId="e11e3f55-42da-4e07-8ead-4d7a1d7ea1c6" providerId="ADAL" clId="{79555870-17B4-49F7-B1C8-B4904ED74D5B}" dt="2024-07-21T11:52:26.761" v="1385"/>
          <ac:inkMkLst>
            <pc:docMk/>
            <pc:sldMk cId="3357443859" sldId="336"/>
            <ac:inkMk id="40" creationId="{96C82024-3791-04A5-A30E-458D85A0DEE4}"/>
          </ac:inkMkLst>
        </pc:inkChg>
        <pc:inkChg chg="add mod">
          <ac:chgData name="Mahima Weerasinghe" userId="e11e3f55-42da-4e07-8ead-4d7a1d7ea1c6" providerId="ADAL" clId="{79555870-17B4-49F7-B1C8-B4904ED74D5B}" dt="2024-07-21T11:52:26.761" v="1385"/>
          <ac:inkMkLst>
            <pc:docMk/>
            <pc:sldMk cId="3357443859" sldId="336"/>
            <ac:inkMk id="42" creationId="{0D2A1F7F-C1D1-0E9D-5B16-6DDB2EBF117A}"/>
          </ac:inkMkLst>
        </pc:inkChg>
        <pc:inkChg chg="add mod">
          <ac:chgData name="Mahima Weerasinghe" userId="e11e3f55-42da-4e07-8ead-4d7a1d7ea1c6" providerId="ADAL" clId="{79555870-17B4-49F7-B1C8-B4904ED74D5B}" dt="2024-07-21T11:52:26.761" v="1385"/>
          <ac:inkMkLst>
            <pc:docMk/>
            <pc:sldMk cId="3357443859" sldId="336"/>
            <ac:inkMk id="43" creationId="{236C2F7B-9F07-4308-1983-9069CFDDFE60}"/>
          </ac:inkMkLst>
        </pc:inkChg>
        <pc:inkChg chg="add mod">
          <ac:chgData name="Mahima Weerasinghe" userId="e11e3f55-42da-4e07-8ead-4d7a1d7ea1c6" providerId="ADAL" clId="{79555870-17B4-49F7-B1C8-B4904ED74D5B}" dt="2024-07-21T11:52:26.761" v="1385"/>
          <ac:inkMkLst>
            <pc:docMk/>
            <pc:sldMk cId="3357443859" sldId="336"/>
            <ac:inkMk id="45" creationId="{8BEADF1B-72BB-5889-2702-F6E2D74660EC}"/>
          </ac:inkMkLst>
        </pc:inkChg>
        <pc:inkChg chg="add mod">
          <ac:chgData name="Mahima Weerasinghe" userId="e11e3f55-42da-4e07-8ead-4d7a1d7ea1c6" providerId="ADAL" clId="{79555870-17B4-49F7-B1C8-B4904ED74D5B}" dt="2024-07-21T11:52:26.761" v="1385"/>
          <ac:inkMkLst>
            <pc:docMk/>
            <pc:sldMk cId="3357443859" sldId="336"/>
            <ac:inkMk id="46" creationId="{64F5C0E6-DEA2-14AA-CB0D-583F3338B83B}"/>
          </ac:inkMkLst>
        </pc:inkChg>
        <pc:inkChg chg="add mod">
          <ac:chgData name="Mahima Weerasinghe" userId="e11e3f55-42da-4e07-8ead-4d7a1d7ea1c6" providerId="ADAL" clId="{79555870-17B4-49F7-B1C8-B4904ED74D5B}" dt="2024-07-21T11:52:26.761" v="1385"/>
          <ac:inkMkLst>
            <pc:docMk/>
            <pc:sldMk cId="3357443859" sldId="336"/>
            <ac:inkMk id="47" creationId="{8D26C231-9A04-C46F-38FB-7D321B80E7D8}"/>
          </ac:inkMkLst>
        </pc:inkChg>
        <pc:inkChg chg="add mod">
          <ac:chgData name="Mahima Weerasinghe" userId="e11e3f55-42da-4e07-8ead-4d7a1d7ea1c6" providerId="ADAL" clId="{79555870-17B4-49F7-B1C8-B4904ED74D5B}" dt="2024-07-21T11:52:26.761" v="1385"/>
          <ac:inkMkLst>
            <pc:docMk/>
            <pc:sldMk cId="3357443859" sldId="336"/>
            <ac:inkMk id="48" creationId="{C58669B6-2537-2B6F-92E8-31D00C8A1A6C}"/>
          </ac:inkMkLst>
        </pc:inkChg>
        <pc:inkChg chg="add mod">
          <ac:chgData name="Mahima Weerasinghe" userId="e11e3f55-42da-4e07-8ead-4d7a1d7ea1c6" providerId="ADAL" clId="{79555870-17B4-49F7-B1C8-B4904ED74D5B}" dt="2024-07-21T11:52:26.761" v="1385"/>
          <ac:inkMkLst>
            <pc:docMk/>
            <pc:sldMk cId="3357443859" sldId="336"/>
            <ac:inkMk id="49" creationId="{FFA9E2F3-FA2E-593E-9C6A-365A2B972EFA}"/>
          </ac:inkMkLst>
        </pc:inkChg>
        <pc:inkChg chg="add mod">
          <ac:chgData name="Mahima Weerasinghe" userId="e11e3f55-42da-4e07-8ead-4d7a1d7ea1c6" providerId="ADAL" clId="{79555870-17B4-49F7-B1C8-B4904ED74D5B}" dt="2024-07-21T11:52:26.761" v="1385"/>
          <ac:inkMkLst>
            <pc:docMk/>
            <pc:sldMk cId="3357443859" sldId="336"/>
            <ac:inkMk id="50" creationId="{D928C6BE-9A03-0ADB-2F51-437D208E1551}"/>
          </ac:inkMkLst>
        </pc:inkChg>
        <pc:inkChg chg="add mod">
          <ac:chgData name="Mahima Weerasinghe" userId="e11e3f55-42da-4e07-8ead-4d7a1d7ea1c6" providerId="ADAL" clId="{79555870-17B4-49F7-B1C8-B4904ED74D5B}" dt="2024-07-21T11:52:26.761" v="1385"/>
          <ac:inkMkLst>
            <pc:docMk/>
            <pc:sldMk cId="3357443859" sldId="336"/>
            <ac:inkMk id="51" creationId="{9B1C680B-FBD2-BA68-595E-9138692A505B}"/>
          </ac:inkMkLst>
        </pc:inkChg>
        <pc:inkChg chg="add mod">
          <ac:chgData name="Mahima Weerasinghe" userId="e11e3f55-42da-4e07-8ead-4d7a1d7ea1c6" providerId="ADAL" clId="{79555870-17B4-49F7-B1C8-B4904ED74D5B}" dt="2024-07-21T11:52:26.761" v="1385"/>
          <ac:inkMkLst>
            <pc:docMk/>
            <pc:sldMk cId="3357443859" sldId="336"/>
            <ac:inkMk id="52" creationId="{4FB46238-A3BB-6B6F-14A7-7C186DCD47C2}"/>
          </ac:inkMkLst>
        </pc:inkChg>
        <pc:inkChg chg="add mod">
          <ac:chgData name="Mahima Weerasinghe" userId="e11e3f55-42da-4e07-8ead-4d7a1d7ea1c6" providerId="ADAL" clId="{79555870-17B4-49F7-B1C8-B4904ED74D5B}" dt="2024-07-21T11:52:26.761" v="1385"/>
          <ac:inkMkLst>
            <pc:docMk/>
            <pc:sldMk cId="3357443859" sldId="336"/>
            <ac:inkMk id="53" creationId="{8639C0EC-4D22-A704-23AC-3E6261BC9EA8}"/>
          </ac:inkMkLst>
        </pc:inkChg>
        <pc:inkChg chg="add mod">
          <ac:chgData name="Mahima Weerasinghe" userId="e11e3f55-42da-4e07-8ead-4d7a1d7ea1c6" providerId="ADAL" clId="{79555870-17B4-49F7-B1C8-B4904ED74D5B}" dt="2024-07-21T11:52:26.761" v="1385"/>
          <ac:inkMkLst>
            <pc:docMk/>
            <pc:sldMk cId="3357443859" sldId="336"/>
            <ac:inkMk id="55" creationId="{BE6ACE67-B70C-A9CB-8231-33D81CBD7DC5}"/>
          </ac:inkMkLst>
        </pc:inkChg>
        <pc:inkChg chg="add mod">
          <ac:chgData name="Mahima Weerasinghe" userId="e11e3f55-42da-4e07-8ead-4d7a1d7ea1c6" providerId="ADAL" clId="{79555870-17B4-49F7-B1C8-B4904ED74D5B}" dt="2024-07-21T11:52:26.761" v="1385"/>
          <ac:inkMkLst>
            <pc:docMk/>
            <pc:sldMk cId="3357443859" sldId="336"/>
            <ac:inkMk id="56" creationId="{1714E18F-F450-66C7-E400-AA837723373C}"/>
          </ac:inkMkLst>
        </pc:inkChg>
        <pc:inkChg chg="add mod">
          <ac:chgData name="Mahima Weerasinghe" userId="e11e3f55-42da-4e07-8ead-4d7a1d7ea1c6" providerId="ADAL" clId="{79555870-17B4-49F7-B1C8-B4904ED74D5B}" dt="2024-07-21T11:52:26.761" v="1385"/>
          <ac:inkMkLst>
            <pc:docMk/>
            <pc:sldMk cId="3357443859" sldId="336"/>
            <ac:inkMk id="57" creationId="{1F8A6D9F-3ECA-6CE7-89DF-AA3724FE1155}"/>
          </ac:inkMkLst>
        </pc:inkChg>
        <pc:inkChg chg="add mod">
          <ac:chgData name="Mahima Weerasinghe" userId="e11e3f55-42da-4e07-8ead-4d7a1d7ea1c6" providerId="ADAL" clId="{79555870-17B4-49F7-B1C8-B4904ED74D5B}" dt="2024-07-21T11:52:26.761" v="1385"/>
          <ac:inkMkLst>
            <pc:docMk/>
            <pc:sldMk cId="3357443859" sldId="336"/>
            <ac:inkMk id="58" creationId="{8AB19713-AAD5-EA09-07F9-681A00D0D583}"/>
          </ac:inkMkLst>
        </pc:inkChg>
        <pc:inkChg chg="add mod">
          <ac:chgData name="Mahima Weerasinghe" userId="e11e3f55-42da-4e07-8ead-4d7a1d7ea1c6" providerId="ADAL" clId="{79555870-17B4-49F7-B1C8-B4904ED74D5B}" dt="2024-07-21T11:52:26.761" v="1385"/>
          <ac:inkMkLst>
            <pc:docMk/>
            <pc:sldMk cId="3357443859" sldId="336"/>
            <ac:inkMk id="60" creationId="{CC73AB41-3FD0-7CE0-2D43-2111A97916A0}"/>
          </ac:inkMkLst>
        </pc:inkChg>
        <pc:inkChg chg="add mod">
          <ac:chgData name="Mahima Weerasinghe" userId="e11e3f55-42da-4e07-8ead-4d7a1d7ea1c6" providerId="ADAL" clId="{79555870-17B4-49F7-B1C8-B4904ED74D5B}" dt="2024-07-21T11:52:26.761" v="1385"/>
          <ac:inkMkLst>
            <pc:docMk/>
            <pc:sldMk cId="3357443859" sldId="336"/>
            <ac:inkMk id="61" creationId="{FD3FF7B1-F5D2-AAFD-7B1E-A7B9577389DB}"/>
          </ac:inkMkLst>
        </pc:inkChg>
        <pc:inkChg chg="add mod">
          <ac:chgData name="Mahima Weerasinghe" userId="e11e3f55-42da-4e07-8ead-4d7a1d7ea1c6" providerId="ADAL" clId="{79555870-17B4-49F7-B1C8-B4904ED74D5B}" dt="2024-07-21T11:52:26.761" v="1385"/>
          <ac:inkMkLst>
            <pc:docMk/>
            <pc:sldMk cId="3357443859" sldId="336"/>
            <ac:inkMk id="62" creationId="{B2A232F8-862E-1CAF-82D7-6C9C5696719B}"/>
          </ac:inkMkLst>
        </pc:inkChg>
        <pc:inkChg chg="add mod">
          <ac:chgData name="Mahima Weerasinghe" userId="e11e3f55-42da-4e07-8ead-4d7a1d7ea1c6" providerId="ADAL" clId="{79555870-17B4-49F7-B1C8-B4904ED74D5B}" dt="2024-07-21T11:52:26.761" v="1385"/>
          <ac:inkMkLst>
            <pc:docMk/>
            <pc:sldMk cId="3357443859" sldId="336"/>
            <ac:inkMk id="63" creationId="{5123946B-B5D3-5C5E-4503-4C9D33D1449E}"/>
          </ac:inkMkLst>
        </pc:inkChg>
        <pc:inkChg chg="add mod">
          <ac:chgData name="Mahima Weerasinghe" userId="e11e3f55-42da-4e07-8ead-4d7a1d7ea1c6" providerId="ADAL" clId="{79555870-17B4-49F7-B1C8-B4904ED74D5B}" dt="2024-07-21T11:52:26.761" v="1385"/>
          <ac:inkMkLst>
            <pc:docMk/>
            <pc:sldMk cId="3357443859" sldId="336"/>
            <ac:inkMk id="64" creationId="{E6593C94-A88E-CACE-7629-0DFB125738E1}"/>
          </ac:inkMkLst>
        </pc:inkChg>
        <pc:inkChg chg="add mod">
          <ac:chgData name="Mahima Weerasinghe" userId="e11e3f55-42da-4e07-8ead-4d7a1d7ea1c6" providerId="ADAL" clId="{79555870-17B4-49F7-B1C8-B4904ED74D5B}" dt="2024-07-21T11:52:26.761" v="1385"/>
          <ac:inkMkLst>
            <pc:docMk/>
            <pc:sldMk cId="3357443859" sldId="336"/>
            <ac:inkMk id="65" creationId="{6AEBA071-4014-76D7-4680-82613D2BB23A}"/>
          </ac:inkMkLst>
        </pc:inkChg>
        <pc:inkChg chg="add mod">
          <ac:chgData name="Mahima Weerasinghe" userId="e11e3f55-42da-4e07-8ead-4d7a1d7ea1c6" providerId="ADAL" clId="{79555870-17B4-49F7-B1C8-B4904ED74D5B}" dt="2024-07-21T11:52:26.761" v="1385"/>
          <ac:inkMkLst>
            <pc:docMk/>
            <pc:sldMk cId="3357443859" sldId="336"/>
            <ac:inkMk id="66" creationId="{3782AA9F-2551-8E83-BEB6-E226A7CA88F8}"/>
          </ac:inkMkLst>
        </pc:inkChg>
        <pc:inkChg chg="add mod">
          <ac:chgData name="Mahima Weerasinghe" userId="e11e3f55-42da-4e07-8ead-4d7a1d7ea1c6" providerId="ADAL" clId="{79555870-17B4-49F7-B1C8-B4904ED74D5B}" dt="2024-07-21T11:52:26.761" v="1385"/>
          <ac:inkMkLst>
            <pc:docMk/>
            <pc:sldMk cId="3357443859" sldId="336"/>
            <ac:inkMk id="67" creationId="{8A2375C2-194A-C97C-3AE4-2106E621CE56}"/>
          </ac:inkMkLst>
        </pc:inkChg>
        <pc:inkChg chg="add mod">
          <ac:chgData name="Mahima Weerasinghe" userId="e11e3f55-42da-4e07-8ead-4d7a1d7ea1c6" providerId="ADAL" clId="{79555870-17B4-49F7-B1C8-B4904ED74D5B}" dt="2024-07-21T11:52:26.761" v="1385"/>
          <ac:inkMkLst>
            <pc:docMk/>
            <pc:sldMk cId="3357443859" sldId="336"/>
            <ac:inkMk id="68" creationId="{B822D3C6-CFAB-995D-C37A-71FD50C26637}"/>
          </ac:inkMkLst>
        </pc:inkChg>
        <pc:inkChg chg="add mod">
          <ac:chgData name="Mahima Weerasinghe" userId="e11e3f55-42da-4e07-8ead-4d7a1d7ea1c6" providerId="ADAL" clId="{79555870-17B4-49F7-B1C8-B4904ED74D5B}" dt="2024-07-21T11:52:26.761" v="1385"/>
          <ac:inkMkLst>
            <pc:docMk/>
            <pc:sldMk cId="3357443859" sldId="336"/>
            <ac:inkMk id="69" creationId="{02FC8F6A-4D65-7678-952E-58D577D419DE}"/>
          </ac:inkMkLst>
        </pc:inkChg>
        <pc:inkChg chg="add mod">
          <ac:chgData name="Mahima Weerasinghe" userId="e11e3f55-42da-4e07-8ead-4d7a1d7ea1c6" providerId="ADAL" clId="{79555870-17B4-49F7-B1C8-B4904ED74D5B}" dt="2024-07-21T11:52:26.761" v="1385"/>
          <ac:inkMkLst>
            <pc:docMk/>
            <pc:sldMk cId="3357443859" sldId="336"/>
            <ac:inkMk id="70" creationId="{014A044A-200F-5F30-BF23-02C9B84D5267}"/>
          </ac:inkMkLst>
        </pc:inkChg>
        <pc:inkChg chg="add mod">
          <ac:chgData name="Mahima Weerasinghe" userId="e11e3f55-42da-4e07-8ead-4d7a1d7ea1c6" providerId="ADAL" clId="{79555870-17B4-49F7-B1C8-B4904ED74D5B}" dt="2024-07-21T11:52:26.761" v="1385"/>
          <ac:inkMkLst>
            <pc:docMk/>
            <pc:sldMk cId="3357443859" sldId="336"/>
            <ac:inkMk id="71" creationId="{5EEF51BB-5615-3253-881A-4B9B7610C3FF}"/>
          </ac:inkMkLst>
        </pc:inkChg>
        <pc:inkChg chg="add mod">
          <ac:chgData name="Mahima Weerasinghe" userId="e11e3f55-42da-4e07-8ead-4d7a1d7ea1c6" providerId="ADAL" clId="{79555870-17B4-49F7-B1C8-B4904ED74D5B}" dt="2024-07-21T11:52:26.761" v="1385"/>
          <ac:inkMkLst>
            <pc:docMk/>
            <pc:sldMk cId="3357443859" sldId="336"/>
            <ac:inkMk id="72" creationId="{BCD7915E-FD04-549E-7CF5-3C244FCB8473}"/>
          </ac:inkMkLst>
        </pc:inkChg>
        <pc:inkChg chg="add mod">
          <ac:chgData name="Mahima Weerasinghe" userId="e11e3f55-42da-4e07-8ead-4d7a1d7ea1c6" providerId="ADAL" clId="{79555870-17B4-49F7-B1C8-B4904ED74D5B}" dt="2024-07-21T11:52:26.761" v="1385"/>
          <ac:inkMkLst>
            <pc:docMk/>
            <pc:sldMk cId="3357443859" sldId="336"/>
            <ac:inkMk id="73" creationId="{0214D48F-A8D3-800C-7F04-7095138D50A9}"/>
          </ac:inkMkLst>
        </pc:inkChg>
        <pc:inkChg chg="add mod">
          <ac:chgData name="Mahima Weerasinghe" userId="e11e3f55-42da-4e07-8ead-4d7a1d7ea1c6" providerId="ADAL" clId="{79555870-17B4-49F7-B1C8-B4904ED74D5B}" dt="2024-07-21T11:52:26.761" v="1385"/>
          <ac:inkMkLst>
            <pc:docMk/>
            <pc:sldMk cId="3357443859" sldId="336"/>
            <ac:inkMk id="74" creationId="{897551F6-AF60-996D-414B-04C9B82FB2FE}"/>
          </ac:inkMkLst>
        </pc:inkChg>
        <pc:inkChg chg="add mod">
          <ac:chgData name="Mahima Weerasinghe" userId="e11e3f55-42da-4e07-8ead-4d7a1d7ea1c6" providerId="ADAL" clId="{79555870-17B4-49F7-B1C8-B4904ED74D5B}" dt="2024-07-21T11:52:26.761" v="1385"/>
          <ac:inkMkLst>
            <pc:docMk/>
            <pc:sldMk cId="3357443859" sldId="336"/>
            <ac:inkMk id="75" creationId="{65377FD7-29E6-50BB-1DD7-D824B4169720}"/>
          </ac:inkMkLst>
        </pc:inkChg>
        <pc:inkChg chg="add mod">
          <ac:chgData name="Mahima Weerasinghe" userId="e11e3f55-42da-4e07-8ead-4d7a1d7ea1c6" providerId="ADAL" clId="{79555870-17B4-49F7-B1C8-B4904ED74D5B}" dt="2024-07-21T11:52:26.761" v="1385"/>
          <ac:inkMkLst>
            <pc:docMk/>
            <pc:sldMk cId="3357443859" sldId="336"/>
            <ac:inkMk id="76" creationId="{A4AE7019-DC8E-A11A-ACFD-B5B907EE126C}"/>
          </ac:inkMkLst>
        </pc:inkChg>
        <pc:inkChg chg="add mod">
          <ac:chgData name="Mahima Weerasinghe" userId="e11e3f55-42da-4e07-8ead-4d7a1d7ea1c6" providerId="ADAL" clId="{79555870-17B4-49F7-B1C8-B4904ED74D5B}" dt="2024-07-21T11:52:26.761" v="1385"/>
          <ac:inkMkLst>
            <pc:docMk/>
            <pc:sldMk cId="3357443859" sldId="336"/>
            <ac:inkMk id="77" creationId="{5AE94BCC-3E57-4757-3FD4-9DCF8EBEEF88}"/>
          </ac:inkMkLst>
        </pc:inkChg>
        <pc:inkChg chg="add mod">
          <ac:chgData name="Mahima Weerasinghe" userId="e11e3f55-42da-4e07-8ead-4d7a1d7ea1c6" providerId="ADAL" clId="{79555870-17B4-49F7-B1C8-B4904ED74D5B}" dt="2024-07-21T11:52:26.761" v="1385"/>
          <ac:inkMkLst>
            <pc:docMk/>
            <pc:sldMk cId="3357443859" sldId="336"/>
            <ac:inkMk id="78" creationId="{ED45AF4A-86F5-E436-7225-40B244BED797}"/>
          </ac:inkMkLst>
        </pc:inkChg>
        <pc:inkChg chg="add mod">
          <ac:chgData name="Mahima Weerasinghe" userId="e11e3f55-42da-4e07-8ead-4d7a1d7ea1c6" providerId="ADAL" clId="{79555870-17B4-49F7-B1C8-B4904ED74D5B}" dt="2024-07-21T11:52:26.761" v="1385"/>
          <ac:inkMkLst>
            <pc:docMk/>
            <pc:sldMk cId="3357443859" sldId="336"/>
            <ac:inkMk id="79" creationId="{7708314B-2E76-3218-AEE8-00347516E638}"/>
          </ac:inkMkLst>
        </pc:inkChg>
        <pc:inkChg chg="add mod">
          <ac:chgData name="Mahima Weerasinghe" userId="e11e3f55-42da-4e07-8ead-4d7a1d7ea1c6" providerId="ADAL" clId="{79555870-17B4-49F7-B1C8-B4904ED74D5B}" dt="2024-07-21T11:52:26.761" v="1385"/>
          <ac:inkMkLst>
            <pc:docMk/>
            <pc:sldMk cId="3357443859" sldId="336"/>
            <ac:inkMk id="80" creationId="{20CB81FC-DB94-B2A1-1E1A-2CE196EA9C6A}"/>
          </ac:inkMkLst>
        </pc:inkChg>
        <pc:inkChg chg="add mod">
          <ac:chgData name="Mahima Weerasinghe" userId="e11e3f55-42da-4e07-8ead-4d7a1d7ea1c6" providerId="ADAL" clId="{79555870-17B4-49F7-B1C8-B4904ED74D5B}" dt="2024-07-21T11:52:26.761" v="1385"/>
          <ac:inkMkLst>
            <pc:docMk/>
            <pc:sldMk cId="3357443859" sldId="336"/>
            <ac:inkMk id="81" creationId="{B8D30EB0-5B68-4E59-3BED-BF40A1FDDD9D}"/>
          </ac:inkMkLst>
        </pc:inkChg>
        <pc:inkChg chg="add mod">
          <ac:chgData name="Mahima Weerasinghe" userId="e11e3f55-42da-4e07-8ead-4d7a1d7ea1c6" providerId="ADAL" clId="{79555870-17B4-49F7-B1C8-B4904ED74D5B}" dt="2024-07-21T11:52:26.761" v="1385"/>
          <ac:inkMkLst>
            <pc:docMk/>
            <pc:sldMk cId="3357443859" sldId="336"/>
            <ac:inkMk id="82" creationId="{58F9DF2D-9626-62FF-8B09-1F443A68E73F}"/>
          </ac:inkMkLst>
        </pc:inkChg>
        <pc:inkChg chg="add mod">
          <ac:chgData name="Mahima Weerasinghe" userId="e11e3f55-42da-4e07-8ead-4d7a1d7ea1c6" providerId="ADAL" clId="{79555870-17B4-49F7-B1C8-B4904ED74D5B}" dt="2024-07-21T11:52:26.761" v="1385"/>
          <ac:inkMkLst>
            <pc:docMk/>
            <pc:sldMk cId="3357443859" sldId="336"/>
            <ac:inkMk id="83" creationId="{318B112D-41D0-86B4-4C08-057DE5A2C065}"/>
          </ac:inkMkLst>
        </pc:inkChg>
        <pc:inkChg chg="add mod">
          <ac:chgData name="Mahima Weerasinghe" userId="e11e3f55-42da-4e07-8ead-4d7a1d7ea1c6" providerId="ADAL" clId="{79555870-17B4-49F7-B1C8-B4904ED74D5B}" dt="2024-07-21T11:52:26.761" v="1385"/>
          <ac:inkMkLst>
            <pc:docMk/>
            <pc:sldMk cId="3357443859" sldId="336"/>
            <ac:inkMk id="84" creationId="{65685793-9524-BE1A-26DC-64E1B5EDE0E8}"/>
          </ac:inkMkLst>
        </pc:inkChg>
        <pc:inkChg chg="add mod">
          <ac:chgData name="Mahima Weerasinghe" userId="e11e3f55-42da-4e07-8ead-4d7a1d7ea1c6" providerId="ADAL" clId="{79555870-17B4-49F7-B1C8-B4904ED74D5B}" dt="2024-07-21T11:52:26.761" v="1385"/>
          <ac:inkMkLst>
            <pc:docMk/>
            <pc:sldMk cId="3357443859" sldId="336"/>
            <ac:inkMk id="85" creationId="{F2BAED12-239B-C8E5-B1A5-934DECF74F6F}"/>
          </ac:inkMkLst>
        </pc:inkChg>
        <pc:inkChg chg="add mod">
          <ac:chgData name="Mahima Weerasinghe" userId="e11e3f55-42da-4e07-8ead-4d7a1d7ea1c6" providerId="ADAL" clId="{79555870-17B4-49F7-B1C8-B4904ED74D5B}" dt="2024-07-21T11:52:26.761" v="1385"/>
          <ac:inkMkLst>
            <pc:docMk/>
            <pc:sldMk cId="3357443859" sldId="336"/>
            <ac:inkMk id="87" creationId="{217D3DA9-DD50-F230-C3B1-6E9C03C4951E}"/>
          </ac:inkMkLst>
        </pc:inkChg>
        <pc:inkChg chg="add mod">
          <ac:chgData name="Mahima Weerasinghe" userId="e11e3f55-42da-4e07-8ead-4d7a1d7ea1c6" providerId="ADAL" clId="{79555870-17B4-49F7-B1C8-B4904ED74D5B}" dt="2024-07-21T11:52:26.761" v="1385"/>
          <ac:inkMkLst>
            <pc:docMk/>
            <pc:sldMk cId="3357443859" sldId="336"/>
            <ac:inkMk id="88" creationId="{5F8FB961-A9DC-B5D5-7D3A-4AE0250A90DE}"/>
          </ac:inkMkLst>
        </pc:inkChg>
        <pc:inkChg chg="add mod">
          <ac:chgData name="Mahima Weerasinghe" userId="e11e3f55-42da-4e07-8ead-4d7a1d7ea1c6" providerId="ADAL" clId="{79555870-17B4-49F7-B1C8-B4904ED74D5B}" dt="2024-07-21T11:52:26.761" v="1385"/>
          <ac:inkMkLst>
            <pc:docMk/>
            <pc:sldMk cId="3357443859" sldId="336"/>
            <ac:inkMk id="89" creationId="{9C61D77D-E178-FA43-2EA9-9856C7E51548}"/>
          </ac:inkMkLst>
        </pc:inkChg>
        <pc:inkChg chg="add mod">
          <ac:chgData name="Mahima Weerasinghe" userId="e11e3f55-42da-4e07-8ead-4d7a1d7ea1c6" providerId="ADAL" clId="{79555870-17B4-49F7-B1C8-B4904ED74D5B}" dt="2024-07-21T11:52:26.761" v="1385"/>
          <ac:inkMkLst>
            <pc:docMk/>
            <pc:sldMk cId="3357443859" sldId="336"/>
            <ac:inkMk id="91" creationId="{8A1DF524-1371-E726-77F5-25197AA72191}"/>
          </ac:inkMkLst>
        </pc:inkChg>
        <pc:inkChg chg="add mod">
          <ac:chgData name="Mahima Weerasinghe" userId="e11e3f55-42da-4e07-8ead-4d7a1d7ea1c6" providerId="ADAL" clId="{79555870-17B4-49F7-B1C8-B4904ED74D5B}" dt="2024-07-21T11:52:26.761" v="1385"/>
          <ac:inkMkLst>
            <pc:docMk/>
            <pc:sldMk cId="3357443859" sldId="336"/>
            <ac:inkMk id="92" creationId="{B7C9CC06-2456-D056-4C3F-FDA643C7E7EF}"/>
          </ac:inkMkLst>
        </pc:inkChg>
        <pc:inkChg chg="add mod">
          <ac:chgData name="Mahima Weerasinghe" userId="e11e3f55-42da-4e07-8ead-4d7a1d7ea1c6" providerId="ADAL" clId="{79555870-17B4-49F7-B1C8-B4904ED74D5B}" dt="2024-07-21T11:52:26.761" v="1385"/>
          <ac:inkMkLst>
            <pc:docMk/>
            <pc:sldMk cId="3357443859" sldId="336"/>
            <ac:inkMk id="93" creationId="{73639DC0-4BA6-EE72-E818-46211C2F0F51}"/>
          </ac:inkMkLst>
        </pc:inkChg>
        <pc:inkChg chg="add mod">
          <ac:chgData name="Mahima Weerasinghe" userId="e11e3f55-42da-4e07-8ead-4d7a1d7ea1c6" providerId="ADAL" clId="{79555870-17B4-49F7-B1C8-B4904ED74D5B}" dt="2024-07-21T11:52:26.761" v="1385"/>
          <ac:inkMkLst>
            <pc:docMk/>
            <pc:sldMk cId="3357443859" sldId="336"/>
            <ac:inkMk id="94" creationId="{FED7C18C-8AE3-0A2E-2802-E72F1259F818}"/>
          </ac:inkMkLst>
        </pc:inkChg>
        <pc:inkChg chg="add mod">
          <ac:chgData name="Mahima Weerasinghe" userId="e11e3f55-42da-4e07-8ead-4d7a1d7ea1c6" providerId="ADAL" clId="{79555870-17B4-49F7-B1C8-B4904ED74D5B}" dt="2024-07-21T11:52:26.761" v="1385"/>
          <ac:inkMkLst>
            <pc:docMk/>
            <pc:sldMk cId="3357443859" sldId="336"/>
            <ac:inkMk id="95" creationId="{E3F0B1B7-24C2-7192-8146-3E287B713868}"/>
          </ac:inkMkLst>
        </pc:inkChg>
        <pc:inkChg chg="add mod">
          <ac:chgData name="Mahima Weerasinghe" userId="e11e3f55-42da-4e07-8ead-4d7a1d7ea1c6" providerId="ADAL" clId="{79555870-17B4-49F7-B1C8-B4904ED74D5B}" dt="2024-07-21T11:52:26.761" v="1385"/>
          <ac:inkMkLst>
            <pc:docMk/>
            <pc:sldMk cId="3357443859" sldId="336"/>
            <ac:inkMk id="96" creationId="{DF0A72DE-0D15-10AA-1DDC-5043DA1A69D8}"/>
          </ac:inkMkLst>
        </pc:inkChg>
        <pc:inkChg chg="add mod">
          <ac:chgData name="Mahima Weerasinghe" userId="e11e3f55-42da-4e07-8ead-4d7a1d7ea1c6" providerId="ADAL" clId="{79555870-17B4-49F7-B1C8-B4904ED74D5B}" dt="2024-07-21T11:52:26.761" v="1385"/>
          <ac:inkMkLst>
            <pc:docMk/>
            <pc:sldMk cId="3357443859" sldId="336"/>
            <ac:inkMk id="97" creationId="{2E1F1423-B935-F35A-A56B-4CCE28DD8B1A}"/>
          </ac:inkMkLst>
        </pc:inkChg>
        <pc:inkChg chg="add mod">
          <ac:chgData name="Mahima Weerasinghe" userId="e11e3f55-42da-4e07-8ead-4d7a1d7ea1c6" providerId="ADAL" clId="{79555870-17B4-49F7-B1C8-B4904ED74D5B}" dt="2024-07-21T11:52:26.761" v="1385"/>
          <ac:inkMkLst>
            <pc:docMk/>
            <pc:sldMk cId="3357443859" sldId="336"/>
            <ac:inkMk id="98" creationId="{359EF475-D86D-CD63-83F6-BB92CE9BA0FB}"/>
          </ac:inkMkLst>
        </pc:inkChg>
        <pc:inkChg chg="add mod">
          <ac:chgData name="Mahima Weerasinghe" userId="e11e3f55-42da-4e07-8ead-4d7a1d7ea1c6" providerId="ADAL" clId="{79555870-17B4-49F7-B1C8-B4904ED74D5B}" dt="2024-07-21T11:52:26.761" v="1385"/>
          <ac:inkMkLst>
            <pc:docMk/>
            <pc:sldMk cId="3357443859" sldId="336"/>
            <ac:inkMk id="99" creationId="{84EBE7B3-AEAD-CCD7-F7A4-A42F8EE72654}"/>
          </ac:inkMkLst>
        </pc:inkChg>
        <pc:inkChg chg="add mod">
          <ac:chgData name="Mahima Weerasinghe" userId="e11e3f55-42da-4e07-8ead-4d7a1d7ea1c6" providerId="ADAL" clId="{79555870-17B4-49F7-B1C8-B4904ED74D5B}" dt="2024-07-21T11:52:26.761" v="1385"/>
          <ac:inkMkLst>
            <pc:docMk/>
            <pc:sldMk cId="3357443859" sldId="336"/>
            <ac:inkMk id="100" creationId="{127005F1-98C4-F832-CBAE-89B526A2644F}"/>
          </ac:inkMkLst>
        </pc:inkChg>
        <pc:inkChg chg="add mod">
          <ac:chgData name="Mahima Weerasinghe" userId="e11e3f55-42da-4e07-8ead-4d7a1d7ea1c6" providerId="ADAL" clId="{79555870-17B4-49F7-B1C8-B4904ED74D5B}" dt="2024-07-21T11:53:46.498" v="1408"/>
          <ac:inkMkLst>
            <pc:docMk/>
            <pc:sldMk cId="3357443859" sldId="336"/>
            <ac:inkMk id="102" creationId="{9F48E61B-8A8F-5CB4-9D52-6156949A1849}"/>
          </ac:inkMkLst>
        </pc:inkChg>
        <pc:inkChg chg="add mod">
          <ac:chgData name="Mahima Weerasinghe" userId="e11e3f55-42da-4e07-8ead-4d7a1d7ea1c6" providerId="ADAL" clId="{79555870-17B4-49F7-B1C8-B4904ED74D5B}" dt="2024-07-21T11:53:46.498" v="1408"/>
          <ac:inkMkLst>
            <pc:docMk/>
            <pc:sldMk cId="3357443859" sldId="336"/>
            <ac:inkMk id="103" creationId="{BC403EE3-1FA1-4F9A-557D-26353730CED8}"/>
          </ac:inkMkLst>
        </pc:inkChg>
        <pc:inkChg chg="add mod">
          <ac:chgData name="Mahima Weerasinghe" userId="e11e3f55-42da-4e07-8ead-4d7a1d7ea1c6" providerId="ADAL" clId="{79555870-17B4-49F7-B1C8-B4904ED74D5B}" dt="2024-07-21T11:53:46.498" v="1408"/>
          <ac:inkMkLst>
            <pc:docMk/>
            <pc:sldMk cId="3357443859" sldId="336"/>
            <ac:inkMk id="104" creationId="{18CB36D2-8794-25A2-9A1F-1464A7D3F1D4}"/>
          </ac:inkMkLst>
        </pc:inkChg>
        <pc:inkChg chg="add mod">
          <ac:chgData name="Mahima Weerasinghe" userId="e11e3f55-42da-4e07-8ead-4d7a1d7ea1c6" providerId="ADAL" clId="{79555870-17B4-49F7-B1C8-B4904ED74D5B}" dt="2024-07-21T11:53:46.498" v="1408"/>
          <ac:inkMkLst>
            <pc:docMk/>
            <pc:sldMk cId="3357443859" sldId="336"/>
            <ac:inkMk id="106" creationId="{081DFC55-72BA-2DBE-91D4-60C96C83696A}"/>
          </ac:inkMkLst>
        </pc:inkChg>
        <pc:inkChg chg="add mod">
          <ac:chgData name="Mahima Weerasinghe" userId="e11e3f55-42da-4e07-8ead-4d7a1d7ea1c6" providerId="ADAL" clId="{79555870-17B4-49F7-B1C8-B4904ED74D5B}" dt="2024-07-21T11:53:46.498" v="1408"/>
          <ac:inkMkLst>
            <pc:docMk/>
            <pc:sldMk cId="3357443859" sldId="336"/>
            <ac:inkMk id="107" creationId="{8EEA33FB-825E-5CB0-2C28-DC2DBDE3BF75}"/>
          </ac:inkMkLst>
        </pc:inkChg>
        <pc:inkChg chg="add mod">
          <ac:chgData name="Mahima Weerasinghe" userId="e11e3f55-42da-4e07-8ead-4d7a1d7ea1c6" providerId="ADAL" clId="{79555870-17B4-49F7-B1C8-B4904ED74D5B}" dt="2024-07-21T11:53:46.498" v="1408"/>
          <ac:inkMkLst>
            <pc:docMk/>
            <pc:sldMk cId="3357443859" sldId="336"/>
            <ac:inkMk id="108" creationId="{7A725671-FE50-DA18-92B4-C279035467DF}"/>
          </ac:inkMkLst>
        </pc:inkChg>
        <pc:inkChg chg="add mod">
          <ac:chgData name="Mahima Weerasinghe" userId="e11e3f55-42da-4e07-8ead-4d7a1d7ea1c6" providerId="ADAL" clId="{79555870-17B4-49F7-B1C8-B4904ED74D5B}" dt="2024-07-21T11:53:46.498" v="1408"/>
          <ac:inkMkLst>
            <pc:docMk/>
            <pc:sldMk cId="3357443859" sldId="336"/>
            <ac:inkMk id="109" creationId="{E4A4D190-FBD7-246B-5BF1-5CDE5EB1BE17}"/>
          </ac:inkMkLst>
        </pc:inkChg>
        <pc:inkChg chg="add mod">
          <ac:chgData name="Mahima Weerasinghe" userId="e11e3f55-42da-4e07-8ead-4d7a1d7ea1c6" providerId="ADAL" clId="{79555870-17B4-49F7-B1C8-B4904ED74D5B}" dt="2024-07-21T11:53:46.498" v="1408"/>
          <ac:inkMkLst>
            <pc:docMk/>
            <pc:sldMk cId="3357443859" sldId="336"/>
            <ac:inkMk id="110" creationId="{0CFA8282-8162-39B2-851E-30A1680B35F6}"/>
          </ac:inkMkLst>
        </pc:inkChg>
        <pc:inkChg chg="add mod">
          <ac:chgData name="Mahima Weerasinghe" userId="e11e3f55-42da-4e07-8ead-4d7a1d7ea1c6" providerId="ADAL" clId="{79555870-17B4-49F7-B1C8-B4904ED74D5B}" dt="2024-07-21T11:53:46.498" v="1408"/>
          <ac:inkMkLst>
            <pc:docMk/>
            <pc:sldMk cId="3357443859" sldId="336"/>
            <ac:inkMk id="111" creationId="{0B0ACFA1-7C0E-F373-0C11-EF6F05C729EA}"/>
          </ac:inkMkLst>
        </pc:inkChg>
        <pc:inkChg chg="add mod">
          <ac:chgData name="Mahima Weerasinghe" userId="e11e3f55-42da-4e07-8ead-4d7a1d7ea1c6" providerId="ADAL" clId="{79555870-17B4-49F7-B1C8-B4904ED74D5B}" dt="2024-07-21T11:53:46.498" v="1408"/>
          <ac:inkMkLst>
            <pc:docMk/>
            <pc:sldMk cId="3357443859" sldId="336"/>
            <ac:inkMk id="113" creationId="{887531D4-3F46-48F3-5937-D227D8E5642D}"/>
          </ac:inkMkLst>
        </pc:inkChg>
        <pc:inkChg chg="add mod">
          <ac:chgData name="Mahima Weerasinghe" userId="e11e3f55-42da-4e07-8ead-4d7a1d7ea1c6" providerId="ADAL" clId="{79555870-17B4-49F7-B1C8-B4904ED74D5B}" dt="2024-07-21T11:53:46.498" v="1408"/>
          <ac:inkMkLst>
            <pc:docMk/>
            <pc:sldMk cId="3357443859" sldId="336"/>
            <ac:inkMk id="114" creationId="{A3554E08-18DB-B8DB-447E-99736D55F3E8}"/>
          </ac:inkMkLst>
        </pc:inkChg>
        <pc:inkChg chg="add mod">
          <ac:chgData name="Mahima Weerasinghe" userId="e11e3f55-42da-4e07-8ead-4d7a1d7ea1c6" providerId="ADAL" clId="{79555870-17B4-49F7-B1C8-B4904ED74D5B}" dt="2024-07-21T11:53:46.498" v="1408"/>
          <ac:inkMkLst>
            <pc:docMk/>
            <pc:sldMk cId="3357443859" sldId="336"/>
            <ac:inkMk id="115" creationId="{617293B3-6A2C-30C9-B4C0-440FAC3933E4}"/>
          </ac:inkMkLst>
        </pc:inkChg>
        <pc:inkChg chg="add mod">
          <ac:chgData name="Mahima Weerasinghe" userId="e11e3f55-42da-4e07-8ead-4d7a1d7ea1c6" providerId="ADAL" clId="{79555870-17B4-49F7-B1C8-B4904ED74D5B}" dt="2024-07-21T11:53:46.498" v="1408"/>
          <ac:inkMkLst>
            <pc:docMk/>
            <pc:sldMk cId="3357443859" sldId="336"/>
            <ac:inkMk id="116" creationId="{E1E57E34-A5E9-93BC-5ADD-B404EF96652D}"/>
          </ac:inkMkLst>
        </pc:inkChg>
        <pc:inkChg chg="add mod">
          <ac:chgData name="Mahima Weerasinghe" userId="e11e3f55-42da-4e07-8ead-4d7a1d7ea1c6" providerId="ADAL" clId="{79555870-17B4-49F7-B1C8-B4904ED74D5B}" dt="2024-07-21T11:53:46.498" v="1408"/>
          <ac:inkMkLst>
            <pc:docMk/>
            <pc:sldMk cId="3357443859" sldId="336"/>
            <ac:inkMk id="117" creationId="{A163A193-73FC-5255-EFF7-0C48D6C3E8C6}"/>
          </ac:inkMkLst>
        </pc:inkChg>
        <pc:inkChg chg="add mod">
          <ac:chgData name="Mahima Weerasinghe" userId="e11e3f55-42da-4e07-8ead-4d7a1d7ea1c6" providerId="ADAL" clId="{79555870-17B4-49F7-B1C8-B4904ED74D5B}" dt="2024-07-21T11:53:46.498" v="1408"/>
          <ac:inkMkLst>
            <pc:docMk/>
            <pc:sldMk cId="3357443859" sldId="336"/>
            <ac:inkMk id="118" creationId="{DF98E364-7B08-352F-3105-A90CC4E61248}"/>
          </ac:inkMkLst>
        </pc:inkChg>
        <pc:inkChg chg="add mod">
          <ac:chgData name="Mahima Weerasinghe" userId="e11e3f55-42da-4e07-8ead-4d7a1d7ea1c6" providerId="ADAL" clId="{79555870-17B4-49F7-B1C8-B4904ED74D5B}" dt="2024-07-21T11:53:46.498" v="1408"/>
          <ac:inkMkLst>
            <pc:docMk/>
            <pc:sldMk cId="3357443859" sldId="336"/>
            <ac:inkMk id="120" creationId="{31717499-71A4-C51E-794D-D3B6C952869F}"/>
          </ac:inkMkLst>
        </pc:inkChg>
        <pc:inkChg chg="add mod">
          <ac:chgData name="Mahima Weerasinghe" userId="e11e3f55-42da-4e07-8ead-4d7a1d7ea1c6" providerId="ADAL" clId="{79555870-17B4-49F7-B1C8-B4904ED74D5B}" dt="2024-07-21T11:53:46.498" v="1408"/>
          <ac:inkMkLst>
            <pc:docMk/>
            <pc:sldMk cId="3357443859" sldId="336"/>
            <ac:inkMk id="121" creationId="{18FD7DF3-6F25-778F-B679-FE97466BBB7A}"/>
          </ac:inkMkLst>
        </pc:inkChg>
        <pc:inkChg chg="add mod">
          <ac:chgData name="Mahima Weerasinghe" userId="e11e3f55-42da-4e07-8ead-4d7a1d7ea1c6" providerId="ADAL" clId="{79555870-17B4-49F7-B1C8-B4904ED74D5B}" dt="2024-07-21T11:53:46.498" v="1408"/>
          <ac:inkMkLst>
            <pc:docMk/>
            <pc:sldMk cId="3357443859" sldId="336"/>
            <ac:inkMk id="123" creationId="{4330A2FE-3127-3C23-EC2D-E0AEF8DADD0B}"/>
          </ac:inkMkLst>
        </pc:inkChg>
        <pc:inkChg chg="add mod">
          <ac:chgData name="Mahima Weerasinghe" userId="e11e3f55-42da-4e07-8ead-4d7a1d7ea1c6" providerId="ADAL" clId="{79555870-17B4-49F7-B1C8-B4904ED74D5B}" dt="2024-07-21T11:54:28.661" v="1416"/>
          <ac:inkMkLst>
            <pc:docMk/>
            <pc:sldMk cId="3357443859" sldId="336"/>
            <ac:inkMk id="125" creationId="{5C012E16-CD7F-C188-016D-B8393837297C}"/>
          </ac:inkMkLst>
        </pc:inkChg>
        <pc:inkChg chg="add mod">
          <ac:chgData name="Mahima Weerasinghe" userId="e11e3f55-42da-4e07-8ead-4d7a1d7ea1c6" providerId="ADAL" clId="{79555870-17B4-49F7-B1C8-B4904ED74D5B}" dt="2024-07-21T11:54:28.661" v="1416"/>
          <ac:inkMkLst>
            <pc:docMk/>
            <pc:sldMk cId="3357443859" sldId="336"/>
            <ac:inkMk id="126" creationId="{E95DD113-B1C6-7BD3-ECF0-BA52BBF8252B}"/>
          </ac:inkMkLst>
        </pc:inkChg>
        <pc:inkChg chg="add mod">
          <ac:chgData name="Mahima Weerasinghe" userId="e11e3f55-42da-4e07-8ead-4d7a1d7ea1c6" providerId="ADAL" clId="{79555870-17B4-49F7-B1C8-B4904ED74D5B}" dt="2024-07-21T11:54:28.661" v="1416"/>
          <ac:inkMkLst>
            <pc:docMk/>
            <pc:sldMk cId="3357443859" sldId="336"/>
            <ac:inkMk id="127" creationId="{B032C04C-987A-D507-2B7C-3440E2F4DD4F}"/>
          </ac:inkMkLst>
        </pc:inkChg>
        <pc:inkChg chg="add mod">
          <ac:chgData name="Mahima Weerasinghe" userId="e11e3f55-42da-4e07-8ead-4d7a1d7ea1c6" providerId="ADAL" clId="{79555870-17B4-49F7-B1C8-B4904ED74D5B}" dt="2024-07-21T11:54:28.661" v="1416"/>
          <ac:inkMkLst>
            <pc:docMk/>
            <pc:sldMk cId="3357443859" sldId="336"/>
            <ac:inkMk id="128" creationId="{E963F02C-3FF4-9921-3766-270C09191F90}"/>
          </ac:inkMkLst>
        </pc:inkChg>
        <pc:inkChg chg="add mod">
          <ac:chgData name="Mahima Weerasinghe" userId="e11e3f55-42da-4e07-8ead-4d7a1d7ea1c6" providerId="ADAL" clId="{79555870-17B4-49F7-B1C8-B4904ED74D5B}" dt="2024-07-21T11:54:28.661" v="1416"/>
          <ac:inkMkLst>
            <pc:docMk/>
            <pc:sldMk cId="3357443859" sldId="336"/>
            <ac:inkMk id="129" creationId="{A0DA3DAE-F3BA-A69D-F868-9D8F3391794F}"/>
          </ac:inkMkLst>
        </pc:inkChg>
        <pc:inkChg chg="add mod">
          <ac:chgData name="Mahima Weerasinghe" userId="e11e3f55-42da-4e07-8ead-4d7a1d7ea1c6" providerId="ADAL" clId="{79555870-17B4-49F7-B1C8-B4904ED74D5B}" dt="2024-07-21T11:54:28.661" v="1416"/>
          <ac:inkMkLst>
            <pc:docMk/>
            <pc:sldMk cId="3357443859" sldId="336"/>
            <ac:inkMk id="130" creationId="{2141BE94-D2DC-13F9-E023-8516BE495E9F}"/>
          </ac:inkMkLst>
        </pc:inkChg>
        <pc:inkChg chg="add mod">
          <ac:chgData name="Mahima Weerasinghe" userId="e11e3f55-42da-4e07-8ead-4d7a1d7ea1c6" providerId="ADAL" clId="{79555870-17B4-49F7-B1C8-B4904ED74D5B}" dt="2024-07-21T11:54:28.661" v="1416"/>
          <ac:inkMkLst>
            <pc:docMk/>
            <pc:sldMk cId="3357443859" sldId="336"/>
            <ac:inkMk id="131" creationId="{EF412136-A40D-46E1-7244-6755F86D10DE}"/>
          </ac:inkMkLst>
        </pc:inkChg>
      </pc:sldChg>
      <pc:sldChg chg="addSp delSp modSp new mod">
        <pc:chgData name="Mahima Weerasinghe" userId="e11e3f55-42da-4e07-8ead-4d7a1d7ea1c6" providerId="ADAL" clId="{79555870-17B4-49F7-B1C8-B4904ED74D5B}" dt="2024-07-22T05:08:29.429" v="2910" actId="478"/>
        <pc:sldMkLst>
          <pc:docMk/>
          <pc:sldMk cId="2334650892" sldId="337"/>
        </pc:sldMkLst>
        <pc:spChg chg="del">
          <ac:chgData name="Mahima Weerasinghe" userId="e11e3f55-42da-4e07-8ead-4d7a1d7ea1c6" providerId="ADAL" clId="{79555870-17B4-49F7-B1C8-B4904ED74D5B}" dt="2024-07-21T12:03:41.751" v="1574" actId="478"/>
          <ac:spMkLst>
            <pc:docMk/>
            <pc:sldMk cId="2334650892" sldId="337"/>
            <ac:spMk id="2" creationId="{47F91C1C-01AA-6DA3-4E42-2476C09EC4A3}"/>
          </ac:spMkLst>
        </pc:spChg>
        <pc:grpChg chg="del mod">
          <ac:chgData name="Mahima Weerasinghe" userId="e11e3f55-42da-4e07-8ead-4d7a1d7ea1c6" providerId="ADAL" clId="{79555870-17B4-49F7-B1C8-B4904ED74D5B}" dt="2024-07-21T12:04:38.803" v="1579"/>
          <ac:grpSpMkLst>
            <pc:docMk/>
            <pc:sldMk cId="2334650892" sldId="337"/>
            <ac:grpSpMk id="5" creationId="{FA6CBC05-6FDD-D676-553F-A98753F2DD0C}"/>
          </ac:grpSpMkLst>
        </pc:grpChg>
        <pc:grpChg chg="del mod">
          <ac:chgData name="Mahima Weerasinghe" userId="e11e3f55-42da-4e07-8ead-4d7a1d7ea1c6" providerId="ADAL" clId="{79555870-17B4-49F7-B1C8-B4904ED74D5B}" dt="2024-07-21T12:04:44.604" v="1583"/>
          <ac:grpSpMkLst>
            <pc:docMk/>
            <pc:sldMk cId="2334650892" sldId="337"/>
            <ac:grpSpMk id="7" creationId="{00FDB68C-43C0-5661-A146-D3B5A65AE205}"/>
          </ac:grpSpMkLst>
        </pc:grpChg>
        <pc:grpChg chg="del mod">
          <ac:chgData name="Mahima Weerasinghe" userId="e11e3f55-42da-4e07-8ead-4d7a1d7ea1c6" providerId="ADAL" clId="{79555870-17B4-49F7-B1C8-B4904ED74D5B}" dt="2024-07-21T12:04:52.773" v="1590"/>
          <ac:grpSpMkLst>
            <pc:docMk/>
            <pc:sldMk cId="2334650892" sldId="337"/>
            <ac:grpSpMk id="11" creationId="{29ACC4B3-7E12-19D2-5775-3ED613238C70}"/>
          </ac:grpSpMkLst>
        </pc:grpChg>
        <pc:grpChg chg="del mod">
          <ac:chgData name="Mahima Weerasinghe" userId="e11e3f55-42da-4e07-8ead-4d7a1d7ea1c6" providerId="ADAL" clId="{79555870-17B4-49F7-B1C8-B4904ED74D5B}" dt="2024-07-21T12:05:34.254" v="1620"/>
          <ac:grpSpMkLst>
            <pc:docMk/>
            <pc:sldMk cId="2334650892" sldId="337"/>
            <ac:grpSpMk id="18" creationId="{346BC71D-4281-4A9B-8D8A-302962BED4B8}"/>
          </ac:grpSpMkLst>
        </pc:grpChg>
        <pc:grpChg chg="del mod">
          <ac:chgData name="Mahima Weerasinghe" userId="e11e3f55-42da-4e07-8ead-4d7a1d7ea1c6" providerId="ADAL" clId="{79555870-17B4-49F7-B1C8-B4904ED74D5B}" dt="2024-07-21T12:06:54.935" v="1671"/>
          <ac:grpSpMkLst>
            <pc:docMk/>
            <pc:sldMk cId="2334650892" sldId="337"/>
            <ac:grpSpMk id="42" creationId="{D1B40112-031C-4B04-5F8F-D8289DE94909}"/>
          </ac:grpSpMkLst>
        </pc:grpChg>
        <pc:grpChg chg="del mod">
          <ac:chgData name="Mahima Weerasinghe" userId="e11e3f55-42da-4e07-8ead-4d7a1d7ea1c6" providerId="ADAL" clId="{79555870-17B4-49F7-B1C8-B4904ED74D5B}" dt="2024-07-21T12:06:54.935" v="1671"/>
          <ac:grpSpMkLst>
            <pc:docMk/>
            <pc:sldMk cId="2334650892" sldId="337"/>
            <ac:grpSpMk id="43" creationId="{5A6C767B-910B-C991-37EC-E21B6EDBABC4}"/>
          </ac:grpSpMkLst>
        </pc:grpChg>
        <pc:grpChg chg="del mod">
          <ac:chgData name="Mahima Weerasinghe" userId="e11e3f55-42da-4e07-8ead-4d7a1d7ea1c6" providerId="ADAL" clId="{79555870-17B4-49F7-B1C8-B4904ED74D5B}" dt="2024-07-21T12:06:54.935" v="1671"/>
          <ac:grpSpMkLst>
            <pc:docMk/>
            <pc:sldMk cId="2334650892" sldId="337"/>
            <ac:grpSpMk id="44" creationId="{C4596679-96AE-2866-3BA2-8C669259963B}"/>
          </ac:grpSpMkLst>
        </pc:grpChg>
        <pc:grpChg chg="del mod">
          <ac:chgData name="Mahima Weerasinghe" userId="e11e3f55-42da-4e07-8ead-4d7a1d7ea1c6" providerId="ADAL" clId="{79555870-17B4-49F7-B1C8-B4904ED74D5B}" dt="2024-07-21T12:05:34.768" v="1622"/>
          <ac:grpSpMkLst>
            <pc:docMk/>
            <pc:sldMk cId="2334650892" sldId="337"/>
            <ac:grpSpMk id="50" creationId="{29874C0B-E073-7FE9-2657-6CCCD5635720}"/>
          </ac:grpSpMkLst>
        </pc:grpChg>
        <pc:grpChg chg="del mod">
          <ac:chgData name="Mahima Weerasinghe" userId="e11e3f55-42da-4e07-8ead-4d7a1d7ea1c6" providerId="ADAL" clId="{79555870-17B4-49F7-B1C8-B4904ED74D5B}" dt="2024-07-21T12:05:39.612" v="1630"/>
          <ac:grpSpMkLst>
            <pc:docMk/>
            <pc:sldMk cId="2334650892" sldId="337"/>
            <ac:grpSpMk id="52" creationId="{D7AAEE42-7980-B5A9-97BB-97088321DAA0}"/>
          </ac:grpSpMkLst>
        </pc:grpChg>
        <pc:grpChg chg="del mod">
          <ac:chgData name="Mahima Weerasinghe" userId="e11e3f55-42da-4e07-8ead-4d7a1d7ea1c6" providerId="ADAL" clId="{79555870-17B4-49F7-B1C8-B4904ED74D5B}" dt="2024-07-21T12:05:56.907" v="1642"/>
          <ac:grpSpMkLst>
            <pc:docMk/>
            <pc:sldMk cId="2334650892" sldId="337"/>
            <ac:grpSpMk id="60" creationId="{541BA6FF-63DE-ABE6-E171-BF35E2C2E1F8}"/>
          </ac:grpSpMkLst>
        </pc:grpChg>
        <pc:grpChg chg="del mod">
          <ac:chgData name="Mahima Weerasinghe" userId="e11e3f55-42da-4e07-8ead-4d7a1d7ea1c6" providerId="ADAL" clId="{79555870-17B4-49F7-B1C8-B4904ED74D5B}" dt="2024-07-21T12:05:49.589" v="1639"/>
          <ac:grpSpMkLst>
            <pc:docMk/>
            <pc:sldMk cId="2334650892" sldId="337"/>
            <ac:grpSpMk id="66" creationId="{C4DBBDDB-E319-7015-89F5-89E8FD3861A1}"/>
          </ac:grpSpMkLst>
        </pc:grpChg>
        <pc:grpChg chg="del mod">
          <ac:chgData name="Mahima Weerasinghe" userId="e11e3f55-42da-4e07-8ead-4d7a1d7ea1c6" providerId="ADAL" clId="{79555870-17B4-49F7-B1C8-B4904ED74D5B}" dt="2024-07-21T12:05:56.907" v="1642"/>
          <ac:grpSpMkLst>
            <pc:docMk/>
            <pc:sldMk cId="2334650892" sldId="337"/>
            <ac:grpSpMk id="69" creationId="{6CB5B8A9-478F-E364-461F-321BED100CD2}"/>
          </ac:grpSpMkLst>
        </pc:grpChg>
        <pc:grpChg chg="del mod">
          <ac:chgData name="Mahima Weerasinghe" userId="e11e3f55-42da-4e07-8ead-4d7a1d7ea1c6" providerId="ADAL" clId="{79555870-17B4-49F7-B1C8-B4904ED74D5B}" dt="2024-07-21T12:05:59.563" v="1645"/>
          <ac:grpSpMkLst>
            <pc:docMk/>
            <pc:sldMk cId="2334650892" sldId="337"/>
            <ac:grpSpMk id="72" creationId="{67A09842-F4BC-A87B-410D-7B9DDD5F9104}"/>
          </ac:grpSpMkLst>
        </pc:grpChg>
        <pc:grpChg chg="del mod">
          <ac:chgData name="Mahima Weerasinghe" userId="e11e3f55-42da-4e07-8ead-4d7a1d7ea1c6" providerId="ADAL" clId="{79555870-17B4-49F7-B1C8-B4904ED74D5B}" dt="2024-07-21T12:06:46.857" v="1661"/>
          <ac:grpSpMkLst>
            <pc:docMk/>
            <pc:sldMk cId="2334650892" sldId="337"/>
            <ac:grpSpMk id="75" creationId="{AC881865-AB32-9367-845D-7CA0E0B0268C}"/>
          </ac:grpSpMkLst>
        </pc:grpChg>
        <pc:grpChg chg="del mod">
          <ac:chgData name="Mahima Weerasinghe" userId="e11e3f55-42da-4e07-8ead-4d7a1d7ea1c6" providerId="ADAL" clId="{79555870-17B4-49F7-B1C8-B4904ED74D5B}" dt="2024-07-21T12:06:46.857" v="1661"/>
          <ac:grpSpMkLst>
            <pc:docMk/>
            <pc:sldMk cId="2334650892" sldId="337"/>
            <ac:grpSpMk id="80" creationId="{A2804FA3-1DBD-2822-AC06-1DAE901E7846}"/>
          </ac:grpSpMkLst>
        </pc:grpChg>
        <pc:grpChg chg="del mod">
          <ac:chgData name="Mahima Weerasinghe" userId="e11e3f55-42da-4e07-8ead-4d7a1d7ea1c6" providerId="ADAL" clId="{79555870-17B4-49F7-B1C8-B4904ED74D5B}" dt="2024-07-21T12:06:54.935" v="1671"/>
          <ac:grpSpMkLst>
            <pc:docMk/>
            <pc:sldMk cId="2334650892" sldId="337"/>
            <ac:grpSpMk id="88" creationId="{ACC30738-0132-BA40-B24C-02793EF22298}"/>
          </ac:grpSpMkLst>
        </pc:grpChg>
        <pc:grpChg chg="del mod">
          <ac:chgData name="Mahima Weerasinghe" userId="e11e3f55-42da-4e07-8ead-4d7a1d7ea1c6" providerId="ADAL" clId="{79555870-17B4-49F7-B1C8-B4904ED74D5B}" dt="2024-07-21T12:06:54.935" v="1671"/>
          <ac:grpSpMkLst>
            <pc:docMk/>
            <pc:sldMk cId="2334650892" sldId="337"/>
            <ac:grpSpMk id="91" creationId="{F741EDC9-ADD7-42F2-36FC-4DCEF8DFCB99}"/>
          </ac:grpSpMkLst>
        </pc:grpChg>
        <pc:grpChg chg="del mod">
          <ac:chgData name="Mahima Weerasinghe" userId="e11e3f55-42da-4e07-8ead-4d7a1d7ea1c6" providerId="ADAL" clId="{79555870-17B4-49F7-B1C8-B4904ED74D5B}" dt="2024-07-21T12:06:52.860" v="1668"/>
          <ac:grpSpMkLst>
            <pc:docMk/>
            <pc:sldMk cId="2334650892" sldId="337"/>
            <ac:grpSpMk id="94" creationId="{E81BA146-B359-06C3-713B-3D231EB9159B}"/>
          </ac:grpSpMkLst>
        </pc:grpChg>
        <pc:grpChg chg="del mod">
          <ac:chgData name="Mahima Weerasinghe" userId="e11e3f55-42da-4e07-8ead-4d7a1d7ea1c6" providerId="ADAL" clId="{79555870-17B4-49F7-B1C8-B4904ED74D5B}" dt="2024-07-21T12:06:54.935" v="1671"/>
          <ac:grpSpMkLst>
            <pc:docMk/>
            <pc:sldMk cId="2334650892" sldId="337"/>
            <ac:grpSpMk id="98" creationId="{3A59DD4C-9191-7851-A1AF-EB26D444E7DF}"/>
          </ac:grpSpMkLst>
        </pc:grpChg>
        <pc:grpChg chg="del mod">
          <ac:chgData name="Mahima Weerasinghe" userId="e11e3f55-42da-4e07-8ead-4d7a1d7ea1c6" providerId="ADAL" clId="{79555870-17B4-49F7-B1C8-B4904ED74D5B}" dt="2024-07-22T05:08:29.429" v="2910" actId="478"/>
          <ac:grpSpMkLst>
            <pc:docMk/>
            <pc:sldMk cId="2334650892" sldId="337"/>
            <ac:grpSpMk id="101" creationId="{33AFED52-7723-E059-58DC-6CD4C4BCFAB9}"/>
          </ac:grpSpMkLst>
        </pc:grpChg>
        <pc:grpChg chg="mod">
          <ac:chgData name="Mahima Weerasinghe" userId="e11e3f55-42da-4e07-8ead-4d7a1d7ea1c6" providerId="ADAL" clId="{79555870-17B4-49F7-B1C8-B4904ED74D5B}" dt="2024-07-21T12:07:44.300" v="1677"/>
          <ac:grpSpMkLst>
            <pc:docMk/>
            <pc:sldMk cId="2334650892" sldId="337"/>
            <ac:grpSpMk id="105" creationId="{82B7A733-520F-001E-23F1-B4718AFE97CC}"/>
          </ac:grpSpMkLst>
        </pc:grpChg>
        <pc:grpChg chg="del mod">
          <ac:chgData name="Mahima Weerasinghe" userId="e11e3f55-42da-4e07-8ead-4d7a1d7ea1c6" providerId="ADAL" clId="{79555870-17B4-49F7-B1C8-B4904ED74D5B}" dt="2024-07-21T12:07:51.392" v="1685"/>
          <ac:grpSpMkLst>
            <pc:docMk/>
            <pc:sldMk cId="2334650892" sldId="337"/>
            <ac:grpSpMk id="110" creationId="{915280AF-27F8-BFE6-A833-E7DD9519B1EF}"/>
          </ac:grpSpMkLst>
        </pc:grpChg>
        <pc:grpChg chg="del mod">
          <ac:chgData name="Mahima Weerasinghe" userId="e11e3f55-42da-4e07-8ead-4d7a1d7ea1c6" providerId="ADAL" clId="{79555870-17B4-49F7-B1C8-B4904ED74D5B}" dt="2024-07-22T05:08:15.025" v="2909" actId="478"/>
          <ac:grpSpMkLst>
            <pc:docMk/>
            <pc:sldMk cId="2334650892" sldId="337"/>
            <ac:grpSpMk id="112" creationId="{4163449D-CEDB-1310-CDF4-9B97B74E762F}"/>
          </ac:grpSpMkLst>
        </pc:grpChg>
        <pc:grpChg chg="mod">
          <ac:chgData name="Mahima Weerasinghe" userId="e11e3f55-42da-4e07-8ead-4d7a1d7ea1c6" providerId="ADAL" clId="{79555870-17B4-49F7-B1C8-B4904ED74D5B}" dt="2024-07-21T12:07:55.777" v="1690"/>
          <ac:grpSpMkLst>
            <pc:docMk/>
            <pc:sldMk cId="2334650892" sldId="337"/>
            <ac:grpSpMk id="115" creationId="{9F003D9C-3F61-90BD-F58E-3AC9D84AC166}"/>
          </ac:grpSpMkLst>
        </pc:grpChg>
        <pc:grpChg chg="del mod">
          <ac:chgData name="Mahima Weerasinghe" userId="e11e3f55-42da-4e07-8ead-4d7a1d7ea1c6" providerId="ADAL" clId="{79555870-17B4-49F7-B1C8-B4904ED74D5B}" dt="2024-07-21T12:13:46.939" v="1780"/>
          <ac:grpSpMkLst>
            <pc:docMk/>
            <pc:sldMk cId="2334650892" sldId="337"/>
            <ac:grpSpMk id="120" creationId="{BADFBAAE-1B5E-DB75-C19B-CAF875562BEC}"/>
          </ac:grpSpMkLst>
        </pc:grpChg>
        <pc:grpChg chg="del mod">
          <ac:chgData name="Mahima Weerasinghe" userId="e11e3f55-42da-4e07-8ead-4d7a1d7ea1c6" providerId="ADAL" clId="{79555870-17B4-49F7-B1C8-B4904ED74D5B}" dt="2024-07-21T12:08:36.094" v="1706"/>
          <ac:grpSpMkLst>
            <pc:docMk/>
            <pc:sldMk cId="2334650892" sldId="337"/>
            <ac:grpSpMk id="126" creationId="{3218EA1C-7E22-702F-C73A-055096FE6A5F}"/>
          </ac:grpSpMkLst>
        </pc:grpChg>
        <pc:grpChg chg="del mod">
          <ac:chgData name="Mahima Weerasinghe" userId="e11e3f55-42da-4e07-8ead-4d7a1d7ea1c6" providerId="ADAL" clId="{79555870-17B4-49F7-B1C8-B4904ED74D5B}" dt="2024-07-22T05:08:15.025" v="2909" actId="478"/>
          <ac:grpSpMkLst>
            <pc:docMk/>
            <pc:sldMk cId="2334650892" sldId="337"/>
            <ac:grpSpMk id="131" creationId="{4860B363-A799-B252-FC09-D8604F185529}"/>
          </ac:grpSpMkLst>
        </pc:grpChg>
        <pc:grpChg chg="del mod">
          <ac:chgData name="Mahima Weerasinghe" userId="e11e3f55-42da-4e07-8ead-4d7a1d7ea1c6" providerId="ADAL" clId="{79555870-17B4-49F7-B1C8-B4904ED74D5B}" dt="2024-07-21T12:12:05.931" v="1757"/>
          <ac:grpSpMkLst>
            <pc:docMk/>
            <pc:sldMk cId="2334650892" sldId="337"/>
            <ac:grpSpMk id="140" creationId="{29814801-1F3D-1400-2070-2D3BCCCFE383}"/>
          </ac:grpSpMkLst>
        </pc:grpChg>
        <pc:grpChg chg="del mod">
          <ac:chgData name="Mahima Weerasinghe" userId="e11e3f55-42da-4e07-8ead-4d7a1d7ea1c6" providerId="ADAL" clId="{79555870-17B4-49F7-B1C8-B4904ED74D5B}" dt="2024-07-21T12:09:56.291" v="1727"/>
          <ac:grpSpMkLst>
            <pc:docMk/>
            <pc:sldMk cId="2334650892" sldId="337"/>
            <ac:grpSpMk id="144" creationId="{9B305CF7-A11D-22DB-4984-CE6F340FE11A}"/>
          </ac:grpSpMkLst>
        </pc:grpChg>
        <pc:grpChg chg="del mod">
          <ac:chgData name="Mahima Weerasinghe" userId="e11e3f55-42da-4e07-8ead-4d7a1d7ea1c6" providerId="ADAL" clId="{79555870-17B4-49F7-B1C8-B4904ED74D5B}" dt="2024-07-21T12:10:22.661" v="1734"/>
          <ac:grpSpMkLst>
            <pc:docMk/>
            <pc:sldMk cId="2334650892" sldId="337"/>
            <ac:grpSpMk id="152" creationId="{5092F4BD-19D4-321A-9859-2730CA08F23E}"/>
          </ac:grpSpMkLst>
        </pc:grpChg>
        <pc:grpChg chg="del mod">
          <ac:chgData name="Mahima Weerasinghe" userId="e11e3f55-42da-4e07-8ead-4d7a1d7ea1c6" providerId="ADAL" clId="{79555870-17B4-49F7-B1C8-B4904ED74D5B}" dt="2024-07-21T12:10:22.661" v="1734"/>
          <ac:grpSpMkLst>
            <pc:docMk/>
            <pc:sldMk cId="2334650892" sldId="337"/>
            <ac:grpSpMk id="156" creationId="{63F908E6-44DC-C48E-1B3C-F6AF01B02C36}"/>
          </ac:grpSpMkLst>
        </pc:grpChg>
        <pc:grpChg chg="del mod">
          <ac:chgData name="Mahima Weerasinghe" userId="e11e3f55-42da-4e07-8ead-4d7a1d7ea1c6" providerId="ADAL" clId="{79555870-17B4-49F7-B1C8-B4904ED74D5B}" dt="2024-07-22T05:08:15.025" v="2909" actId="478"/>
          <ac:grpSpMkLst>
            <pc:docMk/>
            <pc:sldMk cId="2334650892" sldId="337"/>
            <ac:grpSpMk id="159" creationId="{C95278D6-D95A-6421-BE41-C8B56F8D20AC}"/>
          </ac:grpSpMkLst>
        </pc:grpChg>
        <pc:grpChg chg="del mod">
          <ac:chgData name="Mahima Weerasinghe" userId="e11e3f55-42da-4e07-8ead-4d7a1d7ea1c6" providerId="ADAL" clId="{79555870-17B4-49F7-B1C8-B4904ED74D5B}" dt="2024-07-22T05:08:15.025" v="2909" actId="478"/>
          <ac:grpSpMkLst>
            <pc:docMk/>
            <pc:sldMk cId="2334650892" sldId="337"/>
            <ac:grpSpMk id="168" creationId="{B7C1100C-B5C1-12E6-71F5-98CD7A69AB76}"/>
          </ac:grpSpMkLst>
        </pc:grpChg>
        <pc:grpChg chg="del mod">
          <ac:chgData name="Mahima Weerasinghe" userId="e11e3f55-42da-4e07-8ead-4d7a1d7ea1c6" providerId="ADAL" clId="{79555870-17B4-49F7-B1C8-B4904ED74D5B}" dt="2024-07-21T12:13:46.939" v="1780"/>
          <ac:grpSpMkLst>
            <pc:docMk/>
            <pc:sldMk cId="2334650892" sldId="337"/>
            <ac:grpSpMk id="175" creationId="{5E1A01B1-7D35-F099-98ED-BF7AEBEEE69D}"/>
          </ac:grpSpMkLst>
        </pc:grpChg>
        <pc:grpChg chg="del mod">
          <ac:chgData name="Mahima Weerasinghe" userId="e11e3f55-42da-4e07-8ead-4d7a1d7ea1c6" providerId="ADAL" clId="{79555870-17B4-49F7-B1C8-B4904ED74D5B}" dt="2024-07-22T05:08:15.025" v="2909" actId="478"/>
          <ac:grpSpMkLst>
            <pc:docMk/>
            <pc:sldMk cId="2334650892" sldId="337"/>
            <ac:grpSpMk id="182" creationId="{64BE802B-71F2-BBC6-727A-5EDB16C2EF00}"/>
          </ac:grpSpMkLst>
        </pc:grpChg>
        <pc:grpChg chg="del mod">
          <ac:chgData name="Mahima Weerasinghe" userId="e11e3f55-42da-4e07-8ead-4d7a1d7ea1c6" providerId="ADAL" clId="{79555870-17B4-49F7-B1C8-B4904ED74D5B}" dt="2024-07-21T12:13:37.482" v="1770"/>
          <ac:grpSpMkLst>
            <pc:docMk/>
            <pc:sldMk cId="2334650892" sldId="337"/>
            <ac:grpSpMk id="195" creationId="{4FDF92EC-D600-0A6F-0C5D-207B36324BC1}"/>
          </ac:grpSpMkLst>
        </pc:grpChg>
        <pc:grpChg chg="del mod">
          <ac:chgData name="Mahima Weerasinghe" userId="e11e3f55-42da-4e07-8ead-4d7a1d7ea1c6" providerId="ADAL" clId="{79555870-17B4-49F7-B1C8-B4904ED74D5B}" dt="2024-07-21T12:13:46.939" v="1780"/>
          <ac:grpSpMkLst>
            <pc:docMk/>
            <pc:sldMk cId="2334650892" sldId="337"/>
            <ac:grpSpMk id="196" creationId="{DD5642E2-C395-CA18-3AD6-E58E8B1CBA11}"/>
          </ac:grpSpMkLst>
        </pc:grpChg>
        <pc:grpChg chg="del mod">
          <ac:chgData name="Mahima Weerasinghe" userId="e11e3f55-42da-4e07-8ead-4d7a1d7ea1c6" providerId="ADAL" clId="{79555870-17B4-49F7-B1C8-B4904ED74D5B}" dt="2024-07-21T12:13:46.939" v="1780"/>
          <ac:grpSpMkLst>
            <pc:docMk/>
            <pc:sldMk cId="2334650892" sldId="337"/>
            <ac:grpSpMk id="203" creationId="{DFF13D56-9C9D-BAC9-386C-0E4408AE55BB}"/>
          </ac:grpSpMkLst>
        </pc:grpChg>
        <pc:grpChg chg="del mod">
          <ac:chgData name="Mahima Weerasinghe" userId="e11e3f55-42da-4e07-8ead-4d7a1d7ea1c6" providerId="ADAL" clId="{79555870-17B4-49F7-B1C8-B4904ED74D5B}" dt="2024-07-22T05:08:15.025" v="2909" actId="478"/>
          <ac:grpSpMkLst>
            <pc:docMk/>
            <pc:sldMk cId="2334650892" sldId="337"/>
            <ac:grpSpMk id="206" creationId="{266BE7C5-C0D9-F13B-566A-0A47A322F94F}"/>
          </ac:grpSpMkLst>
        </pc:grpChg>
        <pc:inkChg chg="add mod">
          <ac:chgData name="Mahima Weerasinghe" userId="e11e3f55-42da-4e07-8ead-4d7a1d7ea1c6" providerId="ADAL" clId="{79555870-17B4-49F7-B1C8-B4904ED74D5B}" dt="2024-07-21T12:06:54.935" v="1671"/>
          <ac:inkMkLst>
            <pc:docMk/>
            <pc:sldMk cId="2334650892" sldId="337"/>
            <ac:inkMk id="3" creationId="{CE201DC1-11DC-F4AB-938F-63CEC37EABDF}"/>
          </ac:inkMkLst>
        </pc:inkChg>
        <pc:inkChg chg="add mod">
          <ac:chgData name="Mahima Weerasinghe" userId="e11e3f55-42da-4e07-8ead-4d7a1d7ea1c6" providerId="ADAL" clId="{79555870-17B4-49F7-B1C8-B4904ED74D5B}" dt="2024-07-21T12:06:54.935" v="1671"/>
          <ac:inkMkLst>
            <pc:docMk/>
            <pc:sldMk cId="2334650892" sldId="337"/>
            <ac:inkMk id="4" creationId="{104C067E-7385-492D-5550-A72E003AA898}"/>
          </ac:inkMkLst>
        </pc:inkChg>
        <pc:inkChg chg="add mod">
          <ac:chgData name="Mahima Weerasinghe" userId="e11e3f55-42da-4e07-8ead-4d7a1d7ea1c6" providerId="ADAL" clId="{79555870-17B4-49F7-B1C8-B4904ED74D5B}" dt="2024-07-21T12:06:54.935" v="1671"/>
          <ac:inkMkLst>
            <pc:docMk/>
            <pc:sldMk cId="2334650892" sldId="337"/>
            <ac:inkMk id="6" creationId="{DF281A40-9398-3CAA-E385-02DF834474E3}"/>
          </ac:inkMkLst>
        </pc:inkChg>
        <pc:inkChg chg="add mod">
          <ac:chgData name="Mahima Weerasinghe" userId="e11e3f55-42da-4e07-8ead-4d7a1d7ea1c6" providerId="ADAL" clId="{79555870-17B4-49F7-B1C8-B4904ED74D5B}" dt="2024-07-21T12:06:54.935" v="1671"/>
          <ac:inkMkLst>
            <pc:docMk/>
            <pc:sldMk cId="2334650892" sldId="337"/>
            <ac:inkMk id="8" creationId="{18951AE2-C933-36E8-E2B3-520A60F46487}"/>
          </ac:inkMkLst>
        </pc:inkChg>
        <pc:inkChg chg="add mod">
          <ac:chgData name="Mahima Weerasinghe" userId="e11e3f55-42da-4e07-8ead-4d7a1d7ea1c6" providerId="ADAL" clId="{79555870-17B4-49F7-B1C8-B4904ED74D5B}" dt="2024-07-21T12:06:54.935" v="1671"/>
          <ac:inkMkLst>
            <pc:docMk/>
            <pc:sldMk cId="2334650892" sldId="337"/>
            <ac:inkMk id="9" creationId="{528C430E-FBA6-9F9A-7332-B91FD2F29EDA}"/>
          </ac:inkMkLst>
        </pc:inkChg>
        <pc:inkChg chg="add mod">
          <ac:chgData name="Mahima Weerasinghe" userId="e11e3f55-42da-4e07-8ead-4d7a1d7ea1c6" providerId="ADAL" clId="{79555870-17B4-49F7-B1C8-B4904ED74D5B}" dt="2024-07-21T12:06:54.935" v="1671"/>
          <ac:inkMkLst>
            <pc:docMk/>
            <pc:sldMk cId="2334650892" sldId="337"/>
            <ac:inkMk id="10" creationId="{C53EBFF0-0A44-501F-F590-1F7DD1B62DEF}"/>
          </ac:inkMkLst>
        </pc:inkChg>
        <pc:inkChg chg="add mod">
          <ac:chgData name="Mahima Weerasinghe" userId="e11e3f55-42da-4e07-8ead-4d7a1d7ea1c6" providerId="ADAL" clId="{79555870-17B4-49F7-B1C8-B4904ED74D5B}" dt="2024-07-21T12:06:54.935" v="1671"/>
          <ac:inkMkLst>
            <pc:docMk/>
            <pc:sldMk cId="2334650892" sldId="337"/>
            <ac:inkMk id="12" creationId="{2B3E9A08-9863-A324-5595-C57E8E0F3551}"/>
          </ac:inkMkLst>
        </pc:inkChg>
        <pc:inkChg chg="add mod">
          <ac:chgData name="Mahima Weerasinghe" userId="e11e3f55-42da-4e07-8ead-4d7a1d7ea1c6" providerId="ADAL" clId="{79555870-17B4-49F7-B1C8-B4904ED74D5B}" dt="2024-07-21T12:06:54.935" v="1671"/>
          <ac:inkMkLst>
            <pc:docMk/>
            <pc:sldMk cId="2334650892" sldId="337"/>
            <ac:inkMk id="13" creationId="{A3FFA8AF-1344-5098-F460-E8C06F40E9BF}"/>
          </ac:inkMkLst>
        </pc:inkChg>
        <pc:inkChg chg="add mod">
          <ac:chgData name="Mahima Weerasinghe" userId="e11e3f55-42da-4e07-8ead-4d7a1d7ea1c6" providerId="ADAL" clId="{79555870-17B4-49F7-B1C8-B4904ED74D5B}" dt="2024-07-21T12:06:54.935" v="1671"/>
          <ac:inkMkLst>
            <pc:docMk/>
            <pc:sldMk cId="2334650892" sldId="337"/>
            <ac:inkMk id="14" creationId="{9EA0F971-8B3F-B627-5D3E-D98EC957E6F2}"/>
          </ac:inkMkLst>
        </pc:inkChg>
        <pc:inkChg chg="add mod">
          <ac:chgData name="Mahima Weerasinghe" userId="e11e3f55-42da-4e07-8ead-4d7a1d7ea1c6" providerId="ADAL" clId="{79555870-17B4-49F7-B1C8-B4904ED74D5B}" dt="2024-07-21T12:06:54.935" v="1671"/>
          <ac:inkMkLst>
            <pc:docMk/>
            <pc:sldMk cId="2334650892" sldId="337"/>
            <ac:inkMk id="15" creationId="{D70C3956-A104-1E17-A8FE-F12C6CC46517}"/>
          </ac:inkMkLst>
        </pc:inkChg>
        <pc:inkChg chg="add mod">
          <ac:chgData name="Mahima Weerasinghe" userId="e11e3f55-42da-4e07-8ead-4d7a1d7ea1c6" providerId="ADAL" clId="{79555870-17B4-49F7-B1C8-B4904ED74D5B}" dt="2024-07-21T12:06:54.935" v="1671"/>
          <ac:inkMkLst>
            <pc:docMk/>
            <pc:sldMk cId="2334650892" sldId="337"/>
            <ac:inkMk id="16" creationId="{E0CAEC93-F756-EF4A-D85F-380599DC1C06}"/>
          </ac:inkMkLst>
        </pc:inkChg>
        <pc:inkChg chg="add mod">
          <ac:chgData name="Mahima Weerasinghe" userId="e11e3f55-42da-4e07-8ead-4d7a1d7ea1c6" providerId="ADAL" clId="{79555870-17B4-49F7-B1C8-B4904ED74D5B}" dt="2024-07-21T12:06:54.935" v="1671"/>
          <ac:inkMkLst>
            <pc:docMk/>
            <pc:sldMk cId="2334650892" sldId="337"/>
            <ac:inkMk id="17" creationId="{51EF8C25-1395-6B7A-A8A1-A86F86A909C7}"/>
          </ac:inkMkLst>
        </pc:inkChg>
        <pc:inkChg chg="add mod">
          <ac:chgData name="Mahima Weerasinghe" userId="e11e3f55-42da-4e07-8ead-4d7a1d7ea1c6" providerId="ADAL" clId="{79555870-17B4-49F7-B1C8-B4904ED74D5B}" dt="2024-07-21T12:06:54.935" v="1671"/>
          <ac:inkMkLst>
            <pc:docMk/>
            <pc:sldMk cId="2334650892" sldId="337"/>
            <ac:inkMk id="19" creationId="{0123CD91-0AC1-C2DD-9F4B-4CA9ECA42BCA}"/>
          </ac:inkMkLst>
        </pc:inkChg>
        <pc:inkChg chg="add mod">
          <ac:chgData name="Mahima Weerasinghe" userId="e11e3f55-42da-4e07-8ead-4d7a1d7ea1c6" providerId="ADAL" clId="{79555870-17B4-49F7-B1C8-B4904ED74D5B}" dt="2024-07-21T12:06:54.935" v="1671"/>
          <ac:inkMkLst>
            <pc:docMk/>
            <pc:sldMk cId="2334650892" sldId="337"/>
            <ac:inkMk id="20" creationId="{3F424C21-6692-8451-D1A8-DB674ECC74D6}"/>
          </ac:inkMkLst>
        </pc:inkChg>
        <pc:inkChg chg="add mod">
          <ac:chgData name="Mahima Weerasinghe" userId="e11e3f55-42da-4e07-8ead-4d7a1d7ea1c6" providerId="ADAL" clId="{79555870-17B4-49F7-B1C8-B4904ED74D5B}" dt="2024-07-21T12:06:54.935" v="1671"/>
          <ac:inkMkLst>
            <pc:docMk/>
            <pc:sldMk cId="2334650892" sldId="337"/>
            <ac:inkMk id="21" creationId="{EE609691-A956-3980-ABF3-05774D2645F4}"/>
          </ac:inkMkLst>
        </pc:inkChg>
        <pc:inkChg chg="add mod">
          <ac:chgData name="Mahima Weerasinghe" userId="e11e3f55-42da-4e07-8ead-4d7a1d7ea1c6" providerId="ADAL" clId="{79555870-17B4-49F7-B1C8-B4904ED74D5B}" dt="2024-07-21T12:06:54.935" v="1671"/>
          <ac:inkMkLst>
            <pc:docMk/>
            <pc:sldMk cId="2334650892" sldId="337"/>
            <ac:inkMk id="22" creationId="{9F5B2FFE-3672-CEC7-8BA8-A544BA83B1B5}"/>
          </ac:inkMkLst>
        </pc:inkChg>
        <pc:inkChg chg="add mod">
          <ac:chgData name="Mahima Weerasinghe" userId="e11e3f55-42da-4e07-8ead-4d7a1d7ea1c6" providerId="ADAL" clId="{79555870-17B4-49F7-B1C8-B4904ED74D5B}" dt="2024-07-21T12:06:54.935" v="1671"/>
          <ac:inkMkLst>
            <pc:docMk/>
            <pc:sldMk cId="2334650892" sldId="337"/>
            <ac:inkMk id="23" creationId="{784CC3DD-5CE3-7DDB-7CCD-9D369E9676FF}"/>
          </ac:inkMkLst>
        </pc:inkChg>
        <pc:inkChg chg="add mod">
          <ac:chgData name="Mahima Weerasinghe" userId="e11e3f55-42da-4e07-8ead-4d7a1d7ea1c6" providerId="ADAL" clId="{79555870-17B4-49F7-B1C8-B4904ED74D5B}" dt="2024-07-21T12:06:54.935" v="1671"/>
          <ac:inkMkLst>
            <pc:docMk/>
            <pc:sldMk cId="2334650892" sldId="337"/>
            <ac:inkMk id="24" creationId="{0FAF9CB4-7C44-8394-828C-7F359B9218B9}"/>
          </ac:inkMkLst>
        </pc:inkChg>
        <pc:inkChg chg="add mod">
          <ac:chgData name="Mahima Weerasinghe" userId="e11e3f55-42da-4e07-8ead-4d7a1d7ea1c6" providerId="ADAL" clId="{79555870-17B4-49F7-B1C8-B4904ED74D5B}" dt="2024-07-21T12:06:54.935" v="1671"/>
          <ac:inkMkLst>
            <pc:docMk/>
            <pc:sldMk cId="2334650892" sldId="337"/>
            <ac:inkMk id="25" creationId="{CF9C3F27-EA7B-2766-471B-929846B95D27}"/>
          </ac:inkMkLst>
        </pc:inkChg>
        <pc:inkChg chg="add mod">
          <ac:chgData name="Mahima Weerasinghe" userId="e11e3f55-42da-4e07-8ead-4d7a1d7ea1c6" providerId="ADAL" clId="{79555870-17B4-49F7-B1C8-B4904ED74D5B}" dt="2024-07-21T12:06:54.935" v="1671"/>
          <ac:inkMkLst>
            <pc:docMk/>
            <pc:sldMk cId="2334650892" sldId="337"/>
            <ac:inkMk id="26" creationId="{E48B725C-22C5-34AC-B60A-8B2F38FE8079}"/>
          </ac:inkMkLst>
        </pc:inkChg>
        <pc:inkChg chg="add mod">
          <ac:chgData name="Mahima Weerasinghe" userId="e11e3f55-42da-4e07-8ead-4d7a1d7ea1c6" providerId="ADAL" clId="{79555870-17B4-49F7-B1C8-B4904ED74D5B}" dt="2024-07-21T12:06:54.935" v="1671"/>
          <ac:inkMkLst>
            <pc:docMk/>
            <pc:sldMk cId="2334650892" sldId="337"/>
            <ac:inkMk id="27" creationId="{2970EB34-FC45-799D-78BF-7144C6C8A821}"/>
          </ac:inkMkLst>
        </pc:inkChg>
        <pc:inkChg chg="add mod">
          <ac:chgData name="Mahima Weerasinghe" userId="e11e3f55-42da-4e07-8ead-4d7a1d7ea1c6" providerId="ADAL" clId="{79555870-17B4-49F7-B1C8-B4904ED74D5B}" dt="2024-07-21T12:06:54.935" v="1671"/>
          <ac:inkMkLst>
            <pc:docMk/>
            <pc:sldMk cId="2334650892" sldId="337"/>
            <ac:inkMk id="28" creationId="{77B2857A-82D2-A5A2-C86A-96C090AE3A8E}"/>
          </ac:inkMkLst>
        </pc:inkChg>
        <pc:inkChg chg="add mod">
          <ac:chgData name="Mahima Weerasinghe" userId="e11e3f55-42da-4e07-8ead-4d7a1d7ea1c6" providerId="ADAL" clId="{79555870-17B4-49F7-B1C8-B4904ED74D5B}" dt="2024-07-21T12:06:54.935" v="1671"/>
          <ac:inkMkLst>
            <pc:docMk/>
            <pc:sldMk cId="2334650892" sldId="337"/>
            <ac:inkMk id="29" creationId="{F7EA086E-A97A-C8A9-210C-8E057AB6FE25}"/>
          </ac:inkMkLst>
        </pc:inkChg>
        <pc:inkChg chg="add mod">
          <ac:chgData name="Mahima Weerasinghe" userId="e11e3f55-42da-4e07-8ead-4d7a1d7ea1c6" providerId="ADAL" clId="{79555870-17B4-49F7-B1C8-B4904ED74D5B}" dt="2024-07-21T12:06:54.935" v="1671"/>
          <ac:inkMkLst>
            <pc:docMk/>
            <pc:sldMk cId="2334650892" sldId="337"/>
            <ac:inkMk id="30" creationId="{A697851F-59D1-DFB6-5AC8-ADE517FB99E5}"/>
          </ac:inkMkLst>
        </pc:inkChg>
        <pc:inkChg chg="add mod">
          <ac:chgData name="Mahima Weerasinghe" userId="e11e3f55-42da-4e07-8ead-4d7a1d7ea1c6" providerId="ADAL" clId="{79555870-17B4-49F7-B1C8-B4904ED74D5B}" dt="2024-07-21T12:06:54.935" v="1671"/>
          <ac:inkMkLst>
            <pc:docMk/>
            <pc:sldMk cId="2334650892" sldId="337"/>
            <ac:inkMk id="31" creationId="{703B630B-31A6-BA3F-E9A4-6DBED87CAA44}"/>
          </ac:inkMkLst>
        </pc:inkChg>
        <pc:inkChg chg="add mod">
          <ac:chgData name="Mahima Weerasinghe" userId="e11e3f55-42da-4e07-8ead-4d7a1d7ea1c6" providerId="ADAL" clId="{79555870-17B4-49F7-B1C8-B4904ED74D5B}" dt="2024-07-21T12:06:54.935" v="1671"/>
          <ac:inkMkLst>
            <pc:docMk/>
            <pc:sldMk cId="2334650892" sldId="337"/>
            <ac:inkMk id="32" creationId="{E5B03224-2046-49BD-C2BA-84FAE6745AE7}"/>
          </ac:inkMkLst>
        </pc:inkChg>
        <pc:inkChg chg="add mod">
          <ac:chgData name="Mahima Weerasinghe" userId="e11e3f55-42da-4e07-8ead-4d7a1d7ea1c6" providerId="ADAL" clId="{79555870-17B4-49F7-B1C8-B4904ED74D5B}" dt="2024-07-21T12:06:54.935" v="1671"/>
          <ac:inkMkLst>
            <pc:docMk/>
            <pc:sldMk cId="2334650892" sldId="337"/>
            <ac:inkMk id="33" creationId="{5087BB16-1C01-F9A5-65EA-1C544C272167}"/>
          </ac:inkMkLst>
        </pc:inkChg>
        <pc:inkChg chg="add mod">
          <ac:chgData name="Mahima Weerasinghe" userId="e11e3f55-42da-4e07-8ead-4d7a1d7ea1c6" providerId="ADAL" clId="{79555870-17B4-49F7-B1C8-B4904ED74D5B}" dt="2024-07-21T12:06:54.935" v="1671"/>
          <ac:inkMkLst>
            <pc:docMk/>
            <pc:sldMk cId="2334650892" sldId="337"/>
            <ac:inkMk id="34" creationId="{77AE2151-AD7F-A6F8-90F6-76108D4AE179}"/>
          </ac:inkMkLst>
        </pc:inkChg>
        <pc:inkChg chg="add mod">
          <ac:chgData name="Mahima Weerasinghe" userId="e11e3f55-42da-4e07-8ead-4d7a1d7ea1c6" providerId="ADAL" clId="{79555870-17B4-49F7-B1C8-B4904ED74D5B}" dt="2024-07-21T12:06:54.935" v="1671"/>
          <ac:inkMkLst>
            <pc:docMk/>
            <pc:sldMk cId="2334650892" sldId="337"/>
            <ac:inkMk id="35" creationId="{A1E59256-6CAB-7113-2DF5-AC90A121562B}"/>
          </ac:inkMkLst>
        </pc:inkChg>
        <pc:inkChg chg="add mod">
          <ac:chgData name="Mahima Weerasinghe" userId="e11e3f55-42da-4e07-8ead-4d7a1d7ea1c6" providerId="ADAL" clId="{79555870-17B4-49F7-B1C8-B4904ED74D5B}" dt="2024-07-21T12:06:54.935" v="1671"/>
          <ac:inkMkLst>
            <pc:docMk/>
            <pc:sldMk cId="2334650892" sldId="337"/>
            <ac:inkMk id="36" creationId="{DF7151E4-5C3A-D09F-3904-C915D56A89F3}"/>
          </ac:inkMkLst>
        </pc:inkChg>
        <pc:inkChg chg="add mod">
          <ac:chgData name="Mahima Weerasinghe" userId="e11e3f55-42da-4e07-8ead-4d7a1d7ea1c6" providerId="ADAL" clId="{79555870-17B4-49F7-B1C8-B4904ED74D5B}" dt="2024-07-21T12:06:54.935" v="1671"/>
          <ac:inkMkLst>
            <pc:docMk/>
            <pc:sldMk cId="2334650892" sldId="337"/>
            <ac:inkMk id="37" creationId="{023A523A-25A9-27E3-FBC8-99D50EF46D47}"/>
          </ac:inkMkLst>
        </pc:inkChg>
        <pc:inkChg chg="add mod">
          <ac:chgData name="Mahima Weerasinghe" userId="e11e3f55-42da-4e07-8ead-4d7a1d7ea1c6" providerId="ADAL" clId="{79555870-17B4-49F7-B1C8-B4904ED74D5B}" dt="2024-07-21T12:06:54.935" v="1671"/>
          <ac:inkMkLst>
            <pc:docMk/>
            <pc:sldMk cId="2334650892" sldId="337"/>
            <ac:inkMk id="38" creationId="{574ABDCE-6D15-464E-B35C-2BA7BE0F9014}"/>
          </ac:inkMkLst>
        </pc:inkChg>
        <pc:inkChg chg="add mod">
          <ac:chgData name="Mahima Weerasinghe" userId="e11e3f55-42da-4e07-8ead-4d7a1d7ea1c6" providerId="ADAL" clId="{79555870-17B4-49F7-B1C8-B4904ED74D5B}" dt="2024-07-21T12:06:54.935" v="1671"/>
          <ac:inkMkLst>
            <pc:docMk/>
            <pc:sldMk cId="2334650892" sldId="337"/>
            <ac:inkMk id="39" creationId="{B9378A88-34C6-B647-25F8-41D58739398B}"/>
          </ac:inkMkLst>
        </pc:inkChg>
        <pc:inkChg chg="add mod">
          <ac:chgData name="Mahima Weerasinghe" userId="e11e3f55-42da-4e07-8ead-4d7a1d7ea1c6" providerId="ADAL" clId="{79555870-17B4-49F7-B1C8-B4904ED74D5B}" dt="2024-07-21T12:06:54.935" v="1671"/>
          <ac:inkMkLst>
            <pc:docMk/>
            <pc:sldMk cId="2334650892" sldId="337"/>
            <ac:inkMk id="40" creationId="{9A8960BB-C2AD-CF75-C3BC-2657CA876103}"/>
          </ac:inkMkLst>
        </pc:inkChg>
        <pc:inkChg chg="add mod">
          <ac:chgData name="Mahima Weerasinghe" userId="e11e3f55-42da-4e07-8ead-4d7a1d7ea1c6" providerId="ADAL" clId="{79555870-17B4-49F7-B1C8-B4904ED74D5B}" dt="2024-07-21T12:06:54.935" v="1671"/>
          <ac:inkMkLst>
            <pc:docMk/>
            <pc:sldMk cId="2334650892" sldId="337"/>
            <ac:inkMk id="41" creationId="{654D4266-BC93-123E-1C02-D0D458794A21}"/>
          </ac:inkMkLst>
        </pc:inkChg>
        <pc:inkChg chg="add mod">
          <ac:chgData name="Mahima Weerasinghe" userId="e11e3f55-42da-4e07-8ead-4d7a1d7ea1c6" providerId="ADAL" clId="{79555870-17B4-49F7-B1C8-B4904ED74D5B}" dt="2024-07-21T12:06:54.935" v="1671"/>
          <ac:inkMkLst>
            <pc:docMk/>
            <pc:sldMk cId="2334650892" sldId="337"/>
            <ac:inkMk id="45" creationId="{3444049B-284F-6513-5EEE-1B340FB9FB64}"/>
          </ac:inkMkLst>
        </pc:inkChg>
        <pc:inkChg chg="add mod">
          <ac:chgData name="Mahima Weerasinghe" userId="e11e3f55-42da-4e07-8ead-4d7a1d7ea1c6" providerId="ADAL" clId="{79555870-17B4-49F7-B1C8-B4904ED74D5B}" dt="2024-07-21T12:06:54.935" v="1671"/>
          <ac:inkMkLst>
            <pc:docMk/>
            <pc:sldMk cId="2334650892" sldId="337"/>
            <ac:inkMk id="46" creationId="{213B6169-D596-D6BF-31E7-710BDD9703AD}"/>
          </ac:inkMkLst>
        </pc:inkChg>
        <pc:inkChg chg="add mod">
          <ac:chgData name="Mahima Weerasinghe" userId="e11e3f55-42da-4e07-8ead-4d7a1d7ea1c6" providerId="ADAL" clId="{79555870-17B4-49F7-B1C8-B4904ED74D5B}" dt="2024-07-21T12:06:54.935" v="1671"/>
          <ac:inkMkLst>
            <pc:docMk/>
            <pc:sldMk cId="2334650892" sldId="337"/>
            <ac:inkMk id="47" creationId="{2815633C-966F-9CC4-0EE9-943CA7AA49E8}"/>
          </ac:inkMkLst>
        </pc:inkChg>
        <pc:inkChg chg="add mod">
          <ac:chgData name="Mahima Weerasinghe" userId="e11e3f55-42da-4e07-8ead-4d7a1d7ea1c6" providerId="ADAL" clId="{79555870-17B4-49F7-B1C8-B4904ED74D5B}" dt="2024-07-21T12:06:54.935" v="1671"/>
          <ac:inkMkLst>
            <pc:docMk/>
            <pc:sldMk cId="2334650892" sldId="337"/>
            <ac:inkMk id="48" creationId="{9CF9F038-9D93-5BE9-D363-C01FE035AA3F}"/>
          </ac:inkMkLst>
        </pc:inkChg>
        <pc:inkChg chg="add mod">
          <ac:chgData name="Mahima Weerasinghe" userId="e11e3f55-42da-4e07-8ead-4d7a1d7ea1c6" providerId="ADAL" clId="{79555870-17B4-49F7-B1C8-B4904ED74D5B}" dt="2024-07-21T12:06:54.935" v="1671"/>
          <ac:inkMkLst>
            <pc:docMk/>
            <pc:sldMk cId="2334650892" sldId="337"/>
            <ac:inkMk id="49" creationId="{C892C9A0-CF09-907A-991D-24BD8F3C6080}"/>
          </ac:inkMkLst>
        </pc:inkChg>
        <pc:inkChg chg="add mod">
          <ac:chgData name="Mahima Weerasinghe" userId="e11e3f55-42da-4e07-8ead-4d7a1d7ea1c6" providerId="ADAL" clId="{79555870-17B4-49F7-B1C8-B4904ED74D5B}" dt="2024-07-21T12:06:54.935" v="1671"/>
          <ac:inkMkLst>
            <pc:docMk/>
            <pc:sldMk cId="2334650892" sldId="337"/>
            <ac:inkMk id="51" creationId="{0C3C4E62-5B0D-DDA4-3458-B2E68997C9DB}"/>
          </ac:inkMkLst>
        </pc:inkChg>
        <pc:inkChg chg="add mod">
          <ac:chgData name="Mahima Weerasinghe" userId="e11e3f55-42da-4e07-8ead-4d7a1d7ea1c6" providerId="ADAL" clId="{79555870-17B4-49F7-B1C8-B4904ED74D5B}" dt="2024-07-21T12:06:54.935" v="1671"/>
          <ac:inkMkLst>
            <pc:docMk/>
            <pc:sldMk cId="2334650892" sldId="337"/>
            <ac:inkMk id="53" creationId="{5371D720-6EE3-84AF-0D5B-B8B77B24FA56}"/>
          </ac:inkMkLst>
        </pc:inkChg>
        <pc:inkChg chg="add mod">
          <ac:chgData name="Mahima Weerasinghe" userId="e11e3f55-42da-4e07-8ead-4d7a1d7ea1c6" providerId="ADAL" clId="{79555870-17B4-49F7-B1C8-B4904ED74D5B}" dt="2024-07-21T12:06:54.935" v="1671"/>
          <ac:inkMkLst>
            <pc:docMk/>
            <pc:sldMk cId="2334650892" sldId="337"/>
            <ac:inkMk id="54" creationId="{41051892-6A3B-04AC-8CDE-7D446CCDD305}"/>
          </ac:inkMkLst>
        </pc:inkChg>
        <pc:inkChg chg="add mod">
          <ac:chgData name="Mahima Weerasinghe" userId="e11e3f55-42da-4e07-8ead-4d7a1d7ea1c6" providerId="ADAL" clId="{79555870-17B4-49F7-B1C8-B4904ED74D5B}" dt="2024-07-21T12:06:54.935" v="1671"/>
          <ac:inkMkLst>
            <pc:docMk/>
            <pc:sldMk cId="2334650892" sldId="337"/>
            <ac:inkMk id="55" creationId="{A66B2AE7-A0D8-4B49-7EC4-127AE9B62BF8}"/>
          </ac:inkMkLst>
        </pc:inkChg>
        <pc:inkChg chg="add mod">
          <ac:chgData name="Mahima Weerasinghe" userId="e11e3f55-42da-4e07-8ead-4d7a1d7ea1c6" providerId="ADAL" clId="{79555870-17B4-49F7-B1C8-B4904ED74D5B}" dt="2024-07-21T12:06:54.935" v="1671"/>
          <ac:inkMkLst>
            <pc:docMk/>
            <pc:sldMk cId="2334650892" sldId="337"/>
            <ac:inkMk id="56" creationId="{1861F12D-77B6-7F4D-34EE-EDA31DD2647B}"/>
          </ac:inkMkLst>
        </pc:inkChg>
        <pc:inkChg chg="add mod">
          <ac:chgData name="Mahima Weerasinghe" userId="e11e3f55-42da-4e07-8ead-4d7a1d7ea1c6" providerId="ADAL" clId="{79555870-17B4-49F7-B1C8-B4904ED74D5B}" dt="2024-07-21T12:06:54.935" v="1671"/>
          <ac:inkMkLst>
            <pc:docMk/>
            <pc:sldMk cId="2334650892" sldId="337"/>
            <ac:inkMk id="57" creationId="{8190C8A2-953D-7918-3EA5-995D2FA28978}"/>
          </ac:inkMkLst>
        </pc:inkChg>
        <pc:inkChg chg="add mod">
          <ac:chgData name="Mahima Weerasinghe" userId="e11e3f55-42da-4e07-8ead-4d7a1d7ea1c6" providerId="ADAL" clId="{79555870-17B4-49F7-B1C8-B4904ED74D5B}" dt="2024-07-21T12:06:54.935" v="1671"/>
          <ac:inkMkLst>
            <pc:docMk/>
            <pc:sldMk cId="2334650892" sldId="337"/>
            <ac:inkMk id="58" creationId="{9C9B47FC-ECA9-7C8E-60F9-117E5361F477}"/>
          </ac:inkMkLst>
        </pc:inkChg>
        <pc:inkChg chg="add mod">
          <ac:chgData name="Mahima Weerasinghe" userId="e11e3f55-42da-4e07-8ead-4d7a1d7ea1c6" providerId="ADAL" clId="{79555870-17B4-49F7-B1C8-B4904ED74D5B}" dt="2024-07-21T12:06:54.935" v="1671"/>
          <ac:inkMkLst>
            <pc:docMk/>
            <pc:sldMk cId="2334650892" sldId="337"/>
            <ac:inkMk id="59" creationId="{BB1DA3EC-49E6-15E7-8707-D57DE418AB0D}"/>
          </ac:inkMkLst>
        </pc:inkChg>
        <pc:inkChg chg="add mod">
          <ac:chgData name="Mahima Weerasinghe" userId="e11e3f55-42da-4e07-8ead-4d7a1d7ea1c6" providerId="ADAL" clId="{79555870-17B4-49F7-B1C8-B4904ED74D5B}" dt="2024-07-21T12:06:54.935" v="1671"/>
          <ac:inkMkLst>
            <pc:docMk/>
            <pc:sldMk cId="2334650892" sldId="337"/>
            <ac:inkMk id="61" creationId="{6F24243D-726A-EBBC-066C-5F2971325576}"/>
          </ac:inkMkLst>
        </pc:inkChg>
        <pc:inkChg chg="add mod">
          <ac:chgData name="Mahima Weerasinghe" userId="e11e3f55-42da-4e07-8ead-4d7a1d7ea1c6" providerId="ADAL" clId="{79555870-17B4-49F7-B1C8-B4904ED74D5B}" dt="2024-07-21T12:06:54.935" v="1671"/>
          <ac:inkMkLst>
            <pc:docMk/>
            <pc:sldMk cId="2334650892" sldId="337"/>
            <ac:inkMk id="62" creationId="{75ADF00F-AC2F-D387-020E-B3E77CA9C8A8}"/>
          </ac:inkMkLst>
        </pc:inkChg>
        <pc:inkChg chg="add mod">
          <ac:chgData name="Mahima Weerasinghe" userId="e11e3f55-42da-4e07-8ead-4d7a1d7ea1c6" providerId="ADAL" clId="{79555870-17B4-49F7-B1C8-B4904ED74D5B}" dt="2024-07-21T12:06:54.935" v="1671"/>
          <ac:inkMkLst>
            <pc:docMk/>
            <pc:sldMk cId="2334650892" sldId="337"/>
            <ac:inkMk id="63" creationId="{C4EF581F-A0DF-83AB-921E-855549D8829C}"/>
          </ac:inkMkLst>
        </pc:inkChg>
        <pc:inkChg chg="add mod">
          <ac:chgData name="Mahima Weerasinghe" userId="e11e3f55-42da-4e07-8ead-4d7a1d7ea1c6" providerId="ADAL" clId="{79555870-17B4-49F7-B1C8-B4904ED74D5B}" dt="2024-07-21T12:06:54.935" v="1671"/>
          <ac:inkMkLst>
            <pc:docMk/>
            <pc:sldMk cId="2334650892" sldId="337"/>
            <ac:inkMk id="64" creationId="{B5FEC9E2-D539-4139-78F1-8CC588402386}"/>
          </ac:inkMkLst>
        </pc:inkChg>
        <pc:inkChg chg="add mod">
          <ac:chgData name="Mahima Weerasinghe" userId="e11e3f55-42da-4e07-8ead-4d7a1d7ea1c6" providerId="ADAL" clId="{79555870-17B4-49F7-B1C8-B4904ED74D5B}" dt="2024-07-21T12:06:54.935" v="1671"/>
          <ac:inkMkLst>
            <pc:docMk/>
            <pc:sldMk cId="2334650892" sldId="337"/>
            <ac:inkMk id="65" creationId="{B7EB2982-3143-705D-2A97-AD06513D724E}"/>
          </ac:inkMkLst>
        </pc:inkChg>
        <pc:inkChg chg="add mod">
          <ac:chgData name="Mahima Weerasinghe" userId="e11e3f55-42da-4e07-8ead-4d7a1d7ea1c6" providerId="ADAL" clId="{79555870-17B4-49F7-B1C8-B4904ED74D5B}" dt="2024-07-21T12:06:54.935" v="1671"/>
          <ac:inkMkLst>
            <pc:docMk/>
            <pc:sldMk cId="2334650892" sldId="337"/>
            <ac:inkMk id="67" creationId="{C1CFA0C6-F201-3094-1808-DE6C354DAD6B}"/>
          </ac:inkMkLst>
        </pc:inkChg>
        <pc:inkChg chg="add mod">
          <ac:chgData name="Mahima Weerasinghe" userId="e11e3f55-42da-4e07-8ead-4d7a1d7ea1c6" providerId="ADAL" clId="{79555870-17B4-49F7-B1C8-B4904ED74D5B}" dt="2024-07-21T12:06:54.935" v="1671"/>
          <ac:inkMkLst>
            <pc:docMk/>
            <pc:sldMk cId="2334650892" sldId="337"/>
            <ac:inkMk id="68" creationId="{560F95A0-E776-1584-3441-E4C4F657C961}"/>
          </ac:inkMkLst>
        </pc:inkChg>
        <pc:inkChg chg="add mod">
          <ac:chgData name="Mahima Weerasinghe" userId="e11e3f55-42da-4e07-8ead-4d7a1d7ea1c6" providerId="ADAL" clId="{79555870-17B4-49F7-B1C8-B4904ED74D5B}" dt="2024-07-21T12:06:54.935" v="1671"/>
          <ac:inkMkLst>
            <pc:docMk/>
            <pc:sldMk cId="2334650892" sldId="337"/>
            <ac:inkMk id="70" creationId="{BB7C35EC-1D5F-A9BF-9CE5-FE6F7A0E7CBE}"/>
          </ac:inkMkLst>
        </pc:inkChg>
        <pc:inkChg chg="add mod">
          <ac:chgData name="Mahima Weerasinghe" userId="e11e3f55-42da-4e07-8ead-4d7a1d7ea1c6" providerId="ADAL" clId="{79555870-17B4-49F7-B1C8-B4904ED74D5B}" dt="2024-07-21T12:06:54.935" v="1671"/>
          <ac:inkMkLst>
            <pc:docMk/>
            <pc:sldMk cId="2334650892" sldId="337"/>
            <ac:inkMk id="71" creationId="{1280EF1D-0799-EDDA-046E-4FFD759C9835}"/>
          </ac:inkMkLst>
        </pc:inkChg>
        <pc:inkChg chg="add mod">
          <ac:chgData name="Mahima Weerasinghe" userId="e11e3f55-42da-4e07-8ead-4d7a1d7ea1c6" providerId="ADAL" clId="{79555870-17B4-49F7-B1C8-B4904ED74D5B}" dt="2024-07-21T12:06:54.935" v="1671"/>
          <ac:inkMkLst>
            <pc:docMk/>
            <pc:sldMk cId="2334650892" sldId="337"/>
            <ac:inkMk id="73" creationId="{124631C1-1286-033D-3B68-DA4DC007B925}"/>
          </ac:inkMkLst>
        </pc:inkChg>
        <pc:inkChg chg="add mod">
          <ac:chgData name="Mahima Weerasinghe" userId="e11e3f55-42da-4e07-8ead-4d7a1d7ea1c6" providerId="ADAL" clId="{79555870-17B4-49F7-B1C8-B4904ED74D5B}" dt="2024-07-21T12:06:54.935" v="1671"/>
          <ac:inkMkLst>
            <pc:docMk/>
            <pc:sldMk cId="2334650892" sldId="337"/>
            <ac:inkMk id="74" creationId="{5463FA14-4994-6ABB-D04C-B731AD585AEF}"/>
          </ac:inkMkLst>
        </pc:inkChg>
        <pc:inkChg chg="add mod">
          <ac:chgData name="Mahima Weerasinghe" userId="e11e3f55-42da-4e07-8ead-4d7a1d7ea1c6" providerId="ADAL" clId="{79555870-17B4-49F7-B1C8-B4904ED74D5B}" dt="2024-07-21T12:06:54.935" v="1671"/>
          <ac:inkMkLst>
            <pc:docMk/>
            <pc:sldMk cId="2334650892" sldId="337"/>
            <ac:inkMk id="76" creationId="{51046E38-92C2-B96F-E0F4-7B83068A6B4B}"/>
          </ac:inkMkLst>
        </pc:inkChg>
        <pc:inkChg chg="add mod">
          <ac:chgData name="Mahima Weerasinghe" userId="e11e3f55-42da-4e07-8ead-4d7a1d7ea1c6" providerId="ADAL" clId="{79555870-17B4-49F7-B1C8-B4904ED74D5B}" dt="2024-07-21T12:06:54.935" v="1671"/>
          <ac:inkMkLst>
            <pc:docMk/>
            <pc:sldMk cId="2334650892" sldId="337"/>
            <ac:inkMk id="77" creationId="{E9F99FCD-85F3-41A2-8B56-93081F201F49}"/>
          </ac:inkMkLst>
        </pc:inkChg>
        <pc:inkChg chg="add mod">
          <ac:chgData name="Mahima Weerasinghe" userId="e11e3f55-42da-4e07-8ead-4d7a1d7ea1c6" providerId="ADAL" clId="{79555870-17B4-49F7-B1C8-B4904ED74D5B}" dt="2024-07-21T12:06:54.935" v="1671"/>
          <ac:inkMkLst>
            <pc:docMk/>
            <pc:sldMk cId="2334650892" sldId="337"/>
            <ac:inkMk id="78" creationId="{33C40FD6-5BB8-C55A-0DBD-16014128D913}"/>
          </ac:inkMkLst>
        </pc:inkChg>
        <pc:inkChg chg="add mod">
          <ac:chgData name="Mahima Weerasinghe" userId="e11e3f55-42da-4e07-8ead-4d7a1d7ea1c6" providerId="ADAL" clId="{79555870-17B4-49F7-B1C8-B4904ED74D5B}" dt="2024-07-21T12:06:54.935" v="1671"/>
          <ac:inkMkLst>
            <pc:docMk/>
            <pc:sldMk cId="2334650892" sldId="337"/>
            <ac:inkMk id="79" creationId="{6A0BBE8D-C746-EE37-34C4-8D7A84C13318}"/>
          </ac:inkMkLst>
        </pc:inkChg>
        <pc:inkChg chg="add mod">
          <ac:chgData name="Mahima Weerasinghe" userId="e11e3f55-42da-4e07-8ead-4d7a1d7ea1c6" providerId="ADAL" clId="{79555870-17B4-49F7-B1C8-B4904ED74D5B}" dt="2024-07-21T12:06:54.935" v="1671"/>
          <ac:inkMkLst>
            <pc:docMk/>
            <pc:sldMk cId="2334650892" sldId="337"/>
            <ac:inkMk id="81" creationId="{14A34908-24AC-4937-819F-A62B82ACDE7E}"/>
          </ac:inkMkLst>
        </pc:inkChg>
        <pc:inkChg chg="add mod">
          <ac:chgData name="Mahima Weerasinghe" userId="e11e3f55-42da-4e07-8ead-4d7a1d7ea1c6" providerId="ADAL" clId="{79555870-17B4-49F7-B1C8-B4904ED74D5B}" dt="2024-07-21T12:06:54.935" v="1671"/>
          <ac:inkMkLst>
            <pc:docMk/>
            <pc:sldMk cId="2334650892" sldId="337"/>
            <ac:inkMk id="82" creationId="{7166ACE7-0A04-BF41-6447-899F421431A1}"/>
          </ac:inkMkLst>
        </pc:inkChg>
        <pc:inkChg chg="add mod">
          <ac:chgData name="Mahima Weerasinghe" userId="e11e3f55-42da-4e07-8ead-4d7a1d7ea1c6" providerId="ADAL" clId="{79555870-17B4-49F7-B1C8-B4904ED74D5B}" dt="2024-07-21T12:06:54.935" v="1671"/>
          <ac:inkMkLst>
            <pc:docMk/>
            <pc:sldMk cId="2334650892" sldId="337"/>
            <ac:inkMk id="83" creationId="{EACB43C4-C2CD-8891-698B-B1A949C8BB7B}"/>
          </ac:inkMkLst>
        </pc:inkChg>
        <pc:inkChg chg="add mod">
          <ac:chgData name="Mahima Weerasinghe" userId="e11e3f55-42da-4e07-8ead-4d7a1d7ea1c6" providerId="ADAL" clId="{79555870-17B4-49F7-B1C8-B4904ED74D5B}" dt="2024-07-21T12:06:54.935" v="1671"/>
          <ac:inkMkLst>
            <pc:docMk/>
            <pc:sldMk cId="2334650892" sldId="337"/>
            <ac:inkMk id="84" creationId="{EA7F45CD-CC74-1524-4F35-C7397FE51BD7}"/>
          </ac:inkMkLst>
        </pc:inkChg>
        <pc:inkChg chg="add mod">
          <ac:chgData name="Mahima Weerasinghe" userId="e11e3f55-42da-4e07-8ead-4d7a1d7ea1c6" providerId="ADAL" clId="{79555870-17B4-49F7-B1C8-B4904ED74D5B}" dt="2024-07-21T12:06:54.935" v="1671"/>
          <ac:inkMkLst>
            <pc:docMk/>
            <pc:sldMk cId="2334650892" sldId="337"/>
            <ac:inkMk id="85" creationId="{0A87B0D0-54B6-9F96-5D90-85E605C76293}"/>
          </ac:inkMkLst>
        </pc:inkChg>
        <pc:inkChg chg="add mod">
          <ac:chgData name="Mahima Weerasinghe" userId="e11e3f55-42da-4e07-8ead-4d7a1d7ea1c6" providerId="ADAL" clId="{79555870-17B4-49F7-B1C8-B4904ED74D5B}" dt="2024-07-21T12:06:54.935" v="1671"/>
          <ac:inkMkLst>
            <pc:docMk/>
            <pc:sldMk cId="2334650892" sldId="337"/>
            <ac:inkMk id="86" creationId="{CFC5E792-ADD6-51FE-9AFE-E262C0EF48E4}"/>
          </ac:inkMkLst>
        </pc:inkChg>
        <pc:inkChg chg="add mod">
          <ac:chgData name="Mahima Weerasinghe" userId="e11e3f55-42da-4e07-8ead-4d7a1d7ea1c6" providerId="ADAL" clId="{79555870-17B4-49F7-B1C8-B4904ED74D5B}" dt="2024-07-21T12:06:54.935" v="1671"/>
          <ac:inkMkLst>
            <pc:docMk/>
            <pc:sldMk cId="2334650892" sldId="337"/>
            <ac:inkMk id="87" creationId="{45AF994F-CC97-3361-C21D-93E92B6DB15B}"/>
          </ac:inkMkLst>
        </pc:inkChg>
        <pc:inkChg chg="add mod">
          <ac:chgData name="Mahima Weerasinghe" userId="e11e3f55-42da-4e07-8ead-4d7a1d7ea1c6" providerId="ADAL" clId="{79555870-17B4-49F7-B1C8-B4904ED74D5B}" dt="2024-07-21T12:06:54.935" v="1671"/>
          <ac:inkMkLst>
            <pc:docMk/>
            <pc:sldMk cId="2334650892" sldId="337"/>
            <ac:inkMk id="89" creationId="{9449B972-2CA7-D813-89CD-C1019D7FC9D4}"/>
          </ac:inkMkLst>
        </pc:inkChg>
        <pc:inkChg chg="add mod">
          <ac:chgData name="Mahima Weerasinghe" userId="e11e3f55-42da-4e07-8ead-4d7a1d7ea1c6" providerId="ADAL" clId="{79555870-17B4-49F7-B1C8-B4904ED74D5B}" dt="2024-07-21T12:06:54.935" v="1671"/>
          <ac:inkMkLst>
            <pc:docMk/>
            <pc:sldMk cId="2334650892" sldId="337"/>
            <ac:inkMk id="90" creationId="{6CDFF3D6-D6F7-62E2-CDAE-9D0C3D932DD1}"/>
          </ac:inkMkLst>
        </pc:inkChg>
        <pc:inkChg chg="add mod">
          <ac:chgData name="Mahima Weerasinghe" userId="e11e3f55-42da-4e07-8ead-4d7a1d7ea1c6" providerId="ADAL" clId="{79555870-17B4-49F7-B1C8-B4904ED74D5B}" dt="2024-07-21T12:06:54.935" v="1671"/>
          <ac:inkMkLst>
            <pc:docMk/>
            <pc:sldMk cId="2334650892" sldId="337"/>
            <ac:inkMk id="92" creationId="{7CA5F7BB-9F3F-E65C-97E0-1DAC27D02B91}"/>
          </ac:inkMkLst>
        </pc:inkChg>
        <pc:inkChg chg="add mod">
          <ac:chgData name="Mahima Weerasinghe" userId="e11e3f55-42da-4e07-8ead-4d7a1d7ea1c6" providerId="ADAL" clId="{79555870-17B4-49F7-B1C8-B4904ED74D5B}" dt="2024-07-21T12:06:54.935" v="1671"/>
          <ac:inkMkLst>
            <pc:docMk/>
            <pc:sldMk cId="2334650892" sldId="337"/>
            <ac:inkMk id="93" creationId="{64853363-2CFD-1341-2DC6-8BD2B27ABE83}"/>
          </ac:inkMkLst>
        </pc:inkChg>
        <pc:inkChg chg="add mod">
          <ac:chgData name="Mahima Weerasinghe" userId="e11e3f55-42da-4e07-8ead-4d7a1d7ea1c6" providerId="ADAL" clId="{79555870-17B4-49F7-B1C8-B4904ED74D5B}" dt="2024-07-21T12:06:54.935" v="1671"/>
          <ac:inkMkLst>
            <pc:docMk/>
            <pc:sldMk cId="2334650892" sldId="337"/>
            <ac:inkMk id="95" creationId="{D3A7DAA7-C301-82CF-2B8A-5EAA036FBF5F}"/>
          </ac:inkMkLst>
        </pc:inkChg>
        <pc:inkChg chg="add mod">
          <ac:chgData name="Mahima Weerasinghe" userId="e11e3f55-42da-4e07-8ead-4d7a1d7ea1c6" providerId="ADAL" clId="{79555870-17B4-49F7-B1C8-B4904ED74D5B}" dt="2024-07-21T12:06:54.935" v="1671"/>
          <ac:inkMkLst>
            <pc:docMk/>
            <pc:sldMk cId="2334650892" sldId="337"/>
            <ac:inkMk id="96" creationId="{E875D152-E3EA-6BFE-E979-CF2CBCDEB09B}"/>
          </ac:inkMkLst>
        </pc:inkChg>
        <pc:inkChg chg="add mod">
          <ac:chgData name="Mahima Weerasinghe" userId="e11e3f55-42da-4e07-8ead-4d7a1d7ea1c6" providerId="ADAL" clId="{79555870-17B4-49F7-B1C8-B4904ED74D5B}" dt="2024-07-21T12:06:54.935" v="1671"/>
          <ac:inkMkLst>
            <pc:docMk/>
            <pc:sldMk cId="2334650892" sldId="337"/>
            <ac:inkMk id="97" creationId="{8DC63DDE-7A3A-AD12-A5C4-C074CE1AB6DE}"/>
          </ac:inkMkLst>
        </pc:inkChg>
        <pc:inkChg chg="add mod">
          <ac:chgData name="Mahima Weerasinghe" userId="e11e3f55-42da-4e07-8ead-4d7a1d7ea1c6" providerId="ADAL" clId="{79555870-17B4-49F7-B1C8-B4904ED74D5B}" dt="2024-07-21T12:06:54.935" v="1671"/>
          <ac:inkMkLst>
            <pc:docMk/>
            <pc:sldMk cId="2334650892" sldId="337"/>
            <ac:inkMk id="99" creationId="{ED4DEEDC-BED1-4CE1-B470-811F5C3ABBDB}"/>
          </ac:inkMkLst>
        </pc:inkChg>
        <pc:inkChg chg="add mod">
          <ac:chgData name="Mahima Weerasinghe" userId="e11e3f55-42da-4e07-8ead-4d7a1d7ea1c6" providerId="ADAL" clId="{79555870-17B4-49F7-B1C8-B4904ED74D5B}" dt="2024-07-21T12:06:54.935" v="1671"/>
          <ac:inkMkLst>
            <pc:docMk/>
            <pc:sldMk cId="2334650892" sldId="337"/>
            <ac:inkMk id="100" creationId="{23749C85-EE4C-9FFF-EC6E-9AF68819A16F}"/>
          </ac:inkMkLst>
        </pc:inkChg>
        <pc:inkChg chg="add del">
          <ac:chgData name="Mahima Weerasinghe" userId="e11e3f55-42da-4e07-8ead-4d7a1d7ea1c6" providerId="ADAL" clId="{79555870-17B4-49F7-B1C8-B4904ED74D5B}" dt="2024-07-22T05:08:15.025" v="2909" actId="478"/>
          <ac:inkMkLst>
            <pc:docMk/>
            <pc:sldMk cId="2334650892" sldId="337"/>
            <ac:inkMk id="102" creationId="{88C18138-8931-4833-F64D-8A94E4C1FD15}"/>
          </ac:inkMkLst>
        </pc:inkChg>
        <pc:inkChg chg="add del mod">
          <ac:chgData name="Mahima Weerasinghe" userId="e11e3f55-42da-4e07-8ead-4d7a1d7ea1c6" providerId="ADAL" clId="{79555870-17B4-49F7-B1C8-B4904ED74D5B}" dt="2024-07-21T12:07:44.848" v="1678" actId="9405"/>
          <ac:inkMkLst>
            <pc:docMk/>
            <pc:sldMk cId="2334650892" sldId="337"/>
            <ac:inkMk id="103" creationId="{6C4E4650-2E36-FEE9-4D3F-027E8BFA2250}"/>
          </ac:inkMkLst>
        </pc:inkChg>
        <pc:inkChg chg="add del mod">
          <ac:chgData name="Mahima Weerasinghe" userId="e11e3f55-42da-4e07-8ead-4d7a1d7ea1c6" providerId="ADAL" clId="{79555870-17B4-49F7-B1C8-B4904ED74D5B}" dt="2024-07-21T12:07:44.300" v="1677"/>
          <ac:inkMkLst>
            <pc:docMk/>
            <pc:sldMk cId="2334650892" sldId="337"/>
            <ac:inkMk id="104" creationId="{5C6CA9A8-388A-2BC1-BE19-4C1F8E83BE1D}"/>
          </ac:inkMkLst>
        </pc:inkChg>
        <pc:inkChg chg="add mod">
          <ac:chgData name="Mahima Weerasinghe" userId="e11e3f55-42da-4e07-8ead-4d7a1d7ea1c6" providerId="ADAL" clId="{79555870-17B4-49F7-B1C8-B4904ED74D5B}" dt="2024-07-21T12:07:51.392" v="1685"/>
          <ac:inkMkLst>
            <pc:docMk/>
            <pc:sldMk cId="2334650892" sldId="337"/>
            <ac:inkMk id="106" creationId="{9EA87BE7-4D53-CF66-F6AD-7BF3B03E8B63}"/>
          </ac:inkMkLst>
        </pc:inkChg>
        <pc:inkChg chg="add mod">
          <ac:chgData name="Mahima Weerasinghe" userId="e11e3f55-42da-4e07-8ead-4d7a1d7ea1c6" providerId="ADAL" clId="{79555870-17B4-49F7-B1C8-B4904ED74D5B}" dt="2024-07-21T12:07:51.392" v="1685"/>
          <ac:inkMkLst>
            <pc:docMk/>
            <pc:sldMk cId="2334650892" sldId="337"/>
            <ac:inkMk id="107" creationId="{EAB9807F-1F2A-BB2B-74B6-2F2066808D21}"/>
          </ac:inkMkLst>
        </pc:inkChg>
        <pc:inkChg chg="add mod">
          <ac:chgData name="Mahima Weerasinghe" userId="e11e3f55-42da-4e07-8ead-4d7a1d7ea1c6" providerId="ADAL" clId="{79555870-17B4-49F7-B1C8-B4904ED74D5B}" dt="2024-07-21T12:07:51.392" v="1685"/>
          <ac:inkMkLst>
            <pc:docMk/>
            <pc:sldMk cId="2334650892" sldId="337"/>
            <ac:inkMk id="108" creationId="{7537DC06-DDF4-4ED2-D395-906E625D8B62}"/>
          </ac:inkMkLst>
        </pc:inkChg>
        <pc:inkChg chg="add mod">
          <ac:chgData name="Mahima Weerasinghe" userId="e11e3f55-42da-4e07-8ead-4d7a1d7ea1c6" providerId="ADAL" clId="{79555870-17B4-49F7-B1C8-B4904ED74D5B}" dt="2024-07-21T12:07:51.392" v="1685"/>
          <ac:inkMkLst>
            <pc:docMk/>
            <pc:sldMk cId="2334650892" sldId="337"/>
            <ac:inkMk id="109" creationId="{1EC8331B-2E07-20EE-C7CE-D635662E2ECB}"/>
          </ac:inkMkLst>
        </pc:inkChg>
        <pc:inkChg chg="add mod">
          <ac:chgData name="Mahima Weerasinghe" userId="e11e3f55-42da-4e07-8ead-4d7a1d7ea1c6" providerId="ADAL" clId="{79555870-17B4-49F7-B1C8-B4904ED74D5B}" dt="2024-07-21T12:07:51.392" v="1685"/>
          <ac:inkMkLst>
            <pc:docMk/>
            <pc:sldMk cId="2334650892" sldId="337"/>
            <ac:inkMk id="111" creationId="{E03F3B6D-F6D3-3CE3-F09E-55F7A93BEB9F}"/>
          </ac:inkMkLst>
        </pc:inkChg>
        <pc:inkChg chg="add del mod">
          <ac:chgData name="Mahima Weerasinghe" userId="e11e3f55-42da-4e07-8ead-4d7a1d7ea1c6" providerId="ADAL" clId="{79555870-17B4-49F7-B1C8-B4904ED74D5B}" dt="2024-07-22T05:08:15.025" v="2909" actId="478"/>
          <ac:inkMkLst>
            <pc:docMk/>
            <pc:sldMk cId="2334650892" sldId="337"/>
            <ac:inkMk id="113" creationId="{D394ECA4-5A4D-B2F1-1135-D40AB30D6A6C}"/>
          </ac:inkMkLst>
        </pc:inkChg>
        <pc:inkChg chg="add del mod">
          <ac:chgData name="Mahima Weerasinghe" userId="e11e3f55-42da-4e07-8ead-4d7a1d7ea1c6" providerId="ADAL" clId="{79555870-17B4-49F7-B1C8-B4904ED74D5B}" dt="2024-07-21T12:07:55.777" v="1690"/>
          <ac:inkMkLst>
            <pc:docMk/>
            <pc:sldMk cId="2334650892" sldId="337"/>
            <ac:inkMk id="114" creationId="{AB6A1BDD-ECB1-829D-F3E7-50F18DC8A7A4}"/>
          </ac:inkMkLst>
        </pc:inkChg>
        <pc:inkChg chg="add mod">
          <ac:chgData name="Mahima Weerasinghe" userId="e11e3f55-42da-4e07-8ead-4d7a1d7ea1c6" providerId="ADAL" clId="{79555870-17B4-49F7-B1C8-B4904ED74D5B}" dt="2024-07-21T12:13:46.939" v="1780"/>
          <ac:inkMkLst>
            <pc:docMk/>
            <pc:sldMk cId="2334650892" sldId="337"/>
            <ac:inkMk id="116" creationId="{DE0D4DCC-C4B3-76FA-E83A-732B50C1862F}"/>
          </ac:inkMkLst>
        </pc:inkChg>
        <pc:inkChg chg="add mod">
          <ac:chgData name="Mahima Weerasinghe" userId="e11e3f55-42da-4e07-8ead-4d7a1d7ea1c6" providerId="ADAL" clId="{79555870-17B4-49F7-B1C8-B4904ED74D5B}" dt="2024-07-21T12:13:46.939" v="1780"/>
          <ac:inkMkLst>
            <pc:docMk/>
            <pc:sldMk cId="2334650892" sldId="337"/>
            <ac:inkMk id="117" creationId="{EB3A872F-7D14-E0E0-8792-8F2EDEC6C74E}"/>
          </ac:inkMkLst>
        </pc:inkChg>
        <pc:inkChg chg="add mod">
          <ac:chgData name="Mahima Weerasinghe" userId="e11e3f55-42da-4e07-8ead-4d7a1d7ea1c6" providerId="ADAL" clId="{79555870-17B4-49F7-B1C8-B4904ED74D5B}" dt="2024-07-21T12:13:46.939" v="1780"/>
          <ac:inkMkLst>
            <pc:docMk/>
            <pc:sldMk cId="2334650892" sldId="337"/>
            <ac:inkMk id="118" creationId="{C2D75E5E-FEC0-0155-C5B9-471DEA50FD34}"/>
          </ac:inkMkLst>
        </pc:inkChg>
        <pc:inkChg chg="add mod">
          <ac:chgData name="Mahima Weerasinghe" userId="e11e3f55-42da-4e07-8ead-4d7a1d7ea1c6" providerId="ADAL" clId="{79555870-17B4-49F7-B1C8-B4904ED74D5B}" dt="2024-07-21T12:13:46.939" v="1780"/>
          <ac:inkMkLst>
            <pc:docMk/>
            <pc:sldMk cId="2334650892" sldId="337"/>
            <ac:inkMk id="119" creationId="{28F0EC32-8FEC-5B6B-1867-4B81C79E42E6}"/>
          </ac:inkMkLst>
        </pc:inkChg>
        <pc:inkChg chg="add mod">
          <ac:chgData name="Mahima Weerasinghe" userId="e11e3f55-42da-4e07-8ead-4d7a1d7ea1c6" providerId="ADAL" clId="{79555870-17B4-49F7-B1C8-B4904ED74D5B}" dt="2024-07-21T12:08:36.094" v="1706"/>
          <ac:inkMkLst>
            <pc:docMk/>
            <pc:sldMk cId="2334650892" sldId="337"/>
            <ac:inkMk id="121" creationId="{225F37DF-7B2A-5345-C5EC-3C01E7C21FA2}"/>
          </ac:inkMkLst>
        </pc:inkChg>
        <pc:inkChg chg="add mod">
          <ac:chgData name="Mahima Weerasinghe" userId="e11e3f55-42da-4e07-8ead-4d7a1d7ea1c6" providerId="ADAL" clId="{79555870-17B4-49F7-B1C8-B4904ED74D5B}" dt="2024-07-21T12:08:36.094" v="1706"/>
          <ac:inkMkLst>
            <pc:docMk/>
            <pc:sldMk cId="2334650892" sldId="337"/>
            <ac:inkMk id="122" creationId="{ECC46281-3785-314C-A5AE-9EBCC3ADC28D}"/>
          </ac:inkMkLst>
        </pc:inkChg>
        <pc:inkChg chg="add mod">
          <ac:chgData name="Mahima Weerasinghe" userId="e11e3f55-42da-4e07-8ead-4d7a1d7ea1c6" providerId="ADAL" clId="{79555870-17B4-49F7-B1C8-B4904ED74D5B}" dt="2024-07-21T12:08:36.094" v="1706"/>
          <ac:inkMkLst>
            <pc:docMk/>
            <pc:sldMk cId="2334650892" sldId="337"/>
            <ac:inkMk id="123" creationId="{6DC8637D-32A2-D6CA-0E1A-0281E6398E67}"/>
          </ac:inkMkLst>
        </pc:inkChg>
        <pc:inkChg chg="add mod">
          <ac:chgData name="Mahima Weerasinghe" userId="e11e3f55-42da-4e07-8ead-4d7a1d7ea1c6" providerId="ADAL" clId="{79555870-17B4-49F7-B1C8-B4904ED74D5B}" dt="2024-07-21T12:08:36.094" v="1706"/>
          <ac:inkMkLst>
            <pc:docMk/>
            <pc:sldMk cId="2334650892" sldId="337"/>
            <ac:inkMk id="124" creationId="{CBC7E2A3-4D10-5801-12C5-C399685D7CAC}"/>
          </ac:inkMkLst>
        </pc:inkChg>
        <pc:inkChg chg="add mod">
          <ac:chgData name="Mahima Weerasinghe" userId="e11e3f55-42da-4e07-8ead-4d7a1d7ea1c6" providerId="ADAL" clId="{79555870-17B4-49F7-B1C8-B4904ED74D5B}" dt="2024-07-21T12:08:36.094" v="1706"/>
          <ac:inkMkLst>
            <pc:docMk/>
            <pc:sldMk cId="2334650892" sldId="337"/>
            <ac:inkMk id="125" creationId="{0EE3C6AB-B0A4-0750-65A6-B8416B4E4B8B}"/>
          </ac:inkMkLst>
        </pc:inkChg>
        <pc:inkChg chg="add mod">
          <ac:chgData name="Mahima Weerasinghe" userId="e11e3f55-42da-4e07-8ead-4d7a1d7ea1c6" providerId="ADAL" clId="{79555870-17B4-49F7-B1C8-B4904ED74D5B}" dt="2024-07-21T12:08:36.094" v="1706"/>
          <ac:inkMkLst>
            <pc:docMk/>
            <pc:sldMk cId="2334650892" sldId="337"/>
            <ac:inkMk id="127" creationId="{A9D2EAE5-023B-D578-04A6-30B3100FC6E5}"/>
          </ac:inkMkLst>
        </pc:inkChg>
        <pc:inkChg chg="add mod">
          <ac:chgData name="Mahima Weerasinghe" userId="e11e3f55-42da-4e07-8ead-4d7a1d7ea1c6" providerId="ADAL" clId="{79555870-17B4-49F7-B1C8-B4904ED74D5B}" dt="2024-07-21T12:08:36.094" v="1706"/>
          <ac:inkMkLst>
            <pc:docMk/>
            <pc:sldMk cId="2334650892" sldId="337"/>
            <ac:inkMk id="128" creationId="{BC89A915-3FB3-9938-A777-AB08CEBD87F7}"/>
          </ac:inkMkLst>
        </pc:inkChg>
        <pc:inkChg chg="add mod">
          <ac:chgData name="Mahima Weerasinghe" userId="e11e3f55-42da-4e07-8ead-4d7a1d7ea1c6" providerId="ADAL" clId="{79555870-17B4-49F7-B1C8-B4904ED74D5B}" dt="2024-07-21T12:08:36.094" v="1706"/>
          <ac:inkMkLst>
            <pc:docMk/>
            <pc:sldMk cId="2334650892" sldId="337"/>
            <ac:inkMk id="129" creationId="{618E43AD-C223-5CCE-95D0-4D73C6BD23ED}"/>
          </ac:inkMkLst>
        </pc:inkChg>
        <pc:inkChg chg="add mod">
          <ac:chgData name="Mahima Weerasinghe" userId="e11e3f55-42da-4e07-8ead-4d7a1d7ea1c6" providerId="ADAL" clId="{79555870-17B4-49F7-B1C8-B4904ED74D5B}" dt="2024-07-21T12:08:36.094" v="1706"/>
          <ac:inkMkLst>
            <pc:docMk/>
            <pc:sldMk cId="2334650892" sldId="337"/>
            <ac:inkMk id="130" creationId="{A889166C-AED0-7DB4-A1A8-6151AED6DE79}"/>
          </ac:inkMkLst>
        </pc:inkChg>
        <pc:inkChg chg="add mod">
          <ac:chgData name="Mahima Weerasinghe" userId="e11e3f55-42da-4e07-8ead-4d7a1d7ea1c6" providerId="ADAL" clId="{79555870-17B4-49F7-B1C8-B4904ED74D5B}" dt="2024-07-21T12:12:05.931" v="1757"/>
          <ac:inkMkLst>
            <pc:docMk/>
            <pc:sldMk cId="2334650892" sldId="337"/>
            <ac:inkMk id="132" creationId="{1353BE3B-87EB-CA19-BA7B-0BC63882B99D}"/>
          </ac:inkMkLst>
        </pc:inkChg>
        <pc:inkChg chg="add mod">
          <ac:chgData name="Mahima Weerasinghe" userId="e11e3f55-42da-4e07-8ead-4d7a1d7ea1c6" providerId="ADAL" clId="{79555870-17B4-49F7-B1C8-B4904ED74D5B}" dt="2024-07-21T12:12:05.931" v="1757"/>
          <ac:inkMkLst>
            <pc:docMk/>
            <pc:sldMk cId="2334650892" sldId="337"/>
            <ac:inkMk id="133" creationId="{6D13C4C1-BE24-8ACB-6428-881EA9FCC33D}"/>
          </ac:inkMkLst>
        </pc:inkChg>
        <pc:inkChg chg="add mod">
          <ac:chgData name="Mahima Weerasinghe" userId="e11e3f55-42da-4e07-8ead-4d7a1d7ea1c6" providerId="ADAL" clId="{79555870-17B4-49F7-B1C8-B4904ED74D5B}" dt="2024-07-21T12:12:05.931" v="1757"/>
          <ac:inkMkLst>
            <pc:docMk/>
            <pc:sldMk cId="2334650892" sldId="337"/>
            <ac:inkMk id="134" creationId="{4D3BD8CF-B7FE-6274-BC75-3954D819ABAC}"/>
          </ac:inkMkLst>
        </pc:inkChg>
        <pc:inkChg chg="add mod">
          <ac:chgData name="Mahima Weerasinghe" userId="e11e3f55-42da-4e07-8ead-4d7a1d7ea1c6" providerId="ADAL" clId="{79555870-17B4-49F7-B1C8-B4904ED74D5B}" dt="2024-07-21T12:12:05.931" v="1757"/>
          <ac:inkMkLst>
            <pc:docMk/>
            <pc:sldMk cId="2334650892" sldId="337"/>
            <ac:inkMk id="135" creationId="{4C53C562-44EF-7DFA-8370-D018CF4768B9}"/>
          </ac:inkMkLst>
        </pc:inkChg>
        <pc:inkChg chg="add mod">
          <ac:chgData name="Mahima Weerasinghe" userId="e11e3f55-42da-4e07-8ead-4d7a1d7ea1c6" providerId="ADAL" clId="{79555870-17B4-49F7-B1C8-B4904ED74D5B}" dt="2024-07-21T12:12:05.931" v="1757"/>
          <ac:inkMkLst>
            <pc:docMk/>
            <pc:sldMk cId="2334650892" sldId="337"/>
            <ac:inkMk id="136" creationId="{06760BE3-E89A-EDB9-F0BF-6B94DE660095}"/>
          </ac:inkMkLst>
        </pc:inkChg>
        <pc:inkChg chg="add mod">
          <ac:chgData name="Mahima Weerasinghe" userId="e11e3f55-42da-4e07-8ead-4d7a1d7ea1c6" providerId="ADAL" clId="{79555870-17B4-49F7-B1C8-B4904ED74D5B}" dt="2024-07-21T12:12:05.931" v="1757"/>
          <ac:inkMkLst>
            <pc:docMk/>
            <pc:sldMk cId="2334650892" sldId="337"/>
            <ac:inkMk id="137" creationId="{378C8E4A-8286-B789-1845-FA65DDEDB25F}"/>
          </ac:inkMkLst>
        </pc:inkChg>
        <pc:inkChg chg="add mod">
          <ac:chgData name="Mahima Weerasinghe" userId="e11e3f55-42da-4e07-8ead-4d7a1d7ea1c6" providerId="ADAL" clId="{79555870-17B4-49F7-B1C8-B4904ED74D5B}" dt="2024-07-21T12:12:05.931" v="1757"/>
          <ac:inkMkLst>
            <pc:docMk/>
            <pc:sldMk cId="2334650892" sldId="337"/>
            <ac:inkMk id="138" creationId="{8A18B6FE-ABDC-A96F-AFE1-FE83057F1CC7}"/>
          </ac:inkMkLst>
        </pc:inkChg>
        <pc:inkChg chg="add mod">
          <ac:chgData name="Mahima Weerasinghe" userId="e11e3f55-42da-4e07-8ead-4d7a1d7ea1c6" providerId="ADAL" clId="{79555870-17B4-49F7-B1C8-B4904ED74D5B}" dt="2024-07-21T12:12:05.931" v="1757"/>
          <ac:inkMkLst>
            <pc:docMk/>
            <pc:sldMk cId="2334650892" sldId="337"/>
            <ac:inkMk id="139" creationId="{5CEC8702-9227-7913-79B4-71E153B6B3B2}"/>
          </ac:inkMkLst>
        </pc:inkChg>
        <pc:inkChg chg="add mod">
          <ac:chgData name="Mahima Weerasinghe" userId="e11e3f55-42da-4e07-8ead-4d7a1d7ea1c6" providerId="ADAL" clId="{79555870-17B4-49F7-B1C8-B4904ED74D5B}" dt="2024-07-21T12:10:22.661" v="1734"/>
          <ac:inkMkLst>
            <pc:docMk/>
            <pc:sldMk cId="2334650892" sldId="337"/>
            <ac:inkMk id="141" creationId="{A602C3B6-B185-D567-FD8A-6F8B642B3702}"/>
          </ac:inkMkLst>
        </pc:inkChg>
        <pc:inkChg chg="add mod">
          <ac:chgData name="Mahima Weerasinghe" userId="e11e3f55-42da-4e07-8ead-4d7a1d7ea1c6" providerId="ADAL" clId="{79555870-17B4-49F7-B1C8-B4904ED74D5B}" dt="2024-07-21T12:10:22.661" v="1734"/>
          <ac:inkMkLst>
            <pc:docMk/>
            <pc:sldMk cId="2334650892" sldId="337"/>
            <ac:inkMk id="142" creationId="{45DA8AC8-4DA8-0FAD-4FC7-58F2072991BC}"/>
          </ac:inkMkLst>
        </pc:inkChg>
        <pc:inkChg chg="add mod">
          <ac:chgData name="Mahima Weerasinghe" userId="e11e3f55-42da-4e07-8ead-4d7a1d7ea1c6" providerId="ADAL" clId="{79555870-17B4-49F7-B1C8-B4904ED74D5B}" dt="2024-07-21T12:10:22.661" v="1734"/>
          <ac:inkMkLst>
            <pc:docMk/>
            <pc:sldMk cId="2334650892" sldId="337"/>
            <ac:inkMk id="143" creationId="{D9094B2C-9A8E-A0A3-FC17-2675962838B9}"/>
          </ac:inkMkLst>
        </pc:inkChg>
        <pc:inkChg chg="add mod">
          <ac:chgData name="Mahima Weerasinghe" userId="e11e3f55-42da-4e07-8ead-4d7a1d7ea1c6" providerId="ADAL" clId="{79555870-17B4-49F7-B1C8-B4904ED74D5B}" dt="2024-07-21T12:10:22.661" v="1734"/>
          <ac:inkMkLst>
            <pc:docMk/>
            <pc:sldMk cId="2334650892" sldId="337"/>
            <ac:inkMk id="145" creationId="{21886849-5E7F-6466-CC75-5D5E544E4BCE}"/>
          </ac:inkMkLst>
        </pc:inkChg>
        <pc:inkChg chg="add mod">
          <ac:chgData name="Mahima Weerasinghe" userId="e11e3f55-42da-4e07-8ead-4d7a1d7ea1c6" providerId="ADAL" clId="{79555870-17B4-49F7-B1C8-B4904ED74D5B}" dt="2024-07-21T12:10:22.661" v="1734"/>
          <ac:inkMkLst>
            <pc:docMk/>
            <pc:sldMk cId="2334650892" sldId="337"/>
            <ac:inkMk id="146" creationId="{23CE3F72-908B-9D10-EB66-01F4EF80E7ED}"/>
          </ac:inkMkLst>
        </pc:inkChg>
        <pc:inkChg chg="add mod">
          <ac:chgData name="Mahima Weerasinghe" userId="e11e3f55-42da-4e07-8ead-4d7a1d7ea1c6" providerId="ADAL" clId="{79555870-17B4-49F7-B1C8-B4904ED74D5B}" dt="2024-07-21T12:10:22.661" v="1734"/>
          <ac:inkMkLst>
            <pc:docMk/>
            <pc:sldMk cId="2334650892" sldId="337"/>
            <ac:inkMk id="147" creationId="{A957E3FB-5687-F628-EBE6-6D6652FA40AC}"/>
          </ac:inkMkLst>
        </pc:inkChg>
        <pc:inkChg chg="add mod">
          <ac:chgData name="Mahima Weerasinghe" userId="e11e3f55-42da-4e07-8ead-4d7a1d7ea1c6" providerId="ADAL" clId="{79555870-17B4-49F7-B1C8-B4904ED74D5B}" dt="2024-07-21T12:10:22.661" v="1734"/>
          <ac:inkMkLst>
            <pc:docMk/>
            <pc:sldMk cId="2334650892" sldId="337"/>
            <ac:inkMk id="148" creationId="{078F6AFF-8606-ED13-A543-790EF7D9C879}"/>
          </ac:inkMkLst>
        </pc:inkChg>
        <pc:inkChg chg="add mod">
          <ac:chgData name="Mahima Weerasinghe" userId="e11e3f55-42da-4e07-8ead-4d7a1d7ea1c6" providerId="ADAL" clId="{79555870-17B4-49F7-B1C8-B4904ED74D5B}" dt="2024-07-21T12:10:22.661" v="1734"/>
          <ac:inkMkLst>
            <pc:docMk/>
            <pc:sldMk cId="2334650892" sldId="337"/>
            <ac:inkMk id="149" creationId="{F8BF8C80-E9FB-8508-E10F-3D8D12B68422}"/>
          </ac:inkMkLst>
        </pc:inkChg>
        <pc:inkChg chg="add mod">
          <ac:chgData name="Mahima Weerasinghe" userId="e11e3f55-42da-4e07-8ead-4d7a1d7ea1c6" providerId="ADAL" clId="{79555870-17B4-49F7-B1C8-B4904ED74D5B}" dt="2024-07-21T12:10:22.661" v="1734"/>
          <ac:inkMkLst>
            <pc:docMk/>
            <pc:sldMk cId="2334650892" sldId="337"/>
            <ac:inkMk id="150" creationId="{FCDE073C-8D46-2DEA-3E97-E59150442183}"/>
          </ac:inkMkLst>
        </pc:inkChg>
        <pc:inkChg chg="add mod">
          <ac:chgData name="Mahima Weerasinghe" userId="e11e3f55-42da-4e07-8ead-4d7a1d7ea1c6" providerId="ADAL" clId="{79555870-17B4-49F7-B1C8-B4904ED74D5B}" dt="2024-07-21T12:10:22.661" v="1734"/>
          <ac:inkMkLst>
            <pc:docMk/>
            <pc:sldMk cId="2334650892" sldId="337"/>
            <ac:inkMk id="151" creationId="{A26CA123-AE1A-D36B-4B25-8FC8066D3165}"/>
          </ac:inkMkLst>
        </pc:inkChg>
        <pc:inkChg chg="add mod">
          <ac:chgData name="Mahima Weerasinghe" userId="e11e3f55-42da-4e07-8ead-4d7a1d7ea1c6" providerId="ADAL" clId="{79555870-17B4-49F7-B1C8-B4904ED74D5B}" dt="2024-07-21T12:10:22.661" v="1734"/>
          <ac:inkMkLst>
            <pc:docMk/>
            <pc:sldMk cId="2334650892" sldId="337"/>
            <ac:inkMk id="153" creationId="{8CF31B3D-8088-04CD-DBAB-D82D4151F3CC}"/>
          </ac:inkMkLst>
        </pc:inkChg>
        <pc:inkChg chg="add mod">
          <ac:chgData name="Mahima Weerasinghe" userId="e11e3f55-42da-4e07-8ead-4d7a1d7ea1c6" providerId="ADAL" clId="{79555870-17B4-49F7-B1C8-B4904ED74D5B}" dt="2024-07-21T12:10:22.661" v="1734"/>
          <ac:inkMkLst>
            <pc:docMk/>
            <pc:sldMk cId="2334650892" sldId="337"/>
            <ac:inkMk id="154" creationId="{4C081818-1C1B-6A1A-50F4-99520B77EE46}"/>
          </ac:inkMkLst>
        </pc:inkChg>
        <pc:inkChg chg="add mod">
          <ac:chgData name="Mahima Weerasinghe" userId="e11e3f55-42da-4e07-8ead-4d7a1d7ea1c6" providerId="ADAL" clId="{79555870-17B4-49F7-B1C8-B4904ED74D5B}" dt="2024-07-21T12:10:22.661" v="1734"/>
          <ac:inkMkLst>
            <pc:docMk/>
            <pc:sldMk cId="2334650892" sldId="337"/>
            <ac:inkMk id="155" creationId="{7216FADF-AC7B-E123-D775-242C6359C2BE}"/>
          </ac:inkMkLst>
        </pc:inkChg>
        <pc:inkChg chg="add mod">
          <ac:chgData name="Mahima Weerasinghe" userId="e11e3f55-42da-4e07-8ead-4d7a1d7ea1c6" providerId="ADAL" clId="{79555870-17B4-49F7-B1C8-B4904ED74D5B}" dt="2024-07-21T12:10:22.661" v="1734"/>
          <ac:inkMkLst>
            <pc:docMk/>
            <pc:sldMk cId="2334650892" sldId="337"/>
            <ac:inkMk id="157" creationId="{0B7D4866-F07D-C6B8-1BF9-1B1213F263A6}"/>
          </ac:inkMkLst>
        </pc:inkChg>
        <pc:inkChg chg="add mod">
          <ac:chgData name="Mahima Weerasinghe" userId="e11e3f55-42da-4e07-8ead-4d7a1d7ea1c6" providerId="ADAL" clId="{79555870-17B4-49F7-B1C8-B4904ED74D5B}" dt="2024-07-21T12:10:22.661" v="1734"/>
          <ac:inkMkLst>
            <pc:docMk/>
            <pc:sldMk cId="2334650892" sldId="337"/>
            <ac:inkMk id="158" creationId="{0E358190-06B8-9A89-207E-B7845FF7319E}"/>
          </ac:inkMkLst>
        </pc:inkChg>
        <pc:inkChg chg="add mod">
          <ac:chgData name="Mahima Weerasinghe" userId="e11e3f55-42da-4e07-8ead-4d7a1d7ea1c6" providerId="ADAL" clId="{79555870-17B4-49F7-B1C8-B4904ED74D5B}" dt="2024-07-21T12:10:29.028" v="1743"/>
          <ac:inkMkLst>
            <pc:docMk/>
            <pc:sldMk cId="2334650892" sldId="337"/>
            <ac:inkMk id="160" creationId="{572CBD82-BDA3-CA2A-1712-0E2634613843}"/>
          </ac:inkMkLst>
        </pc:inkChg>
        <pc:inkChg chg="add mod">
          <ac:chgData name="Mahima Weerasinghe" userId="e11e3f55-42da-4e07-8ead-4d7a1d7ea1c6" providerId="ADAL" clId="{79555870-17B4-49F7-B1C8-B4904ED74D5B}" dt="2024-07-21T12:10:29.028" v="1743"/>
          <ac:inkMkLst>
            <pc:docMk/>
            <pc:sldMk cId="2334650892" sldId="337"/>
            <ac:inkMk id="161" creationId="{9C687854-F7E0-2192-FE90-A2D92264AB0C}"/>
          </ac:inkMkLst>
        </pc:inkChg>
        <pc:inkChg chg="add mod">
          <ac:chgData name="Mahima Weerasinghe" userId="e11e3f55-42da-4e07-8ead-4d7a1d7ea1c6" providerId="ADAL" clId="{79555870-17B4-49F7-B1C8-B4904ED74D5B}" dt="2024-07-21T12:10:29.028" v="1743"/>
          <ac:inkMkLst>
            <pc:docMk/>
            <pc:sldMk cId="2334650892" sldId="337"/>
            <ac:inkMk id="162" creationId="{E96B833A-F8E0-E043-C529-034728795615}"/>
          </ac:inkMkLst>
        </pc:inkChg>
        <pc:inkChg chg="add mod">
          <ac:chgData name="Mahima Weerasinghe" userId="e11e3f55-42da-4e07-8ead-4d7a1d7ea1c6" providerId="ADAL" clId="{79555870-17B4-49F7-B1C8-B4904ED74D5B}" dt="2024-07-21T12:10:29.028" v="1743"/>
          <ac:inkMkLst>
            <pc:docMk/>
            <pc:sldMk cId="2334650892" sldId="337"/>
            <ac:inkMk id="163" creationId="{8886BECE-C2BB-E3FF-6457-6EED25F4BE28}"/>
          </ac:inkMkLst>
        </pc:inkChg>
        <pc:inkChg chg="add mod">
          <ac:chgData name="Mahima Weerasinghe" userId="e11e3f55-42da-4e07-8ead-4d7a1d7ea1c6" providerId="ADAL" clId="{79555870-17B4-49F7-B1C8-B4904ED74D5B}" dt="2024-07-21T12:10:29.028" v="1743"/>
          <ac:inkMkLst>
            <pc:docMk/>
            <pc:sldMk cId="2334650892" sldId="337"/>
            <ac:inkMk id="164" creationId="{B6D9E2D1-EC9B-0E83-C6E5-44C5CF557174}"/>
          </ac:inkMkLst>
        </pc:inkChg>
        <pc:inkChg chg="add mod">
          <ac:chgData name="Mahima Weerasinghe" userId="e11e3f55-42da-4e07-8ead-4d7a1d7ea1c6" providerId="ADAL" clId="{79555870-17B4-49F7-B1C8-B4904ED74D5B}" dt="2024-07-21T12:10:29.028" v="1743"/>
          <ac:inkMkLst>
            <pc:docMk/>
            <pc:sldMk cId="2334650892" sldId="337"/>
            <ac:inkMk id="165" creationId="{BB960500-77C4-701C-4170-36F74BDC2C01}"/>
          </ac:inkMkLst>
        </pc:inkChg>
        <pc:inkChg chg="add mod">
          <ac:chgData name="Mahima Weerasinghe" userId="e11e3f55-42da-4e07-8ead-4d7a1d7ea1c6" providerId="ADAL" clId="{79555870-17B4-49F7-B1C8-B4904ED74D5B}" dt="2024-07-21T12:10:29.028" v="1743"/>
          <ac:inkMkLst>
            <pc:docMk/>
            <pc:sldMk cId="2334650892" sldId="337"/>
            <ac:inkMk id="166" creationId="{27127181-3D4A-EECA-1AC0-E989E7849421}"/>
          </ac:inkMkLst>
        </pc:inkChg>
        <pc:inkChg chg="add mod">
          <ac:chgData name="Mahima Weerasinghe" userId="e11e3f55-42da-4e07-8ead-4d7a1d7ea1c6" providerId="ADAL" clId="{79555870-17B4-49F7-B1C8-B4904ED74D5B}" dt="2024-07-21T12:10:29.028" v="1743"/>
          <ac:inkMkLst>
            <pc:docMk/>
            <pc:sldMk cId="2334650892" sldId="337"/>
            <ac:inkMk id="167" creationId="{EF16C225-C175-166A-84B0-21965D3E314E}"/>
          </ac:inkMkLst>
        </pc:inkChg>
        <pc:inkChg chg="add mod">
          <ac:chgData name="Mahima Weerasinghe" userId="e11e3f55-42da-4e07-8ead-4d7a1d7ea1c6" providerId="ADAL" clId="{79555870-17B4-49F7-B1C8-B4904ED74D5B}" dt="2024-07-21T12:13:46.939" v="1780"/>
          <ac:inkMkLst>
            <pc:docMk/>
            <pc:sldMk cId="2334650892" sldId="337"/>
            <ac:inkMk id="169" creationId="{5F779489-3F3A-9DCA-2971-EDAF2B6F8A12}"/>
          </ac:inkMkLst>
        </pc:inkChg>
        <pc:inkChg chg="add mod">
          <ac:chgData name="Mahima Weerasinghe" userId="e11e3f55-42da-4e07-8ead-4d7a1d7ea1c6" providerId="ADAL" clId="{79555870-17B4-49F7-B1C8-B4904ED74D5B}" dt="2024-07-21T12:13:46.939" v="1780"/>
          <ac:inkMkLst>
            <pc:docMk/>
            <pc:sldMk cId="2334650892" sldId="337"/>
            <ac:inkMk id="170" creationId="{91E65C8D-4D85-96CD-72B3-D06127D9D192}"/>
          </ac:inkMkLst>
        </pc:inkChg>
        <pc:inkChg chg="add mod">
          <ac:chgData name="Mahima Weerasinghe" userId="e11e3f55-42da-4e07-8ead-4d7a1d7ea1c6" providerId="ADAL" clId="{79555870-17B4-49F7-B1C8-B4904ED74D5B}" dt="2024-07-21T12:13:46.939" v="1780"/>
          <ac:inkMkLst>
            <pc:docMk/>
            <pc:sldMk cId="2334650892" sldId="337"/>
            <ac:inkMk id="171" creationId="{3BD3389D-1F3C-51E1-9C54-1A6D13EBBE92}"/>
          </ac:inkMkLst>
        </pc:inkChg>
        <pc:inkChg chg="add mod">
          <ac:chgData name="Mahima Weerasinghe" userId="e11e3f55-42da-4e07-8ead-4d7a1d7ea1c6" providerId="ADAL" clId="{79555870-17B4-49F7-B1C8-B4904ED74D5B}" dt="2024-07-21T12:13:46.939" v="1780"/>
          <ac:inkMkLst>
            <pc:docMk/>
            <pc:sldMk cId="2334650892" sldId="337"/>
            <ac:inkMk id="172" creationId="{11FBCBF3-F4C7-5B7B-F387-D60CEFAE7C80}"/>
          </ac:inkMkLst>
        </pc:inkChg>
        <pc:inkChg chg="add mod">
          <ac:chgData name="Mahima Weerasinghe" userId="e11e3f55-42da-4e07-8ead-4d7a1d7ea1c6" providerId="ADAL" clId="{79555870-17B4-49F7-B1C8-B4904ED74D5B}" dt="2024-07-21T12:13:46.939" v="1780"/>
          <ac:inkMkLst>
            <pc:docMk/>
            <pc:sldMk cId="2334650892" sldId="337"/>
            <ac:inkMk id="173" creationId="{66DBAC4B-1F37-8097-CF8B-449D560893B1}"/>
          </ac:inkMkLst>
        </pc:inkChg>
        <pc:inkChg chg="add mod">
          <ac:chgData name="Mahima Weerasinghe" userId="e11e3f55-42da-4e07-8ead-4d7a1d7ea1c6" providerId="ADAL" clId="{79555870-17B4-49F7-B1C8-B4904ED74D5B}" dt="2024-07-21T12:13:46.939" v="1780"/>
          <ac:inkMkLst>
            <pc:docMk/>
            <pc:sldMk cId="2334650892" sldId="337"/>
            <ac:inkMk id="174" creationId="{BFF157D2-1EF5-28D2-A82F-E0A1F84E275C}"/>
          </ac:inkMkLst>
        </pc:inkChg>
        <pc:inkChg chg="add mod">
          <ac:chgData name="Mahima Weerasinghe" userId="e11e3f55-42da-4e07-8ead-4d7a1d7ea1c6" providerId="ADAL" clId="{79555870-17B4-49F7-B1C8-B4904ED74D5B}" dt="2024-07-21T12:12:05.931" v="1757"/>
          <ac:inkMkLst>
            <pc:docMk/>
            <pc:sldMk cId="2334650892" sldId="337"/>
            <ac:inkMk id="176" creationId="{D6CF5845-48FB-D3EE-13CF-FE49009F251B}"/>
          </ac:inkMkLst>
        </pc:inkChg>
        <pc:inkChg chg="add mod">
          <ac:chgData name="Mahima Weerasinghe" userId="e11e3f55-42da-4e07-8ead-4d7a1d7ea1c6" providerId="ADAL" clId="{79555870-17B4-49F7-B1C8-B4904ED74D5B}" dt="2024-07-21T12:12:05.931" v="1757"/>
          <ac:inkMkLst>
            <pc:docMk/>
            <pc:sldMk cId="2334650892" sldId="337"/>
            <ac:inkMk id="177" creationId="{B1888F8E-4D68-AADF-45F3-CF350EE824C9}"/>
          </ac:inkMkLst>
        </pc:inkChg>
        <pc:inkChg chg="add mod">
          <ac:chgData name="Mahima Weerasinghe" userId="e11e3f55-42da-4e07-8ead-4d7a1d7ea1c6" providerId="ADAL" clId="{79555870-17B4-49F7-B1C8-B4904ED74D5B}" dt="2024-07-21T12:12:05.931" v="1757"/>
          <ac:inkMkLst>
            <pc:docMk/>
            <pc:sldMk cId="2334650892" sldId="337"/>
            <ac:inkMk id="178" creationId="{9F9E9C43-30B1-4E14-CD2E-C2683BA08507}"/>
          </ac:inkMkLst>
        </pc:inkChg>
        <pc:inkChg chg="add mod">
          <ac:chgData name="Mahima Weerasinghe" userId="e11e3f55-42da-4e07-8ead-4d7a1d7ea1c6" providerId="ADAL" clId="{79555870-17B4-49F7-B1C8-B4904ED74D5B}" dt="2024-07-21T12:12:05.931" v="1757"/>
          <ac:inkMkLst>
            <pc:docMk/>
            <pc:sldMk cId="2334650892" sldId="337"/>
            <ac:inkMk id="179" creationId="{6C2C4111-ED24-F177-2C83-B0D3C83323B8}"/>
          </ac:inkMkLst>
        </pc:inkChg>
        <pc:inkChg chg="add mod">
          <ac:chgData name="Mahima Weerasinghe" userId="e11e3f55-42da-4e07-8ead-4d7a1d7ea1c6" providerId="ADAL" clId="{79555870-17B4-49F7-B1C8-B4904ED74D5B}" dt="2024-07-21T12:12:05.931" v="1757"/>
          <ac:inkMkLst>
            <pc:docMk/>
            <pc:sldMk cId="2334650892" sldId="337"/>
            <ac:inkMk id="180" creationId="{77861A3A-1D66-7CEA-8192-07AF8F19885D}"/>
          </ac:inkMkLst>
        </pc:inkChg>
        <pc:inkChg chg="add mod">
          <ac:chgData name="Mahima Weerasinghe" userId="e11e3f55-42da-4e07-8ead-4d7a1d7ea1c6" providerId="ADAL" clId="{79555870-17B4-49F7-B1C8-B4904ED74D5B}" dt="2024-07-21T12:12:05.931" v="1757"/>
          <ac:inkMkLst>
            <pc:docMk/>
            <pc:sldMk cId="2334650892" sldId="337"/>
            <ac:inkMk id="181" creationId="{5431627D-054E-3B1C-D2D1-B202D3A5BF17}"/>
          </ac:inkMkLst>
        </pc:inkChg>
        <pc:inkChg chg="add mod">
          <ac:chgData name="Mahima Weerasinghe" userId="e11e3f55-42da-4e07-8ead-4d7a1d7ea1c6" providerId="ADAL" clId="{79555870-17B4-49F7-B1C8-B4904ED74D5B}" dt="2024-07-21T12:13:46.939" v="1780"/>
          <ac:inkMkLst>
            <pc:docMk/>
            <pc:sldMk cId="2334650892" sldId="337"/>
            <ac:inkMk id="183" creationId="{D30D6BA8-C9D2-BCE8-66E3-14A64CC3DD03}"/>
          </ac:inkMkLst>
        </pc:inkChg>
        <pc:inkChg chg="add mod">
          <ac:chgData name="Mahima Weerasinghe" userId="e11e3f55-42da-4e07-8ead-4d7a1d7ea1c6" providerId="ADAL" clId="{79555870-17B4-49F7-B1C8-B4904ED74D5B}" dt="2024-07-21T12:13:46.939" v="1780"/>
          <ac:inkMkLst>
            <pc:docMk/>
            <pc:sldMk cId="2334650892" sldId="337"/>
            <ac:inkMk id="184" creationId="{9E74E27F-EAD9-ADC3-B001-B582E6CAC489}"/>
          </ac:inkMkLst>
        </pc:inkChg>
        <pc:inkChg chg="add mod">
          <ac:chgData name="Mahima Weerasinghe" userId="e11e3f55-42da-4e07-8ead-4d7a1d7ea1c6" providerId="ADAL" clId="{79555870-17B4-49F7-B1C8-B4904ED74D5B}" dt="2024-07-21T12:13:46.939" v="1780"/>
          <ac:inkMkLst>
            <pc:docMk/>
            <pc:sldMk cId="2334650892" sldId="337"/>
            <ac:inkMk id="185" creationId="{6602ABEF-F956-6BA8-F1F8-CFAFE14ADCA2}"/>
          </ac:inkMkLst>
        </pc:inkChg>
        <pc:inkChg chg="add mod">
          <ac:chgData name="Mahima Weerasinghe" userId="e11e3f55-42da-4e07-8ead-4d7a1d7ea1c6" providerId="ADAL" clId="{79555870-17B4-49F7-B1C8-B4904ED74D5B}" dt="2024-07-21T12:13:46.939" v="1780"/>
          <ac:inkMkLst>
            <pc:docMk/>
            <pc:sldMk cId="2334650892" sldId="337"/>
            <ac:inkMk id="186" creationId="{B41D6AD0-2CD7-87F1-6F6E-B8EE31DEE203}"/>
          </ac:inkMkLst>
        </pc:inkChg>
        <pc:inkChg chg="add mod">
          <ac:chgData name="Mahima Weerasinghe" userId="e11e3f55-42da-4e07-8ead-4d7a1d7ea1c6" providerId="ADAL" clId="{79555870-17B4-49F7-B1C8-B4904ED74D5B}" dt="2024-07-21T12:13:46.939" v="1780"/>
          <ac:inkMkLst>
            <pc:docMk/>
            <pc:sldMk cId="2334650892" sldId="337"/>
            <ac:inkMk id="187" creationId="{815AF173-7418-0DE5-B6E5-8596EE013289}"/>
          </ac:inkMkLst>
        </pc:inkChg>
        <pc:inkChg chg="add mod">
          <ac:chgData name="Mahima Weerasinghe" userId="e11e3f55-42da-4e07-8ead-4d7a1d7ea1c6" providerId="ADAL" clId="{79555870-17B4-49F7-B1C8-B4904ED74D5B}" dt="2024-07-21T12:13:46.939" v="1780"/>
          <ac:inkMkLst>
            <pc:docMk/>
            <pc:sldMk cId="2334650892" sldId="337"/>
            <ac:inkMk id="188" creationId="{A5F55D70-5091-1844-3052-86BCE50B9F33}"/>
          </ac:inkMkLst>
        </pc:inkChg>
        <pc:inkChg chg="add mod">
          <ac:chgData name="Mahima Weerasinghe" userId="e11e3f55-42da-4e07-8ead-4d7a1d7ea1c6" providerId="ADAL" clId="{79555870-17B4-49F7-B1C8-B4904ED74D5B}" dt="2024-07-21T12:13:46.939" v="1780"/>
          <ac:inkMkLst>
            <pc:docMk/>
            <pc:sldMk cId="2334650892" sldId="337"/>
            <ac:inkMk id="189" creationId="{7660E2CF-D4F9-856B-6280-1AF3C938B1ED}"/>
          </ac:inkMkLst>
        </pc:inkChg>
        <pc:inkChg chg="add mod">
          <ac:chgData name="Mahima Weerasinghe" userId="e11e3f55-42da-4e07-8ead-4d7a1d7ea1c6" providerId="ADAL" clId="{79555870-17B4-49F7-B1C8-B4904ED74D5B}" dt="2024-07-21T12:13:46.939" v="1780"/>
          <ac:inkMkLst>
            <pc:docMk/>
            <pc:sldMk cId="2334650892" sldId="337"/>
            <ac:inkMk id="190" creationId="{7B8081F9-DF60-389E-A3CF-558894A4CE1D}"/>
          </ac:inkMkLst>
        </pc:inkChg>
        <pc:inkChg chg="add mod">
          <ac:chgData name="Mahima Weerasinghe" userId="e11e3f55-42da-4e07-8ead-4d7a1d7ea1c6" providerId="ADAL" clId="{79555870-17B4-49F7-B1C8-B4904ED74D5B}" dt="2024-07-21T12:13:46.939" v="1780"/>
          <ac:inkMkLst>
            <pc:docMk/>
            <pc:sldMk cId="2334650892" sldId="337"/>
            <ac:inkMk id="191" creationId="{86ABA185-8F67-2528-D6E5-8554FA905A0F}"/>
          </ac:inkMkLst>
        </pc:inkChg>
        <pc:inkChg chg="add mod">
          <ac:chgData name="Mahima Weerasinghe" userId="e11e3f55-42da-4e07-8ead-4d7a1d7ea1c6" providerId="ADAL" clId="{79555870-17B4-49F7-B1C8-B4904ED74D5B}" dt="2024-07-21T12:13:46.939" v="1780"/>
          <ac:inkMkLst>
            <pc:docMk/>
            <pc:sldMk cId="2334650892" sldId="337"/>
            <ac:inkMk id="192" creationId="{24BF3822-488B-E411-F290-FFD1C91E759C}"/>
          </ac:inkMkLst>
        </pc:inkChg>
        <pc:inkChg chg="add mod">
          <ac:chgData name="Mahima Weerasinghe" userId="e11e3f55-42da-4e07-8ead-4d7a1d7ea1c6" providerId="ADAL" clId="{79555870-17B4-49F7-B1C8-B4904ED74D5B}" dt="2024-07-21T12:13:46.939" v="1780"/>
          <ac:inkMkLst>
            <pc:docMk/>
            <pc:sldMk cId="2334650892" sldId="337"/>
            <ac:inkMk id="193" creationId="{59C6BA95-AEAB-0754-F32B-AE18776F3141}"/>
          </ac:inkMkLst>
        </pc:inkChg>
        <pc:inkChg chg="add mod">
          <ac:chgData name="Mahima Weerasinghe" userId="e11e3f55-42da-4e07-8ead-4d7a1d7ea1c6" providerId="ADAL" clId="{79555870-17B4-49F7-B1C8-B4904ED74D5B}" dt="2024-07-21T12:13:46.939" v="1780"/>
          <ac:inkMkLst>
            <pc:docMk/>
            <pc:sldMk cId="2334650892" sldId="337"/>
            <ac:inkMk id="194" creationId="{4BE839A9-1EE0-60FE-C67E-3B9F2273D718}"/>
          </ac:inkMkLst>
        </pc:inkChg>
        <pc:inkChg chg="add mod">
          <ac:chgData name="Mahima Weerasinghe" userId="e11e3f55-42da-4e07-8ead-4d7a1d7ea1c6" providerId="ADAL" clId="{79555870-17B4-49F7-B1C8-B4904ED74D5B}" dt="2024-07-21T12:13:46.939" v="1780"/>
          <ac:inkMkLst>
            <pc:docMk/>
            <pc:sldMk cId="2334650892" sldId="337"/>
            <ac:inkMk id="197" creationId="{4CADC3ED-A179-ADD4-8130-B533817B3CCC}"/>
          </ac:inkMkLst>
        </pc:inkChg>
        <pc:inkChg chg="add mod">
          <ac:chgData name="Mahima Weerasinghe" userId="e11e3f55-42da-4e07-8ead-4d7a1d7ea1c6" providerId="ADAL" clId="{79555870-17B4-49F7-B1C8-B4904ED74D5B}" dt="2024-07-21T12:13:46.939" v="1780"/>
          <ac:inkMkLst>
            <pc:docMk/>
            <pc:sldMk cId="2334650892" sldId="337"/>
            <ac:inkMk id="198" creationId="{3B9DC0B3-C964-1E77-B8D2-979F5A1B3B69}"/>
          </ac:inkMkLst>
        </pc:inkChg>
        <pc:inkChg chg="add mod">
          <ac:chgData name="Mahima Weerasinghe" userId="e11e3f55-42da-4e07-8ead-4d7a1d7ea1c6" providerId="ADAL" clId="{79555870-17B4-49F7-B1C8-B4904ED74D5B}" dt="2024-07-21T12:13:46.939" v="1780"/>
          <ac:inkMkLst>
            <pc:docMk/>
            <pc:sldMk cId="2334650892" sldId="337"/>
            <ac:inkMk id="199" creationId="{D41FBD1B-CA97-9F66-E806-06AE1FE17B07}"/>
          </ac:inkMkLst>
        </pc:inkChg>
        <pc:inkChg chg="add mod">
          <ac:chgData name="Mahima Weerasinghe" userId="e11e3f55-42da-4e07-8ead-4d7a1d7ea1c6" providerId="ADAL" clId="{79555870-17B4-49F7-B1C8-B4904ED74D5B}" dt="2024-07-21T12:13:46.939" v="1780"/>
          <ac:inkMkLst>
            <pc:docMk/>
            <pc:sldMk cId="2334650892" sldId="337"/>
            <ac:inkMk id="200" creationId="{0F9E7286-17E3-AC91-4CA3-B94870320B34}"/>
          </ac:inkMkLst>
        </pc:inkChg>
        <pc:inkChg chg="add mod">
          <ac:chgData name="Mahima Weerasinghe" userId="e11e3f55-42da-4e07-8ead-4d7a1d7ea1c6" providerId="ADAL" clId="{79555870-17B4-49F7-B1C8-B4904ED74D5B}" dt="2024-07-21T12:13:46.939" v="1780"/>
          <ac:inkMkLst>
            <pc:docMk/>
            <pc:sldMk cId="2334650892" sldId="337"/>
            <ac:inkMk id="201" creationId="{A20E9BAB-0374-7174-040C-64EC4B56FA38}"/>
          </ac:inkMkLst>
        </pc:inkChg>
        <pc:inkChg chg="add mod">
          <ac:chgData name="Mahima Weerasinghe" userId="e11e3f55-42da-4e07-8ead-4d7a1d7ea1c6" providerId="ADAL" clId="{79555870-17B4-49F7-B1C8-B4904ED74D5B}" dt="2024-07-21T12:13:46.939" v="1780"/>
          <ac:inkMkLst>
            <pc:docMk/>
            <pc:sldMk cId="2334650892" sldId="337"/>
            <ac:inkMk id="202" creationId="{676EA287-80D5-1DC4-9E60-95801254A376}"/>
          </ac:inkMkLst>
        </pc:inkChg>
        <pc:inkChg chg="add mod">
          <ac:chgData name="Mahima Weerasinghe" userId="e11e3f55-42da-4e07-8ead-4d7a1d7ea1c6" providerId="ADAL" clId="{79555870-17B4-49F7-B1C8-B4904ED74D5B}" dt="2024-07-21T12:13:46.939" v="1780"/>
          <ac:inkMkLst>
            <pc:docMk/>
            <pc:sldMk cId="2334650892" sldId="337"/>
            <ac:inkMk id="204" creationId="{762D36F4-10E2-7750-260C-E9F3F47A07FD}"/>
          </ac:inkMkLst>
        </pc:inkChg>
        <pc:inkChg chg="add mod">
          <ac:chgData name="Mahima Weerasinghe" userId="e11e3f55-42da-4e07-8ead-4d7a1d7ea1c6" providerId="ADAL" clId="{79555870-17B4-49F7-B1C8-B4904ED74D5B}" dt="2024-07-21T12:13:46.939" v="1780"/>
          <ac:inkMkLst>
            <pc:docMk/>
            <pc:sldMk cId="2334650892" sldId="337"/>
            <ac:inkMk id="205" creationId="{DB0550E3-8912-BE02-F624-C55F91BFDDED}"/>
          </ac:inkMkLst>
        </pc:inkChg>
      </pc:sldChg>
      <pc:sldChg chg="addSp delSp modSp new mod">
        <pc:chgData name="Mahima Weerasinghe" userId="e11e3f55-42da-4e07-8ead-4d7a1d7ea1c6" providerId="ADAL" clId="{79555870-17B4-49F7-B1C8-B4904ED74D5B}" dt="2024-07-22T05:08:51.111" v="2914" actId="478"/>
        <pc:sldMkLst>
          <pc:docMk/>
          <pc:sldMk cId="2419571550" sldId="338"/>
        </pc:sldMkLst>
        <pc:spChg chg="del">
          <ac:chgData name="Mahima Weerasinghe" userId="e11e3f55-42da-4e07-8ead-4d7a1d7ea1c6" providerId="ADAL" clId="{79555870-17B4-49F7-B1C8-B4904ED74D5B}" dt="2024-07-21T12:14:47.593" v="1782" actId="478"/>
          <ac:spMkLst>
            <pc:docMk/>
            <pc:sldMk cId="2419571550" sldId="338"/>
            <ac:spMk id="2" creationId="{72E28967-B7D8-42DD-E886-3F2623A57C00}"/>
          </ac:spMkLst>
        </pc:spChg>
        <pc:grpChg chg="del mod">
          <ac:chgData name="Mahima Weerasinghe" userId="e11e3f55-42da-4e07-8ead-4d7a1d7ea1c6" providerId="ADAL" clId="{79555870-17B4-49F7-B1C8-B4904ED74D5B}" dt="2024-07-21T12:14:57.365" v="1787"/>
          <ac:grpSpMkLst>
            <pc:docMk/>
            <pc:sldMk cId="2419571550" sldId="338"/>
            <ac:grpSpMk id="5" creationId="{173D7ACC-4B1D-A624-2C36-DC0D14CE44FF}"/>
          </ac:grpSpMkLst>
        </pc:grpChg>
        <pc:grpChg chg="del mod">
          <ac:chgData name="Mahima Weerasinghe" userId="e11e3f55-42da-4e07-8ead-4d7a1d7ea1c6" providerId="ADAL" clId="{79555870-17B4-49F7-B1C8-B4904ED74D5B}" dt="2024-07-21T12:15:09.686" v="1795"/>
          <ac:grpSpMkLst>
            <pc:docMk/>
            <pc:sldMk cId="2419571550" sldId="338"/>
            <ac:grpSpMk id="7" creationId="{C45FB653-63E7-9BBA-F35F-B25F1917A79A}"/>
          </ac:grpSpMkLst>
        </pc:grpChg>
        <pc:grpChg chg="del mod">
          <ac:chgData name="Mahima Weerasinghe" userId="e11e3f55-42da-4e07-8ead-4d7a1d7ea1c6" providerId="ADAL" clId="{79555870-17B4-49F7-B1C8-B4904ED74D5B}" dt="2024-07-21T12:15:09.686" v="1795"/>
          <ac:grpSpMkLst>
            <pc:docMk/>
            <pc:sldMk cId="2419571550" sldId="338"/>
            <ac:grpSpMk id="13" creationId="{2F5AA2F5-6CE3-56CD-8423-8345882C9BBC}"/>
          </ac:grpSpMkLst>
        </pc:grpChg>
        <pc:grpChg chg="del mod">
          <ac:chgData name="Mahima Weerasinghe" userId="e11e3f55-42da-4e07-8ead-4d7a1d7ea1c6" providerId="ADAL" clId="{79555870-17B4-49F7-B1C8-B4904ED74D5B}" dt="2024-07-21T12:15:11.840" v="1797"/>
          <ac:grpSpMkLst>
            <pc:docMk/>
            <pc:sldMk cId="2419571550" sldId="338"/>
            <ac:grpSpMk id="15" creationId="{5C807579-012D-71C0-E2BE-18ADCE44C6BC}"/>
          </ac:grpSpMkLst>
        </pc:grpChg>
        <pc:grpChg chg="del mod">
          <ac:chgData name="Mahima Weerasinghe" userId="e11e3f55-42da-4e07-8ead-4d7a1d7ea1c6" providerId="ADAL" clId="{79555870-17B4-49F7-B1C8-B4904ED74D5B}" dt="2024-07-21T12:16:41.248" v="1833"/>
          <ac:grpSpMkLst>
            <pc:docMk/>
            <pc:sldMk cId="2419571550" sldId="338"/>
            <ac:grpSpMk id="17" creationId="{58B2D242-67CD-9D3F-6D7C-39178C28D65F}"/>
          </ac:grpSpMkLst>
        </pc:grpChg>
        <pc:grpChg chg="del mod">
          <ac:chgData name="Mahima Weerasinghe" userId="e11e3f55-42da-4e07-8ead-4d7a1d7ea1c6" providerId="ADAL" clId="{79555870-17B4-49F7-B1C8-B4904ED74D5B}" dt="2024-07-21T12:16:24.928" v="1830"/>
          <ac:grpSpMkLst>
            <pc:docMk/>
            <pc:sldMk cId="2419571550" sldId="338"/>
            <ac:grpSpMk id="29" creationId="{D12E6DBF-F540-7E55-5FBD-9088AA3CD85E}"/>
          </ac:grpSpMkLst>
        </pc:grpChg>
        <pc:grpChg chg="del mod">
          <ac:chgData name="Mahima Weerasinghe" userId="e11e3f55-42da-4e07-8ead-4d7a1d7ea1c6" providerId="ADAL" clId="{79555870-17B4-49F7-B1C8-B4904ED74D5B}" dt="2024-07-21T12:16:45.890" v="1835"/>
          <ac:grpSpMkLst>
            <pc:docMk/>
            <pc:sldMk cId="2419571550" sldId="338"/>
            <ac:grpSpMk id="30" creationId="{7F959F4C-2EC2-CDF5-0298-CA43B5D98CEC}"/>
          </ac:grpSpMkLst>
        </pc:grpChg>
        <pc:grpChg chg="del mod">
          <ac:chgData name="Mahima Weerasinghe" userId="e11e3f55-42da-4e07-8ead-4d7a1d7ea1c6" providerId="ADAL" clId="{79555870-17B4-49F7-B1C8-B4904ED74D5B}" dt="2024-07-21T12:16:24.928" v="1830"/>
          <ac:grpSpMkLst>
            <pc:docMk/>
            <pc:sldMk cId="2419571550" sldId="338"/>
            <ac:grpSpMk id="51" creationId="{3724A8A3-63E2-32E0-2BE1-FCE79B4D8D17}"/>
          </ac:grpSpMkLst>
        </pc:grpChg>
        <pc:grpChg chg="del mod">
          <ac:chgData name="Mahima Weerasinghe" userId="e11e3f55-42da-4e07-8ead-4d7a1d7ea1c6" providerId="ADAL" clId="{79555870-17B4-49F7-B1C8-B4904ED74D5B}" dt="2024-07-21T12:16:45.890" v="1835"/>
          <ac:grpSpMkLst>
            <pc:docMk/>
            <pc:sldMk cId="2419571550" sldId="338"/>
            <ac:grpSpMk id="52" creationId="{CA49CC8A-42F6-65BF-AF11-357FA1A20F2D}"/>
          </ac:grpSpMkLst>
        </pc:grpChg>
        <pc:grpChg chg="del mod">
          <ac:chgData name="Mahima Weerasinghe" userId="e11e3f55-42da-4e07-8ead-4d7a1d7ea1c6" providerId="ADAL" clId="{79555870-17B4-49F7-B1C8-B4904ED74D5B}" dt="2024-07-21T12:16:45.890" v="1835"/>
          <ac:grpSpMkLst>
            <pc:docMk/>
            <pc:sldMk cId="2419571550" sldId="338"/>
            <ac:grpSpMk id="55" creationId="{E44F5F8B-499E-35B3-C221-B7BE4C685B41}"/>
          </ac:grpSpMkLst>
        </pc:grpChg>
        <pc:grpChg chg="del mod">
          <ac:chgData name="Mahima Weerasinghe" userId="e11e3f55-42da-4e07-8ead-4d7a1d7ea1c6" providerId="ADAL" clId="{79555870-17B4-49F7-B1C8-B4904ED74D5B}" dt="2024-07-21T12:16:50.900" v="1839"/>
          <ac:grpSpMkLst>
            <pc:docMk/>
            <pc:sldMk cId="2419571550" sldId="338"/>
            <ac:grpSpMk id="57" creationId="{F22227DB-C226-BD91-6CF0-1EB12ECD32C0}"/>
          </ac:grpSpMkLst>
        </pc:grpChg>
        <pc:grpChg chg="del mod">
          <ac:chgData name="Mahima Weerasinghe" userId="e11e3f55-42da-4e07-8ead-4d7a1d7ea1c6" providerId="ADAL" clId="{79555870-17B4-49F7-B1C8-B4904ED74D5B}" dt="2024-07-21T12:16:54.507" v="1841"/>
          <ac:grpSpMkLst>
            <pc:docMk/>
            <pc:sldMk cId="2419571550" sldId="338"/>
            <ac:grpSpMk id="61" creationId="{3469236F-9F4C-3640-2B5E-7D3A2C1EEB32}"/>
          </ac:grpSpMkLst>
        </pc:grpChg>
        <pc:grpChg chg="del mod">
          <ac:chgData name="Mahima Weerasinghe" userId="e11e3f55-42da-4e07-8ead-4d7a1d7ea1c6" providerId="ADAL" clId="{79555870-17B4-49F7-B1C8-B4904ED74D5B}" dt="2024-07-21T12:17:42.204" v="1847"/>
          <ac:grpSpMkLst>
            <pc:docMk/>
            <pc:sldMk cId="2419571550" sldId="338"/>
            <ac:grpSpMk id="63" creationId="{1767C9BF-8F13-2E86-AED7-8F1C854CB7F5}"/>
          </ac:grpSpMkLst>
        </pc:grpChg>
        <pc:grpChg chg="del mod">
          <ac:chgData name="Mahima Weerasinghe" userId="e11e3f55-42da-4e07-8ead-4d7a1d7ea1c6" providerId="ADAL" clId="{79555870-17B4-49F7-B1C8-B4904ED74D5B}" dt="2024-07-21T12:17:42.204" v="1847"/>
          <ac:grpSpMkLst>
            <pc:docMk/>
            <pc:sldMk cId="2419571550" sldId="338"/>
            <ac:grpSpMk id="66" creationId="{3522E497-2F8D-B3A9-81AF-2CF1880B74CE}"/>
          </ac:grpSpMkLst>
        </pc:grpChg>
        <pc:grpChg chg="del mod">
          <ac:chgData name="Mahima Weerasinghe" userId="e11e3f55-42da-4e07-8ead-4d7a1d7ea1c6" providerId="ADAL" clId="{79555870-17B4-49F7-B1C8-B4904ED74D5B}" dt="2024-07-21T12:18:39.349" v="1849"/>
          <ac:grpSpMkLst>
            <pc:docMk/>
            <pc:sldMk cId="2419571550" sldId="338"/>
            <ac:grpSpMk id="69" creationId="{B606ABED-5813-CE9F-EDC1-316A3B035F07}"/>
          </ac:grpSpMkLst>
        </pc:grpChg>
        <pc:grpChg chg="del mod">
          <ac:chgData name="Mahima Weerasinghe" userId="e11e3f55-42da-4e07-8ead-4d7a1d7ea1c6" providerId="ADAL" clId="{79555870-17B4-49F7-B1C8-B4904ED74D5B}" dt="2024-07-21T12:18:43.948" v="1853"/>
          <ac:grpSpMkLst>
            <pc:docMk/>
            <pc:sldMk cId="2419571550" sldId="338"/>
            <ac:grpSpMk id="71" creationId="{FA1A5479-8F25-AAD9-5999-5EF0BD6A0C1B}"/>
          </ac:grpSpMkLst>
        </pc:grpChg>
        <pc:grpChg chg="del mod">
          <ac:chgData name="Mahima Weerasinghe" userId="e11e3f55-42da-4e07-8ead-4d7a1d7ea1c6" providerId="ADAL" clId="{79555870-17B4-49F7-B1C8-B4904ED74D5B}" dt="2024-07-21T12:19:23.746" v="1855"/>
          <ac:grpSpMkLst>
            <pc:docMk/>
            <pc:sldMk cId="2419571550" sldId="338"/>
            <ac:grpSpMk id="75" creationId="{BB5A9AAB-1643-8EBD-F05C-952FA5D53041}"/>
          </ac:grpSpMkLst>
        </pc:grpChg>
        <pc:grpChg chg="del mod">
          <ac:chgData name="Mahima Weerasinghe" userId="e11e3f55-42da-4e07-8ead-4d7a1d7ea1c6" providerId="ADAL" clId="{79555870-17B4-49F7-B1C8-B4904ED74D5B}" dt="2024-07-21T12:20:13.605" v="1858"/>
          <ac:grpSpMkLst>
            <pc:docMk/>
            <pc:sldMk cId="2419571550" sldId="338"/>
            <ac:grpSpMk id="77" creationId="{837FAD2A-01B3-4694-0D92-1ED034C7A359}"/>
          </ac:grpSpMkLst>
        </pc:grpChg>
        <pc:grpChg chg="del mod">
          <ac:chgData name="Mahima Weerasinghe" userId="e11e3f55-42da-4e07-8ead-4d7a1d7ea1c6" providerId="ADAL" clId="{79555870-17B4-49F7-B1C8-B4904ED74D5B}" dt="2024-07-21T12:20:13.605" v="1858"/>
          <ac:grpSpMkLst>
            <pc:docMk/>
            <pc:sldMk cId="2419571550" sldId="338"/>
            <ac:grpSpMk id="80" creationId="{D9D22F3C-D4A2-E96B-A8EA-66B21E89AB8C}"/>
          </ac:grpSpMkLst>
        </pc:grpChg>
        <pc:grpChg chg="del mod">
          <ac:chgData name="Mahima Weerasinghe" userId="e11e3f55-42da-4e07-8ead-4d7a1d7ea1c6" providerId="ADAL" clId="{79555870-17B4-49F7-B1C8-B4904ED74D5B}" dt="2024-07-21T12:20:35.755" v="1894"/>
          <ac:grpSpMkLst>
            <pc:docMk/>
            <pc:sldMk cId="2419571550" sldId="338"/>
            <ac:grpSpMk id="81" creationId="{7D97C0E4-CAC9-FA80-C00C-D20A1BD67B83}"/>
          </ac:grpSpMkLst>
        </pc:grpChg>
        <pc:grpChg chg="del mod">
          <ac:chgData name="Mahima Weerasinghe" userId="e11e3f55-42da-4e07-8ead-4d7a1d7ea1c6" providerId="ADAL" clId="{79555870-17B4-49F7-B1C8-B4904ED74D5B}" dt="2024-07-21T12:21:58.617" v="1928"/>
          <ac:grpSpMkLst>
            <pc:docMk/>
            <pc:sldMk cId="2419571550" sldId="338"/>
            <ac:grpSpMk id="86" creationId="{47D78D80-F6F8-15EC-A8F7-0FC416F09E57}"/>
          </ac:grpSpMkLst>
        </pc:grpChg>
        <pc:grpChg chg="del mod">
          <ac:chgData name="Mahima Weerasinghe" userId="e11e3f55-42da-4e07-8ead-4d7a1d7ea1c6" providerId="ADAL" clId="{79555870-17B4-49F7-B1C8-B4904ED74D5B}" dt="2024-07-21T12:20:27.262" v="1883"/>
          <ac:grpSpMkLst>
            <pc:docMk/>
            <pc:sldMk cId="2419571550" sldId="338"/>
            <ac:grpSpMk id="91" creationId="{8409B57A-86B3-0651-2B5B-85F4A08A7072}"/>
          </ac:grpSpMkLst>
        </pc:grpChg>
        <pc:grpChg chg="del mod">
          <ac:chgData name="Mahima Weerasinghe" userId="e11e3f55-42da-4e07-8ead-4d7a1d7ea1c6" providerId="ADAL" clId="{79555870-17B4-49F7-B1C8-B4904ED74D5B}" dt="2024-07-22T05:08:47.795" v="2913" actId="478"/>
          <ac:grpSpMkLst>
            <pc:docMk/>
            <pc:sldMk cId="2419571550" sldId="338"/>
            <ac:grpSpMk id="106" creationId="{3ED5359C-D497-A4FF-9D21-6F847C316B1C}"/>
          </ac:grpSpMkLst>
        </pc:grpChg>
        <pc:grpChg chg="del mod">
          <ac:chgData name="Mahima Weerasinghe" userId="e11e3f55-42da-4e07-8ead-4d7a1d7ea1c6" providerId="ADAL" clId="{79555870-17B4-49F7-B1C8-B4904ED74D5B}" dt="2024-07-22T05:08:47.795" v="2913" actId="478"/>
          <ac:grpSpMkLst>
            <pc:docMk/>
            <pc:sldMk cId="2419571550" sldId="338"/>
            <ac:grpSpMk id="107" creationId="{26A84064-8206-FE7A-3484-CAAE70076C23}"/>
          </ac:grpSpMkLst>
        </pc:grpChg>
        <pc:grpChg chg="del mod">
          <ac:chgData name="Mahima Weerasinghe" userId="e11e3f55-42da-4e07-8ead-4d7a1d7ea1c6" providerId="ADAL" clId="{79555870-17B4-49F7-B1C8-B4904ED74D5B}" dt="2024-07-21T12:21:58.617" v="1928"/>
          <ac:grpSpMkLst>
            <pc:docMk/>
            <pc:sldMk cId="2419571550" sldId="338"/>
            <ac:grpSpMk id="108" creationId="{B9A0F63E-7110-9B0E-C411-9FF9E201BD8F}"/>
          </ac:grpSpMkLst>
        </pc:grpChg>
        <pc:grpChg chg="del mod">
          <ac:chgData name="Mahima Weerasinghe" userId="e11e3f55-42da-4e07-8ead-4d7a1d7ea1c6" providerId="ADAL" clId="{79555870-17B4-49F7-B1C8-B4904ED74D5B}" dt="2024-07-21T12:20:37.006" v="1896"/>
          <ac:grpSpMkLst>
            <pc:docMk/>
            <pc:sldMk cId="2419571550" sldId="338"/>
            <ac:grpSpMk id="119" creationId="{C3022820-EE05-178E-9545-5A199CC1A204}"/>
          </ac:grpSpMkLst>
        </pc:grpChg>
        <pc:grpChg chg="del mod">
          <ac:chgData name="Mahima Weerasinghe" userId="e11e3f55-42da-4e07-8ead-4d7a1d7ea1c6" providerId="ADAL" clId="{79555870-17B4-49F7-B1C8-B4904ED74D5B}" dt="2024-07-21T12:21:43.435" v="1911"/>
          <ac:grpSpMkLst>
            <pc:docMk/>
            <pc:sldMk cId="2419571550" sldId="338"/>
            <ac:grpSpMk id="121" creationId="{F5BD8C53-DD1E-54BB-0607-CEEB9020206A}"/>
          </ac:grpSpMkLst>
        </pc:grpChg>
        <pc:grpChg chg="del mod">
          <ac:chgData name="Mahima Weerasinghe" userId="e11e3f55-42da-4e07-8ead-4d7a1d7ea1c6" providerId="ADAL" clId="{79555870-17B4-49F7-B1C8-B4904ED74D5B}" dt="2024-07-21T12:21:18.245" v="1906"/>
          <ac:grpSpMkLst>
            <pc:docMk/>
            <pc:sldMk cId="2419571550" sldId="338"/>
            <ac:grpSpMk id="124" creationId="{6A4FEEEC-9487-D20B-494D-90C1FA36D6AE}"/>
          </ac:grpSpMkLst>
        </pc:grpChg>
        <pc:grpChg chg="del mod">
          <ac:chgData name="Mahima Weerasinghe" userId="e11e3f55-42da-4e07-8ead-4d7a1d7ea1c6" providerId="ADAL" clId="{79555870-17B4-49F7-B1C8-B4904ED74D5B}" dt="2024-07-21T12:21:43.435" v="1911"/>
          <ac:grpSpMkLst>
            <pc:docMk/>
            <pc:sldMk cId="2419571550" sldId="338"/>
            <ac:grpSpMk id="131" creationId="{E3F4B206-D57E-2759-8996-AB76B4E7B33F}"/>
          </ac:grpSpMkLst>
        </pc:grpChg>
        <pc:grpChg chg="del mod">
          <ac:chgData name="Mahima Weerasinghe" userId="e11e3f55-42da-4e07-8ead-4d7a1d7ea1c6" providerId="ADAL" clId="{79555870-17B4-49F7-B1C8-B4904ED74D5B}" dt="2024-07-21T12:21:43.435" v="1911"/>
          <ac:grpSpMkLst>
            <pc:docMk/>
            <pc:sldMk cId="2419571550" sldId="338"/>
            <ac:grpSpMk id="134" creationId="{BDCF95B3-0EF2-A1E5-4EE3-DEBEF6D0B2D5}"/>
          </ac:grpSpMkLst>
        </pc:grpChg>
        <pc:grpChg chg="del mod">
          <ac:chgData name="Mahima Weerasinghe" userId="e11e3f55-42da-4e07-8ead-4d7a1d7ea1c6" providerId="ADAL" clId="{79555870-17B4-49F7-B1C8-B4904ED74D5B}" dt="2024-07-21T12:21:52.412" v="1914"/>
          <ac:grpSpMkLst>
            <pc:docMk/>
            <pc:sldMk cId="2419571550" sldId="338"/>
            <ac:grpSpMk id="136" creationId="{D2ECF2C2-3E1E-2A70-2A9A-D46F02F109E5}"/>
          </ac:grpSpMkLst>
        </pc:grpChg>
        <pc:grpChg chg="del mod">
          <ac:chgData name="Mahima Weerasinghe" userId="e11e3f55-42da-4e07-8ead-4d7a1d7ea1c6" providerId="ADAL" clId="{79555870-17B4-49F7-B1C8-B4904ED74D5B}" dt="2024-07-21T12:21:58.617" v="1928"/>
          <ac:grpSpMkLst>
            <pc:docMk/>
            <pc:sldMk cId="2419571550" sldId="338"/>
            <ac:grpSpMk id="139" creationId="{1A8B3106-5AB6-3137-28DB-A0FFB2DBB9A8}"/>
          </ac:grpSpMkLst>
        </pc:grpChg>
        <pc:grpChg chg="del mod">
          <ac:chgData name="Mahima Weerasinghe" userId="e11e3f55-42da-4e07-8ead-4d7a1d7ea1c6" providerId="ADAL" clId="{79555870-17B4-49F7-B1C8-B4904ED74D5B}" dt="2024-07-22T05:08:51.111" v="2914" actId="478"/>
          <ac:grpSpMkLst>
            <pc:docMk/>
            <pc:sldMk cId="2419571550" sldId="338"/>
            <ac:grpSpMk id="153" creationId="{4F3A5D59-E81F-3AEA-1217-CAFFEC44200E}"/>
          </ac:grpSpMkLst>
        </pc:grpChg>
        <pc:grpChg chg="del mod">
          <ac:chgData name="Mahima Weerasinghe" userId="e11e3f55-42da-4e07-8ead-4d7a1d7ea1c6" providerId="ADAL" clId="{79555870-17B4-49F7-B1C8-B4904ED74D5B}" dt="2024-07-22T05:08:44.289" v="2912" actId="478"/>
          <ac:grpSpMkLst>
            <pc:docMk/>
            <pc:sldMk cId="2419571550" sldId="338"/>
            <ac:grpSpMk id="161" creationId="{D70EF4E5-AF52-3773-DC76-5485F00ADE0E}"/>
          </ac:grpSpMkLst>
        </pc:grpChg>
        <pc:grpChg chg="del mod">
          <ac:chgData name="Mahima Weerasinghe" userId="e11e3f55-42da-4e07-8ead-4d7a1d7ea1c6" providerId="ADAL" clId="{79555870-17B4-49F7-B1C8-B4904ED74D5B}" dt="2024-07-22T05:08:47.795" v="2913" actId="478"/>
          <ac:grpSpMkLst>
            <pc:docMk/>
            <pc:sldMk cId="2419571550" sldId="338"/>
            <ac:grpSpMk id="172" creationId="{D8F42831-2E7D-532B-B7CC-493DF6E6F1C7}"/>
          </ac:grpSpMkLst>
        </pc:grpChg>
        <pc:grpChg chg="del mod">
          <ac:chgData name="Mahima Weerasinghe" userId="e11e3f55-42da-4e07-8ead-4d7a1d7ea1c6" providerId="ADAL" clId="{79555870-17B4-49F7-B1C8-B4904ED74D5B}" dt="2024-07-22T05:08:44.289" v="2912" actId="478"/>
          <ac:grpSpMkLst>
            <pc:docMk/>
            <pc:sldMk cId="2419571550" sldId="338"/>
            <ac:grpSpMk id="175" creationId="{A5187894-3041-6425-66FD-7C74424C01C6}"/>
          </ac:grpSpMkLst>
        </pc:grpChg>
        <pc:grpChg chg="del mod">
          <ac:chgData name="Mahima Weerasinghe" userId="e11e3f55-42da-4e07-8ead-4d7a1d7ea1c6" providerId="ADAL" clId="{79555870-17B4-49F7-B1C8-B4904ED74D5B}" dt="2024-07-22T05:08:37.797" v="2911" actId="478"/>
          <ac:grpSpMkLst>
            <pc:docMk/>
            <pc:sldMk cId="2419571550" sldId="338"/>
            <ac:grpSpMk id="180" creationId="{775A15B1-D9B1-9FBF-1F96-FF79FB8961AC}"/>
          </ac:grpSpMkLst>
        </pc:grpChg>
        <pc:inkChg chg="add mod">
          <ac:chgData name="Mahima Weerasinghe" userId="e11e3f55-42da-4e07-8ead-4d7a1d7ea1c6" providerId="ADAL" clId="{79555870-17B4-49F7-B1C8-B4904ED74D5B}" dt="2024-07-21T12:21:58.617" v="1928"/>
          <ac:inkMkLst>
            <pc:docMk/>
            <pc:sldMk cId="2419571550" sldId="338"/>
            <ac:inkMk id="3" creationId="{C5A626C7-885B-B2A6-E03E-C3D60642201F}"/>
          </ac:inkMkLst>
        </pc:inkChg>
        <pc:inkChg chg="add mod">
          <ac:chgData name="Mahima Weerasinghe" userId="e11e3f55-42da-4e07-8ead-4d7a1d7ea1c6" providerId="ADAL" clId="{79555870-17B4-49F7-B1C8-B4904ED74D5B}" dt="2024-07-21T12:21:58.617" v="1928"/>
          <ac:inkMkLst>
            <pc:docMk/>
            <pc:sldMk cId="2419571550" sldId="338"/>
            <ac:inkMk id="4" creationId="{7D1EE404-4184-F473-89B3-1322954CBA7A}"/>
          </ac:inkMkLst>
        </pc:inkChg>
        <pc:inkChg chg="add mod">
          <ac:chgData name="Mahima Weerasinghe" userId="e11e3f55-42da-4e07-8ead-4d7a1d7ea1c6" providerId="ADAL" clId="{79555870-17B4-49F7-B1C8-B4904ED74D5B}" dt="2024-07-21T12:21:58.617" v="1928"/>
          <ac:inkMkLst>
            <pc:docMk/>
            <pc:sldMk cId="2419571550" sldId="338"/>
            <ac:inkMk id="6" creationId="{53A1D8A7-7DD5-C009-4D40-6059EBA73EE3}"/>
          </ac:inkMkLst>
        </pc:inkChg>
        <pc:inkChg chg="add mod">
          <ac:chgData name="Mahima Weerasinghe" userId="e11e3f55-42da-4e07-8ead-4d7a1d7ea1c6" providerId="ADAL" clId="{79555870-17B4-49F7-B1C8-B4904ED74D5B}" dt="2024-07-21T12:21:58.617" v="1928"/>
          <ac:inkMkLst>
            <pc:docMk/>
            <pc:sldMk cId="2419571550" sldId="338"/>
            <ac:inkMk id="8" creationId="{E483A71A-F0A6-2F0A-2D47-A84239B0A63E}"/>
          </ac:inkMkLst>
        </pc:inkChg>
        <pc:inkChg chg="add mod">
          <ac:chgData name="Mahima Weerasinghe" userId="e11e3f55-42da-4e07-8ead-4d7a1d7ea1c6" providerId="ADAL" clId="{79555870-17B4-49F7-B1C8-B4904ED74D5B}" dt="2024-07-21T12:21:58.617" v="1928"/>
          <ac:inkMkLst>
            <pc:docMk/>
            <pc:sldMk cId="2419571550" sldId="338"/>
            <ac:inkMk id="9" creationId="{E1DB9420-8ABD-7AA5-91AF-B617F696092E}"/>
          </ac:inkMkLst>
        </pc:inkChg>
        <pc:inkChg chg="add mod">
          <ac:chgData name="Mahima Weerasinghe" userId="e11e3f55-42da-4e07-8ead-4d7a1d7ea1c6" providerId="ADAL" clId="{79555870-17B4-49F7-B1C8-B4904ED74D5B}" dt="2024-07-21T12:21:58.617" v="1928"/>
          <ac:inkMkLst>
            <pc:docMk/>
            <pc:sldMk cId="2419571550" sldId="338"/>
            <ac:inkMk id="10" creationId="{BD05CC76-B44E-3033-67BE-C8EF9DF60736}"/>
          </ac:inkMkLst>
        </pc:inkChg>
        <pc:inkChg chg="add mod">
          <ac:chgData name="Mahima Weerasinghe" userId="e11e3f55-42da-4e07-8ead-4d7a1d7ea1c6" providerId="ADAL" clId="{79555870-17B4-49F7-B1C8-B4904ED74D5B}" dt="2024-07-21T12:21:58.617" v="1928"/>
          <ac:inkMkLst>
            <pc:docMk/>
            <pc:sldMk cId="2419571550" sldId="338"/>
            <ac:inkMk id="11" creationId="{2D6346BE-AF17-615F-5B15-3C232BB745DF}"/>
          </ac:inkMkLst>
        </pc:inkChg>
        <pc:inkChg chg="add mod">
          <ac:chgData name="Mahima Weerasinghe" userId="e11e3f55-42da-4e07-8ead-4d7a1d7ea1c6" providerId="ADAL" clId="{79555870-17B4-49F7-B1C8-B4904ED74D5B}" dt="2024-07-21T12:21:58.617" v="1928"/>
          <ac:inkMkLst>
            <pc:docMk/>
            <pc:sldMk cId="2419571550" sldId="338"/>
            <ac:inkMk id="12" creationId="{B14F46B1-7BB9-EE05-ABD6-E2F9FBBBDC7A}"/>
          </ac:inkMkLst>
        </pc:inkChg>
        <pc:inkChg chg="add mod">
          <ac:chgData name="Mahima Weerasinghe" userId="e11e3f55-42da-4e07-8ead-4d7a1d7ea1c6" providerId="ADAL" clId="{79555870-17B4-49F7-B1C8-B4904ED74D5B}" dt="2024-07-21T12:21:58.617" v="1928"/>
          <ac:inkMkLst>
            <pc:docMk/>
            <pc:sldMk cId="2419571550" sldId="338"/>
            <ac:inkMk id="14" creationId="{DA7984FF-13BE-C1DA-3595-26F8B0E1CA4F}"/>
          </ac:inkMkLst>
        </pc:inkChg>
        <pc:inkChg chg="add mod">
          <ac:chgData name="Mahima Weerasinghe" userId="e11e3f55-42da-4e07-8ead-4d7a1d7ea1c6" providerId="ADAL" clId="{79555870-17B4-49F7-B1C8-B4904ED74D5B}" dt="2024-07-21T12:21:58.617" v="1928"/>
          <ac:inkMkLst>
            <pc:docMk/>
            <pc:sldMk cId="2419571550" sldId="338"/>
            <ac:inkMk id="16" creationId="{36BB23CC-1C8E-A0A4-0B83-361D0AFBE3F2}"/>
          </ac:inkMkLst>
        </pc:inkChg>
        <pc:inkChg chg="add del mod">
          <ac:chgData name="Mahima Weerasinghe" userId="e11e3f55-42da-4e07-8ead-4d7a1d7ea1c6" providerId="ADAL" clId="{79555870-17B4-49F7-B1C8-B4904ED74D5B}" dt="2024-07-22T05:08:47.795" v="2913" actId="478"/>
          <ac:inkMkLst>
            <pc:docMk/>
            <pc:sldMk cId="2419571550" sldId="338"/>
            <ac:inkMk id="18" creationId="{5B4A947B-E1DD-E0FC-A222-2768EC763B0E}"/>
          </ac:inkMkLst>
        </pc:inkChg>
        <pc:inkChg chg="add del mod">
          <ac:chgData name="Mahima Weerasinghe" userId="e11e3f55-42da-4e07-8ead-4d7a1d7ea1c6" providerId="ADAL" clId="{79555870-17B4-49F7-B1C8-B4904ED74D5B}" dt="2024-07-22T05:08:47.795" v="2913" actId="478"/>
          <ac:inkMkLst>
            <pc:docMk/>
            <pc:sldMk cId="2419571550" sldId="338"/>
            <ac:inkMk id="19" creationId="{A2C287C5-BDB0-D2D4-6538-19250851D24C}"/>
          </ac:inkMkLst>
        </pc:inkChg>
        <pc:inkChg chg="add del mod">
          <ac:chgData name="Mahima Weerasinghe" userId="e11e3f55-42da-4e07-8ead-4d7a1d7ea1c6" providerId="ADAL" clId="{79555870-17B4-49F7-B1C8-B4904ED74D5B}" dt="2024-07-22T05:08:47.795" v="2913" actId="478"/>
          <ac:inkMkLst>
            <pc:docMk/>
            <pc:sldMk cId="2419571550" sldId="338"/>
            <ac:inkMk id="20" creationId="{AAC79947-DF25-289C-3B04-5BD387B47187}"/>
          </ac:inkMkLst>
        </pc:inkChg>
        <pc:inkChg chg="add del mod">
          <ac:chgData name="Mahima Weerasinghe" userId="e11e3f55-42da-4e07-8ead-4d7a1d7ea1c6" providerId="ADAL" clId="{79555870-17B4-49F7-B1C8-B4904ED74D5B}" dt="2024-07-22T05:08:47.795" v="2913" actId="478"/>
          <ac:inkMkLst>
            <pc:docMk/>
            <pc:sldMk cId="2419571550" sldId="338"/>
            <ac:inkMk id="21" creationId="{88C9D20D-EDDF-5750-B7C2-AEC8A4671528}"/>
          </ac:inkMkLst>
        </pc:inkChg>
        <pc:inkChg chg="add del mod">
          <ac:chgData name="Mahima Weerasinghe" userId="e11e3f55-42da-4e07-8ead-4d7a1d7ea1c6" providerId="ADAL" clId="{79555870-17B4-49F7-B1C8-B4904ED74D5B}" dt="2024-07-22T05:08:47.795" v="2913" actId="478"/>
          <ac:inkMkLst>
            <pc:docMk/>
            <pc:sldMk cId="2419571550" sldId="338"/>
            <ac:inkMk id="22" creationId="{6708F441-9672-6B1B-0752-22BC7DE726A6}"/>
          </ac:inkMkLst>
        </pc:inkChg>
        <pc:inkChg chg="add del mod">
          <ac:chgData name="Mahima Weerasinghe" userId="e11e3f55-42da-4e07-8ead-4d7a1d7ea1c6" providerId="ADAL" clId="{79555870-17B4-49F7-B1C8-B4904ED74D5B}" dt="2024-07-22T05:08:47.795" v="2913" actId="478"/>
          <ac:inkMkLst>
            <pc:docMk/>
            <pc:sldMk cId="2419571550" sldId="338"/>
            <ac:inkMk id="23" creationId="{B9A13354-6286-90C7-552F-81235E2F5B65}"/>
          </ac:inkMkLst>
        </pc:inkChg>
        <pc:inkChg chg="add del mod">
          <ac:chgData name="Mahima Weerasinghe" userId="e11e3f55-42da-4e07-8ead-4d7a1d7ea1c6" providerId="ADAL" clId="{79555870-17B4-49F7-B1C8-B4904ED74D5B}" dt="2024-07-22T05:08:47.795" v="2913" actId="478"/>
          <ac:inkMkLst>
            <pc:docMk/>
            <pc:sldMk cId="2419571550" sldId="338"/>
            <ac:inkMk id="24" creationId="{22BDE77B-5A57-AFE6-383A-61B3A0F75A5A}"/>
          </ac:inkMkLst>
        </pc:inkChg>
        <pc:inkChg chg="add del mod">
          <ac:chgData name="Mahima Weerasinghe" userId="e11e3f55-42da-4e07-8ead-4d7a1d7ea1c6" providerId="ADAL" clId="{79555870-17B4-49F7-B1C8-B4904ED74D5B}" dt="2024-07-22T05:08:44.289" v="2912" actId="478"/>
          <ac:inkMkLst>
            <pc:docMk/>
            <pc:sldMk cId="2419571550" sldId="338"/>
            <ac:inkMk id="25" creationId="{5C8F62BD-E6CA-F055-E1E7-1D61F8B09920}"/>
          </ac:inkMkLst>
        </pc:inkChg>
        <pc:inkChg chg="add del mod">
          <ac:chgData name="Mahima Weerasinghe" userId="e11e3f55-42da-4e07-8ead-4d7a1d7ea1c6" providerId="ADAL" clId="{79555870-17B4-49F7-B1C8-B4904ED74D5B}" dt="2024-07-22T05:08:44.289" v="2912" actId="478"/>
          <ac:inkMkLst>
            <pc:docMk/>
            <pc:sldMk cId="2419571550" sldId="338"/>
            <ac:inkMk id="26" creationId="{F94A17D9-A4DD-135A-0640-A57F377A817D}"/>
          </ac:inkMkLst>
        </pc:inkChg>
        <pc:inkChg chg="add del mod">
          <ac:chgData name="Mahima Weerasinghe" userId="e11e3f55-42da-4e07-8ead-4d7a1d7ea1c6" providerId="ADAL" clId="{79555870-17B4-49F7-B1C8-B4904ED74D5B}" dt="2024-07-22T05:08:44.289" v="2912" actId="478"/>
          <ac:inkMkLst>
            <pc:docMk/>
            <pc:sldMk cId="2419571550" sldId="338"/>
            <ac:inkMk id="27" creationId="{D94EE027-249F-75FC-E45C-5BF76FE846D7}"/>
          </ac:inkMkLst>
        </pc:inkChg>
        <pc:inkChg chg="add del mod">
          <ac:chgData name="Mahima Weerasinghe" userId="e11e3f55-42da-4e07-8ead-4d7a1d7ea1c6" providerId="ADAL" clId="{79555870-17B4-49F7-B1C8-B4904ED74D5B}" dt="2024-07-22T05:08:44.289" v="2912" actId="478"/>
          <ac:inkMkLst>
            <pc:docMk/>
            <pc:sldMk cId="2419571550" sldId="338"/>
            <ac:inkMk id="28" creationId="{96872CFD-FFE0-B93A-C982-AB6EE62EE35A}"/>
          </ac:inkMkLst>
        </pc:inkChg>
        <pc:inkChg chg="add del mod">
          <ac:chgData name="Mahima Weerasinghe" userId="e11e3f55-42da-4e07-8ead-4d7a1d7ea1c6" providerId="ADAL" clId="{79555870-17B4-49F7-B1C8-B4904ED74D5B}" dt="2024-07-22T05:08:44.289" v="2912" actId="478"/>
          <ac:inkMkLst>
            <pc:docMk/>
            <pc:sldMk cId="2419571550" sldId="338"/>
            <ac:inkMk id="31" creationId="{3515D398-C8E0-A014-05DD-99F7ACCA768D}"/>
          </ac:inkMkLst>
        </pc:inkChg>
        <pc:inkChg chg="add del mod">
          <ac:chgData name="Mahima Weerasinghe" userId="e11e3f55-42da-4e07-8ead-4d7a1d7ea1c6" providerId="ADAL" clId="{79555870-17B4-49F7-B1C8-B4904ED74D5B}" dt="2024-07-22T05:08:44.289" v="2912" actId="478"/>
          <ac:inkMkLst>
            <pc:docMk/>
            <pc:sldMk cId="2419571550" sldId="338"/>
            <ac:inkMk id="32" creationId="{B25F9979-C1F0-BBA8-0A80-4CB7B762E478}"/>
          </ac:inkMkLst>
        </pc:inkChg>
        <pc:inkChg chg="add del mod">
          <ac:chgData name="Mahima Weerasinghe" userId="e11e3f55-42da-4e07-8ead-4d7a1d7ea1c6" providerId="ADAL" clId="{79555870-17B4-49F7-B1C8-B4904ED74D5B}" dt="2024-07-22T05:08:44.289" v="2912" actId="478"/>
          <ac:inkMkLst>
            <pc:docMk/>
            <pc:sldMk cId="2419571550" sldId="338"/>
            <ac:inkMk id="33" creationId="{52E2336B-22E1-C631-8EA9-9119F8B2E018}"/>
          </ac:inkMkLst>
        </pc:inkChg>
        <pc:inkChg chg="add del mod">
          <ac:chgData name="Mahima Weerasinghe" userId="e11e3f55-42da-4e07-8ead-4d7a1d7ea1c6" providerId="ADAL" clId="{79555870-17B4-49F7-B1C8-B4904ED74D5B}" dt="2024-07-22T05:08:44.289" v="2912" actId="478"/>
          <ac:inkMkLst>
            <pc:docMk/>
            <pc:sldMk cId="2419571550" sldId="338"/>
            <ac:inkMk id="34" creationId="{75300ECB-1AA3-C60B-384B-30CF035A9EE8}"/>
          </ac:inkMkLst>
        </pc:inkChg>
        <pc:inkChg chg="add del mod">
          <ac:chgData name="Mahima Weerasinghe" userId="e11e3f55-42da-4e07-8ead-4d7a1d7ea1c6" providerId="ADAL" clId="{79555870-17B4-49F7-B1C8-B4904ED74D5B}" dt="2024-07-22T05:08:44.289" v="2912" actId="478"/>
          <ac:inkMkLst>
            <pc:docMk/>
            <pc:sldMk cId="2419571550" sldId="338"/>
            <ac:inkMk id="35" creationId="{DA60C806-2588-2A7C-E25D-7564847470A8}"/>
          </ac:inkMkLst>
        </pc:inkChg>
        <pc:inkChg chg="add del mod">
          <ac:chgData name="Mahima Weerasinghe" userId="e11e3f55-42da-4e07-8ead-4d7a1d7ea1c6" providerId="ADAL" clId="{79555870-17B4-49F7-B1C8-B4904ED74D5B}" dt="2024-07-22T05:08:44.289" v="2912" actId="478"/>
          <ac:inkMkLst>
            <pc:docMk/>
            <pc:sldMk cId="2419571550" sldId="338"/>
            <ac:inkMk id="36" creationId="{15FE6725-023F-D71A-7622-78BA9D81FE23}"/>
          </ac:inkMkLst>
        </pc:inkChg>
        <pc:inkChg chg="add del mod">
          <ac:chgData name="Mahima Weerasinghe" userId="e11e3f55-42da-4e07-8ead-4d7a1d7ea1c6" providerId="ADAL" clId="{79555870-17B4-49F7-B1C8-B4904ED74D5B}" dt="2024-07-22T05:08:44.289" v="2912" actId="478"/>
          <ac:inkMkLst>
            <pc:docMk/>
            <pc:sldMk cId="2419571550" sldId="338"/>
            <ac:inkMk id="37" creationId="{CFD9E3DE-DBCB-7715-9D32-9026DF63B098}"/>
          </ac:inkMkLst>
        </pc:inkChg>
        <pc:inkChg chg="add del mod">
          <ac:chgData name="Mahima Weerasinghe" userId="e11e3f55-42da-4e07-8ead-4d7a1d7ea1c6" providerId="ADAL" clId="{79555870-17B4-49F7-B1C8-B4904ED74D5B}" dt="2024-07-22T05:08:44.289" v="2912" actId="478"/>
          <ac:inkMkLst>
            <pc:docMk/>
            <pc:sldMk cId="2419571550" sldId="338"/>
            <ac:inkMk id="38" creationId="{1BF72A33-8740-F47D-A03B-6728DE035FA9}"/>
          </ac:inkMkLst>
        </pc:inkChg>
        <pc:inkChg chg="add del mod">
          <ac:chgData name="Mahima Weerasinghe" userId="e11e3f55-42da-4e07-8ead-4d7a1d7ea1c6" providerId="ADAL" clId="{79555870-17B4-49F7-B1C8-B4904ED74D5B}" dt="2024-07-22T05:08:44.289" v="2912" actId="478"/>
          <ac:inkMkLst>
            <pc:docMk/>
            <pc:sldMk cId="2419571550" sldId="338"/>
            <ac:inkMk id="39" creationId="{D7BEFCC1-F479-8A3E-E9CA-677669731202}"/>
          </ac:inkMkLst>
        </pc:inkChg>
        <pc:inkChg chg="add del mod">
          <ac:chgData name="Mahima Weerasinghe" userId="e11e3f55-42da-4e07-8ead-4d7a1d7ea1c6" providerId="ADAL" clId="{79555870-17B4-49F7-B1C8-B4904ED74D5B}" dt="2024-07-22T05:08:44.289" v="2912" actId="478"/>
          <ac:inkMkLst>
            <pc:docMk/>
            <pc:sldMk cId="2419571550" sldId="338"/>
            <ac:inkMk id="40" creationId="{0CA582BF-8018-AD48-F734-427A326E1C9A}"/>
          </ac:inkMkLst>
        </pc:inkChg>
        <pc:inkChg chg="add del mod">
          <ac:chgData name="Mahima Weerasinghe" userId="e11e3f55-42da-4e07-8ead-4d7a1d7ea1c6" providerId="ADAL" clId="{79555870-17B4-49F7-B1C8-B4904ED74D5B}" dt="2024-07-22T05:08:44.289" v="2912" actId="478"/>
          <ac:inkMkLst>
            <pc:docMk/>
            <pc:sldMk cId="2419571550" sldId="338"/>
            <ac:inkMk id="41" creationId="{BA722D18-6DAF-E396-571D-CE84EE5AC2B4}"/>
          </ac:inkMkLst>
        </pc:inkChg>
        <pc:inkChg chg="add del mod">
          <ac:chgData name="Mahima Weerasinghe" userId="e11e3f55-42da-4e07-8ead-4d7a1d7ea1c6" providerId="ADAL" clId="{79555870-17B4-49F7-B1C8-B4904ED74D5B}" dt="2024-07-22T05:08:44.289" v="2912" actId="478"/>
          <ac:inkMkLst>
            <pc:docMk/>
            <pc:sldMk cId="2419571550" sldId="338"/>
            <ac:inkMk id="42" creationId="{259E42BD-FBC7-E5D1-FF75-DDED8701EC56}"/>
          </ac:inkMkLst>
        </pc:inkChg>
        <pc:inkChg chg="add del mod">
          <ac:chgData name="Mahima Weerasinghe" userId="e11e3f55-42da-4e07-8ead-4d7a1d7ea1c6" providerId="ADAL" clId="{79555870-17B4-49F7-B1C8-B4904ED74D5B}" dt="2024-07-22T05:08:44.289" v="2912" actId="478"/>
          <ac:inkMkLst>
            <pc:docMk/>
            <pc:sldMk cId="2419571550" sldId="338"/>
            <ac:inkMk id="43" creationId="{B3AFD94F-9784-1AEE-1C25-EEDF7347FF24}"/>
          </ac:inkMkLst>
        </pc:inkChg>
        <pc:inkChg chg="add del mod">
          <ac:chgData name="Mahima Weerasinghe" userId="e11e3f55-42da-4e07-8ead-4d7a1d7ea1c6" providerId="ADAL" clId="{79555870-17B4-49F7-B1C8-B4904ED74D5B}" dt="2024-07-22T05:08:44.289" v="2912" actId="478"/>
          <ac:inkMkLst>
            <pc:docMk/>
            <pc:sldMk cId="2419571550" sldId="338"/>
            <ac:inkMk id="44" creationId="{55DCE519-AF35-8CA9-5008-28F24FD5A48F}"/>
          </ac:inkMkLst>
        </pc:inkChg>
        <pc:inkChg chg="add del mod">
          <ac:chgData name="Mahima Weerasinghe" userId="e11e3f55-42da-4e07-8ead-4d7a1d7ea1c6" providerId="ADAL" clId="{79555870-17B4-49F7-B1C8-B4904ED74D5B}" dt="2024-07-22T05:08:44.289" v="2912" actId="478"/>
          <ac:inkMkLst>
            <pc:docMk/>
            <pc:sldMk cId="2419571550" sldId="338"/>
            <ac:inkMk id="45" creationId="{A874A89E-1464-9BD0-BD24-2346FFB81193}"/>
          </ac:inkMkLst>
        </pc:inkChg>
        <pc:inkChg chg="add del mod">
          <ac:chgData name="Mahima Weerasinghe" userId="e11e3f55-42da-4e07-8ead-4d7a1d7ea1c6" providerId="ADAL" clId="{79555870-17B4-49F7-B1C8-B4904ED74D5B}" dt="2024-07-22T05:08:44.289" v="2912" actId="478"/>
          <ac:inkMkLst>
            <pc:docMk/>
            <pc:sldMk cId="2419571550" sldId="338"/>
            <ac:inkMk id="46" creationId="{92AAC637-7A4A-733A-5C04-B21DAA239085}"/>
          </ac:inkMkLst>
        </pc:inkChg>
        <pc:inkChg chg="add del mod">
          <ac:chgData name="Mahima Weerasinghe" userId="e11e3f55-42da-4e07-8ead-4d7a1d7ea1c6" providerId="ADAL" clId="{79555870-17B4-49F7-B1C8-B4904ED74D5B}" dt="2024-07-22T05:08:44.289" v="2912" actId="478"/>
          <ac:inkMkLst>
            <pc:docMk/>
            <pc:sldMk cId="2419571550" sldId="338"/>
            <ac:inkMk id="47" creationId="{EF5873E8-A3F0-E4D1-7B1E-F072F02E4484}"/>
          </ac:inkMkLst>
        </pc:inkChg>
        <pc:inkChg chg="add del mod">
          <ac:chgData name="Mahima Weerasinghe" userId="e11e3f55-42da-4e07-8ead-4d7a1d7ea1c6" providerId="ADAL" clId="{79555870-17B4-49F7-B1C8-B4904ED74D5B}" dt="2024-07-22T05:08:44.289" v="2912" actId="478"/>
          <ac:inkMkLst>
            <pc:docMk/>
            <pc:sldMk cId="2419571550" sldId="338"/>
            <ac:inkMk id="48" creationId="{F6439EA4-307E-928A-8BC8-D763B93BB395}"/>
          </ac:inkMkLst>
        </pc:inkChg>
        <pc:inkChg chg="add del mod">
          <ac:chgData name="Mahima Weerasinghe" userId="e11e3f55-42da-4e07-8ead-4d7a1d7ea1c6" providerId="ADAL" clId="{79555870-17B4-49F7-B1C8-B4904ED74D5B}" dt="2024-07-22T05:08:44.289" v="2912" actId="478"/>
          <ac:inkMkLst>
            <pc:docMk/>
            <pc:sldMk cId="2419571550" sldId="338"/>
            <ac:inkMk id="49" creationId="{A38008A1-80C0-F6A5-B08F-720A51569581}"/>
          </ac:inkMkLst>
        </pc:inkChg>
        <pc:inkChg chg="add del mod">
          <ac:chgData name="Mahima Weerasinghe" userId="e11e3f55-42da-4e07-8ead-4d7a1d7ea1c6" providerId="ADAL" clId="{79555870-17B4-49F7-B1C8-B4904ED74D5B}" dt="2024-07-22T05:08:44.289" v="2912" actId="478"/>
          <ac:inkMkLst>
            <pc:docMk/>
            <pc:sldMk cId="2419571550" sldId="338"/>
            <ac:inkMk id="50" creationId="{2F38D090-787A-34A4-2C0F-0597B343A323}"/>
          </ac:inkMkLst>
        </pc:inkChg>
        <pc:inkChg chg="add mod">
          <ac:chgData name="Mahima Weerasinghe" userId="e11e3f55-42da-4e07-8ead-4d7a1d7ea1c6" providerId="ADAL" clId="{79555870-17B4-49F7-B1C8-B4904ED74D5B}" dt="2024-07-21T12:21:58.617" v="1928"/>
          <ac:inkMkLst>
            <pc:docMk/>
            <pc:sldMk cId="2419571550" sldId="338"/>
            <ac:inkMk id="53" creationId="{16EC49AD-0DC4-960F-3808-7BE2051F093F}"/>
          </ac:inkMkLst>
        </pc:inkChg>
        <pc:inkChg chg="add mod">
          <ac:chgData name="Mahima Weerasinghe" userId="e11e3f55-42da-4e07-8ead-4d7a1d7ea1c6" providerId="ADAL" clId="{79555870-17B4-49F7-B1C8-B4904ED74D5B}" dt="2024-07-21T12:21:58.617" v="1928"/>
          <ac:inkMkLst>
            <pc:docMk/>
            <pc:sldMk cId="2419571550" sldId="338"/>
            <ac:inkMk id="54" creationId="{2B828328-D9C2-E9C6-540A-081DEC083CCA}"/>
          </ac:inkMkLst>
        </pc:inkChg>
        <pc:inkChg chg="add mod">
          <ac:chgData name="Mahima Weerasinghe" userId="e11e3f55-42da-4e07-8ead-4d7a1d7ea1c6" providerId="ADAL" clId="{79555870-17B4-49F7-B1C8-B4904ED74D5B}" dt="2024-07-21T12:21:58.617" v="1928"/>
          <ac:inkMkLst>
            <pc:docMk/>
            <pc:sldMk cId="2419571550" sldId="338"/>
            <ac:inkMk id="56" creationId="{623952A9-4335-8197-6939-602776626AA2}"/>
          </ac:inkMkLst>
        </pc:inkChg>
        <pc:inkChg chg="add mod">
          <ac:chgData name="Mahima Weerasinghe" userId="e11e3f55-42da-4e07-8ead-4d7a1d7ea1c6" providerId="ADAL" clId="{79555870-17B4-49F7-B1C8-B4904ED74D5B}" dt="2024-07-21T12:21:58.617" v="1928"/>
          <ac:inkMkLst>
            <pc:docMk/>
            <pc:sldMk cId="2419571550" sldId="338"/>
            <ac:inkMk id="58" creationId="{EB7D6EB1-6673-7E27-422A-20448BD2E44E}"/>
          </ac:inkMkLst>
        </pc:inkChg>
        <pc:inkChg chg="add mod">
          <ac:chgData name="Mahima Weerasinghe" userId="e11e3f55-42da-4e07-8ead-4d7a1d7ea1c6" providerId="ADAL" clId="{79555870-17B4-49F7-B1C8-B4904ED74D5B}" dt="2024-07-21T12:21:58.617" v="1928"/>
          <ac:inkMkLst>
            <pc:docMk/>
            <pc:sldMk cId="2419571550" sldId="338"/>
            <ac:inkMk id="59" creationId="{5AAAA349-6575-2179-AE37-03CA6F7891A4}"/>
          </ac:inkMkLst>
        </pc:inkChg>
        <pc:inkChg chg="add mod">
          <ac:chgData name="Mahima Weerasinghe" userId="e11e3f55-42da-4e07-8ead-4d7a1d7ea1c6" providerId="ADAL" clId="{79555870-17B4-49F7-B1C8-B4904ED74D5B}" dt="2024-07-21T12:21:58.617" v="1928"/>
          <ac:inkMkLst>
            <pc:docMk/>
            <pc:sldMk cId="2419571550" sldId="338"/>
            <ac:inkMk id="60" creationId="{2301B2D5-EA28-3FD5-4524-712259F02CB3}"/>
          </ac:inkMkLst>
        </pc:inkChg>
        <pc:inkChg chg="add del mod">
          <ac:chgData name="Mahima Weerasinghe" userId="e11e3f55-42da-4e07-8ead-4d7a1d7ea1c6" providerId="ADAL" clId="{79555870-17B4-49F7-B1C8-B4904ED74D5B}" dt="2024-07-22T05:08:44.289" v="2912" actId="478"/>
          <ac:inkMkLst>
            <pc:docMk/>
            <pc:sldMk cId="2419571550" sldId="338"/>
            <ac:inkMk id="62" creationId="{3039F440-FF4E-E7EC-C2FA-42A641C9BE21}"/>
          </ac:inkMkLst>
        </pc:inkChg>
        <pc:inkChg chg="add mod">
          <ac:chgData name="Mahima Weerasinghe" userId="e11e3f55-42da-4e07-8ead-4d7a1d7ea1c6" providerId="ADAL" clId="{79555870-17B4-49F7-B1C8-B4904ED74D5B}" dt="2024-07-21T12:21:58.617" v="1928"/>
          <ac:inkMkLst>
            <pc:docMk/>
            <pc:sldMk cId="2419571550" sldId="338"/>
            <ac:inkMk id="64" creationId="{0A8C0CEF-50D4-0DF1-46D8-4658A739CB35}"/>
          </ac:inkMkLst>
        </pc:inkChg>
        <pc:inkChg chg="add mod">
          <ac:chgData name="Mahima Weerasinghe" userId="e11e3f55-42da-4e07-8ead-4d7a1d7ea1c6" providerId="ADAL" clId="{79555870-17B4-49F7-B1C8-B4904ED74D5B}" dt="2024-07-21T12:21:58.617" v="1928"/>
          <ac:inkMkLst>
            <pc:docMk/>
            <pc:sldMk cId="2419571550" sldId="338"/>
            <ac:inkMk id="65" creationId="{B9A547D3-C604-6214-52B0-FCD0A03A9034}"/>
          </ac:inkMkLst>
        </pc:inkChg>
        <pc:inkChg chg="add mod">
          <ac:chgData name="Mahima Weerasinghe" userId="e11e3f55-42da-4e07-8ead-4d7a1d7ea1c6" providerId="ADAL" clId="{79555870-17B4-49F7-B1C8-B4904ED74D5B}" dt="2024-07-21T12:21:58.617" v="1928"/>
          <ac:inkMkLst>
            <pc:docMk/>
            <pc:sldMk cId="2419571550" sldId="338"/>
            <ac:inkMk id="67" creationId="{AC40E49C-C907-45BB-D666-35B6E375E5E3}"/>
          </ac:inkMkLst>
        </pc:inkChg>
        <pc:inkChg chg="add mod">
          <ac:chgData name="Mahima Weerasinghe" userId="e11e3f55-42da-4e07-8ead-4d7a1d7ea1c6" providerId="ADAL" clId="{79555870-17B4-49F7-B1C8-B4904ED74D5B}" dt="2024-07-21T12:21:58.617" v="1928"/>
          <ac:inkMkLst>
            <pc:docMk/>
            <pc:sldMk cId="2419571550" sldId="338"/>
            <ac:inkMk id="68" creationId="{537A8B5A-F5BE-FA3E-032A-B359B01E781F}"/>
          </ac:inkMkLst>
        </pc:inkChg>
        <pc:inkChg chg="add mod">
          <ac:chgData name="Mahima Weerasinghe" userId="e11e3f55-42da-4e07-8ead-4d7a1d7ea1c6" providerId="ADAL" clId="{79555870-17B4-49F7-B1C8-B4904ED74D5B}" dt="2024-07-21T12:21:58.617" v="1928"/>
          <ac:inkMkLst>
            <pc:docMk/>
            <pc:sldMk cId="2419571550" sldId="338"/>
            <ac:inkMk id="70" creationId="{55045AC2-7B8E-27B1-0C18-DC25D05D3A7A}"/>
          </ac:inkMkLst>
        </pc:inkChg>
        <pc:inkChg chg="add mod">
          <ac:chgData name="Mahima Weerasinghe" userId="e11e3f55-42da-4e07-8ead-4d7a1d7ea1c6" providerId="ADAL" clId="{79555870-17B4-49F7-B1C8-B4904ED74D5B}" dt="2024-07-21T12:21:58.617" v="1928"/>
          <ac:inkMkLst>
            <pc:docMk/>
            <pc:sldMk cId="2419571550" sldId="338"/>
            <ac:inkMk id="72" creationId="{C58628AB-4BD2-276B-8844-D5AE9F81EE9E}"/>
          </ac:inkMkLst>
        </pc:inkChg>
        <pc:inkChg chg="add mod">
          <ac:chgData name="Mahima Weerasinghe" userId="e11e3f55-42da-4e07-8ead-4d7a1d7ea1c6" providerId="ADAL" clId="{79555870-17B4-49F7-B1C8-B4904ED74D5B}" dt="2024-07-21T12:21:58.617" v="1928"/>
          <ac:inkMkLst>
            <pc:docMk/>
            <pc:sldMk cId="2419571550" sldId="338"/>
            <ac:inkMk id="73" creationId="{7E54E453-2359-C653-5B0F-AD80A2ECF47F}"/>
          </ac:inkMkLst>
        </pc:inkChg>
        <pc:inkChg chg="add mod">
          <ac:chgData name="Mahima Weerasinghe" userId="e11e3f55-42da-4e07-8ead-4d7a1d7ea1c6" providerId="ADAL" clId="{79555870-17B4-49F7-B1C8-B4904ED74D5B}" dt="2024-07-21T12:21:58.617" v="1928"/>
          <ac:inkMkLst>
            <pc:docMk/>
            <pc:sldMk cId="2419571550" sldId="338"/>
            <ac:inkMk id="74" creationId="{6B45EBD3-4284-F045-92ED-1ED11CCDFCF8}"/>
          </ac:inkMkLst>
        </pc:inkChg>
        <pc:inkChg chg="add del mod">
          <ac:chgData name="Mahima Weerasinghe" userId="e11e3f55-42da-4e07-8ead-4d7a1d7ea1c6" providerId="ADAL" clId="{79555870-17B4-49F7-B1C8-B4904ED74D5B}" dt="2024-07-22T05:08:44.289" v="2912" actId="478"/>
          <ac:inkMkLst>
            <pc:docMk/>
            <pc:sldMk cId="2419571550" sldId="338"/>
            <ac:inkMk id="76" creationId="{02C6D098-ECB2-1854-B0CC-E722660549C0}"/>
          </ac:inkMkLst>
        </pc:inkChg>
        <pc:inkChg chg="add del mod">
          <ac:chgData name="Mahima Weerasinghe" userId="e11e3f55-42da-4e07-8ead-4d7a1d7ea1c6" providerId="ADAL" clId="{79555870-17B4-49F7-B1C8-B4904ED74D5B}" dt="2024-07-22T05:08:44.289" v="2912" actId="478"/>
          <ac:inkMkLst>
            <pc:docMk/>
            <pc:sldMk cId="2419571550" sldId="338"/>
            <ac:inkMk id="78" creationId="{7D71ED5C-3F19-0379-3BF9-F21C2FF84E08}"/>
          </ac:inkMkLst>
        </pc:inkChg>
        <pc:inkChg chg="add mod">
          <ac:chgData name="Mahima Weerasinghe" userId="e11e3f55-42da-4e07-8ead-4d7a1d7ea1c6" providerId="ADAL" clId="{79555870-17B4-49F7-B1C8-B4904ED74D5B}" dt="2024-07-21T12:21:58.617" v="1928"/>
          <ac:inkMkLst>
            <pc:docMk/>
            <pc:sldMk cId="2419571550" sldId="338"/>
            <ac:inkMk id="79" creationId="{B5E1A9A1-E781-C410-D768-A1A438EDC48C}"/>
          </ac:inkMkLst>
        </pc:inkChg>
        <pc:inkChg chg="add mod">
          <ac:chgData name="Mahima Weerasinghe" userId="e11e3f55-42da-4e07-8ead-4d7a1d7ea1c6" providerId="ADAL" clId="{79555870-17B4-49F7-B1C8-B4904ED74D5B}" dt="2024-07-21T12:21:58.617" v="1928"/>
          <ac:inkMkLst>
            <pc:docMk/>
            <pc:sldMk cId="2419571550" sldId="338"/>
            <ac:inkMk id="82" creationId="{C90E6A2E-6D33-716B-122A-50139F4AD785}"/>
          </ac:inkMkLst>
        </pc:inkChg>
        <pc:inkChg chg="add mod">
          <ac:chgData name="Mahima Weerasinghe" userId="e11e3f55-42da-4e07-8ead-4d7a1d7ea1c6" providerId="ADAL" clId="{79555870-17B4-49F7-B1C8-B4904ED74D5B}" dt="2024-07-21T12:21:58.617" v="1928"/>
          <ac:inkMkLst>
            <pc:docMk/>
            <pc:sldMk cId="2419571550" sldId="338"/>
            <ac:inkMk id="83" creationId="{D488F334-00FA-C075-2FE0-4F2610292AE1}"/>
          </ac:inkMkLst>
        </pc:inkChg>
        <pc:inkChg chg="add mod">
          <ac:chgData name="Mahima Weerasinghe" userId="e11e3f55-42da-4e07-8ead-4d7a1d7ea1c6" providerId="ADAL" clId="{79555870-17B4-49F7-B1C8-B4904ED74D5B}" dt="2024-07-21T12:21:58.617" v="1928"/>
          <ac:inkMkLst>
            <pc:docMk/>
            <pc:sldMk cId="2419571550" sldId="338"/>
            <ac:inkMk id="84" creationId="{3586665A-79A5-D312-645C-A4AA7A67D87F}"/>
          </ac:inkMkLst>
        </pc:inkChg>
        <pc:inkChg chg="add mod">
          <ac:chgData name="Mahima Weerasinghe" userId="e11e3f55-42da-4e07-8ead-4d7a1d7ea1c6" providerId="ADAL" clId="{79555870-17B4-49F7-B1C8-B4904ED74D5B}" dt="2024-07-21T12:21:58.617" v="1928"/>
          <ac:inkMkLst>
            <pc:docMk/>
            <pc:sldMk cId="2419571550" sldId="338"/>
            <ac:inkMk id="85" creationId="{B345CFC9-D66D-10D9-D121-D97C8F60FBD3}"/>
          </ac:inkMkLst>
        </pc:inkChg>
        <pc:inkChg chg="add mod">
          <ac:chgData name="Mahima Weerasinghe" userId="e11e3f55-42da-4e07-8ead-4d7a1d7ea1c6" providerId="ADAL" clId="{79555870-17B4-49F7-B1C8-B4904ED74D5B}" dt="2024-07-21T12:21:58.617" v="1928"/>
          <ac:inkMkLst>
            <pc:docMk/>
            <pc:sldMk cId="2419571550" sldId="338"/>
            <ac:inkMk id="87" creationId="{CC48BBA9-E9AF-A5D9-F202-F78AF8E80753}"/>
          </ac:inkMkLst>
        </pc:inkChg>
        <pc:inkChg chg="add mod">
          <ac:chgData name="Mahima Weerasinghe" userId="e11e3f55-42da-4e07-8ead-4d7a1d7ea1c6" providerId="ADAL" clId="{79555870-17B4-49F7-B1C8-B4904ED74D5B}" dt="2024-07-21T12:21:58.617" v="1928"/>
          <ac:inkMkLst>
            <pc:docMk/>
            <pc:sldMk cId="2419571550" sldId="338"/>
            <ac:inkMk id="88" creationId="{FEFCE02D-4D25-6E6F-173F-80815D64A660}"/>
          </ac:inkMkLst>
        </pc:inkChg>
        <pc:inkChg chg="add mod">
          <ac:chgData name="Mahima Weerasinghe" userId="e11e3f55-42da-4e07-8ead-4d7a1d7ea1c6" providerId="ADAL" clId="{79555870-17B4-49F7-B1C8-B4904ED74D5B}" dt="2024-07-21T12:21:58.617" v="1928"/>
          <ac:inkMkLst>
            <pc:docMk/>
            <pc:sldMk cId="2419571550" sldId="338"/>
            <ac:inkMk id="89" creationId="{EC8E2C26-5586-1A4B-DB38-7180ACE032D9}"/>
          </ac:inkMkLst>
        </pc:inkChg>
        <pc:inkChg chg="add mod">
          <ac:chgData name="Mahima Weerasinghe" userId="e11e3f55-42da-4e07-8ead-4d7a1d7ea1c6" providerId="ADAL" clId="{79555870-17B4-49F7-B1C8-B4904ED74D5B}" dt="2024-07-21T12:21:58.617" v="1928"/>
          <ac:inkMkLst>
            <pc:docMk/>
            <pc:sldMk cId="2419571550" sldId="338"/>
            <ac:inkMk id="90" creationId="{F1C42109-76A1-4062-CA96-1BC1CD3FA78A}"/>
          </ac:inkMkLst>
        </pc:inkChg>
        <pc:inkChg chg="add mod">
          <ac:chgData name="Mahima Weerasinghe" userId="e11e3f55-42da-4e07-8ead-4d7a1d7ea1c6" providerId="ADAL" clId="{79555870-17B4-49F7-B1C8-B4904ED74D5B}" dt="2024-07-21T12:21:58.617" v="1928"/>
          <ac:inkMkLst>
            <pc:docMk/>
            <pc:sldMk cId="2419571550" sldId="338"/>
            <ac:inkMk id="92" creationId="{9D961715-E60D-A16E-46C8-C8BE895B359B}"/>
          </ac:inkMkLst>
        </pc:inkChg>
        <pc:inkChg chg="add mod">
          <ac:chgData name="Mahima Weerasinghe" userId="e11e3f55-42da-4e07-8ead-4d7a1d7ea1c6" providerId="ADAL" clId="{79555870-17B4-49F7-B1C8-B4904ED74D5B}" dt="2024-07-21T12:21:58.617" v="1928"/>
          <ac:inkMkLst>
            <pc:docMk/>
            <pc:sldMk cId="2419571550" sldId="338"/>
            <ac:inkMk id="93" creationId="{89C34292-63E2-44EF-C925-A4E6B950E488}"/>
          </ac:inkMkLst>
        </pc:inkChg>
        <pc:inkChg chg="add mod">
          <ac:chgData name="Mahima Weerasinghe" userId="e11e3f55-42da-4e07-8ead-4d7a1d7ea1c6" providerId="ADAL" clId="{79555870-17B4-49F7-B1C8-B4904ED74D5B}" dt="2024-07-21T12:21:58.617" v="1928"/>
          <ac:inkMkLst>
            <pc:docMk/>
            <pc:sldMk cId="2419571550" sldId="338"/>
            <ac:inkMk id="94" creationId="{E77B6F14-C32B-BE77-733F-69E45B015B2F}"/>
          </ac:inkMkLst>
        </pc:inkChg>
        <pc:inkChg chg="add mod">
          <ac:chgData name="Mahima Weerasinghe" userId="e11e3f55-42da-4e07-8ead-4d7a1d7ea1c6" providerId="ADAL" clId="{79555870-17B4-49F7-B1C8-B4904ED74D5B}" dt="2024-07-21T12:21:58.617" v="1928"/>
          <ac:inkMkLst>
            <pc:docMk/>
            <pc:sldMk cId="2419571550" sldId="338"/>
            <ac:inkMk id="95" creationId="{CBAC0C04-33B9-8FE2-ABBA-2C177D8CE0CB}"/>
          </ac:inkMkLst>
        </pc:inkChg>
        <pc:inkChg chg="add mod">
          <ac:chgData name="Mahima Weerasinghe" userId="e11e3f55-42da-4e07-8ead-4d7a1d7ea1c6" providerId="ADAL" clId="{79555870-17B4-49F7-B1C8-B4904ED74D5B}" dt="2024-07-21T12:21:58.617" v="1928"/>
          <ac:inkMkLst>
            <pc:docMk/>
            <pc:sldMk cId="2419571550" sldId="338"/>
            <ac:inkMk id="96" creationId="{B7041C1C-41B2-00EA-B485-0F5C23C7F41D}"/>
          </ac:inkMkLst>
        </pc:inkChg>
        <pc:inkChg chg="add mod">
          <ac:chgData name="Mahima Weerasinghe" userId="e11e3f55-42da-4e07-8ead-4d7a1d7ea1c6" providerId="ADAL" clId="{79555870-17B4-49F7-B1C8-B4904ED74D5B}" dt="2024-07-21T12:20:27.262" v="1883"/>
          <ac:inkMkLst>
            <pc:docMk/>
            <pc:sldMk cId="2419571550" sldId="338"/>
            <ac:inkMk id="97" creationId="{D97C1E74-9A31-0486-EB7C-3DAEEF07B6F0}"/>
          </ac:inkMkLst>
        </pc:inkChg>
        <pc:inkChg chg="add mod">
          <ac:chgData name="Mahima Weerasinghe" userId="e11e3f55-42da-4e07-8ead-4d7a1d7ea1c6" providerId="ADAL" clId="{79555870-17B4-49F7-B1C8-B4904ED74D5B}" dt="2024-07-21T12:20:27.262" v="1883"/>
          <ac:inkMkLst>
            <pc:docMk/>
            <pc:sldMk cId="2419571550" sldId="338"/>
            <ac:inkMk id="98" creationId="{023606FE-1802-6555-E946-445A6BAF4EE7}"/>
          </ac:inkMkLst>
        </pc:inkChg>
        <pc:inkChg chg="add mod">
          <ac:chgData name="Mahima Weerasinghe" userId="e11e3f55-42da-4e07-8ead-4d7a1d7ea1c6" providerId="ADAL" clId="{79555870-17B4-49F7-B1C8-B4904ED74D5B}" dt="2024-07-21T12:20:27.262" v="1883"/>
          <ac:inkMkLst>
            <pc:docMk/>
            <pc:sldMk cId="2419571550" sldId="338"/>
            <ac:inkMk id="99" creationId="{F9D6153E-7352-30DC-E817-F53EFC8D33D4}"/>
          </ac:inkMkLst>
        </pc:inkChg>
        <pc:inkChg chg="add mod">
          <ac:chgData name="Mahima Weerasinghe" userId="e11e3f55-42da-4e07-8ead-4d7a1d7ea1c6" providerId="ADAL" clId="{79555870-17B4-49F7-B1C8-B4904ED74D5B}" dt="2024-07-21T12:20:27.262" v="1883"/>
          <ac:inkMkLst>
            <pc:docMk/>
            <pc:sldMk cId="2419571550" sldId="338"/>
            <ac:inkMk id="100" creationId="{AA8E47CC-DC2F-457E-6A37-50D0FDFB48BD}"/>
          </ac:inkMkLst>
        </pc:inkChg>
        <pc:inkChg chg="add mod">
          <ac:chgData name="Mahima Weerasinghe" userId="e11e3f55-42da-4e07-8ead-4d7a1d7ea1c6" providerId="ADAL" clId="{79555870-17B4-49F7-B1C8-B4904ED74D5B}" dt="2024-07-21T12:20:27.262" v="1883"/>
          <ac:inkMkLst>
            <pc:docMk/>
            <pc:sldMk cId="2419571550" sldId="338"/>
            <ac:inkMk id="101" creationId="{A306ADC1-C1CA-D3EA-3030-491EDC1680D3}"/>
          </ac:inkMkLst>
        </pc:inkChg>
        <pc:inkChg chg="add mod">
          <ac:chgData name="Mahima Weerasinghe" userId="e11e3f55-42da-4e07-8ead-4d7a1d7ea1c6" providerId="ADAL" clId="{79555870-17B4-49F7-B1C8-B4904ED74D5B}" dt="2024-07-21T12:20:27.262" v="1883"/>
          <ac:inkMkLst>
            <pc:docMk/>
            <pc:sldMk cId="2419571550" sldId="338"/>
            <ac:inkMk id="102" creationId="{68BD3ADB-7E86-4F9F-4C9F-05FCB062FBEA}"/>
          </ac:inkMkLst>
        </pc:inkChg>
        <pc:inkChg chg="add mod">
          <ac:chgData name="Mahima Weerasinghe" userId="e11e3f55-42da-4e07-8ead-4d7a1d7ea1c6" providerId="ADAL" clId="{79555870-17B4-49F7-B1C8-B4904ED74D5B}" dt="2024-07-21T12:20:27.262" v="1883"/>
          <ac:inkMkLst>
            <pc:docMk/>
            <pc:sldMk cId="2419571550" sldId="338"/>
            <ac:inkMk id="103" creationId="{6761012D-2A13-F790-4E6D-3902B5095ADC}"/>
          </ac:inkMkLst>
        </pc:inkChg>
        <pc:inkChg chg="add mod">
          <ac:chgData name="Mahima Weerasinghe" userId="e11e3f55-42da-4e07-8ead-4d7a1d7ea1c6" providerId="ADAL" clId="{79555870-17B4-49F7-B1C8-B4904ED74D5B}" dt="2024-07-21T12:20:27.262" v="1883"/>
          <ac:inkMkLst>
            <pc:docMk/>
            <pc:sldMk cId="2419571550" sldId="338"/>
            <ac:inkMk id="104" creationId="{56D78923-4A7C-EC62-F977-EED32231C1E0}"/>
          </ac:inkMkLst>
        </pc:inkChg>
        <pc:inkChg chg="add mod">
          <ac:chgData name="Mahima Weerasinghe" userId="e11e3f55-42da-4e07-8ead-4d7a1d7ea1c6" providerId="ADAL" clId="{79555870-17B4-49F7-B1C8-B4904ED74D5B}" dt="2024-07-21T12:20:27.262" v="1883"/>
          <ac:inkMkLst>
            <pc:docMk/>
            <pc:sldMk cId="2419571550" sldId="338"/>
            <ac:inkMk id="105" creationId="{EECE86E9-8F68-4A01-C0AA-2414DF6856A8}"/>
          </ac:inkMkLst>
        </pc:inkChg>
        <pc:inkChg chg="add mod">
          <ac:chgData name="Mahima Weerasinghe" userId="e11e3f55-42da-4e07-8ead-4d7a1d7ea1c6" providerId="ADAL" clId="{79555870-17B4-49F7-B1C8-B4904ED74D5B}" dt="2024-07-21T12:21:58.617" v="1928"/>
          <ac:inkMkLst>
            <pc:docMk/>
            <pc:sldMk cId="2419571550" sldId="338"/>
            <ac:inkMk id="109" creationId="{D3753C32-9DA3-393C-D969-256344A2E0CA}"/>
          </ac:inkMkLst>
        </pc:inkChg>
        <pc:inkChg chg="add mod">
          <ac:chgData name="Mahima Weerasinghe" userId="e11e3f55-42da-4e07-8ead-4d7a1d7ea1c6" providerId="ADAL" clId="{79555870-17B4-49F7-B1C8-B4904ED74D5B}" dt="2024-07-21T12:21:58.617" v="1928"/>
          <ac:inkMkLst>
            <pc:docMk/>
            <pc:sldMk cId="2419571550" sldId="338"/>
            <ac:inkMk id="110" creationId="{76C60AD4-917F-4BB6-ECF4-00065FB88B46}"/>
          </ac:inkMkLst>
        </pc:inkChg>
        <pc:inkChg chg="add mod">
          <ac:chgData name="Mahima Weerasinghe" userId="e11e3f55-42da-4e07-8ead-4d7a1d7ea1c6" providerId="ADAL" clId="{79555870-17B4-49F7-B1C8-B4904ED74D5B}" dt="2024-07-21T12:21:58.617" v="1928"/>
          <ac:inkMkLst>
            <pc:docMk/>
            <pc:sldMk cId="2419571550" sldId="338"/>
            <ac:inkMk id="111" creationId="{84679493-BDCD-1146-4452-5190C4A2F384}"/>
          </ac:inkMkLst>
        </pc:inkChg>
        <pc:inkChg chg="add mod">
          <ac:chgData name="Mahima Weerasinghe" userId="e11e3f55-42da-4e07-8ead-4d7a1d7ea1c6" providerId="ADAL" clId="{79555870-17B4-49F7-B1C8-B4904ED74D5B}" dt="2024-07-21T12:21:58.617" v="1928"/>
          <ac:inkMkLst>
            <pc:docMk/>
            <pc:sldMk cId="2419571550" sldId="338"/>
            <ac:inkMk id="112" creationId="{4902DBC6-D6A8-B333-3FEF-F95E5BE87330}"/>
          </ac:inkMkLst>
        </pc:inkChg>
        <pc:inkChg chg="add mod">
          <ac:chgData name="Mahima Weerasinghe" userId="e11e3f55-42da-4e07-8ead-4d7a1d7ea1c6" providerId="ADAL" clId="{79555870-17B4-49F7-B1C8-B4904ED74D5B}" dt="2024-07-21T12:21:58.617" v="1928"/>
          <ac:inkMkLst>
            <pc:docMk/>
            <pc:sldMk cId="2419571550" sldId="338"/>
            <ac:inkMk id="113" creationId="{112D0077-FCD4-779D-BB4A-043F1F6767D7}"/>
          </ac:inkMkLst>
        </pc:inkChg>
        <pc:inkChg chg="add mod">
          <ac:chgData name="Mahima Weerasinghe" userId="e11e3f55-42da-4e07-8ead-4d7a1d7ea1c6" providerId="ADAL" clId="{79555870-17B4-49F7-B1C8-B4904ED74D5B}" dt="2024-07-21T12:21:58.617" v="1928"/>
          <ac:inkMkLst>
            <pc:docMk/>
            <pc:sldMk cId="2419571550" sldId="338"/>
            <ac:inkMk id="114" creationId="{3328443D-1706-2900-6471-E097BE2F52E2}"/>
          </ac:inkMkLst>
        </pc:inkChg>
        <pc:inkChg chg="add mod">
          <ac:chgData name="Mahima Weerasinghe" userId="e11e3f55-42da-4e07-8ead-4d7a1d7ea1c6" providerId="ADAL" clId="{79555870-17B4-49F7-B1C8-B4904ED74D5B}" dt="2024-07-21T12:21:58.617" v="1928"/>
          <ac:inkMkLst>
            <pc:docMk/>
            <pc:sldMk cId="2419571550" sldId="338"/>
            <ac:inkMk id="115" creationId="{88FED5A8-70DA-BA19-3A82-8F7DBBC813E4}"/>
          </ac:inkMkLst>
        </pc:inkChg>
        <pc:inkChg chg="add mod">
          <ac:chgData name="Mahima Weerasinghe" userId="e11e3f55-42da-4e07-8ead-4d7a1d7ea1c6" providerId="ADAL" clId="{79555870-17B4-49F7-B1C8-B4904ED74D5B}" dt="2024-07-21T12:21:58.617" v="1928"/>
          <ac:inkMkLst>
            <pc:docMk/>
            <pc:sldMk cId="2419571550" sldId="338"/>
            <ac:inkMk id="116" creationId="{BC2E3DF2-E4C7-F1FE-B9D8-929EC9984928}"/>
          </ac:inkMkLst>
        </pc:inkChg>
        <pc:inkChg chg="add mod">
          <ac:chgData name="Mahima Weerasinghe" userId="e11e3f55-42da-4e07-8ead-4d7a1d7ea1c6" providerId="ADAL" clId="{79555870-17B4-49F7-B1C8-B4904ED74D5B}" dt="2024-07-21T12:21:58.617" v="1928"/>
          <ac:inkMkLst>
            <pc:docMk/>
            <pc:sldMk cId="2419571550" sldId="338"/>
            <ac:inkMk id="117" creationId="{3FFF9F91-A82F-805D-1996-FB4481A1F7C3}"/>
          </ac:inkMkLst>
        </pc:inkChg>
        <pc:inkChg chg="add mod">
          <ac:chgData name="Mahima Weerasinghe" userId="e11e3f55-42da-4e07-8ead-4d7a1d7ea1c6" providerId="ADAL" clId="{79555870-17B4-49F7-B1C8-B4904ED74D5B}" dt="2024-07-21T12:21:58.617" v="1928"/>
          <ac:inkMkLst>
            <pc:docMk/>
            <pc:sldMk cId="2419571550" sldId="338"/>
            <ac:inkMk id="118" creationId="{DC202974-D1FE-BD60-164C-A45EE028123B}"/>
          </ac:inkMkLst>
        </pc:inkChg>
        <pc:inkChg chg="add mod">
          <ac:chgData name="Mahima Weerasinghe" userId="e11e3f55-42da-4e07-8ead-4d7a1d7ea1c6" providerId="ADAL" clId="{79555870-17B4-49F7-B1C8-B4904ED74D5B}" dt="2024-07-21T12:21:58.617" v="1928"/>
          <ac:inkMkLst>
            <pc:docMk/>
            <pc:sldMk cId="2419571550" sldId="338"/>
            <ac:inkMk id="120" creationId="{01268477-9430-F489-816B-23F1F560948C}"/>
          </ac:inkMkLst>
        </pc:inkChg>
        <pc:inkChg chg="add mod">
          <ac:chgData name="Mahima Weerasinghe" userId="e11e3f55-42da-4e07-8ead-4d7a1d7ea1c6" providerId="ADAL" clId="{79555870-17B4-49F7-B1C8-B4904ED74D5B}" dt="2024-07-21T12:21:58.617" v="1928"/>
          <ac:inkMkLst>
            <pc:docMk/>
            <pc:sldMk cId="2419571550" sldId="338"/>
            <ac:inkMk id="122" creationId="{EC2F1C91-36A0-2FC9-525C-5882DACD98FC}"/>
          </ac:inkMkLst>
        </pc:inkChg>
        <pc:inkChg chg="add mod">
          <ac:chgData name="Mahima Weerasinghe" userId="e11e3f55-42da-4e07-8ead-4d7a1d7ea1c6" providerId="ADAL" clId="{79555870-17B4-49F7-B1C8-B4904ED74D5B}" dt="2024-07-21T12:21:58.617" v="1928"/>
          <ac:inkMkLst>
            <pc:docMk/>
            <pc:sldMk cId="2419571550" sldId="338"/>
            <ac:inkMk id="123" creationId="{B4DD4E2F-6160-9077-4078-2B0BB0E99E45}"/>
          </ac:inkMkLst>
        </pc:inkChg>
        <pc:inkChg chg="add mod">
          <ac:chgData name="Mahima Weerasinghe" userId="e11e3f55-42da-4e07-8ead-4d7a1d7ea1c6" providerId="ADAL" clId="{79555870-17B4-49F7-B1C8-B4904ED74D5B}" dt="2024-07-21T12:21:58.617" v="1928"/>
          <ac:inkMkLst>
            <pc:docMk/>
            <pc:sldMk cId="2419571550" sldId="338"/>
            <ac:inkMk id="125" creationId="{D38213FB-94C4-1700-F53B-EF2DCD2ABAA8}"/>
          </ac:inkMkLst>
        </pc:inkChg>
        <pc:inkChg chg="add mod">
          <ac:chgData name="Mahima Weerasinghe" userId="e11e3f55-42da-4e07-8ead-4d7a1d7ea1c6" providerId="ADAL" clId="{79555870-17B4-49F7-B1C8-B4904ED74D5B}" dt="2024-07-21T12:21:58.617" v="1928"/>
          <ac:inkMkLst>
            <pc:docMk/>
            <pc:sldMk cId="2419571550" sldId="338"/>
            <ac:inkMk id="126" creationId="{AFAD9462-A1C5-C4C0-8A7C-7F9A2B76055A}"/>
          </ac:inkMkLst>
        </pc:inkChg>
        <pc:inkChg chg="add mod">
          <ac:chgData name="Mahima Weerasinghe" userId="e11e3f55-42da-4e07-8ead-4d7a1d7ea1c6" providerId="ADAL" clId="{79555870-17B4-49F7-B1C8-B4904ED74D5B}" dt="2024-07-21T12:21:58.617" v="1928"/>
          <ac:inkMkLst>
            <pc:docMk/>
            <pc:sldMk cId="2419571550" sldId="338"/>
            <ac:inkMk id="127" creationId="{DCADB5F3-1AE0-574B-E4F7-1729EC11E57F}"/>
          </ac:inkMkLst>
        </pc:inkChg>
        <pc:inkChg chg="add mod">
          <ac:chgData name="Mahima Weerasinghe" userId="e11e3f55-42da-4e07-8ead-4d7a1d7ea1c6" providerId="ADAL" clId="{79555870-17B4-49F7-B1C8-B4904ED74D5B}" dt="2024-07-21T12:21:58.617" v="1928"/>
          <ac:inkMkLst>
            <pc:docMk/>
            <pc:sldMk cId="2419571550" sldId="338"/>
            <ac:inkMk id="128" creationId="{EC0F16A8-E5EE-61E2-406E-0098601D38F9}"/>
          </ac:inkMkLst>
        </pc:inkChg>
        <pc:inkChg chg="add mod">
          <ac:chgData name="Mahima Weerasinghe" userId="e11e3f55-42da-4e07-8ead-4d7a1d7ea1c6" providerId="ADAL" clId="{79555870-17B4-49F7-B1C8-B4904ED74D5B}" dt="2024-07-21T12:21:58.617" v="1928"/>
          <ac:inkMkLst>
            <pc:docMk/>
            <pc:sldMk cId="2419571550" sldId="338"/>
            <ac:inkMk id="129" creationId="{6DC3F6BA-8867-7977-7532-DC8782326D95}"/>
          </ac:inkMkLst>
        </pc:inkChg>
        <pc:inkChg chg="add mod">
          <ac:chgData name="Mahima Weerasinghe" userId="e11e3f55-42da-4e07-8ead-4d7a1d7ea1c6" providerId="ADAL" clId="{79555870-17B4-49F7-B1C8-B4904ED74D5B}" dt="2024-07-21T12:21:58.617" v="1928"/>
          <ac:inkMkLst>
            <pc:docMk/>
            <pc:sldMk cId="2419571550" sldId="338"/>
            <ac:inkMk id="130" creationId="{913977BF-232D-13A4-34C4-FD76CB3C3D1B}"/>
          </ac:inkMkLst>
        </pc:inkChg>
        <pc:inkChg chg="add mod">
          <ac:chgData name="Mahima Weerasinghe" userId="e11e3f55-42da-4e07-8ead-4d7a1d7ea1c6" providerId="ADAL" clId="{79555870-17B4-49F7-B1C8-B4904ED74D5B}" dt="2024-07-21T12:21:58.617" v="1928"/>
          <ac:inkMkLst>
            <pc:docMk/>
            <pc:sldMk cId="2419571550" sldId="338"/>
            <ac:inkMk id="132" creationId="{5838FC0F-1769-7718-0F06-C627F5987F1C}"/>
          </ac:inkMkLst>
        </pc:inkChg>
        <pc:inkChg chg="add mod">
          <ac:chgData name="Mahima Weerasinghe" userId="e11e3f55-42da-4e07-8ead-4d7a1d7ea1c6" providerId="ADAL" clId="{79555870-17B4-49F7-B1C8-B4904ED74D5B}" dt="2024-07-21T12:21:58.617" v="1928"/>
          <ac:inkMkLst>
            <pc:docMk/>
            <pc:sldMk cId="2419571550" sldId="338"/>
            <ac:inkMk id="133" creationId="{D7F54E6F-9C80-7291-5E69-40331A2AAA5B}"/>
          </ac:inkMkLst>
        </pc:inkChg>
        <pc:inkChg chg="add del mod">
          <ac:chgData name="Mahima Weerasinghe" userId="e11e3f55-42da-4e07-8ead-4d7a1d7ea1c6" providerId="ADAL" clId="{79555870-17B4-49F7-B1C8-B4904ED74D5B}" dt="2024-07-22T05:08:44.289" v="2912" actId="478"/>
          <ac:inkMkLst>
            <pc:docMk/>
            <pc:sldMk cId="2419571550" sldId="338"/>
            <ac:inkMk id="135" creationId="{8653A1D7-851F-7C0E-45AC-3C281982A3BC}"/>
          </ac:inkMkLst>
        </pc:inkChg>
        <pc:inkChg chg="add del">
          <ac:chgData name="Mahima Weerasinghe" userId="e11e3f55-42da-4e07-8ead-4d7a1d7ea1c6" providerId="ADAL" clId="{79555870-17B4-49F7-B1C8-B4904ED74D5B}" dt="2024-07-22T05:08:44.289" v="2912" actId="478"/>
          <ac:inkMkLst>
            <pc:docMk/>
            <pc:sldMk cId="2419571550" sldId="338"/>
            <ac:inkMk id="137" creationId="{C80546CE-338E-B4AC-4C85-800CA9248E14}"/>
          </ac:inkMkLst>
        </pc:inkChg>
        <pc:inkChg chg="add mod">
          <ac:chgData name="Mahima Weerasinghe" userId="e11e3f55-42da-4e07-8ead-4d7a1d7ea1c6" providerId="ADAL" clId="{79555870-17B4-49F7-B1C8-B4904ED74D5B}" dt="2024-07-21T12:21:58.617" v="1928"/>
          <ac:inkMkLst>
            <pc:docMk/>
            <pc:sldMk cId="2419571550" sldId="338"/>
            <ac:inkMk id="138" creationId="{7848E86E-99F6-85E1-F639-9823B6CED3D6}"/>
          </ac:inkMkLst>
        </pc:inkChg>
        <pc:inkChg chg="add mod">
          <ac:chgData name="Mahima Weerasinghe" userId="e11e3f55-42da-4e07-8ead-4d7a1d7ea1c6" providerId="ADAL" clId="{79555870-17B4-49F7-B1C8-B4904ED74D5B}" dt="2024-07-21T12:21:58.617" v="1928"/>
          <ac:inkMkLst>
            <pc:docMk/>
            <pc:sldMk cId="2419571550" sldId="338"/>
            <ac:inkMk id="140" creationId="{C19FBB52-5757-2E35-B6F2-EFD3C20AB09B}"/>
          </ac:inkMkLst>
        </pc:inkChg>
        <pc:inkChg chg="add mod">
          <ac:chgData name="Mahima Weerasinghe" userId="e11e3f55-42da-4e07-8ead-4d7a1d7ea1c6" providerId="ADAL" clId="{79555870-17B4-49F7-B1C8-B4904ED74D5B}" dt="2024-07-21T12:21:58.617" v="1928"/>
          <ac:inkMkLst>
            <pc:docMk/>
            <pc:sldMk cId="2419571550" sldId="338"/>
            <ac:inkMk id="141" creationId="{0F413478-9D4C-F2DB-1DEB-4391E60EDE9D}"/>
          </ac:inkMkLst>
        </pc:inkChg>
        <pc:inkChg chg="add mod">
          <ac:chgData name="Mahima Weerasinghe" userId="e11e3f55-42da-4e07-8ead-4d7a1d7ea1c6" providerId="ADAL" clId="{79555870-17B4-49F7-B1C8-B4904ED74D5B}" dt="2024-07-21T12:21:58.617" v="1928"/>
          <ac:inkMkLst>
            <pc:docMk/>
            <pc:sldMk cId="2419571550" sldId="338"/>
            <ac:inkMk id="142" creationId="{6B518D5C-6274-B5EC-93FD-79B55473480C}"/>
          </ac:inkMkLst>
        </pc:inkChg>
        <pc:inkChg chg="add mod">
          <ac:chgData name="Mahima Weerasinghe" userId="e11e3f55-42da-4e07-8ead-4d7a1d7ea1c6" providerId="ADAL" clId="{79555870-17B4-49F7-B1C8-B4904ED74D5B}" dt="2024-07-21T12:21:58.617" v="1928"/>
          <ac:inkMkLst>
            <pc:docMk/>
            <pc:sldMk cId="2419571550" sldId="338"/>
            <ac:inkMk id="143" creationId="{5B6BF2D1-5D8C-5CF5-4757-09EA12C2B9D4}"/>
          </ac:inkMkLst>
        </pc:inkChg>
        <pc:inkChg chg="add mod">
          <ac:chgData name="Mahima Weerasinghe" userId="e11e3f55-42da-4e07-8ead-4d7a1d7ea1c6" providerId="ADAL" clId="{79555870-17B4-49F7-B1C8-B4904ED74D5B}" dt="2024-07-21T12:21:58.617" v="1928"/>
          <ac:inkMkLst>
            <pc:docMk/>
            <pc:sldMk cId="2419571550" sldId="338"/>
            <ac:inkMk id="144" creationId="{76644F5B-12FB-9207-C577-98634AD4349E}"/>
          </ac:inkMkLst>
        </pc:inkChg>
        <pc:inkChg chg="add mod">
          <ac:chgData name="Mahima Weerasinghe" userId="e11e3f55-42da-4e07-8ead-4d7a1d7ea1c6" providerId="ADAL" clId="{79555870-17B4-49F7-B1C8-B4904ED74D5B}" dt="2024-07-21T12:21:58.617" v="1928"/>
          <ac:inkMkLst>
            <pc:docMk/>
            <pc:sldMk cId="2419571550" sldId="338"/>
            <ac:inkMk id="145" creationId="{6BA9D4A4-0796-D839-03E5-6A2859FC9F6A}"/>
          </ac:inkMkLst>
        </pc:inkChg>
        <pc:inkChg chg="add mod">
          <ac:chgData name="Mahima Weerasinghe" userId="e11e3f55-42da-4e07-8ead-4d7a1d7ea1c6" providerId="ADAL" clId="{79555870-17B4-49F7-B1C8-B4904ED74D5B}" dt="2024-07-21T12:21:58.617" v="1928"/>
          <ac:inkMkLst>
            <pc:docMk/>
            <pc:sldMk cId="2419571550" sldId="338"/>
            <ac:inkMk id="146" creationId="{1B2DA4AD-FC28-E9D9-9B91-B873E0B12CFE}"/>
          </ac:inkMkLst>
        </pc:inkChg>
        <pc:inkChg chg="add mod">
          <ac:chgData name="Mahima Weerasinghe" userId="e11e3f55-42da-4e07-8ead-4d7a1d7ea1c6" providerId="ADAL" clId="{79555870-17B4-49F7-B1C8-B4904ED74D5B}" dt="2024-07-21T12:21:58.617" v="1928"/>
          <ac:inkMkLst>
            <pc:docMk/>
            <pc:sldMk cId="2419571550" sldId="338"/>
            <ac:inkMk id="147" creationId="{437FEC26-CA13-895C-419C-98BCFECB6109}"/>
          </ac:inkMkLst>
        </pc:inkChg>
        <pc:inkChg chg="add mod">
          <ac:chgData name="Mahima Weerasinghe" userId="e11e3f55-42da-4e07-8ead-4d7a1d7ea1c6" providerId="ADAL" clId="{79555870-17B4-49F7-B1C8-B4904ED74D5B}" dt="2024-07-21T12:21:58.617" v="1928"/>
          <ac:inkMkLst>
            <pc:docMk/>
            <pc:sldMk cId="2419571550" sldId="338"/>
            <ac:inkMk id="148" creationId="{87E6339D-97CC-B83B-E386-B46351AB0BBF}"/>
          </ac:inkMkLst>
        </pc:inkChg>
        <pc:inkChg chg="add mod">
          <ac:chgData name="Mahima Weerasinghe" userId="e11e3f55-42da-4e07-8ead-4d7a1d7ea1c6" providerId="ADAL" clId="{79555870-17B4-49F7-B1C8-B4904ED74D5B}" dt="2024-07-21T12:21:58.617" v="1928"/>
          <ac:inkMkLst>
            <pc:docMk/>
            <pc:sldMk cId="2419571550" sldId="338"/>
            <ac:inkMk id="149" creationId="{CF5F871D-1945-2744-2073-2739BDCF0855}"/>
          </ac:inkMkLst>
        </pc:inkChg>
        <pc:inkChg chg="add mod">
          <ac:chgData name="Mahima Weerasinghe" userId="e11e3f55-42da-4e07-8ead-4d7a1d7ea1c6" providerId="ADAL" clId="{79555870-17B4-49F7-B1C8-B4904ED74D5B}" dt="2024-07-21T12:21:58.617" v="1928"/>
          <ac:inkMkLst>
            <pc:docMk/>
            <pc:sldMk cId="2419571550" sldId="338"/>
            <ac:inkMk id="150" creationId="{2EB585E4-983C-EE2A-63A3-5A50FAEB8DD2}"/>
          </ac:inkMkLst>
        </pc:inkChg>
        <pc:inkChg chg="add mod">
          <ac:chgData name="Mahima Weerasinghe" userId="e11e3f55-42da-4e07-8ead-4d7a1d7ea1c6" providerId="ADAL" clId="{79555870-17B4-49F7-B1C8-B4904ED74D5B}" dt="2024-07-21T12:21:58.617" v="1928"/>
          <ac:inkMkLst>
            <pc:docMk/>
            <pc:sldMk cId="2419571550" sldId="338"/>
            <ac:inkMk id="151" creationId="{3827ED62-BCE2-E8E0-8BDF-5C6E9B2B94D7}"/>
          </ac:inkMkLst>
        </pc:inkChg>
        <pc:inkChg chg="add mod">
          <ac:chgData name="Mahima Weerasinghe" userId="e11e3f55-42da-4e07-8ead-4d7a1d7ea1c6" providerId="ADAL" clId="{79555870-17B4-49F7-B1C8-B4904ED74D5B}" dt="2024-07-21T12:21:58.617" v="1928"/>
          <ac:inkMkLst>
            <pc:docMk/>
            <pc:sldMk cId="2419571550" sldId="338"/>
            <ac:inkMk id="152" creationId="{E2C184F3-9177-1E8B-8724-770C5725058D}"/>
          </ac:inkMkLst>
        </pc:inkChg>
        <pc:inkChg chg="add mod">
          <ac:chgData name="Mahima Weerasinghe" userId="e11e3f55-42da-4e07-8ead-4d7a1d7ea1c6" providerId="ADAL" clId="{79555870-17B4-49F7-B1C8-B4904ED74D5B}" dt="2024-07-21T12:22:02.688" v="1936"/>
          <ac:inkMkLst>
            <pc:docMk/>
            <pc:sldMk cId="2419571550" sldId="338"/>
            <ac:inkMk id="154" creationId="{E050CA38-0A51-174E-6A22-21DB63357F12}"/>
          </ac:inkMkLst>
        </pc:inkChg>
        <pc:inkChg chg="add mod">
          <ac:chgData name="Mahima Weerasinghe" userId="e11e3f55-42da-4e07-8ead-4d7a1d7ea1c6" providerId="ADAL" clId="{79555870-17B4-49F7-B1C8-B4904ED74D5B}" dt="2024-07-21T12:22:02.688" v="1936"/>
          <ac:inkMkLst>
            <pc:docMk/>
            <pc:sldMk cId="2419571550" sldId="338"/>
            <ac:inkMk id="155" creationId="{100F72FE-B395-B294-A1F8-392ABC969BB6}"/>
          </ac:inkMkLst>
        </pc:inkChg>
        <pc:inkChg chg="add mod">
          <ac:chgData name="Mahima Weerasinghe" userId="e11e3f55-42da-4e07-8ead-4d7a1d7ea1c6" providerId="ADAL" clId="{79555870-17B4-49F7-B1C8-B4904ED74D5B}" dt="2024-07-21T12:22:02.688" v="1936"/>
          <ac:inkMkLst>
            <pc:docMk/>
            <pc:sldMk cId="2419571550" sldId="338"/>
            <ac:inkMk id="156" creationId="{AEE13551-973A-FF7D-BFDD-50575D0FDF3B}"/>
          </ac:inkMkLst>
        </pc:inkChg>
        <pc:inkChg chg="add mod">
          <ac:chgData name="Mahima Weerasinghe" userId="e11e3f55-42da-4e07-8ead-4d7a1d7ea1c6" providerId="ADAL" clId="{79555870-17B4-49F7-B1C8-B4904ED74D5B}" dt="2024-07-21T12:22:02.688" v="1936"/>
          <ac:inkMkLst>
            <pc:docMk/>
            <pc:sldMk cId="2419571550" sldId="338"/>
            <ac:inkMk id="157" creationId="{2F2F20AA-8377-231E-7853-9BF01D007116}"/>
          </ac:inkMkLst>
        </pc:inkChg>
        <pc:inkChg chg="add mod">
          <ac:chgData name="Mahima Weerasinghe" userId="e11e3f55-42da-4e07-8ead-4d7a1d7ea1c6" providerId="ADAL" clId="{79555870-17B4-49F7-B1C8-B4904ED74D5B}" dt="2024-07-21T12:22:02.688" v="1936"/>
          <ac:inkMkLst>
            <pc:docMk/>
            <pc:sldMk cId="2419571550" sldId="338"/>
            <ac:inkMk id="158" creationId="{06CB3A4E-7ACE-13E1-22BB-9493A921D890}"/>
          </ac:inkMkLst>
        </pc:inkChg>
        <pc:inkChg chg="add mod">
          <ac:chgData name="Mahima Weerasinghe" userId="e11e3f55-42da-4e07-8ead-4d7a1d7ea1c6" providerId="ADAL" clId="{79555870-17B4-49F7-B1C8-B4904ED74D5B}" dt="2024-07-21T12:22:02.688" v="1936"/>
          <ac:inkMkLst>
            <pc:docMk/>
            <pc:sldMk cId="2419571550" sldId="338"/>
            <ac:inkMk id="159" creationId="{1DF4E8F4-856F-AB80-24E1-B80FB28F1486}"/>
          </ac:inkMkLst>
        </pc:inkChg>
        <pc:inkChg chg="add mod">
          <ac:chgData name="Mahima Weerasinghe" userId="e11e3f55-42da-4e07-8ead-4d7a1d7ea1c6" providerId="ADAL" clId="{79555870-17B4-49F7-B1C8-B4904ED74D5B}" dt="2024-07-21T12:22:02.688" v="1936"/>
          <ac:inkMkLst>
            <pc:docMk/>
            <pc:sldMk cId="2419571550" sldId="338"/>
            <ac:inkMk id="160" creationId="{3FB9874B-2E9F-11EB-DFC5-5084FA18DB83}"/>
          </ac:inkMkLst>
        </pc:inkChg>
        <pc:inkChg chg="add del">
          <ac:chgData name="Mahima Weerasinghe" userId="e11e3f55-42da-4e07-8ead-4d7a1d7ea1c6" providerId="ADAL" clId="{79555870-17B4-49F7-B1C8-B4904ED74D5B}" dt="2024-07-22T05:08:44.289" v="2912" actId="478"/>
          <ac:inkMkLst>
            <pc:docMk/>
            <pc:sldMk cId="2419571550" sldId="338"/>
            <ac:inkMk id="162" creationId="{F32AB86E-C83E-729C-D9E5-E667BB50DD04}"/>
          </ac:inkMkLst>
        </pc:inkChg>
        <pc:inkChg chg="add del">
          <ac:chgData name="Mahima Weerasinghe" userId="e11e3f55-42da-4e07-8ead-4d7a1d7ea1c6" providerId="ADAL" clId="{79555870-17B4-49F7-B1C8-B4904ED74D5B}" dt="2024-07-22T05:08:44.289" v="2912" actId="478"/>
          <ac:inkMkLst>
            <pc:docMk/>
            <pc:sldMk cId="2419571550" sldId="338"/>
            <ac:inkMk id="163" creationId="{C2A3EA48-ED63-E4F5-CFB0-1B54971F96D7}"/>
          </ac:inkMkLst>
        </pc:inkChg>
        <pc:inkChg chg="add mod">
          <ac:chgData name="Mahima Weerasinghe" userId="e11e3f55-42da-4e07-8ead-4d7a1d7ea1c6" providerId="ADAL" clId="{79555870-17B4-49F7-B1C8-B4904ED74D5B}" dt="2024-07-21T12:25:25.561" v="1949"/>
          <ac:inkMkLst>
            <pc:docMk/>
            <pc:sldMk cId="2419571550" sldId="338"/>
            <ac:inkMk id="164" creationId="{5F8B0CBF-EE8F-4C8B-11EB-CBCB6BDCD1B5}"/>
          </ac:inkMkLst>
        </pc:inkChg>
        <pc:inkChg chg="add mod">
          <ac:chgData name="Mahima Weerasinghe" userId="e11e3f55-42da-4e07-8ead-4d7a1d7ea1c6" providerId="ADAL" clId="{79555870-17B4-49F7-B1C8-B4904ED74D5B}" dt="2024-07-21T12:25:25.561" v="1949"/>
          <ac:inkMkLst>
            <pc:docMk/>
            <pc:sldMk cId="2419571550" sldId="338"/>
            <ac:inkMk id="165" creationId="{16BA1FAD-8ED2-67A4-C0FD-06BF7CF6D769}"/>
          </ac:inkMkLst>
        </pc:inkChg>
        <pc:inkChg chg="add mod">
          <ac:chgData name="Mahima Weerasinghe" userId="e11e3f55-42da-4e07-8ead-4d7a1d7ea1c6" providerId="ADAL" clId="{79555870-17B4-49F7-B1C8-B4904ED74D5B}" dt="2024-07-21T12:25:25.561" v="1949"/>
          <ac:inkMkLst>
            <pc:docMk/>
            <pc:sldMk cId="2419571550" sldId="338"/>
            <ac:inkMk id="166" creationId="{BB2C9ACA-C954-4CDB-6E00-D01A526E6571}"/>
          </ac:inkMkLst>
        </pc:inkChg>
        <pc:inkChg chg="add mod">
          <ac:chgData name="Mahima Weerasinghe" userId="e11e3f55-42da-4e07-8ead-4d7a1d7ea1c6" providerId="ADAL" clId="{79555870-17B4-49F7-B1C8-B4904ED74D5B}" dt="2024-07-21T12:25:25.561" v="1949"/>
          <ac:inkMkLst>
            <pc:docMk/>
            <pc:sldMk cId="2419571550" sldId="338"/>
            <ac:inkMk id="167" creationId="{A3E46B05-9D18-DF26-06A8-A81BFB94B32B}"/>
          </ac:inkMkLst>
        </pc:inkChg>
        <pc:inkChg chg="add mod">
          <ac:chgData name="Mahima Weerasinghe" userId="e11e3f55-42da-4e07-8ead-4d7a1d7ea1c6" providerId="ADAL" clId="{79555870-17B4-49F7-B1C8-B4904ED74D5B}" dt="2024-07-21T12:25:25.561" v="1949"/>
          <ac:inkMkLst>
            <pc:docMk/>
            <pc:sldMk cId="2419571550" sldId="338"/>
            <ac:inkMk id="168" creationId="{E1E6162F-9854-28FE-2727-85DDD608057D}"/>
          </ac:inkMkLst>
        </pc:inkChg>
        <pc:inkChg chg="add mod">
          <ac:chgData name="Mahima Weerasinghe" userId="e11e3f55-42da-4e07-8ead-4d7a1d7ea1c6" providerId="ADAL" clId="{79555870-17B4-49F7-B1C8-B4904ED74D5B}" dt="2024-07-21T12:25:25.561" v="1949"/>
          <ac:inkMkLst>
            <pc:docMk/>
            <pc:sldMk cId="2419571550" sldId="338"/>
            <ac:inkMk id="169" creationId="{37A9906B-BDB9-89C7-AF04-6B33E8B17CF9}"/>
          </ac:inkMkLst>
        </pc:inkChg>
        <pc:inkChg chg="add mod">
          <ac:chgData name="Mahima Weerasinghe" userId="e11e3f55-42da-4e07-8ead-4d7a1d7ea1c6" providerId="ADAL" clId="{79555870-17B4-49F7-B1C8-B4904ED74D5B}" dt="2024-07-21T12:25:25.561" v="1949"/>
          <ac:inkMkLst>
            <pc:docMk/>
            <pc:sldMk cId="2419571550" sldId="338"/>
            <ac:inkMk id="170" creationId="{9A750DCD-541C-1935-8003-C89C3402EEB2}"/>
          </ac:inkMkLst>
        </pc:inkChg>
        <pc:inkChg chg="add mod">
          <ac:chgData name="Mahima Weerasinghe" userId="e11e3f55-42da-4e07-8ead-4d7a1d7ea1c6" providerId="ADAL" clId="{79555870-17B4-49F7-B1C8-B4904ED74D5B}" dt="2024-07-21T12:25:25.561" v="1949"/>
          <ac:inkMkLst>
            <pc:docMk/>
            <pc:sldMk cId="2419571550" sldId="338"/>
            <ac:inkMk id="171" creationId="{27BBBFCD-A7D0-1403-26D5-7F00477306C8}"/>
          </ac:inkMkLst>
        </pc:inkChg>
        <pc:inkChg chg="add mod">
          <ac:chgData name="Mahima Weerasinghe" userId="e11e3f55-42da-4e07-8ead-4d7a1d7ea1c6" providerId="ADAL" clId="{79555870-17B4-49F7-B1C8-B4904ED74D5B}" dt="2024-07-21T12:25:32.215" v="1952"/>
          <ac:inkMkLst>
            <pc:docMk/>
            <pc:sldMk cId="2419571550" sldId="338"/>
            <ac:inkMk id="173" creationId="{7D2FBC8C-62D2-69CF-F7E8-B59B1B249F6E}"/>
          </ac:inkMkLst>
        </pc:inkChg>
        <pc:inkChg chg="add mod">
          <ac:chgData name="Mahima Weerasinghe" userId="e11e3f55-42da-4e07-8ead-4d7a1d7ea1c6" providerId="ADAL" clId="{79555870-17B4-49F7-B1C8-B4904ED74D5B}" dt="2024-07-21T12:25:32.215" v="1952"/>
          <ac:inkMkLst>
            <pc:docMk/>
            <pc:sldMk cId="2419571550" sldId="338"/>
            <ac:inkMk id="174" creationId="{2BCBAE43-99BB-E724-FAF4-40532AEFF6B4}"/>
          </ac:inkMkLst>
        </pc:inkChg>
        <pc:inkChg chg="add mod">
          <ac:chgData name="Mahima Weerasinghe" userId="e11e3f55-42da-4e07-8ead-4d7a1d7ea1c6" providerId="ADAL" clId="{79555870-17B4-49F7-B1C8-B4904ED74D5B}" dt="2024-07-21T12:25:35.433" v="1957"/>
          <ac:inkMkLst>
            <pc:docMk/>
            <pc:sldMk cId="2419571550" sldId="338"/>
            <ac:inkMk id="176" creationId="{DDCF47DF-9142-D84B-B7D2-4D55BE5A94D1}"/>
          </ac:inkMkLst>
        </pc:inkChg>
        <pc:inkChg chg="add mod">
          <ac:chgData name="Mahima Weerasinghe" userId="e11e3f55-42da-4e07-8ead-4d7a1d7ea1c6" providerId="ADAL" clId="{79555870-17B4-49F7-B1C8-B4904ED74D5B}" dt="2024-07-21T12:25:35.433" v="1957"/>
          <ac:inkMkLst>
            <pc:docMk/>
            <pc:sldMk cId="2419571550" sldId="338"/>
            <ac:inkMk id="177" creationId="{B2E3B157-12FC-5798-D97E-394565934666}"/>
          </ac:inkMkLst>
        </pc:inkChg>
        <pc:inkChg chg="add mod">
          <ac:chgData name="Mahima Weerasinghe" userId="e11e3f55-42da-4e07-8ead-4d7a1d7ea1c6" providerId="ADAL" clId="{79555870-17B4-49F7-B1C8-B4904ED74D5B}" dt="2024-07-21T12:25:35.433" v="1957"/>
          <ac:inkMkLst>
            <pc:docMk/>
            <pc:sldMk cId="2419571550" sldId="338"/>
            <ac:inkMk id="178" creationId="{D23B0F6B-2C8E-E9A2-2771-FEB7B42D81A2}"/>
          </ac:inkMkLst>
        </pc:inkChg>
        <pc:inkChg chg="add mod">
          <ac:chgData name="Mahima Weerasinghe" userId="e11e3f55-42da-4e07-8ead-4d7a1d7ea1c6" providerId="ADAL" clId="{79555870-17B4-49F7-B1C8-B4904ED74D5B}" dt="2024-07-21T12:25:35.433" v="1957"/>
          <ac:inkMkLst>
            <pc:docMk/>
            <pc:sldMk cId="2419571550" sldId="338"/>
            <ac:inkMk id="179" creationId="{BBD5D3FA-BF8C-3A9A-11B0-29A9117B3E7F}"/>
          </ac:inkMkLst>
        </pc:inkChg>
      </pc:sldChg>
      <pc:sldChg chg="addSp delSp modSp new mod">
        <pc:chgData name="Mahima Weerasinghe" userId="e11e3f55-42da-4e07-8ead-4d7a1d7ea1c6" providerId="ADAL" clId="{79555870-17B4-49F7-B1C8-B4904ED74D5B}" dt="2024-07-21T13:34:56.665" v="2416" actId="9405"/>
        <pc:sldMkLst>
          <pc:docMk/>
          <pc:sldMk cId="2511686675" sldId="339"/>
        </pc:sldMkLst>
        <pc:grpChg chg="mod">
          <ac:chgData name="Mahima Weerasinghe" userId="e11e3f55-42da-4e07-8ead-4d7a1d7ea1c6" providerId="ADAL" clId="{79555870-17B4-49F7-B1C8-B4904ED74D5B}" dt="2024-07-21T13:20:01.483" v="2135"/>
          <ac:grpSpMkLst>
            <pc:docMk/>
            <pc:sldMk cId="2511686675" sldId="339"/>
            <ac:grpSpMk id="5" creationId="{DAEA0A05-2096-B176-F082-FA338C1CB731}"/>
          </ac:grpSpMkLst>
        </pc:grpChg>
        <pc:grpChg chg="mod">
          <ac:chgData name="Mahima Weerasinghe" userId="e11e3f55-42da-4e07-8ead-4d7a1d7ea1c6" providerId="ADAL" clId="{79555870-17B4-49F7-B1C8-B4904ED74D5B}" dt="2024-07-21T13:20:03.926" v="2138"/>
          <ac:grpSpMkLst>
            <pc:docMk/>
            <pc:sldMk cId="2511686675" sldId="339"/>
            <ac:grpSpMk id="8" creationId="{D0CCDF5E-7AF2-4F88-6FEE-5B7B0C584FA6}"/>
          </ac:grpSpMkLst>
        </pc:grpChg>
        <pc:grpChg chg="del mod">
          <ac:chgData name="Mahima Weerasinghe" userId="e11e3f55-42da-4e07-8ead-4d7a1d7ea1c6" providerId="ADAL" clId="{79555870-17B4-49F7-B1C8-B4904ED74D5B}" dt="2024-07-21T13:20:12.946" v="2149"/>
          <ac:grpSpMkLst>
            <pc:docMk/>
            <pc:sldMk cId="2511686675" sldId="339"/>
            <ac:grpSpMk id="16" creationId="{CD366AE6-7CD3-31E2-30FE-AA4FCE413BC7}"/>
          </ac:grpSpMkLst>
        </pc:grpChg>
        <pc:grpChg chg="mod">
          <ac:chgData name="Mahima Weerasinghe" userId="e11e3f55-42da-4e07-8ead-4d7a1d7ea1c6" providerId="ADAL" clId="{79555870-17B4-49F7-B1C8-B4904ED74D5B}" dt="2024-07-21T13:20:10.795" v="2146"/>
          <ac:grpSpMkLst>
            <pc:docMk/>
            <pc:sldMk cId="2511686675" sldId="339"/>
            <ac:grpSpMk id="17" creationId="{53839AE4-7729-FA14-0238-F850BA2CFD4F}"/>
          </ac:grpSpMkLst>
        </pc:grpChg>
        <pc:grpChg chg="mod">
          <ac:chgData name="Mahima Weerasinghe" userId="e11e3f55-42da-4e07-8ead-4d7a1d7ea1c6" providerId="ADAL" clId="{79555870-17B4-49F7-B1C8-B4904ED74D5B}" dt="2024-07-21T13:20:12.946" v="2149"/>
          <ac:grpSpMkLst>
            <pc:docMk/>
            <pc:sldMk cId="2511686675" sldId="339"/>
            <ac:grpSpMk id="20" creationId="{C20BF3DF-628C-46E4-428B-767A223D4936}"/>
          </ac:grpSpMkLst>
        </pc:grpChg>
        <pc:grpChg chg="mod">
          <ac:chgData name="Mahima Weerasinghe" userId="e11e3f55-42da-4e07-8ead-4d7a1d7ea1c6" providerId="ADAL" clId="{79555870-17B4-49F7-B1C8-B4904ED74D5B}" dt="2024-07-21T13:20:17.118" v="2154"/>
          <ac:grpSpMkLst>
            <pc:docMk/>
            <pc:sldMk cId="2511686675" sldId="339"/>
            <ac:grpSpMk id="25" creationId="{B2536CB7-A502-92FA-1F6E-445945958688}"/>
          </ac:grpSpMkLst>
        </pc:grpChg>
        <pc:grpChg chg="mod">
          <ac:chgData name="Mahima Weerasinghe" userId="e11e3f55-42da-4e07-8ead-4d7a1d7ea1c6" providerId="ADAL" clId="{79555870-17B4-49F7-B1C8-B4904ED74D5B}" dt="2024-07-21T13:20:27.265" v="2168"/>
          <ac:grpSpMkLst>
            <pc:docMk/>
            <pc:sldMk cId="2511686675" sldId="339"/>
            <ac:grpSpMk id="39" creationId="{0A1B7A85-2550-3014-517E-21A396737644}"/>
          </ac:grpSpMkLst>
        </pc:grpChg>
        <pc:grpChg chg="mod">
          <ac:chgData name="Mahima Weerasinghe" userId="e11e3f55-42da-4e07-8ead-4d7a1d7ea1c6" providerId="ADAL" clId="{79555870-17B4-49F7-B1C8-B4904ED74D5B}" dt="2024-07-21T13:20:27.265" v="2168"/>
          <ac:grpSpMkLst>
            <pc:docMk/>
            <pc:sldMk cId="2511686675" sldId="339"/>
            <ac:grpSpMk id="40" creationId="{87F267FF-C7E8-D93F-35AF-5E4D2DA88248}"/>
          </ac:grpSpMkLst>
        </pc:grpChg>
        <pc:grpChg chg="del mod">
          <ac:chgData name="Mahima Weerasinghe" userId="e11e3f55-42da-4e07-8ead-4d7a1d7ea1c6" providerId="ADAL" clId="{79555870-17B4-49F7-B1C8-B4904ED74D5B}" dt="2024-07-21T13:21:16.622" v="2203"/>
          <ac:grpSpMkLst>
            <pc:docMk/>
            <pc:sldMk cId="2511686675" sldId="339"/>
            <ac:grpSpMk id="41" creationId="{2A9C0EF2-9AE0-A1B7-9EE2-CBAB4904341C}"/>
          </ac:grpSpMkLst>
        </pc:grpChg>
        <pc:grpChg chg="del mod">
          <ac:chgData name="Mahima Weerasinghe" userId="e11e3f55-42da-4e07-8ead-4d7a1d7ea1c6" providerId="ADAL" clId="{79555870-17B4-49F7-B1C8-B4904ED74D5B}" dt="2024-07-21T13:21:16.622" v="2203"/>
          <ac:grpSpMkLst>
            <pc:docMk/>
            <pc:sldMk cId="2511686675" sldId="339"/>
            <ac:grpSpMk id="42" creationId="{571EB4C6-3D6C-B60F-5449-448F27BB922B}"/>
          </ac:grpSpMkLst>
        </pc:grpChg>
        <pc:grpChg chg="mod">
          <ac:chgData name="Mahima Weerasinghe" userId="e11e3f55-42da-4e07-8ead-4d7a1d7ea1c6" providerId="ADAL" clId="{79555870-17B4-49F7-B1C8-B4904ED74D5B}" dt="2024-07-21T13:20:30.296" v="2171"/>
          <ac:grpSpMkLst>
            <pc:docMk/>
            <pc:sldMk cId="2511686675" sldId="339"/>
            <ac:grpSpMk id="45" creationId="{96941003-8909-BBF0-ED90-9112732E6B42}"/>
          </ac:grpSpMkLst>
        </pc:grpChg>
        <pc:grpChg chg="del mod">
          <ac:chgData name="Mahima Weerasinghe" userId="e11e3f55-42da-4e07-8ead-4d7a1d7ea1c6" providerId="ADAL" clId="{79555870-17B4-49F7-B1C8-B4904ED74D5B}" dt="2024-07-21T13:21:16.622" v="2203"/>
          <ac:grpSpMkLst>
            <pc:docMk/>
            <pc:sldMk cId="2511686675" sldId="339"/>
            <ac:grpSpMk id="51" creationId="{17D20E8C-4794-ADE7-E6B8-486538ADF64F}"/>
          </ac:grpSpMkLst>
        </pc:grpChg>
        <pc:grpChg chg="del mod">
          <ac:chgData name="Mahima Weerasinghe" userId="e11e3f55-42da-4e07-8ead-4d7a1d7ea1c6" providerId="ADAL" clId="{79555870-17B4-49F7-B1C8-B4904ED74D5B}" dt="2024-07-21T13:21:16.622" v="2203"/>
          <ac:grpSpMkLst>
            <pc:docMk/>
            <pc:sldMk cId="2511686675" sldId="339"/>
            <ac:grpSpMk id="54" creationId="{16ABBDE6-4CDF-95FA-ACAC-69FEA6A89BD3}"/>
          </ac:grpSpMkLst>
        </pc:grpChg>
        <pc:grpChg chg="del mod">
          <ac:chgData name="Mahima Weerasinghe" userId="e11e3f55-42da-4e07-8ead-4d7a1d7ea1c6" providerId="ADAL" clId="{79555870-17B4-49F7-B1C8-B4904ED74D5B}" dt="2024-07-21T13:21:16.622" v="2203"/>
          <ac:grpSpMkLst>
            <pc:docMk/>
            <pc:sldMk cId="2511686675" sldId="339"/>
            <ac:grpSpMk id="58" creationId="{0A73143B-CDF6-9F7B-E359-1468D1411B20}"/>
          </ac:grpSpMkLst>
        </pc:grpChg>
        <pc:grpChg chg="del mod">
          <ac:chgData name="Mahima Weerasinghe" userId="e11e3f55-42da-4e07-8ead-4d7a1d7ea1c6" providerId="ADAL" clId="{79555870-17B4-49F7-B1C8-B4904ED74D5B}" dt="2024-07-21T13:21:27.013" v="2207"/>
          <ac:grpSpMkLst>
            <pc:docMk/>
            <pc:sldMk cId="2511686675" sldId="339"/>
            <ac:grpSpMk id="77" creationId="{019064A7-6FA4-6387-3986-3BA56E8280D5}"/>
          </ac:grpSpMkLst>
        </pc:grpChg>
        <pc:grpChg chg="del mod">
          <ac:chgData name="Mahima Weerasinghe" userId="e11e3f55-42da-4e07-8ead-4d7a1d7ea1c6" providerId="ADAL" clId="{79555870-17B4-49F7-B1C8-B4904ED74D5B}" dt="2024-07-21T13:22:56.437" v="2252"/>
          <ac:grpSpMkLst>
            <pc:docMk/>
            <pc:sldMk cId="2511686675" sldId="339"/>
            <ac:grpSpMk id="81" creationId="{2BD0893B-26E7-86F8-D106-ACB19B450BDC}"/>
          </ac:grpSpMkLst>
        </pc:grpChg>
        <pc:grpChg chg="del mod">
          <ac:chgData name="Mahima Weerasinghe" userId="e11e3f55-42da-4e07-8ead-4d7a1d7ea1c6" providerId="ADAL" clId="{79555870-17B4-49F7-B1C8-B4904ED74D5B}" dt="2024-07-21T13:22:56.437" v="2252"/>
          <ac:grpSpMkLst>
            <pc:docMk/>
            <pc:sldMk cId="2511686675" sldId="339"/>
            <ac:grpSpMk id="85" creationId="{62FEAD9D-8543-5857-7AFA-932B521984FF}"/>
          </ac:grpSpMkLst>
        </pc:grpChg>
        <pc:grpChg chg="mod">
          <ac:chgData name="Mahima Weerasinghe" userId="e11e3f55-42da-4e07-8ead-4d7a1d7ea1c6" providerId="ADAL" clId="{79555870-17B4-49F7-B1C8-B4904ED74D5B}" dt="2024-07-21T13:21:38.871" v="2216"/>
          <ac:grpSpMkLst>
            <pc:docMk/>
            <pc:sldMk cId="2511686675" sldId="339"/>
            <ac:grpSpMk id="90" creationId="{6AE02227-84F5-94DA-1A10-ACE7AF2029BA}"/>
          </ac:grpSpMkLst>
        </pc:grpChg>
        <pc:grpChg chg="mod">
          <ac:chgData name="Mahima Weerasinghe" userId="e11e3f55-42da-4e07-8ead-4d7a1d7ea1c6" providerId="ADAL" clId="{79555870-17B4-49F7-B1C8-B4904ED74D5B}" dt="2024-07-21T13:21:38.871" v="2216"/>
          <ac:grpSpMkLst>
            <pc:docMk/>
            <pc:sldMk cId="2511686675" sldId="339"/>
            <ac:grpSpMk id="91" creationId="{4ED2B76B-76F0-661E-4858-F34C74472ECB}"/>
          </ac:grpSpMkLst>
        </pc:grpChg>
        <pc:grpChg chg="del mod">
          <ac:chgData name="Mahima Weerasinghe" userId="e11e3f55-42da-4e07-8ead-4d7a1d7ea1c6" providerId="ADAL" clId="{79555870-17B4-49F7-B1C8-B4904ED74D5B}" dt="2024-07-21T13:22:01.040" v="2223"/>
          <ac:grpSpMkLst>
            <pc:docMk/>
            <pc:sldMk cId="2511686675" sldId="339"/>
            <ac:grpSpMk id="95" creationId="{2191DBF5-50E1-25A8-1527-A56839A7D21F}"/>
          </ac:grpSpMkLst>
        </pc:grpChg>
        <pc:grpChg chg="del mod">
          <ac:chgData name="Mahima Weerasinghe" userId="e11e3f55-42da-4e07-8ead-4d7a1d7ea1c6" providerId="ADAL" clId="{79555870-17B4-49F7-B1C8-B4904ED74D5B}" dt="2024-07-21T13:22:04.223" v="2226"/>
          <ac:grpSpMkLst>
            <pc:docMk/>
            <pc:sldMk cId="2511686675" sldId="339"/>
            <ac:grpSpMk id="98" creationId="{6C8557A5-3E5D-85F5-0B50-F44F4D6AA8B0}"/>
          </ac:grpSpMkLst>
        </pc:grpChg>
        <pc:grpChg chg="mod">
          <ac:chgData name="Mahima Weerasinghe" userId="e11e3f55-42da-4e07-8ead-4d7a1d7ea1c6" providerId="ADAL" clId="{79555870-17B4-49F7-B1C8-B4904ED74D5B}" dt="2024-07-21T13:22:04.223" v="2226"/>
          <ac:grpSpMkLst>
            <pc:docMk/>
            <pc:sldMk cId="2511686675" sldId="339"/>
            <ac:grpSpMk id="101" creationId="{DCCD8ABC-CB08-D8DE-DAFC-B58FB4B47CBD}"/>
          </ac:grpSpMkLst>
        </pc:grpChg>
        <pc:grpChg chg="del mod">
          <ac:chgData name="Mahima Weerasinghe" userId="e11e3f55-42da-4e07-8ead-4d7a1d7ea1c6" providerId="ADAL" clId="{79555870-17B4-49F7-B1C8-B4904ED74D5B}" dt="2024-07-21T13:22:35.112" v="2242"/>
          <ac:grpSpMkLst>
            <pc:docMk/>
            <pc:sldMk cId="2511686675" sldId="339"/>
            <ac:grpSpMk id="115" creationId="{D95315D3-C086-1EA8-221A-67063844737D}"/>
          </ac:grpSpMkLst>
        </pc:grpChg>
        <pc:grpChg chg="del mod">
          <ac:chgData name="Mahima Weerasinghe" userId="e11e3f55-42da-4e07-8ead-4d7a1d7ea1c6" providerId="ADAL" clId="{79555870-17B4-49F7-B1C8-B4904ED74D5B}" dt="2024-07-21T13:22:56.437" v="2252"/>
          <ac:grpSpMkLst>
            <pc:docMk/>
            <pc:sldMk cId="2511686675" sldId="339"/>
            <ac:grpSpMk id="117" creationId="{BB8070D5-13BE-7886-1353-E3CD66078CEC}"/>
          </ac:grpSpMkLst>
        </pc:grpChg>
        <pc:grpChg chg="del mod">
          <ac:chgData name="Mahima Weerasinghe" userId="e11e3f55-42da-4e07-8ead-4d7a1d7ea1c6" providerId="ADAL" clId="{79555870-17B4-49F7-B1C8-B4904ED74D5B}" dt="2024-07-21T13:22:56.437" v="2252"/>
          <ac:grpSpMkLst>
            <pc:docMk/>
            <pc:sldMk cId="2511686675" sldId="339"/>
            <ac:grpSpMk id="121" creationId="{901C0181-B21A-1C48-0CDA-9EF8D934FE84}"/>
          </ac:grpSpMkLst>
        </pc:grpChg>
        <pc:grpChg chg="del mod">
          <ac:chgData name="Mahima Weerasinghe" userId="e11e3f55-42da-4e07-8ead-4d7a1d7ea1c6" providerId="ADAL" clId="{79555870-17B4-49F7-B1C8-B4904ED74D5B}" dt="2024-07-21T13:22:56.437" v="2252"/>
          <ac:grpSpMkLst>
            <pc:docMk/>
            <pc:sldMk cId="2511686675" sldId="339"/>
            <ac:grpSpMk id="124" creationId="{D863FC26-1A44-EB20-EA2D-8BC90656EF0D}"/>
          </ac:grpSpMkLst>
        </pc:grpChg>
        <pc:grpChg chg="del mod">
          <ac:chgData name="Mahima Weerasinghe" userId="e11e3f55-42da-4e07-8ead-4d7a1d7ea1c6" providerId="ADAL" clId="{79555870-17B4-49F7-B1C8-B4904ED74D5B}" dt="2024-07-21T13:23:48.655" v="2280"/>
          <ac:grpSpMkLst>
            <pc:docMk/>
            <pc:sldMk cId="2511686675" sldId="339"/>
            <ac:grpSpMk id="127" creationId="{75C81241-E54B-8FDA-3D56-AF2DC7A301C7}"/>
          </ac:grpSpMkLst>
        </pc:grpChg>
        <pc:grpChg chg="del mod">
          <ac:chgData name="Mahima Weerasinghe" userId="e11e3f55-42da-4e07-8ead-4d7a1d7ea1c6" providerId="ADAL" clId="{79555870-17B4-49F7-B1C8-B4904ED74D5B}" dt="2024-07-21T13:23:14.893" v="2264"/>
          <ac:grpSpMkLst>
            <pc:docMk/>
            <pc:sldMk cId="2511686675" sldId="339"/>
            <ac:grpSpMk id="133" creationId="{990F03C8-C980-5CDF-B189-4BC1B654A9E6}"/>
          </ac:grpSpMkLst>
        </pc:grpChg>
        <pc:grpChg chg="mod">
          <ac:chgData name="Mahima Weerasinghe" userId="e11e3f55-42da-4e07-8ead-4d7a1d7ea1c6" providerId="ADAL" clId="{79555870-17B4-49F7-B1C8-B4904ED74D5B}" dt="2024-07-21T13:23:14.893" v="2264"/>
          <ac:grpSpMkLst>
            <pc:docMk/>
            <pc:sldMk cId="2511686675" sldId="339"/>
            <ac:grpSpMk id="139" creationId="{13C4F705-2437-F178-6FD6-A0C2C4F7804E}"/>
          </ac:grpSpMkLst>
        </pc:grpChg>
        <pc:grpChg chg="mod">
          <ac:chgData name="Mahima Weerasinghe" userId="e11e3f55-42da-4e07-8ead-4d7a1d7ea1c6" providerId="ADAL" clId="{79555870-17B4-49F7-B1C8-B4904ED74D5B}" dt="2024-07-21T13:23:14.893" v="2264"/>
          <ac:grpSpMkLst>
            <pc:docMk/>
            <pc:sldMk cId="2511686675" sldId="339"/>
            <ac:grpSpMk id="140" creationId="{55CD92AA-AC84-31B8-E0CF-F0136F58BF47}"/>
          </ac:grpSpMkLst>
        </pc:grpChg>
        <pc:grpChg chg="del mod">
          <ac:chgData name="Mahima Weerasinghe" userId="e11e3f55-42da-4e07-8ead-4d7a1d7ea1c6" providerId="ADAL" clId="{79555870-17B4-49F7-B1C8-B4904ED74D5B}" dt="2024-07-21T13:23:28.429" v="2273"/>
          <ac:grpSpMkLst>
            <pc:docMk/>
            <pc:sldMk cId="2511686675" sldId="339"/>
            <ac:grpSpMk id="149" creationId="{F70EE95B-8B1E-FDD6-A3DA-46CD2051BA24}"/>
          </ac:grpSpMkLst>
        </pc:grpChg>
        <pc:grpChg chg="mod">
          <ac:chgData name="Mahima Weerasinghe" userId="e11e3f55-42da-4e07-8ead-4d7a1d7ea1c6" providerId="ADAL" clId="{79555870-17B4-49F7-B1C8-B4904ED74D5B}" dt="2024-07-21T13:23:28.429" v="2273"/>
          <ac:grpSpMkLst>
            <pc:docMk/>
            <pc:sldMk cId="2511686675" sldId="339"/>
            <ac:grpSpMk id="150" creationId="{334A62A4-79DF-EEFB-DC01-34B2F461C791}"/>
          </ac:grpSpMkLst>
        </pc:grpChg>
        <pc:grpChg chg="del mod">
          <ac:chgData name="Mahima Weerasinghe" userId="e11e3f55-42da-4e07-8ead-4d7a1d7ea1c6" providerId="ADAL" clId="{79555870-17B4-49F7-B1C8-B4904ED74D5B}" dt="2024-07-21T13:30:01.307" v="2316"/>
          <ac:grpSpMkLst>
            <pc:docMk/>
            <pc:sldMk cId="2511686675" sldId="339"/>
            <ac:grpSpMk id="154" creationId="{5E6A55DD-2515-F302-A7CB-856EA21442D6}"/>
          </ac:grpSpMkLst>
        </pc:grpChg>
        <pc:grpChg chg="del mod">
          <ac:chgData name="Mahima Weerasinghe" userId="e11e3f55-42da-4e07-8ead-4d7a1d7ea1c6" providerId="ADAL" clId="{79555870-17B4-49F7-B1C8-B4904ED74D5B}" dt="2024-07-21T13:23:52.747" v="2283"/>
          <ac:grpSpMkLst>
            <pc:docMk/>
            <pc:sldMk cId="2511686675" sldId="339"/>
            <ac:grpSpMk id="157" creationId="{D1B73C0A-8052-C8AF-6C6D-697E0D70090E}"/>
          </ac:grpSpMkLst>
        </pc:grpChg>
        <pc:grpChg chg="del mod">
          <ac:chgData name="Mahima Weerasinghe" userId="e11e3f55-42da-4e07-8ead-4d7a1d7ea1c6" providerId="ADAL" clId="{79555870-17B4-49F7-B1C8-B4904ED74D5B}" dt="2024-07-21T13:23:55.568" v="2287"/>
          <ac:grpSpMkLst>
            <pc:docMk/>
            <pc:sldMk cId="2511686675" sldId="339"/>
            <ac:grpSpMk id="160" creationId="{E120B86E-B582-FD3D-10C7-EA5FDBEFE638}"/>
          </ac:grpSpMkLst>
        </pc:grpChg>
        <pc:grpChg chg="del mod">
          <ac:chgData name="Mahima Weerasinghe" userId="e11e3f55-42da-4e07-8ead-4d7a1d7ea1c6" providerId="ADAL" clId="{79555870-17B4-49F7-B1C8-B4904ED74D5B}" dt="2024-07-21T13:29:10.044" v="2306"/>
          <ac:grpSpMkLst>
            <pc:docMk/>
            <pc:sldMk cId="2511686675" sldId="339"/>
            <ac:grpSpMk id="164" creationId="{5081F57C-C8C8-5727-A8FA-729A23B16226}"/>
          </ac:grpSpMkLst>
        </pc:grpChg>
        <pc:grpChg chg="mod">
          <ac:chgData name="Mahima Weerasinghe" userId="e11e3f55-42da-4e07-8ead-4d7a1d7ea1c6" providerId="ADAL" clId="{79555870-17B4-49F7-B1C8-B4904ED74D5B}" dt="2024-07-21T13:24:05.897" v="2290"/>
          <ac:grpSpMkLst>
            <pc:docMk/>
            <pc:sldMk cId="2511686675" sldId="339"/>
            <ac:grpSpMk id="167" creationId="{223B3DF8-B151-8D90-8F09-2A8EEAD59E18}"/>
          </ac:grpSpMkLst>
        </pc:grpChg>
        <pc:grpChg chg="mod">
          <ac:chgData name="Mahima Weerasinghe" userId="e11e3f55-42da-4e07-8ead-4d7a1d7ea1c6" providerId="ADAL" clId="{79555870-17B4-49F7-B1C8-B4904ED74D5B}" dt="2024-07-21T13:24:14.598" v="2296"/>
          <ac:grpSpMkLst>
            <pc:docMk/>
            <pc:sldMk cId="2511686675" sldId="339"/>
            <ac:grpSpMk id="173" creationId="{35422B22-A99A-C894-B87F-8DF5BD8251BE}"/>
          </ac:grpSpMkLst>
        </pc:grpChg>
        <pc:grpChg chg="mod">
          <ac:chgData name="Mahima Weerasinghe" userId="e11e3f55-42da-4e07-8ead-4d7a1d7ea1c6" providerId="ADAL" clId="{79555870-17B4-49F7-B1C8-B4904ED74D5B}" dt="2024-07-21T13:24:34.560" v="2302"/>
          <ac:grpSpMkLst>
            <pc:docMk/>
            <pc:sldMk cId="2511686675" sldId="339"/>
            <ac:grpSpMk id="179" creationId="{2D4BECC6-A4D0-FAD4-22F3-6797645029A9}"/>
          </ac:grpSpMkLst>
        </pc:grpChg>
        <pc:grpChg chg="del mod">
          <ac:chgData name="Mahima Weerasinghe" userId="e11e3f55-42da-4e07-8ead-4d7a1d7ea1c6" providerId="ADAL" clId="{79555870-17B4-49F7-B1C8-B4904ED74D5B}" dt="2024-07-21T13:29:12.905" v="2310"/>
          <ac:grpSpMkLst>
            <pc:docMk/>
            <pc:sldMk cId="2511686675" sldId="339"/>
            <ac:grpSpMk id="183" creationId="{DDD01B3E-C7B4-E182-1790-7CAC1CDD476F}"/>
          </ac:grpSpMkLst>
        </pc:grpChg>
        <pc:grpChg chg="mod">
          <ac:chgData name="Mahima Weerasinghe" userId="e11e3f55-42da-4e07-8ead-4d7a1d7ea1c6" providerId="ADAL" clId="{79555870-17B4-49F7-B1C8-B4904ED74D5B}" dt="2024-07-21T13:29:12.905" v="2310"/>
          <ac:grpSpMkLst>
            <pc:docMk/>
            <pc:sldMk cId="2511686675" sldId="339"/>
            <ac:grpSpMk id="187" creationId="{2974669E-8358-4CC9-BAB5-B547E5D571B5}"/>
          </ac:grpSpMkLst>
        </pc:grpChg>
        <pc:grpChg chg="mod">
          <ac:chgData name="Mahima Weerasinghe" userId="e11e3f55-42da-4e07-8ead-4d7a1d7ea1c6" providerId="ADAL" clId="{79555870-17B4-49F7-B1C8-B4904ED74D5B}" dt="2024-07-21T13:30:01.307" v="2316"/>
          <ac:grpSpMkLst>
            <pc:docMk/>
            <pc:sldMk cId="2511686675" sldId="339"/>
            <ac:grpSpMk id="193" creationId="{711E272B-F82D-FECF-17BC-1DE37BABDB0D}"/>
          </ac:grpSpMkLst>
        </pc:grpChg>
        <pc:grpChg chg="del mod">
          <ac:chgData name="Mahima Weerasinghe" userId="e11e3f55-42da-4e07-8ead-4d7a1d7ea1c6" providerId="ADAL" clId="{79555870-17B4-49F7-B1C8-B4904ED74D5B}" dt="2024-07-21T13:31:46.355" v="2324"/>
          <ac:grpSpMkLst>
            <pc:docMk/>
            <pc:sldMk cId="2511686675" sldId="339"/>
            <ac:grpSpMk id="196" creationId="{44B8CD58-8DF2-53B5-F4D5-388C64431827}"/>
          </ac:grpSpMkLst>
        </pc:grpChg>
        <pc:grpChg chg="del mod">
          <ac:chgData name="Mahima Weerasinghe" userId="e11e3f55-42da-4e07-8ead-4d7a1d7ea1c6" providerId="ADAL" clId="{79555870-17B4-49F7-B1C8-B4904ED74D5B}" dt="2024-07-21T13:31:54.618" v="2333"/>
          <ac:grpSpMkLst>
            <pc:docMk/>
            <pc:sldMk cId="2511686675" sldId="339"/>
            <ac:grpSpMk id="201" creationId="{6FE670B9-90BE-FD8E-1B5D-A0FD6641F547}"/>
          </ac:grpSpMkLst>
        </pc:grpChg>
        <pc:grpChg chg="del mod">
          <ac:chgData name="Mahima Weerasinghe" userId="e11e3f55-42da-4e07-8ead-4d7a1d7ea1c6" providerId="ADAL" clId="{79555870-17B4-49F7-B1C8-B4904ED74D5B}" dt="2024-07-21T13:31:54.618" v="2333"/>
          <ac:grpSpMkLst>
            <pc:docMk/>
            <pc:sldMk cId="2511686675" sldId="339"/>
            <ac:grpSpMk id="206" creationId="{7DA87C0A-D7AE-A93A-D164-A3BF41F26E06}"/>
          </ac:grpSpMkLst>
        </pc:grpChg>
        <pc:grpChg chg="mod">
          <ac:chgData name="Mahima Weerasinghe" userId="e11e3f55-42da-4e07-8ead-4d7a1d7ea1c6" providerId="ADAL" clId="{79555870-17B4-49F7-B1C8-B4904ED74D5B}" dt="2024-07-21T13:31:54.618" v="2333"/>
          <ac:grpSpMkLst>
            <pc:docMk/>
            <pc:sldMk cId="2511686675" sldId="339"/>
            <ac:grpSpMk id="210" creationId="{2B425D5C-B10F-7508-FA45-03C1EBB9319C}"/>
          </ac:grpSpMkLst>
        </pc:grpChg>
        <pc:grpChg chg="mod">
          <ac:chgData name="Mahima Weerasinghe" userId="e11e3f55-42da-4e07-8ead-4d7a1d7ea1c6" providerId="ADAL" clId="{79555870-17B4-49F7-B1C8-B4904ED74D5B}" dt="2024-07-21T13:32:02.209" v="2341"/>
          <ac:grpSpMkLst>
            <pc:docMk/>
            <pc:sldMk cId="2511686675" sldId="339"/>
            <ac:grpSpMk id="218" creationId="{2AF3359F-C421-2CE1-F2EC-163DBB9401EC}"/>
          </ac:grpSpMkLst>
        </pc:grpChg>
        <pc:grpChg chg="mod">
          <ac:chgData name="Mahima Weerasinghe" userId="e11e3f55-42da-4e07-8ead-4d7a1d7ea1c6" providerId="ADAL" clId="{79555870-17B4-49F7-B1C8-B4904ED74D5B}" dt="2024-07-21T13:32:09.398" v="2352"/>
          <ac:grpSpMkLst>
            <pc:docMk/>
            <pc:sldMk cId="2511686675" sldId="339"/>
            <ac:grpSpMk id="229" creationId="{0734E8B0-856B-206F-A23A-3BED6118307D}"/>
          </ac:grpSpMkLst>
        </pc:grpChg>
        <pc:grpChg chg="mod">
          <ac:chgData name="Mahima Weerasinghe" userId="e11e3f55-42da-4e07-8ead-4d7a1d7ea1c6" providerId="ADAL" clId="{79555870-17B4-49F7-B1C8-B4904ED74D5B}" dt="2024-07-21T13:32:09.398" v="2352"/>
          <ac:grpSpMkLst>
            <pc:docMk/>
            <pc:sldMk cId="2511686675" sldId="339"/>
            <ac:grpSpMk id="230" creationId="{082B3E9E-2B1F-E3C5-BF08-3A86FC967FEB}"/>
          </ac:grpSpMkLst>
        </pc:grpChg>
        <pc:grpChg chg="mod">
          <ac:chgData name="Mahima Weerasinghe" userId="e11e3f55-42da-4e07-8ead-4d7a1d7ea1c6" providerId="ADAL" clId="{79555870-17B4-49F7-B1C8-B4904ED74D5B}" dt="2024-07-21T13:32:55.744" v="2356"/>
          <ac:grpSpMkLst>
            <pc:docMk/>
            <pc:sldMk cId="2511686675" sldId="339"/>
            <ac:grpSpMk id="234" creationId="{69CC7F01-F94E-C874-016A-DC37816DE685}"/>
          </ac:grpSpMkLst>
        </pc:grpChg>
        <pc:grpChg chg="mod">
          <ac:chgData name="Mahima Weerasinghe" userId="e11e3f55-42da-4e07-8ead-4d7a1d7ea1c6" providerId="ADAL" clId="{79555870-17B4-49F7-B1C8-B4904ED74D5B}" dt="2024-07-21T13:33:00.881" v="2363"/>
          <ac:grpSpMkLst>
            <pc:docMk/>
            <pc:sldMk cId="2511686675" sldId="339"/>
            <ac:grpSpMk id="241" creationId="{A6C20F52-4240-4269-99D5-E73F1D3BF108}"/>
          </ac:grpSpMkLst>
        </pc:grpChg>
        <pc:grpChg chg="del mod">
          <ac:chgData name="Mahima Weerasinghe" userId="e11e3f55-42da-4e07-8ead-4d7a1d7ea1c6" providerId="ADAL" clId="{79555870-17B4-49F7-B1C8-B4904ED74D5B}" dt="2024-07-21T13:33:08.724" v="2373"/>
          <ac:grpSpMkLst>
            <pc:docMk/>
            <pc:sldMk cId="2511686675" sldId="339"/>
            <ac:grpSpMk id="246" creationId="{796499F1-3E1B-C093-FD7F-E61C7DF94A19}"/>
          </ac:grpSpMkLst>
        </pc:grpChg>
        <pc:grpChg chg="del mod">
          <ac:chgData name="Mahima Weerasinghe" userId="e11e3f55-42da-4e07-8ead-4d7a1d7ea1c6" providerId="ADAL" clId="{79555870-17B4-49F7-B1C8-B4904ED74D5B}" dt="2024-07-21T13:33:08.724" v="2373"/>
          <ac:grpSpMkLst>
            <pc:docMk/>
            <pc:sldMk cId="2511686675" sldId="339"/>
            <ac:grpSpMk id="251" creationId="{43898F50-C89E-3C65-858D-5D541B5164F7}"/>
          </ac:grpSpMkLst>
        </pc:grpChg>
        <pc:grpChg chg="mod">
          <ac:chgData name="Mahima Weerasinghe" userId="e11e3f55-42da-4e07-8ead-4d7a1d7ea1c6" providerId="ADAL" clId="{79555870-17B4-49F7-B1C8-B4904ED74D5B}" dt="2024-07-21T13:33:08.724" v="2373"/>
          <ac:grpSpMkLst>
            <pc:docMk/>
            <pc:sldMk cId="2511686675" sldId="339"/>
            <ac:grpSpMk id="252" creationId="{6F9FF53D-EA5A-0985-4367-24065330B282}"/>
          </ac:grpSpMkLst>
        </pc:grpChg>
        <pc:grpChg chg="mod">
          <ac:chgData name="Mahima Weerasinghe" userId="e11e3f55-42da-4e07-8ead-4d7a1d7ea1c6" providerId="ADAL" clId="{79555870-17B4-49F7-B1C8-B4904ED74D5B}" dt="2024-07-21T13:33:32.236" v="2382"/>
          <ac:grpSpMkLst>
            <pc:docMk/>
            <pc:sldMk cId="2511686675" sldId="339"/>
            <ac:grpSpMk id="261" creationId="{5C573D13-F70C-0836-3A8E-7722604FF24A}"/>
          </ac:grpSpMkLst>
        </pc:grpChg>
        <pc:inkChg chg="add">
          <ac:chgData name="Mahima Weerasinghe" userId="e11e3f55-42da-4e07-8ead-4d7a1d7ea1c6" providerId="ADAL" clId="{79555870-17B4-49F7-B1C8-B4904ED74D5B}" dt="2024-07-21T13:19:59.012" v="2132" actId="9405"/>
          <ac:inkMkLst>
            <pc:docMk/>
            <pc:sldMk cId="2511686675" sldId="339"/>
            <ac:inkMk id="2" creationId="{95751F33-F1B6-A1CE-CA07-D676BB2306FE}"/>
          </ac:inkMkLst>
        </pc:inkChg>
        <pc:inkChg chg="add mod">
          <ac:chgData name="Mahima Weerasinghe" userId="e11e3f55-42da-4e07-8ead-4d7a1d7ea1c6" providerId="ADAL" clId="{79555870-17B4-49F7-B1C8-B4904ED74D5B}" dt="2024-07-21T13:20:01.483" v="2135"/>
          <ac:inkMkLst>
            <pc:docMk/>
            <pc:sldMk cId="2511686675" sldId="339"/>
            <ac:inkMk id="3" creationId="{422E4A89-439C-DA3F-3680-37CC90F84628}"/>
          </ac:inkMkLst>
        </pc:inkChg>
        <pc:inkChg chg="add mod">
          <ac:chgData name="Mahima Weerasinghe" userId="e11e3f55-42da-4e07-8ead-4d7a1d7ea1c6" providerId="ADAL" clId="{79555870-17B4-49F7-B1C8-B4904ED74D5B}" dt="2024-07-21T13:20:01.483" v="2135"/>
          <ac:inkMkLst>
            <pc:docMk/>
            <pc:sldMk cId="2511686675" sldId="339"/>
            <ac:inkMk id="4" creationId="{205E0EB8-D842-C76D-6566-1C8BE0EA39A0}"/>
          </ac:inkMkLst>
        </pc:inkChg>
        <pc:inkChg chg="add mod">
          <ac:chgData name="Mahima Weerasinghe" userId="e11e3f55-42da-4e07-8ead-4d7a1d7ea1c6" providerId="ADAL" clId="{79555870-17B4-49F7-B1C8-B4904ED74D5B}" dt="2024-07-21T13:20:03.926" v="2138"/>
          <ac:inkMkLst>
            <pc:docMk/>
            <pc:sldMk cId="2511686675" sldId="339"/>
            <ac:inkMk id="6" creationId="{0B085BB1-1ADD-7E58-CC55-3ABF4258CA89}"/>
          </ac:inkMkLst>
        </pc:inkChg>
        <pc:inkChg chg="add mod">
          <ac:chgData name="Mahima Weerasinghe" userId="e11e3f55-42da-4e07-8ead-4d7a1d7ea1c6" providerId="ADAL" clId="{79555870-17B4-49F7-B1C8-B4904ED74D5B}" dt="2024-07-21T13:20:03.926" v="2138"/>
          <ac:inkMkLst>
            <pc:docMk/>
            <pc:sldMk cId="2511686675" sldId="339"/>
            <ac:inkMk id="7" creationId="{1D133C12-AE82-BE7A-A31C-933AB8153A79}"/>
          </ac:inkMkLst>
        </pc:inkChg>
        <pc:inkChg chg="add mod">
          <ac:chgData name="Mahima Weerasinghe" userId="e11e3f55-42da-4e07-8ead-4d7a1d7ea1c6" providerId="ADAL" clId="{79555870-17B4-49F7-B1C8-B4904ED74D5B}" dt="2024-07-21T13:20:10.795" v="2146"/>
          <ac:inkMkLst>
            <pc:docMk/>
            <pc:sldMk cId="2511686675" sldId="339"/>
            <ac:inkMk id="9" creationId="{D3D4AE4E-E3E1-5902-0188-0E1AF1C930E1}"/>
          </ac:inkMkLst>
        </pc:inkChg>
        <pc:inkChg chg="add mod">
          <ac:chgData name="Mahima Weerasinghe" userId="e11e3f55-42da-4e07-8ead-4d7a1d7ea1c6" providerId="ADAL" clId="{79555870-17B4-49F7-B1C8-B4904ED74D5B}" dt="2024-07-21T13:20:10.795" v="2146"/>
          <ac:inkMkLst>
            <pc:docMk/>
            <pc:sldMk cId="2511686675" sldId="339"/>
            <ac:inkMk id="10" creationId="{93A5F02C-8F2A-2D5B-8065-6C0DE3BB890E}"/>
          </ac:inkMkLst>
        </pc:inkChg>
        <pc:inkChg chg="add mod">
          <ac:chgData name="Mahima Weerasinghe" userId="e11e3f55-42da-4e07-8ead-4d7a1d7ea1c6" providerId="ADAL" clId="{79555870-17B4-49F7-B1C8-B4904ED74D5B}" dt="2024-07-21T13:20:10.795" v="2146"/>
          <ac:inkMkLst>
            <pc:docMk/>
            <pc:sldMk cId="2511686675" sldId="339"/>
            <ac:inkMk id="11" creationId="{6670658F-B8E2-39AF-A2E5-1B89417F4FE3}"/>
          </ac:inkMkLst>
        </pc:inkChg>
        <pc:inkChg chg="add mod">
          <ac:chgData name="Mahima Weerasinghe" userId="e11e3f55-42da-4e07-8ead-4d7a1d7ea1c6" providerId="ADAL" clId="{79555870-17B4-49F7-B1C8-B4904ED74D5B}" dt="2024-07-21T13:20:10.795" v="2146"/>
          <ac:inkMkLst>
            <pc:docMk/>
            <pc:sldMk cId="2511686675" sldId="339"/>
            <ac:inkMk id="12" creationId="{831FD031-FB43-B564-5A78-6AF82D9CB07D}"/>
          </ac:inkMkLst>
        </pc:inkChg>
        <pc:inkChg chg="add mod">
          <ac:chgData name="Mahima Weerasinghe" userId="e11e3f55-42da-4e07-8ead-4d7a1d7ea1c6" providerId="ADAL" clId="{79555870-17B4-49F7-B1C8-B4904ED74D5B}" dt="2024-07-21T13:20:12.946" v="2149"/>
          <ac:inkMkLst>
            <pc:docMk/>
            <pc:sldMk cId="2511686675" sldId="339"/>
            <ac:inkMk id="13" creationId="{75D5847C-505E-A72B-EBC8-5D16DA7F4C4B}"/>
          </ac:inkMkLst>
        </pc:inkChg>
        <pc:inkChg chg="add mod">
          <ac:chgData name="Mahima Weerasinghe" userId="e11e3f55-42da-4e07-8ead-4d7a1d7ea1c6" providerId="ADAL" clId="{79555870-17B4-49F7-B1C8-B4904ED74D5B}" dt="2024-07-21T13:20:12.946" v="2149"/>
          <ac:inkMkLst>
            <pc:docMk/>
            <pc:sldMk cId="2511686675" sldId="339"/>
            <ac:inkMk id="14" creationId="{8E98958A-518B-D542-C623-5661628ADC11}"/>
          </ac:inkMkLst>
        </pc:inkChg>
        <pc:inkChg chg="add mod">
          <ac:chgData name="Mahima Weerasinghe" userId="e11e3f55-42da-4e07-8ead-4d7a1d7ea1c6" providerId="ADAL" clId="{79555870-17B4-49F7-B1C8-B4904ED74D5B}" dt="2024-07-21T13:20:12.946" v="2149"/>
          <ac:inkMkLst>
            <pc:docMk/>
            <pc:sldMk cId="2511686675" sldId="339"/>
            <ac:inkMk id="15" creationId="{A6433D42-498C-CC2D-457E-DCD066E48A99}"/>
          </ac:inkMkLst>
        </pc:inkChg>
        <pc:inkChg chg="add mod">
          <ac:chgData name="Mahima Weerasinghe" userId="e11e3f55-42da-4e07-8ead-4d7a1d7ea1c6" providerId="ADAL" clId="{79555870-17B4-49F7-B1C8-B4904ED74D5B}" dt="2024-07-21T13:20:12.946" v="2149"/>
          <ac:inkMkLst>
            <pc:docMk/>
            <pc:sldMk cId="2511686675" sldId="339"/>
            <ac:inkMk id="18" creationId="{ECA835DF-84E3-18CC-45AE-F005622089E8}"/>
          </ac:inkMkLst>
        </pc:inkChg>
        <pc:inkChg chg="add mod">
          <ac:chgData name="Mahima Weerasinghe" userId="e11e3f55-42da-4e07-8ead-4d7a1d7ea1c6" providerId="ADAL" clId="{79555870-17B4-49F7-B1C8-B4904ED74D5B}" dt="2024-07-21T13:20:12.946" v="2149"/>
          <ac:inkMkLst>
            <pc:docMk/>
            <pc:sldMk cId="2511686675" sldId="339"/>
            <ac:inkMk id="19" creationId="{E1CA8DE9-087C-6084-849C-B6630B8D616E}"/>
          </ac:inkMkLst>
        </pc:inkChg>
        <pc:inkChg chg="add mod">
          <ac:chgData name="Mahima Weerasinghe" userId="e11e3f55-42da-4e07-8ead-4d7a1d7ea1c6" providerId="ADAL" clId="{79555870-17B4-49F7-B1C8-B4904ED74D5B}" dt="2024-07-21T13:20:17.118" v="2154"/>
          <ac:inkMkLst>
            <pc:docMk/>
            <pc:sldMk cId="2511686675" sldId="339"/>
            <ac:inkMk id="21" creationId="{8BDA9183-517D-3390-1FB9-753BC920BD76}"/>
          </ac:inkMkLst>
        </pc:inkChg>
        <pc:inkChg chg="add mod">
          <ac:chgData name="Mahima Weerasinghe" userId="e11e3f55-42da-4e07-8ead-4d7a1d7ea1c6" providerId="ADAL" clId="{79555870-17B4-49F7-B1C8-B4904ED74D5B}" dt="2024-07-21T13:20:17.118" v="2154"/>
          <ac:inkMkLst>
            <pc:docMk/>
            <pc:sldMk cId="2511686675" sldId="339"/>
            <ac:inkMk id="22" creationId="{EC73B8D8-4ACB-BF58-72EB-773F324630A1}"/>
          </ac:inkMkLst>
        </pc:inkChg>
        <pc:inkChg chg="add mod">
          <ac:chgData name="Mahima Weerasinghe" userId="e11e3f55-42da-4e07-8ead-4d7a1d7ea1c6" providerId="ADAL" clId="{79555870-17B4-49F7-B1C8-B4904ED74D5B}" dt="2024-07-21T13:20:17.118" v="2154"/>
          <ac:inkMkLst>
            <pc:docMk/>
            <pc:sldMk cId="2511686675" sldId="339"/>
            <ac:inkMk id="23" creationId="{5E485323-EF38-8098-1978-46CF3E3BF224}"/>
          </ac:inkMkLst>
        </pc:inkChg>
        <pc:inkChg chg="add mod">
          <ac:chgData name="Mahima Weerasinghe" userId="e11e3f55-42da-4e07-8ead-4d7a1d7ea1c6" providerId="ADAL" clId="{79555870-17B4-49F7-B1C8-B4904ED74D5B}" dt="2024-07-21T13:20:17.118" v="2154"/>
          <ac:inkMkLst>
            <pc:docMk/>
            <pc:sldMk cId="2511686675" sldId="339"/>
            <ac:inkMk id="24" creationId="{BF3EE470-8692-50CB-A707-7D81BC6AD0D7}"/>
          </ac:inkMkLst>
        </pc:inkChg>
        <pc:inkChg chg="add mod">
          <ac:chgData name="Mahima Weerasinghe" userId="e11e3f55-42da-4e07-8ead-4d7a1d7ea1c6" providerId="ADAL" clId="{79555870-17B4-49F7-B1C8-B4904ED74D5B}" dt="2024-07-21T13:29:12.905" v="2310"/>
          <ac:inkMkLst>
            <pc:docMk/>
            <pc:sldMk cId="2511686675" sldId="339"/>
            <ac:inkMk id="26" creationId="{63E311A0-4234-147D-5496-028C00D6B82D}"/>
          </ac:inkMkLst>
        </pc:inkChg>
        <pc:inkChg chg="add mod">
          <ac:chgData name="Mahima Weerasinghe" userId="e11e3f55-42da-4e07-8ead-4d7a1d7ea1c6" providerId="ADAL" clId="{79555870-17B4-49F7-B1C8-B4904ED74D5B}" dt="2024-07-21T13:29:12.905" v="2310"/>
          <ac:inkMkLst>
            <pc:docMk/>
            <pc:sldMk cId="2511686675" sldId="339"/>
            <ac:inkMk id="27" creationId="{B572F5C3-1503-6479-394D-B070F959D1FB}"/>
          </ac:inkMkLst>
        </pc:inkChg>
        <pc:inkChg chg="add mod">
          <ac:chgData name="Mahima Weerasinghe" userId="e11e3f55-42da-4e07-8ead-4d7a1d7ea1c6" providerId="ADAL" clId="{79555870-17B4-49F7-B1C8-B4904ED74D5B}" dt="2024-07-21T13:29:12.905" v="2310"/>
          <ac:inkMkLst>
            <pc:docMk/>
            <pc:sldMk cId="2511686675" sldId="339"/>
            <ac:inkMk id="28" creationId="{FC373853-E889-B043-3AAE-8E695222FCC4}"/>
          </ac:inkMkLst>
        </pc:inkChg>
        <pc:inkChg chg="add mod">
          <ac:chgData name="Mahima Weerasinghe" userId="e11e3f55-42da-4e07-8ead-4d7a1d7ea1c6" providerId="ADAL" clId="{79555870-17B4-49F7-B1C8-B4904ED74D5B}" dt="2024-07-21T13:29:12.905" v="2310"/>
          <ac:inkMkLst>
            <pc:docMk/>
            <pc:sldMk cId="2511686675" sldId="339"/>
            <ac:inkMk id="29" creationId="{A34BF798-82C2-32BB-DBEB-44634531BF61}"/>
          </ac:inkMkLst>
        </pc:inkChg>
        <pc:inkChg chg="add mod">
          <ac:chgData name="Mahima Weerasinghe" userId="e11e3f55-42da-4e07-8ead-4d7a1d7ea1c6" providerId="ADAL" clId="{79555870-17B4-49F7-B1C8-B4904ED74D5B}" dt="2024-07-21T13:29:12.905" v="2310"/>
          <ac:inkMkLst>
            <pc:docMk/>
            <pc:sldMk cId="2511686675" sldId="339"/>
            <ac:inkMk id="30" creationId="{D6FA5BC8-93A6-1889-9E3A-02076F4870FE}"/>
          </ac:inkMkLst>
        </pc:inkChg>
        <pc:inkChg chg="add mod">
          <ac:chgData name="Mahima Weerasinghe" userId="e11e3f55-42da-4e07-8ead-4d7a1d7ea1c6" providerId="ADAL" clId="{79555870-17B4-49F7-B1C8-B4904ED74D5B}" dt="2024-07-21T13:29:12.905" v="2310"/>
          <ac:inkMkLst>
            <pc:docMk/>
            <pc:sldMk cId="2511686675" sldId="339"/>
            <ac:inkMk id="31" creationId="{416E1FC5-B190-C4D4-12BB-93E50CEBA945}"/>
          </ac:inkMkLst>
        </pc:inkChg>
        <pc:inkChg chg="add mod">
          <ac:chgData name="Mahima Weerasinghe" userId="e11e3f55-42da-4e07-8ead-4d7a1d7ea1c6" providerId="ADAL" clId="{79555870-17B4-49F7-B1C8-B4904ED74D5B}" dt="2024-07-21T13:29:12.905" v="2310"/>
          <ac:inkMkLst>
            <pc:docMk/>
            <pc:sldMk cId="2511686675" sldId="339"/>
            <ac:inkMk id="32" creationId="{2F6246A5-2F98-C780-A5BB-7CB70CE40355}"/>
          </ac:inkMkLst>
        </pc:inkChg>
        <pc:inkChg chg="add mod">
          <ac:chgData name="Mahima Weerasinghe" userId="e11e3f55-42da-4e07-8ead-4d7a1d7ea1c6" providerId="ADAL" clId="{79555870-17B4-49F7-B1C8-B4904ED74D5B}" dt="2024-07-21T13:20:27.265" v="2168"/>
          <ac:inkMkLst>
            <pc:docMk/>
            <pc:sldMk cId="2511686675" sldId="339"/>
            <ac:inkMk id="33" creationId="{0134D80A-37C9-3FEF-982B-36A6B27493BA}"/>
          </ac:inkMkLst>
        </pc:inkChg>
        <pc:inkChg chg="add mod">
          <ac:chgData name="Mahima Weerasinghe" userId="e11e3f55-42da-4e07-8ead-4d7a1d7ea1c6" providerId="ADAL" clId="{79555870-17B4-49F7-B1C8-B4904ED74D5B}" dt="2024-07-21T13:20:27.265" v="2168"/>
          <ac:inkMkLst>
            <pc:docMk/>
            <pc:sldMk cId="2511686675" sldId="339"/>
            <ac:inkMk id="34" creationId="{A9C5BAE7-9B69-ABBD-790C-7E0706885BE6}"/>
          </ac:inkMkLst>
        </pc:inkChg>
        <pc:inkChg chg="add">
          <ac:chgData name="Mahima Weerasinghe" userId="e11e3f55-42da-4e07-8ead-4d7a1d7ea1c6" providerId="ADAL" clId="{79555870-17B4-49F7-B1C8-B4904ED74D5B}" dt="2024-07-21T13:20:24.961" v="2164" actId="9405"/>
          <ac:inkMkLst>
            <pc:docMk/>
            <pc:sldMk cId="2511686675" sldId="339"/>
            <ac:inkMk id="35" creationId="{CE8E4CE9-ACCF-669A-2544-B4D9D1AE75C1}"/>
          </ac:inkMkLst>
        </pc:inkChg>
        <pc:inkChg chg="add mod">
          <ac:chgData name="Mahima Weerasinghe" userId="e11e3f55-42da-4e07-8ead-4d7a1d7ea1c6" providerId="ADAL" clId="{79555870-17B4-49F7-B1C8-B4904ED74D5B}" dt="2024-07-21T13:20:27.265" v="2168"/>
          <ac:inkMkLst>
            <pc:docMk/>
            <pc:sldMk cId="2511686675" sldId="339"/>
            <ac:inkMk id="36" creationId="{237669CB-E88F-AA1C-FD28-573D025B356D}"/>
          </ac:inkMkLst>
        </pc:inkChg>
        <pc:inkChg chg="add mod">
          <ac:chgData name="Mahima Weerasinghe" userId="e11e3f55-42da-4e07-8ead-4d7a1d7ea1c6" providerId="ADAL" clId="{79555870-17B4-49F7-B1C8-B4904ED74D5B}" dt="2024-07-21T13:20:27.265" v="2168"/>
          <ac:inkMkLst>
            <pc:docMk/>
            <pc:sldMk cId="2511686675" sldId="339"/>
            <ac:inkMk id="37" creationId="{928E4CD6-65A2-F39B-1A2D-EB6D1921F840}"/>
          </ac:inkMkLst>
        </pc:inkChg>
        <pc:inkChg chg="add mod">
          <ac:chgData name="Mahima Weerasinghe" userId="e11e3f55-42da-4e07-8ead-4d7a1d7ea1c6" providerId="ADAL" clId="{79555870-17B4-49F7-B1C8-B4904ED74D5B}" dt="2024-07-21T13:20:27.265" v="2168"/>
          <ac:inkMkLst>
            <pc:docMk/>
            <pc:sldMk cId="2511686675" sldId="339"/>
            <ac:inkMk id="38" creationId="{23FD3C71-DD57-8FAC-3E1B-1B836D6ACCA7}"/>
          </ac:inkMkLst>
        </pc:inkChg>
        <pc:inkChg chg="add mod">
          <ac:chgData name="Mahima Weerasinghe" userId="e11e3f55-42da-4e07-8ead-4d7a1d7ea1c6" providerId="ADAL" clId="{79555870-17B4-49F7-B1C8-B4904ED74D5B}" dt="2024-07-21T13:20:30.296" v="2171"/>
          <ac:inkMkLst>
            <pc:docMk/>
            <pc:sldMk cId="2511686675" sldId="339"/>
            <ac:inkMk id="43" creationId="{C2C2DB72-1E5E-2191-9D2D-FB525A5008FE}"/>
          </ac:inkMkLst>
        </pc:inkChg>
        <pc:inkChg chg="add mod">
          <ac:chgData name="Mahima Weerasinghe" userId="e11e3f55-42da-4e07-8ead-4d7a1d7ea1c6" providerId="ADAL" clId="{79555870-17B4-49F7-B1C8-B4904ED74D5B}" dt="2024-07-21T13:20:30.296" v="2171"/>
          <ac:inkMkLst>
            <pc:docMk/>
            <pc:sldMk cId="2511686675" sldId="339"/>
            <ac:inkMk id="44" creationId="{67A22B19-EAEE-B544-3265-556F009FD7CD}"/>
          </ac:inkMkLst>
        </pc:inkChg>
        <pc:inkChg chg="add">
          <ac:chgData name="Mahima Weerasinghe" userId="e11e3f55-42da-4e07-8ead-4d7a1d7ea1c6" providerId="ADAL" clId="{79555870-17B4-49F7-B1C8-B4904ED74D5B}" dt="2024-07-21T13:20:38.268" v="2172" actId="9405"/>
          <ac:inkMkLst>
            <pc:docMk/>
            <pc:sldMk cId="2511686675" sldId="339"/>
            <ac:inkMk id="46" creationId="{6C4A72E2-66F8-1E08-3E19-8B96B2C47E21}"/>
          </ac:inkMkLst>
        </pc:inkChg>
        <pc:inkChg chg="add mod">
          <ac:chgData name="Mahima Weerasinghe" userId="e11e3f55-42da-4e07-8ead-4d7a1d7ea1c6" providerId="ADAL" clId="{79555870-17B4-49F7-B1C8-B4904ED74D5B}" dt="2024-07-21T13:29:12.905" v="2310"/>
          <ac:inkMkLst>
            <pc:docMk/>
            <pc:sldMk cId="2511686675" sldId="339"/>
            <ac:inkMk id="47" creationId="{510B9979-5919-3A14-8F4D-82F6AB5BAFB6}"/>
          </ac:inkMkLst>
        </pc:inkChg>
        <pc:inkChg chg="add mod">
          <ac:chgData name="Mahima Weerasinghe" userId="e11e3f55-42da-4e07-8ead-4d7a1d7ea1c6" providerId="ADAL" clId="{79555870-17B4-49F7-B1C8-B4904ED74D5B}" dt="2024-07-21T13:29:12.905" v="2310"/>
          <ac:inkMkLst>
            <pc:docMk/>
            <pc:sldMk cId="2511686675" sldId="339"/>
            <ac:inkMk id="48" creationId="{7A213023-1DE0-4246-D302-48BD8CE025D0}"/>
          </ac:inkMkLst>
        </pc:inkChg>
        <pc:inkChg chg="add mod">
          <ac:chgData name="Mahima Weerasinghe" userId="e11e3f55-42da-4e07-8ead-4d7a1d7ea1c6" providerId="ADAL" clId="{79555870-17B4-49F7-B1C8-B4904ED74D5B}" dt="2024-07-21T13:29:12.905" v="2310"/>
          <ac:inkMkLst>
            <pc:docMk/>
            <pc:sldMk cId="2511686675" sldId="339"/>
            <ac:inkMk id="49" creationId="{11A05C78-4845-949E-F684-8031D9FF1462}"/>
          </ac:inkMkLst>
        </pc:inkChg>
        <pc:inkChg chg="add mod">
          <ac:chgData name="Mahima Weerasinghe" userId="e11e3f55-42da-4e07-8ead-4d7a1d7ea1c6" providerId="ADAL" clId="{79555870-17B4-49F7-B1C8-B4904ED74D5B}" dt="2024-07-21T13:29:12.905" v="2310"/>
          <ac:inkMkLst>
            <pc:docMk/>
            <pc:sldMk cId="2511686675" sldId="339"/>
            <ac:inkMk id="50" creationId="{4CCB5DAB-CE30-761A-7F2C-AA1F9DB8B4E8}"/>
          </ac:inkMkLst>
        </pc:inkChg>
        <pc:inkChg chg="add mod">
          <ac:chgData name="Mahima Weerasinghe" userId="e11e3f55-42da-4e07-8ead-4d7a1d7ea1c6" providerId="ADAL" clId="{79555870-17B4-49F7-B1C8-B4904ED74D5B}" dt="2024-07-21T13:29:12.905" v="2310"/>
          <ac:inkMkLst>
            <pc:docMk/>
            <pc:sldMk cId="2511686675" sldId="339"/>
            <ac:inkMk id="52" creationId="{E1E15060-FF92-8D74-71CB-D6F8CDD2B55D}"/>
          </ac:inkMkLst>
        </pc:inkChg>
        <pc:inkChg chg="add mod">
          <ac:chgData name="Mahima Weerasinghe" userId="e11e3f55-42da-4e07-8ead-4d7a1d7ea1c6" providerId="ADAL" clId="{79555870-17B4-49F7-B1C8-B4904ED74D5B}" dt="2024-07-21T13:29:12.905" v="2310"/>
          <ac:inkMkLst>
            <pc:docMk/>
            <pc:sldMk cId="2511686675" sldId="339"/>
            <ac:inkMk id="53" creationId="{FBD7EFD4-19AE-4342-2738-9FD187D87342}"/>
          </ac:inkMkLst>
        </pc:inkChg>
        <pc:inkChg chg="add">
          <ac:chgData name="Mahima Weerasinghe" userId="e11e3f55-42da-4e07-8ead-4d7a1d7ea1c6" providerId="ADAL" clId="{79555870-17B4-49F7-B1C8-B4904ED74D5B}" dt="2024-07-21T13:20:56.230" v="2181" actId="9405"/>
          <ac:inkMkLst>
            <pc:docMk/>
            <pc:sldMk cId="2511686675" sldId="339"/>
            <ac:inkMk id="55" creationId="{97513685-B50E-756F-404C-51F552DA6537}"/>
          </ac:inkMkLst>
        </pc:inkChg>
        <pc:inkChg chg="add mod">
          <ac:chgData name="Mahima Weerasinghe" userId="e11e3f55-42da-4e07-8ead-4d7a1d7ea1c6" providerId="ADAL" clId="{79555870-17B4-49F7-B1C8-B4904ED74D5B}" dt="2024-07-21T13:29:12.905" v="2310"/>
          <ac:inkMkLst>
            <pc:docMk/>
            <pc:sldMk cId="2511686675" sldId="339"/>
            <ac:inkMk id="56" creationId="{3C3868BD-B494-F7E9-1796-982BF3DB2851}"/>
          </ac:inkMkLst>
        </pc:inkChg>
        <pc:inkChg chg="add mod">
          <ac:chgData name="Mahima Weerasinghe" userId="e11e3f55-42da-4e07-8ead-4d7a1d7ea1c6" providerId="ADAL" clId="{79555870-17B4-49F7-B1C8-B4904ED74D5B}" dt="2024-07-21T13:29:12.905" v="2310"/>
          <ac:inkMkLst>
            <pc:docMk/>
            <pc:sldMk cId="2511686675" sldId="339"/>
            <ac:inkMk id="57" creationId="{37DFC6FA-7E84-FA41-85BC-2B0D9E818DC8}"/>
          </ac:inkMkLst>
        </pc:inkChg>
        <pc:inkChg chg="add mod">
          <ac:chgData name="Mahima Weerasinghe" userId="e11e3f55-42da-4e07-8ead-4d7a1d7ea1c6" providerId="ADAL" clId="{79555870-17B4-49F7-B1C8-B4904ED74D5B}" dt="2024-07-21T13:29:12.905" v="2310"/>
          <ac:inkMkLst>
            <pc:docMk/>
            <pc:sldMk cId="2511686675" sldId="339"/>
            <ac:inkMk id="59" creationId="{4A413BE7-221A-3E65-ABA6-5BFC33CA96B9}"/>
          </ac:inkMkLst>
        </pc:inkChg>
        <pc:inkChg chg="add mod">
          <ac:chgData name="Mahima Weerasinghe" userId="e11e3f55-42da-4e07-8ead-4d7a1d7ea1c6" providerId="ADAL" clId="{79555870-17B4-49F7-B1C8-B4904ED74D5B}" dt="2024-07-21T13:29:12.905" v="2310"/>
          <ac:inkMkLst>
            <pc:docMk/>
            <pc:sldMk cId="2511686675" sldId="339"/>
            <ac:inkMk id="60" creationId="{A919D5F9-ADEA-7667-3ED1-24712EFACC06}"/>
          </ac:inkMkLst>
        </pc:inkChg>
        <pc:inkChg chg="add mod">
          <ac:chgData name="Mahima Weerasinghe" userId="e11e3f55-42da-4e07-8ead-4d7a1d7ea1c6" providerId="ADAL" clId="{79555870-17B4-49F7-B1C8-B4904ED74D5B}" dt="2024-07-21T13:29:12.905" v="2310"/>
          <ac:inkMkLst>
            <pc:docMk/>
            <pc:sldMk cId="2511686675" sldId="339"/>
            <ac:inkMk id="61" creationId="{AF975F8E-1DDB-ED86-D22D-248090683242}"/>
          </ac:inkMkLst>
        </pc:inkChg>
        <pc:inkChg chg="add mod">
          <ac:chgData name="Mahima Weerasinghe" userId="e11e3f55-42da-4e07-8ead-4d7a1d7ea1c6" providerId="ADAL" clId="{79555870-17B4-49F7-B1C8-B4904ED74D5B}" dt="2024-07-21T13:29:12.905" v="2310"/>
          <ac:inkMkLst>
            <pc:docMk/>
            <pc:sldMk cId="2511686675" sldId="339"/>
            <ac:inkMk id="62" creationId="{7F6D7C05-5023-5DB1-B0FE-742E11AA2700}"/>
          </ac:inkMkLst>
        </pc:inkChg>
        <pc:inkChg chg="add mod">
          <ac:chgData name="Mahima Weerasinghe" userId="e11e3f55-42da-4e07-8ead-4d7a1d7ea1c6" providerId="ADAL" clId="{79555870-17B4-49F7-B1C8-B4904ED74D5B}" dt="2024-07-21T13:29:12.905" v="2310"/>
          <ac:inkMkLst>
            <pc:docMk/>
            <pc:sldMk cId="2511686675" sldId="339"/>
            <ac:inkMk id="63" creationId="{0017ECA7-C2E3-F138-06CE-7CB9A2574F0C}"/>
          </ac:inkMkLst>
        </pc:inkChg>
        <pc:inkChg chg="add mod">
          <ac:chgData name="Mahima Weerasinghe" userId="e11e3f55-42da-4e07-8ead-4d7a1d7ea1c6" providerId="ADAL" clId="{79555870-17B4-49F7-B1C8-B4904ED74D5B}" dt="2024-07-21T13:29:12.905" v="2310"/>
          <ac:inkMkLst>
            <pc:docMk/>
            <pc:sldMk cId="2511686675" sldId="339"/>
            <ac:inkMk id="64" creationId="{C7EF647C-FC9F-53E2-9180-8A98916B6C22}"/>
          </ac:inkMkLst>
        </pc:inkChg>
        <pc:inkChg chg="add mod">
          <ac:chgData name="Mahima Weerasinghe" userId="e11e3f55-42da-4e07-8ead-4d7a1d7ea1c6" providerId="ADAL" clId="{79555870-17B4-49F7-B1C8-B4904ED74D5B}" dt="2024-07-21T13:29:12.905" v="2310"/>
          <ac:inkMkLst>
            <pc:docMk/>
            <pc:sldMk cId="2511686675" sldId="339"/>
            <ac:inkMk id="65" creationId="{D40CEA56-6ADE-21EB-AEB7-97323CC2CDD8}"/>
          </ac:inkMkLst>
        </pc:inkChg>
        <pc:inkChg chg="add mod">
          <ac:chgData name="Mahima Weerasinghe" userId="e11e3f55-42da-4e07-8ead-4d7a1d7ea1c6" providerId="ADAL" clId="{79555870-17B4-49F7-B1C8-B4904ED74D5B}" dt="2024-07-21T13:29:12.905" v="2310"/>
          <ac:inkMkLst>
            <pc:docMk/>
            <pc:sldMk cId="2511686675" sldId="339"/>
            <ac:inkMk id="66" creationId="{43E65494-C4D3-E605-B8C7-DF6F83280E37}"/>
          </ac:inkMkLst>
        </pc:inkChg>
        <pc:inkChg chg="add mod">
          <ac:chgData name="Mahima Weerasinghe" userId="e11e3f55-42da-4e07-8ead-4d7a1d7ea1c6" providerId="ADAL" clId="{79555870-17B4-49F7-B1C8-B4904ED74D5B}" dt="2024-07-21T13:29:12.905" v="2310"/>
          <ac:inkMkLst>
            <pc:docMk/>
            <pc:sldMk cId="2511686675" sldId="339"/>
            <ac:inkMk id="67" creationId="{B775CD95-C6BE-0975-3930-B3C3751B5E68}"/>
          </ac:inkMkLst>
        </pc:inkChg>
        <pc:inkChg chg="add mod">
          <ac:chgData name="Mahima Weerasinghe" userId="e11e3f55-42da-4e07-8ead-4d7a1d7ea1c6" providerId="ADAL" clId="{79555870-17B4-49F7-B1C8-B4904ED74D5B}" dt="2024-07-21T13:29:12.905" v="2310"/>
          <ac:inkMkLst>
            <pc:docMk/>
            <pc:sldMk cId="2511686675" sldId="339"/>
            <ac:inkMk id="68" creationId="{3CF47FEE-C4BC-0916-BB31-7C780644BEE4}"/>
          </ac:inkMkLst>
        </pc:inkChg>
        <pc:inkChg chg="add mod">
          <ac:chgData name="Mahima Weerasinghe" userId="e11e3f55-42da-4e07-8ead-4d7a1d7ea1c6" providerId="ADAL" clId="{79555870-17B4-49F7-B1C8-B4904ED74D5B}" dt="2024-07-21T13:29:12.905" v="2310"/>
          <ac:inkMkLst>
            <pc:docMk/>
            <pc:sldMk cId="2511686675" sldId="339"/>
            <ac:inkMk id="69" creationId="{56DFF5FB-C023-4DA0-917A-96F84A28B1E3}"/>
          </ac:inkMkLst>
        </pc:inkChg>
        <pc:inkChg chg="add mod">
          <ac:chgData name="Mahima Weerasinghe" userId="e11e3f55-42da-4e07-8ead-4d7a1d7ea1c6" providerId="ADAL" clId="{79555870-17B4-49F7-B1C8-B4904ED74D5B}" dt="2024-07-21T13:29:12.905" v="2310"/>
          <ac:inkMkLst>
            <pc:docMk/>
            <pc:sldMk cId="2511686675" sldId="339"/>
            <ac:inkMk id="70" creationId="{B28ACFBE-E418-25E4-698E-D36B4DE5FF56}"/>
          </ac:inkMkLst>
        </pc:inkChg>
        <pc:inkChg chg="add mod">
          <ac:chgData name="Mahima Weerasinghe" userId="e11e3f55-42da-4e07-8ead-4d7a1d7ea1c6" providerId="ADAL" clId="{79555870-17B4-49F7-B1C8-B4904ED74D5B}" dt="2024-07-21T13:29:12.905" v="2310"/>
          <ac:inkMkLst>
            <pc:docMk/>
            <pc:sldMk cId="2511686675" sldId="339"/>
            <ac:inkMk id="71" creationId="{97D4B078-E9B9-C84F-F89E-4A161887D5A5}"/>
          </ac:inkMkLst>
        </pc:inkChg>
        <pc:inkChg chg="add mod">
          <ac:chgData name="Mahima Weerasinghe" userId="e11e3f55-42da-4e07-8ead-4d7a1d7ea1c6" providerId="ADAL" clId="{79555870-17B4-49F7-B1C8-B4904ED74D5B}" dt="2024-07-21T13:29:12.905" v="2310"/>
          <ac:inkMkLst>
            <pc:docMk/>
            <pc:sldMk cId="2511686675" sldId="339"/>
            <ac:inkMk id="72" creationId="{011C8B95-9C52-4261-4146-ECE94A97CAB7}"/>
          </ac:inkMkLst>
        </pc:inkChg>
        <pc:inkChg chg="add mod">
          <ac:chgData name="Mahima Weerasinghe" userId="e11e3f55-42da-4e07-8ead-4d7a1d7ea1c6" providerId="ADAL" clId="{79555870-17B4-49F7-B1C8-B4904ED74D5B}" dt="2024-07-21T13:29:12.905" v="2310"/>
          <ac:inkMkLst>
            <pc:docMk/>
            <pc:sldMk cId="2511686675" sldId="339"/>
            <ac:inkMk id="73" creationId="{0124FFDB-0CB7-435A-D69D-849BBA0F94FA}"/>
          </ac:inkMkLst>
        </pc:inkChg>
        <pc:inkChg chg="add mod">
          <ac:chgData name="Mahima Weerasinghe" userId="e11e3f55-42da-4e07-8ead-4d7a1d7ea1c6" providerId="ADAL" clId="{79555870-17B4-49F7-B1C8-B4904ED74D5B}" dt="2024-07-21T13:29:12.905" v="2310"/>
          <ac:inkMkLst>
            <pc:docMk/>
            <pc:sldMk cId="2511686675" sldId="339"/>
            <ac:inkMk id="74" creationId="{97A56752-E942-687D-70FC-923CBB2C07AC}"/>
          </ac:inkMkLst>
        </pc:inkChg>
        <pc:inkChg chg="add mod">
          <ac:chgData name="Mahima Weerasinghe" userId="e11e3f55-42da-4e07-8ead-4d7a1d7ea1c6" providerId="ADAL" clId="{79555870-17B4-49F7-B1C8-B4904ED74D5B}" dt="2024-07-21T13:29:12.905" v="2310"/>
          <ac:inkMkLst>
            <pc:docMk/>
            <pc:sldMk cId="2511686675" sldId="339"/>
            <ac:inkMk id="75" creationId="{6699FDC3-FADC-5772-4063-0761F3675F70}"/>
          </ac:inkMkLst>
        </pc:inkChg>
        <pc:inkChg chg="add mod">
          <ac:chgData name="Mahima Weerasinghe" userId="e11e3f55-42da-4e07-8ead-4d7a1d7ea1c6" providerId="ADAL" clId="{79555870-17B4-49F7-B1C8-B4904ED74D5B}" dt="2024-07-21T13:29:12.905" v="2310"/>
          <ac:inkMkLst>
            <pc:docMk/>
            <pc:sldMk cId="2511686675" sldId="339"/>
            <ac:inkMk id="76" creationId="{6E288F85-EFF5-392C-D65F-30DF2684F857}"/>
          </ac:inkMkLst>
        </pc:inkChg>
        <pc:inkChg chg="add mod">
          <ac:chgData name="Mahima Weerasinghe" userId="e11e3f55-42da-4e07-8ead-4d7a1d7ea1c6" providerId="ADAL" clId="{79555870-17B4-49F7-B1C8-B4904ED74D5B}" dt="2024-07-21T13:29:12.905" v="2310"/>
          <ac:inkMkLst>
            <pc:docMk/>
            <pc:sldMk cId="2511686675" sldId="339"/>
            <ac:inkMk id="78" creationId="{903D5E48-3384-DC4E-396C-8728BB7D7CEA}"/>
          </ac:inkMkLst>
        </pc:inkChg>
        <pc:inkChg chg="add mod">
          <ac:chgData name="Mahima Weerasinghe" userId="e11e3f55-42da-4e07-8ead-4d7a1d7ea1c6" providerId="ADAL" clId="{79555870-17B4-49F7-B1C8-B4904ED74D5B}" dt="2024-07-21T13:29:12.905" v="2310"/>
          <ac:inkMkLst>
            <pc:docMk/>
            <pc:sldMk cId="2511686675" sldId="339"/>
            <ac:inkMk id="79" creationId="{6BE095A1-9097-6E26-335C-100EEFCDA28D}"/>
          </ac:inkMkLst>
        </pc:inkChg>
        <pc:inkChg chg="add mod">
          <ac:chgData name="Mahima Weerasinghe" userId="e11e3f55-42da-4e07-8ead-4d7a1d7ea1c6" providerId="ADAL" clId="{79555870-17B4-49F7-B1C8-B4904ED74D5B}" dt="2024-07-21T13:29:12.905" v="2310"/>
          <ac:inkMkLst>
            <pc:docMk/>
            <pc:sldMk cId="2511686675" sldId="339"/>
            <ac:inkMk id="80" creationId="{E5D29CC9-A524-8FC9-6BEF-5B23D4FEA23F}"/>
          </ac:inkMkLst>
        </pc:inkChg>
        <pc:inkChg chg="add mod">
          <ac:chgData name="Mahima Weerasinghe" userId="e11e3f55-42da-4e07-8ead-4d7a1d7ea1c6" providerId="ADAL" clId="{79555870-17B4-49F7-B1C8-B4904ED74D5B}" dt="2024-07-21T13:29:12.905" v="2310"/>
          <ac:inkMkLst>
            <pc:docMk/>
            <pc:sldMk cId="2511686675" sldId="339"/>
            <ac:inkMk id="82" creationId="{F66BC2D2-EC94-877D-1234-0B945323CAFD}"/>
          </ac:inkMkLst>
        </pc:inkChg>
        <pc:inkChg chg="add mod">
          <ac:chgData name="Mahima Weerasinghe" userId="e11e3f55-42da-4e07-8ead-4d7a1d7ea1c6" providerId="ADAL" clId="{79555870-17B4-49F7-B1C8-B4904ED74D5B}" dt="2024-07-21T13:29:12.905" v="2310"/>
          <ac:inkMkLst>
            <pc:docMk/>
            <pc:sldMk cId="2511686675" sldId="339"/>
            <ac:inkMk id="83" creationId="{2515B32E-D2F6-FB34-C3F9-04537377F3BB}"/>
          </ac:inkMkLst>
        </pc:inkChg>
        <pc:inkChg chg="add mod">
          <ac:chgData name="Mahima Weerasinghe" userId="e11e3f55-42da-4e07-8ead-4d7a1d7ea1c6" providerId="ADAL" clId="{79555870-17B4-49F7-B1C8-B4904ED74D5B}" dt="2024-07-21T13:29:12.905" v="2310"/>
          <ac:inkMkLst>
            <pc:docMk/>
            <pc:sldMk cId="2511686675" sldId="339"/>
            <ac:inkMk id="84" creationId="{9AED4131-0EDC-E3A1-DC8A-37822169C437}"/>
          </ac:inkMkLst>
        </pc:inkChg>
        <pc:inkChg chg="add mod">
          <ac:chgData name="Mahima Weerasinghe" userId="e11e3f55-42da-4e07-8ead-4d7a1d7ea1c6" providerId="ADAL" clId="{79555870-17B4-49F7-B1C8-B4904ED74D5B}" dt="2024-07-21T13:21:38.871" v="2216"/>
          <ac:inkMkLst>
            <pc:docMk/>
            <pc:sldMk cId="2511686675" sldId="339"/>
            <ac:inkMk id="86" creationId="{3BA90080-6790-052C-72CF-6497A9D82EE4}"/>
          </ac:inkMkLst>
        </pc:inkChg>
        <pc:inkChg chg="add mod">
          <ac:chgData name="Mahima Weerasinghe" userId="e11e3f55-42da-4e07-8ead-4d7a1d7ea1c6" providerId="ADAL" clId="{79555870-17B4-49F7-B1C8-B4904ED74D5B}" dt="2024-07-21T13:21:38.871" v="2216"/>
          <ac:inkMkLst>
            <pc:docMk/>
            <pc:sldMk cId="2511686675" sldId="339"/>
            <ac:inkMk id="87" creationId="{81BD6A19-8051-4268-098E-BDACDBAB615E}"/>
          </ac:inkMkLst>
        </pc:inkChg>
        <pc:inkChg chg="add mod">
          <ac:chgData name="Mahima Weerasinghe" userId="e11e3f55-42da-4e07-8ead-4d7a1d7ea1c6" providerId="ADAL" clId="{79555870-17B4-49F7-B1C8-B4904ED74D5B}" dt="2024-07-21T13:21:38.871" v="2216"/>
          <ac:inkMkLst>
            <pc:docMk/>
            <pc:sldMk cId="2511686675" sldId="339"/>
            <ac:inkMk id="88" creationId="{8CCF9625-51A0-7BCD-8610-AEB9D7773942}"/>
          </ac:inkMkLst>
        </pc:inkChg>
        <pc:inkChg chg="add mod">
          <ac:chgData name="Mahima Weerasinghe" userId="e11e3f55-42da-4e07-8ead-4d7a1d7ea1c6" providerId="ADAL" clId="{79555870-17B4-49F7-B1C8-B4904ED74D5B}" dt="2024-07-21T13:21:38.871" v="2216"/>
          <ac:inkMkLst>
            <pc:docMk/>
            <pc:sldMk cId="2511686675" sldId="339"/>
            <ac:inkMk id="89" creationId="{E021F860-FDA1-2B4E-5F26-60809B9960AB}"/>
          </ac:inkMkLst>
        </pc:inkChg>
        <pc:inkChg chg="add">
          <ac:chgData name="Mahima Weerasinghe" userId="e11e3f55-42da-4e07-8ead-4d7a1d7ea1c6" providerId="ADAL" clId="{79555870-17B4-49F7-B1C8-B4904ED74D5B}" dt="2024-07-21T13:21:47.482" v="2217" actId="9405"/>
          <ac:inkMkLst>
            <pc:docMk/>
            <pc:sldMk cId="2511686675" sldId="339"/>
            <ac:inkMk id="92" creationId="{7EF08B6E-04CA-0951-72CD-325F1D403FCA}"/>
          </ac:inkMkLst>
        </pc:inkChg>
        <pc:inkChg chg="add mod">
          <ac:chgData name="Mahima Weerasinghe" userId="e11e3f55-42da-4e07-8ead-4d7a1d7ea1c6" providerId="ADAL" clId="{79555870-17B4-49F7-B1C8-B4904ED74D5B}" dt="2024-07-21T13:22:04.223" v="2226"/>
          <ac:inkMkLst>
            <pc:docMk/>
            <pc:sldMk cId="2511686675" sldId="339"/>
            <ac:inkMk id="93" creationId="{586B4660-D5BA-FD6E-29CA-85E2C720708C}"/>
          </ac:inkMkLst>
        </pc:inkChg>
        <pc:inkChg chg="add mod">
          <ac:chgData name="Mahima Weerasinghe" userId="e11e3f55-42da-4e07-8ead-4d7a1d7ea1c6" providerId="ADAL" clId="{79555870-17B4-49F7-B1C8-B4904ED74D5B}" dt="2024-07-21T13:22:04.223" v="2226"/>
          <ac:inkMkLst>
            <pc:docMk/>
            <pc:sldMk cId="2511686675" sldId="339"/>
            <ac:inkMk id="94" creationId="{9C28A6FB-3A06-BBC2-2C31-23E6C9958816}"/>
          </ac:inkMkLst>
        </pc:inkChg>
        <pc:inkChg chg="add mod">
          <ac:chgData name="Mahima Weerasinghe" userId="e11e3f55-42da-4e07-8ead-4d7a1d7ea1c6" providerId="ADAL" clId="{79555870-17B4-49F7-B1C8-B4904ED74D5B}" dt="2024-07-21T13:22:04.223" v="2226"/>
          <ac:inkMkLst>
            <pc:docMk/>
            <pc:sldMk cId="2511686675" sldId="339"/>
            <ac:inkMk id="96" creationId="{52872F9B-00EA-0356-CB0E-1D6460FAFF63}"/>
          </ac:inkMkLst>
        </pc:inkChg>
        <pc:inkChg chg="add mod">
          <ac:chgData name="Mahima Weerasinghe" userId="e11e3f55-42da-4e07-8ead-4d7a1d7ea1c6" providerId="ADAL" clId="{79555870-17B4-49F7-B1C8-B4904ED74D5B}" dt="2024-07-21T13:22:04.223" v="2226"/>
          <ac:inkMkLst>
            <pc:docMk/>
            <pc:sldMk cId="2511686675" sldId="339"/>
            <ac:inkMk id="97" creationId="{B051C5DB-D31D-D3EE-4A79-1B0381A60D92}"/>
          </ac:inkMkLst>
        </pc:inkChg>
        <pc:inkChg chg="add mod">
          <ac:chgData name="Mahima Weerasinghe" userId="e11e3f55-42da-4e07-8ead-4d7a1d7ea1c6" providerId="ADAL" clId="{79555870-17B4-49F7-B1C8-B4904ED74D5B}" dt="2024-07-21T13:22:04.223" v="2226"/>
          <ac:inkMkLst>
            <pc:docMk/>
            <pc:sldMk cId="2511686675" sldId="339"/>
            <ac:inkMk id="99" creationId="{F4CBF793-49D9-F1F8-A918-6A1D7394A62D}"/>
          </ac:inkMkLst>
        </pc:inkChg>
        <pc:inkChg chg="add mod">
          <ac:chgData name="Mahima Weerasinghe" userId="e11e3f55-42da-4e07-8ead-4d7a1d7ea1c6" providerId="ADAL" clId="{79555870-17B4-49F7-B1C8-B4904ED74D5B}" dt="2024-07-21T13:22:04.223" v="2226"/>
          <ac:inkMkLst>
            <pc:docMk/>
            <pc:sldMk cId="2511686675" sldId="339"/>
            <ac:inkMk id="100" creationId="{E991DCD6-594E-CDC0-83AF-BCEDA3212BA6}"/>
          </ac:inkMkLst>
        </pc:inkChg>
        <pc:inkChg chg="add">
          <ac:chgData name="Mahima Weerasinghe" userId="e11e3f55-42da-4e07-8ead-4d7a1d7ea1c6" providerId="ADAL" clId="{79555870-17B4-49F7-B1C8-B4904ED74D5B}" dt="2024-07-21T13:22:08.037" v="2227" actId="9405"/>
          <ac:inkMkLst>
            <pc:docMk/>
            <pc:sldMk cId="2511686675" sldId="339"/>
            <ac:inkMk id="102" creationId="{A645CFC2-DE57-771F-01FF-EB2FA792B39D}"/>
          </ac:inkMkLst>
        </pc:inkChg>
        <pc:inkChg chg="add">
          <ac:chgData name="Mahima Weerasinghe" userId="e11e3f55-42da-4e07-8ead-4d7a1d7ea1c6" providerId="ADAL" clId="{79555870-17B4-49F7-B1C8-B4904ED74D5B}" dt="2024-07-21T13:22:12.936" v="2228" actId="9405"/>
          <ac:inkMkLst>
            <pc:docMk/>
            <pc:sldMk cId="2511686675" sldId="339"/>
            <ac:inkMk id="103" creationId="{FCD8E24F-A0AA-6E25-81F8-CECD2A7ED184}"/>
          </ac:inkMkLst>
        </pc:inkChg>
        <pc:inkChg chg="add">
          <ac:chgData name="Mahima Weerasinghe" userId="e11e3f55-42da-4e07-8ead-4d7a1d7ea1c6" providerId="ADAL" clId="{79555870-17B4-49F7-B1C8-B4904ED74D5B}" dt="2024-07-21T13:22:14.322" v="2229" actId="9405"/>
          <ac:inkMkLst>
            <pc:docMk/>
            <pc:sldMk cId="2511686675" sldId="339"/>
            <ac:inkMk id="104" creationId="{E924EC2D-903A-0C04-EABE-09AED7E8E1F7}"/>
          </ac:inkMkLst>
        </pc:inkChg>
        <pc:inkChg chg="add">
          <ac:chgData name="Mahima Weerasinghe" userId="e11e3f55-42da-4e07-8ead-4d7a1d7ea1c6" providerId="ADAL" clId="{79555870-17B4-49F7-B1C8-B4904ED74D5B}" dt="2024-07-21T13:22:18.464" v="2230" actId="9405"/>
          <ac:inkMkLst>
            <pc:docMk/>
            <pc:sldMk cId="2511686675" sldId="339"/>
            <ac:inkMk id="105" creationId="{58F2BB03-2543-E729-829F-2EADB4A48BCB}"/>
          </ac:inkMkLst>
        </pc:inkChg>
        <pc:inkChg chg="add">
          <ac:chgData name="Mahima Weerasinghe" userId="e11e3f55-42da-4e07-8ead-4d7a1d7ea1c6" providerId="ADAL" clId="{79555870-17B4-49F7-B1C8-B4904ED74D5B}" dt="2024-07-21T13:22:19.250" v="2231" actId="9405"/>
          <ac:inkMkLst>
            <pc:docMk/>
            <pc:sldMk cId="2511686675" sldId="339"/>
            <ac:inkMk id="106" creationId="{C1D40AD4-BF07-B36A-37AF-9C978E7A7A6B}"/>
          </ac:inkMkLst>
        </pc:inkChg>
        <pc:inkChg chg="add">
          <ac:chgData name="Mahima Weerasinghe" userId="e11e3f55-42da-4e07-8ead-4d7a1d7ea1c6" providerId="ADAL" clId="{79555870-17B4-49F7-B1C8-B4904ED74D5B}" dt="2024-07-21T13:22:21.225" v="2232" actId="9405"/>
          <ac:inkMkLst>
            <pc:docMk/>
            <pc:sldMk cId="2511686675" sldId="339"/>
            <ac:inkMk id="107" creationId="{354ECB2E-1F5B-945F-CA63-4FCA172E83AE}"/>
          </ac:inkMkLst>
        </pc:inkChg>
        <pc:inkChg chg="add">
          <ac:chgData name="Mahima Weerasinghe" userId="e11e3f55-42da-4e07-8ead-4d7a1d7ea1c6" providerId="ADAL" clId="{79555870-17B4-49F7-B1C8-B4904ED74D5B}" dt="2024-07-21T13:22:22.300" v="2233" actId="9405"/>
          <ac:inkMkLst>
            <pc:docMk/>
            <pc:sldMk cId="2511686675" sldId="339"/>
            <ac:inkMk id="108" creationId="{7870D74F-3636-A94D-1CF2-A2B4E28D2A6E}"/>
          </ac:inkMkLst>
        </pc:inkChg>
        <pc:inkChg chg="add">
          <ac:chgData name="Mahima Weerasinghe" userId="e11e3f55-42da-4e07-8ead-4d7a1d7ea1c6" providerId="ADAL" clId="{79555870-17B4-49F7-B1C8-B4904ED74D5B}" dt="2024-07-21T13:22:23.970" v="2234" actId="9405"/>
          <ac:inkMkLst>
            <pc:docMk/>
            <pc:sldMk cId="2511686675" sldId="339"/>
            <ac:inkMk id="109" creationId="{8ED76C70-C931-DAF1-164F-AAAB895ABD8D}"/>
          </ac:inkMkLst>
        </pc:inkChg>
        <pc:inkChg chg="add">
          <ac:chgData name="Mahima Weerasinghe" userId="e11e3f55-42da-4e07-8ead-4d7a1d7ea1c6" providerId="ADAL" clId="{79555870-17B4-49F7-B1C8-B4904ED74D5B}" dt="2024-07-21T13:22:24.627" v="2235" actId="9405"/>
          <ac:inkMkLst>
            <pc:docMk/>
            <pc:sldMk cId="2511686675" sldId="339"/>
            <ac:inkMk id="110" creationId="{F6D4E414-747D-3337-E18F-7035199FD423}"/>
          </ac:inkMkLst>
        </pc:inkChg>
        <pc:inkChg chg="add">
          <ac:chgData name="Mahima Weerasinghe" userId="e11e3f55-42da-4e07-8ead-4d7a1d7ea1c6" providerId="ADAL" clId="{79555870-17B4-49F7-B1C8-B4904ED74D5B}" dt="2024-07-21T13:22:25.809" v="2236" actId="9405"/>
          <ac:inkMkLst>
            <pc:docMk/>
            <pc:sldMk cId="2511686675" sldId="339"/>
            <ac:inkMk id="111" creationId="{2B4C2DD1-964E-EBBD-AF2C-886731889D11}"/>
          </ac:inkMkLst>
        </pc:inkChg>
        <pc:inkChg chg="add mod">
          <ac:chgData name="Mahima Weerasinghe" userId="e11e3f55-42da-4e07-8ead-4d7a1d7ea1c6" providerId="ADAL" clId="{79555870-17B4-49F7-B1C8-B4904ED74D5B}" dt="2024-07-21T13:29:12.905" v="2310"/>
          <ac:inkMkLst>
            <pc:docMk/>
            <pc:sldMk cId="2511686675" sldId="339"/>
            <ac:inkMk id="112" creationId="{AC1B3F6D-6A4D-089F-D239-6FF8E802CD52}"/>
          </ac:inkMkLst>
        </pc:inkChg>
        <pc:inkChg chg="add mod">
          <ac:chgData name="Mahima Weerasinghe" userId="e11e3f55-42da-4e07-8ead-4d7a1d7ea1c6" providerId="ADAL" clId="{79555870-17B4-49F7-B1C8-B4904ED74D5B}" dt="2024-07-21T13:29:12.905" v="2310"/>
          <ac:inkMkLst>
            <pc:docMk/>
            <pc:sldMk cId="2511686675" sldId="339"/>
            <ac:inkMk id="113" creationId="{9CDE40BA-FD64-D8FD-F732-90FD2EDE29A9}"/>
          </ac:inkMkLst>
        </pc:inkChg>
        <pc:inkChg chg="add mod">
          <ac:chgData name="Mahima Weerasinghe" userId="e11e3f55-42da-4e07-8ead-4d7a1d7ea1c6" providerId="ADAL" clId="{79555870-17B4-49F7-B1C8-B4904ED74D5B}" dt="2024-07-21T13:29:12.905" v="2310"/>
          <ac:inkMkLst>
            <pc:docMk/>
            <pc:sldMk cId="2511686675" sldId="339"/>
            <ac:inkMk id="114" creationId="{EE26DA89-409F-B9B2-5F84-5B4C3A6D29D0}"/>
          </ac:inkMkLst>
        </pc:inkChg>
        <pc:inkChg chg="add mod">
          <ac:chgData name="Mahima Weerasinghe" userId="e11e3f55-42da-4e07-8ead-4d7a1d7ea1c6" providerId="ADAL" clId="{79555870-17B4-49F7-B1C8-B4904ED74D5B}" dt="2024-07-21T13:29:12.905" v="2310"/>
          <ac:inkMkLst>
            <pc:docMk/>
            <pc:sldMk cId="2511686675" sldId="339"/>
            <ac:inkMk id="116" creationId="{252A61E8-31E7-4426-96F7-B73D7A1DBC49}"/>
          </ac:inkMkLst>
        </pc:inkChg>
        <pc:inkChg chg="add mod">
          <ac:chgData name="Mahima Weerasinghe" userId="e11e3f55-42da-4e07-8ead-4d7a1d7ea1c6" providerId="ADAL" clId="{79555870-17B4-49F7-B1C8-B4904ED74D5B}" dt="2024-07-21T13:29:12.905" v="2310"/>
          <ac:inkMkLst>
            <pc:docMk/>
            <pc:sldMk cId="2511686675" sldId="339"/>
            <ac:inkMk id="118" creationId="{DE4D36E2-ED54-26FC-324B-D713AC97221E}"/>
          </ac:inkMkLst>
        </pc:inkChg>
        <pc:inkChg chg="add mod">
          <ac:chgData name="Mahima Weerasinghe" userId="e11e3f55-42da-4e07-8ead-4d7a1d7ea1c6" providerId="ADAL" clId="{79555870-17B4-49F7-B1C8-B4904ED74D5B}" dt="2024-07-21T13:29:12.905" v="2310"/>
          <ac:inkMkLst>
            <pc:docMk/>
            <pc:sldMk cId="2511686675" sldId="339"/>
            <ac:inkMk id="119" creationId="{E01E5444-C58A-7E6F-1F51-66F7211BCCA3}"/>
          </ac:inkMkLst>
        </pc:inkChg>
        <pc:inkChg chg="add mod">
          <ac:chgData name="Mahima Weerasinghe" userId="e11e3f55-42da-4e07-8ead-4d7a1d7ea1c6" providerId="ADAL" clId="{79555870-17B4-49F7-B1C8-B4904ED74D5B}" dt="2024-07-21T13:29:12.905" v="2310"/>
          <ac:inkMkLst>
            <pc:docMk/>
            <pc:sldMk cId="2511686675" sldId="339"/>
            <ac:inkMk id="120" creationId="{45FF3284-0CA0-9BBB-A02F-BAC03F78F57E}"/>
          </ac:inkMkLst>
        </pc:inkChg>
        <pc:inkChg chg="add mod">
          <ac:chgData name="Mahima Weerasinghe" userId="e11e3f55-42da-4e07-8ead-4d7a1d7ea1c6" providerId="ADAL" clId="{79555870-17B4-49F7-B1C8-B4904ED74D5B}" dt="2024-07-21T13:29:12.905" v="2310"/>
          <ac:inkMkLst>
            <pc:docMk/>
            <pc:sldMk cId="2511686675" sldId="339"/>
            <ac:inkMk id="122" creationId="{2C9B84FB-11DF-6B65-1DA4-F0D60B3D23D7}"/>
          </ac:inkMkLst>
        </pc:inkChg>
        <pc:inkChg chg="add mod">
          <ac:chgData name="Mahima Weerasinghe" userId="e11e3f55-42da-4e07-8ead-4d7a1d7ea1c6" providerId="ADAL" clId="{79555870-17B4-49F7-B1C8-B4904ED74D5B}" dt="2024-07-21T13:29:12.905" v="2310"/>
          <ac:inkMkLst>
            <pc:docMk/>
            <pc:sldMk cId="2511686675" sldId="339"/>
            <ac:inkMk id="123" creationId="{B826FEF4-BC6A-E955-3773-8F3076791109}"/>
          </ac:inkMkLst>
        </pc:inkChg>
        <pc:inkChg chg="add mod">
          <ac:chgData name="Mahima Weerasinghe" userId="e11e3f55-42da-4e07-8ead-4d7a1d7ea1c6" providerId="ADAL" clId="{79555870-17B4-49F7-B1C8-B4904ED74D5B}" dt="2024-07-21T13:29:12.905" v="2310"/>
          <ac:inkMkLst>
            <pc:docMk/>
            <pc:sldMk cId="2511686675" sldId="339"/>
            <ac:inkMk id="125" creationId="{ACE09A4B-1595-F0DA-A9C4-69134874A7D0}"/>
          </ac:inkMkLst>
        </pc:inkChg>
        <pc:inkChg chg="add mod">
          <ac:chgData name="Mahima Weerasinghe" userId="e11e3f55-42da-4e07-8ead-4d7a1d7ea1c6" providerId="ADAL" clId="{79555870-17B4-49F7-B1C8-B4904ED74D5B}" dt="2024-07-21T13:29:12.905" v="2310"/>
          <ac:inkMkLst>
            <pc:docMk/>
            <pc:sldMk cId="2511686675" sldId="339"/>
            <ac:inkMk id="126" creationId="{189341F8-CA68-A40B-5B1D-5F1ECAF41ED7}"/>
          </ac:inkMkLst>
        </pc:inkChg>
        <pc:inkChg chg="add mod">
          <ac:chgData name="Mahima Weerasinghe" userId="e11e3f55-42da-4e07-8ead-4d7a1d7ea1c6" providerId="ADAL" clId="{79555870-17B4-49F7-B1C8-B4904ED74D5B}" dt="2024-07-21T13:23:14.893" v="2264"/>
          <ac:inkMkLst>
            <pc:docMk/>
            <pc:sldMk cId="2511686675" sldId="339"/>
            <ac:inkMk id="128" creationId="{8CAA1A65-7A06-A9B3-D05D-D186C3CBF450}"/>
          </ac:inkMkLst>
        </pc:inkChg>
        <pc:inkChg chg="add mod">
          <ac:chgData name="Mahima Weerasinghe" userId="e11e3f55-42da-4e07-8ead-4d7a1d7ea1c6" providerId="ADAL" clId="{79555870-17B4-49F7-B1C8-B4904ED74D5B}" dt="2024-07-21T13:23:14.893" v="2264"/>
          <ac:inkMkLst>
            <pc:docMk/>
            <pc:sldMk cId="2511686675" sldId="339"/>
            <ac:inkMk id="129" creationId="{B5B02F5F-ACAE-20D3-0178-9DCA28AC1229}"/>
          </ac:inkMkLst>
        </pc:inkChg>
        <pc:inkChg chg="add mod">
          <ac:chgData name="Mahima Weerasinghe" userId="e11e3f55-42da-4e07-8ead-4d7a1d7ea1c6" providerId="ADAL" clId="{79555870-17B4-49F7-B1C8-B4904ED74D5B}" dt="2024-07-21T13:23:14.893" v="2264"/>
          <ac:inkMkLst>
            <pc:docMk/>
            <pc:sldMk cId="2511686675" sldId="339"/>
            <ac:inkMk id="130" creationId="{371E7130-AAF4-1122-2095-966AB4F2D03A}"/>
          </ac:inkMkLst>
        </pc:inkChg>
        <pc:inkChg chg="add mod">
          <ac:chgData name="Mahima Weerasinghe" userId="e11e3f55-42da-4e07-8ead-4d7a1d7ea1c6" providerId="ADAL" clId="{79555870-17B4-49F7-B1C8-B4904ED74D5B}" dt="2024-07-21T13:23:14.893" v="2264"/>
          <ac:inkMkLst>
            <pc:docMk/>
            <pc:sldMk cId="2511686675" sldId="339"/>
            <ac:inkMk id="131" creationId="{A4F704E3-0902-62D3-BF64-EF19C649E1C4}"/>
          </ac:inkMkLst>
        </pc:inkChg>
        <pc:inkChg chg="add mod">
          <ac:chgData name="Mahima Weerasinghe" userId="e11e3f55-42da-4e07-8ead-4d7a1d7ea1c6" providerId="ADAL" clId="{79555870-17B4-49F7-B1C8-B4904ED74D5B}" dt="2024-07-21T13:23:14.893" v="2264"/>
          <ac:inkMkLst>
            <pc:docMk/>
            <pc:sldMk cId="2511686675" sldId="339"/>
            <ac:inkMk id="132" creationId="{CF67DD85-E174-E385-7AAE-BB0EF90AA914}"/>
          </ac:inkMkLst>
        </pc:inkChg>
        <pc:inkChg chg="add mod">
          <ac:chgData name="Mahima Weerasinghe" userId="e11e3f55-42da-4e07-8ead-4d7a1d7ea1c6" providerId="ADAL" clId="{79555870-17B4-49F7-B1C8-B4904ED74D5B}" dt="2024-07-21T13:23:14.893" v="2264"/>
          <ac:inkMkLst>
            <pc:docMk/>
            <pc:sldMk cId="2511686675" sldId="339"/>
            <ac:inkMk id="134" creationId="{D641DCF8-E87C-3BD2-A08A-97CD51067C62}"/>
          </ac:inkMkLst>
        </pc:inkChg>
        <pc:inkChg chg="add mod">
          <ac:chgData name="Mahima Weerasinghe" userId="e11e3f55-42da-4e07-8ead-4d7a1d7ea1c6" providerId="ADAL" clId="{79555870-17B4-49F7-B1C8-B4904ED74D5B}" dt="2024-07-21T13:23:14.893" v="2264"/>
          <ac:inkMkLst>
            <pc:docMk/>
            <pc:sldMk cId="2511686675" sldId="339"/>
            <ac:inkMk id="135" creationId="{152AEB2F-B850-88FA-C048-5F085552CD2D}"/>
          </ac:inkMkLst>
        </pc:inkChg>
        <pc:inkChg chg="add mod">
          <ac:chgData name="Mahima Weerasinghe" userId="e11e3f55-42da-4e07-8ead-4d7a1d7ea1c6" providerId="ADAL" clId="{79555870-17B4-49F7-B1C8-B4904ED74D5B}" dt="2024-07-21T13:23:14.893" v="2264"/>
          <ac:inkMkLst>
            <pc:docMk/>
            <pc:sldMk cId="2511686675" sldId="339"/>
            <ac:inkMk id="136" creationId="{545FC278-3342-DF8D-12EB-AC2BB00CD0CA}"/>
          </ac:inkMkLst>
        </pc:inkChg>
        <pc:inkChg chg="add">
          <ac:chgData name="Mahima Weerasinghe" userId="e11e3f55-42da-4e07-8ead-4d7a1d7ea1c6" providerId="ADAL" clId="{79555870-17B4-49F7-B1C8-B4904ED74D5B}" dt="2024-07-21T13:23:13.090" v="2262" actId="9405"/>
          <ac:inkMkLst>
            <pc:docMk/>
            <pc:sldMk cId="2511686675" sldId="339"/>
            <ac:inkMk id="137" creationId="{703D1199-9AF5-E524-64A5-03F32CDC486C}"/>
          </ac:inkMkLst>
        </pc:inkChg>
        <pc:inkChg chg="add mod">
          <ac:chgData name="Mahima Weerasinghe" userId="e11e3f55-42da-4e07-8ead-4d7a1d7ea1c6" providerId="ADAL" clId="{79555870-17B4-49F7-B1C8-B4904ED74D5B}" dt="2024-07-21T13:23:14.893" v="2264"/>
          <ac:inkMkLst>
            <pc:docMk/>
            <pc:sldMk cId="2511686675" sldId="339"/>
            <ac:inkMk id="138" creationId="{B826B316-83DC-CD2D-B400-76FACC650885}"/>
          </ac:inkMkLst>
        </pc:inkChg>
        <pc:inkChg chg="add mod">
          <ac:chgData name="Mahima Weerasinghe" userId="e11e3f55-42da-4e07-8ead-4d7a1d7ea1c6" providerId="ADAL" clId="{79555870-17B4-49F7-B1C8-B4904ED74D5B}" dt="2024-07-21T13:29:12.905" v="2310"/>
          <ac:inkMkLst>
            <pc:docMk/>
            <pc:sldMk cId="2511686675" sldId="339"/>
            <ac:inkMk id="141" creationId="{3A20AFAC-C185-0B7C-375A-790AC5FC7167}"/>
          </ac:inkMkLst>
        </pc:inkChg>
        <pc:inkChg chg="add mod">
          <ac:chgData name="Mahima Weerasinghe" userId="e11e3f55-42da-4e07-8ead-4d7a1d7ea1c6" providerId="ADAL" clId="{79555870-17B4-49F7-B1C8-B4904ED74D5B}" dt="2024-07-21T13:29:12.905" v="2310"/>
          <ac:inkMkLst>
            <pc:docMk/>
            <pc:sldMk cId="2511686675" sldId="339"/>
            <ac:inkMk id="142" creationId="{561AC738-ACA3-78A3-B2A6-BD75957D9B56}"/>
          </ac:inkMkLst>
        </pc:inkChg>
        <pc:inkChg chg="add mod">
          <ac:chgData name="Mahima Weerasinghe" userId="e11e3f55-42da-4e07-8ead-4d7a1d7ea1c6" providerId="ADAL" clId="{79555870-17B4-49F7-B1C8-B4904ED74D5B}" dt="2024-07-21T13:23:28.429" v="2273"/>
          <ac:inkMkLst>
            <pc:docMk/>
            <pc:sldMk cId="2511686675" sldId="339"/>
            <ac:inkMk id="143" creationId="{9732B715-DFA8-41EC-9178-52266738AA50}"/>
          </ac:inkMkLst>
        </pc:inkChg>
        <pc:inkChg chg="add mod">
          <ac:chgData name="Mahima Weerasinghe" userId="e11e3f55-42da-4e07-8ead-4d7a1d7ea1c6" providerId="ADAL" clId="{79555870-17B4-49F7-B1C8-B4904ED74D5B}" dt="2024-07-21T13:23:28.429" v="2273"/>
          <ac:inkMkLst>
            <pc:docMk/>
            <pc:sldMk cId="2511686675" sldId="339"/>
            <ac:inkMk id="144" creationId="{8EE43B4F-45B0-2FD0-2CB0-6BCC5CECBB56}"/>
          </ac:inkMkLst>
        </pc:inkChg>
        <pc:inkChg chg="add mod">
          <ac:chgData name="Mahima Weerasinghe" userId="e11e3f55-42da-4e07-8ead-4d7a1d7ea1c6" providerId="ADAL" clId="{79555870-17B4-49F7-B1C8-B4904ED74D5B}" dt="2024-07-21T13:23:28.429" v="2273"/>
          <ac:inkMkLst>
            <pc:docMk/>
            <pc:sldMk cId="2511686675" sldId="339"/>
            <ac:inkMk id="145" creationId="{59C40586-56D3-8662-7AA2-85450AF25A19}"/>
          </ac:inkMkLst>
        </pc:inkChg>
        <pc:inkChg chg="add mod">
          <ac:chgData name="Mahima Weerasinghe" userId="e11e3f55-42da-4e07-8ead-4d7a1d7ea1c6" providerId="ADAL" clId="{79555870-17B4-49F7-B1C8-B4904ED74D5B}" dt="2024-07-21T13:23:28.429" v="2273"/>
          <ac:inkMkLst>
            <pc:docMk/>
            <pc:sldMk cId="2511686675" sldId="339"/>
            <ac:inkMk id="146" creationId="{193347AE-6C8E-C600-00AC-0F5A1F93415E}"/>
          </ac:inkMkLst>
        </pc:inkChg>
        <pc:inkChg chg="add mod">
          <ac:chgData name="Mahima Weerasinghe" userId="e11e3f55-42da-4e07-8ead-4d7a1d7ea1c6" providerId="ADAL" clId="{79555870-17B4-49F7-B1C8-B4904ED74D5B}" dt="2024-07-21T13:23:28.429" v="2273"/>
          <ac:inkMkLst>
            <pc:docMk/>
            <pc:sldMk cId="2511686675" sldId="339"/>
            <ac:inkMk id="147" creationId="{D761BE8B-03D3-51D5-9B13-69AB30844A84}"/>
          </ac:inkMkLst>
        </pc:inkChg>
        <pc:inkChg chg="add mod">
          <ac:chgData name="Mahima Weerasinghe" userId="e11e3f55-42da-4e07-8ead-4d7a1d7ea1c6" providerId="ADAL" clId="{79555870-17B4-49F7-B1C8-B4904ED74D5B}" dt="2024-07-21T13:23:28.429" v="2273"/>
          <ac:inkMkLst>
            <pc:docMk/>
            <pc:sldMk cId="2511686675" sldId="339"/>
            <ac:inkMk id="148" creationId="{04456CE7-BA71-E0F8-9E10-E8D66B7AF5DC}"/>
          </ac:inkMkLst>
        </pc:inkChg>
        <pc:inkChg chg="add">
          <ac:chgData name="Mahima Weerasinghe" userId="e11e3f55-42da-4e07-8ead-4d7a1d7ea1c6" providerId="ADAL" clId="{79555870-17B4-49F7-B1C8-B4904ED74D5B}" dt="2024-07-21T13:23:28.796" v="2274" actId="9405"/>
          <ac:inkMkLst>
            <pc:docMk/>
            <pc:sldMk cId="2511686675" sldId="339"/>
            <ac:inkMk id="151" creationId="{622FF621-EAD0-FA2A-7527-8DBCB0E7DD10}"/>
          </ac:inkMkLst>
        </pc:inkChg>
        <pc:inkChg chg="add mod">
          <ac:chgData name="Mahima Weerasinghe" userId="e11e3f55-42da-4e07-8ead-4d7a1d7ea1c6" providerId="ADAL" clId="{79555870-17B4-49F7-B1C8-B4904ED74D5B}" dt="2024-07-21T13:30:01.307" v="2316"/>
          <ac:inkMkLst>
            <pc:docMk/>
            <pc:sldMk cId="2511686675" sldId="339"/>
            <ac:inkMk id="152" creationId="{E645ED54-2826-3C05-0A37-137D667C100C}"/>
          </ac:inkMkLst>
        </pc:inkChg>
        <pc:inkChg chg="add mod">
          <ac:chgData name="Mahima Weerasinghe" userId="e11e3f55-42da-4e07-8ead-4d7a1d7ea1c6" providerId="ADAL" clId="{79555870-17B4-49F7-B1C8-B4904ED74D5B}" dt="2024-07-21T13:30:01.307" v="2316"/>
          <ac:inkMkLst>
            <pc:docMk/>
            <pc:sldMk cId="2511686675" sldId="339"/>
            <ac:inkMk id="153" creationId="{F2D76E2D-75CE-6000-53EB-C94FE9A6BFE9}"/>
          </ac:inkMkLst>
        </pc:inkChg>
        <pc:inkChg chg="add mod">
          <ac:chgData name="Mahima Weerasinghe" userId="e11e3f55-42da-4e07-8ead-4d7a1d7ea1c6" providerId="ADAL" clId="{79555870-17B4-49F7-B1C8-B4904ED74D5B}" dt="2024-07-21T13:29:12.905" v="2310"/>
          <ac:inkMkLst>
            <pc:docMk/>
            <pc:sldMk cId="2511686675" sldId="339"/>
            <ac:inkMk id="155" creationId="{68956D9F-5722-06EF-6733-1086FCC5CEF6}"/>
          </ac:inkMkLst>
        </pc:inkChg>
        <pc:inkChg chg="add mod">
          <ac:chgData name="Mahima Weerasinghe" userId="e11e3f55-42da-4e07-8ead-4d7a1d7ea1c6" providerId="ADAL" clId="{79555870-17B4-49F7-B1C8-B4904ED74D5B}" dt="2024-07-21T13:29:12.905" v="2310"/>
          <ac:inkMkLst>
            <pc:docMk/>
            <pc:sldMk cId="2511686675" sldId="339"/>
            <ac:inkMk id="156" creationId="{DDEFC18F-4D6A-0B8C-CD6E-4DB019B78D73}"/>
          </ac:inkMkLst>
        </pc:inkChg>
        <pc:inkChg chg="add mod">
          <ac:chgData name="Mahima Weerasinghe" userId="e11e3f55-42da-4e07-8ead-4d7a1d7ea1c6" providerId="ADAL" clId="{79555870-17B4-49F7-B1C8-B4904ED74D5B}" dt="2024-07-21T13:29:12.905" v="2310"/>
          <ac:inkMkLst>
            <pc:docMk/>
            <pc:sldMk cId="2511686675" sldId="339"/>
            <ac:inkMk id="158" creationId="{B0572A19-5B12-8693-4AB5-B14B5F41EC96}"/>
          </ac:inkMkLst>
        </pc:inkChg>
        <pc:inkChg chg="add">
          <ac:chgData name="Mahima Weerasinghe" userId="e11e3f55-42da-4e07-8ead-4d7a1d7ea1c6" providerId="ADAL" clId="{79555870-17B4-49F7-B1C8-B4904ED74D5B}" dt="2024-07-21T13:23:51.845" v="2282" actId="9405"/>
          <ac:inkMkLst>
            <pc:docMk/>
            <pc:sldMk cId="2511686675" sldId="339"/>
            <ac:inkMk id="159" creationId="{15244669-6362-52FF-7C0E-8C0FA06D1B80}"/>
          </ac:inkMkLst>
        </pc:inkChg>
        <pc:inkChg chg="add mod">
          <ac:chgData name="Mahima Weerasinghe" userId="e11e3f55-42da-4e07-8ead-4d7a1d7ea1c6" providerId="ADAL" clId="{79555870-17B4-49F7-B1C8-B4904ED74D5B}" dt="2024-07-21T13:29:12.905" v="2310"/>
          <ac:inkMkLst>
            <pc:docMk/>
            <pc:sldMk cId="2511686675" sldId="339"/>
            <ac:inkMk id="161" creationId="{FB02FB08-911C-6C94-3674-761DD87B6D08}"/>
          </ac:inkMkLst>
        </pc:inkChg>
        <pc:inkChg chg="add mod">
          <ac:chgData name="Mahima Weerasinghe" userId="e11e3f55-42da-4e07-8ead-4d7a1d7ea1c6" providerId="ADAL" clId="{79555870-17B4-49F7-B1C8-B4904ED74D5B}" dt="2024-07-21T13:29:12.905" v="2310"/>
          <ac:inkMkLst>
            <pc:docMk/>
            <pc:sldMk cId="2511686675" sldId="339"/>
            <ac:inkMk id="162" creationId="{D3F2D214-7417-40A7-A201-5B46BE131F61}"/>
          </ac:inkMkLst>
        </pc:inkChg>
        <pc:inkChg chg="add">
          <ac:chgData name="Mahima Weerasinghe" userId="e11e3f55-42da-4e07-8ead-4d7a1d7ea1c6" providerId="ADAL" clId="{79555870-17B4-49F7-B1C8-B4904ED74D5B}" dt="2024-07-21T13:23:54.969" v="2286" actId="9405"/>
          <ac:inkMkLst>
            <pc:docMk/>
            <pc:sldMk cId="2511686675" sldId="339"/>
            <ac:inkMk id="163" creationId="{E3B5C8C3-6A5D-D0A3-4FA7-18C408365610}"/>
          </ac:inkMkLst>
        </pc:inkChg>
        <pc:inkChg chg="add mod">
          <ac:chgData name="Mahima Weerasinghe" userId="e11e3f55-42da-4e07-8ead-4d7a1d7ea1c6" providerId="ADAL" clId="{79555870-17B4-49F7-B1C8-B4904ED74D5B}" dt="2024-07-21T13:24:05.897" v="2290"/>
          <ac:inkMkLst>
            <pc:docMk/>
            <pc:sldMk cId="2511686675" sldId="339"/>
            <ac:inkMk id="165" creationId="{11D53B3C-5961-B487-A16F-2F27A0A282F2}"/>
          </ac:inkMkLst>
        </pc:inkChg>
        <pc:inkChg chg="add mod">
          <ac:chgData name="Mahima Weerasinghe" userId="e11e3f55-42da-4e07-8ead-4d7a1d7ea1c6" providerId="ADAL" clId="{79555870-17B4-49F7-B1C8-B4904ED74D5B}" dt="2024-07-21T13:24:05.897" v="2290"/>
          <ac:inkMkLst>
            <pc:docMk/>
            <pc:sldMk cId="2511686675" sldId="339"/>
            <ac:inkMk id="166" creationId="{37AAF6AC-71EC-71A3-1076-1471B0179324}"/>
          </ac:inkMkLst>
        </pc:inkChg>
        <pc:inkChg chg="add">
          <ac:chgData name="Mahima Weerasinghe" userId="e11e3f55-42da-4e07-8ead-4d7a1d7ea1c6" providerId="ADAL" clId="{79555870-17B4-49F7-B1C8-B4904ED74D5B}" dt="2024-07-21T13:24:06.501" v="2291" actId="9405"/>
          <ac:inkMkLst>
            <pc:docMk/>
            <pc:sldMk cId="2511686675" sldId="339"/>
            <ac:inkMk id="168" creationId="{8EE9DECD-13BC-BF07-9585-411577153DFA}"/>
          </ac:inkMkLst>
        </pc:inkChg>
        <pc:inkChg chg="add">
          <ac:chgData name="Mahima Weerasinghe" userId="e11e3f55-42da-4e07-8ead-4d7a1d7ea1c6" providerId="ADAL" clId="{79555870-17B4-49F7-B1C8-B4904ED74D5B}" dt="2024-07-21T13:24:07.218" v="2292" actId="9405"/>
          <ac:inkMkLst>
            <pc:docMk/>
            <pc:sldMk cId="2511686675" sldId="339"/>
            <ac:inkMk id="169" creationId="{B26F6532-DCAB-AA3D-2B30-662C9FD6CD8A}"/>
          </ac:inkMkLst>
        </pc:inkChg>
        <pc:inkChg chg="add">
          <ac:chgData name="Mahima Weerasinghe" userId="e11e3f55-42da-4e07-8ead-4d7a1d7ea1c6" providerId="ADAL" clId="{79555870-17B4-49F7-B1C8-B4904ED74D5B}" dt="2024-07-21T13:24:11.486" v="2293" actId="9405"/>
          <ac:inkMkLst>
            <pc:docMk/>
            <pc:sldMk cId="2511686675" sldId="339"/>
            <ac:inkMk id="170" creationId="{49756CDE-A3D8-395C-85D6-39F344FB7CE2}"/>
          </ac:inkMkLst>
        </pc:inkChg>
        <pc:inkChg chg="add mod">
          <ac:chgData name="Mahima Weerasinghe" userId="e11e3f55-42da-4e07-8ead-4d7a1d7ea1c6" providerId="ADAL" clId="{79555870-17B4-49F7-B1C8-B4904ED74D5B}" dt="2024-07-21T13:24:14.598" v="2296"/>
          <ac:inkMkLst>
            <pc:docMk/>
            <pc:sldMk cId="2511686675" sldId="339"/>
            <ac:inkMk id="171" creationId="{DA2B26E8-549C-7302-3B6E-BE91A520D0A6}"/>
          </ac:inkMkLst>
        </pc:inkChg>
        <pc:inkChg chg="add mod">
          <ac:chgData name="Mahima Weerasinghe" userId="e11e3f55-42da-4e07-8ead-4d7a1d7ea1c6" providerId="ADAL" clId="{79555870-17B4-49F7-B1C8-B4904ED74D5B}" dt="2024-07-21T13:24:14.598" v="2296"/>
          <ac:inkMkLst>
            <pc:docMk/>
            <pc:sldMk cId="2511686675" sldId="339"/>
            <ac:inkMk id="172" creationId="{6EAB019C-E2A8-6951-A03D-9D4D83EB01AE}"/>
          </ac:inkMkLst>
        </pc:inkChg>
        <pc:inkChg chg="add mod">
          <ac:chgData name="Mahima Weerasinghe" userId="e11e3f55-42da-4e07-8ead-4d7a1d7ea1c6" providerId="ADAL" clId="{79555870-17B4-49F7-B1C8-B4904ED74D5B}" dt="2024-07-21T13:24:34.560" v="2302"/>
          <ac:inkMkLst>
            <pc:docMk/>
            <pc:sldMk cId="2511686675" sldId="339"/>
            <ac:inkMk id="174" creationId="{91887138-1FAA-E293-A9DD-491BF771789C}"/>
          </ac:inkMkLst>
        </pc:inkChg>
        <pc:inkChg chg="add mod">
          <ac:chgData name="Mahima Weerasinghe" userId="e11e3f55-42da-4e07-8ead-4d7a1d7ea1c6" providerId="ADAL" clId="{79555870-17B4-49F7-B1C8-B4904ED74D5B}" dt="2024-07-21T13:24:34.560" v="2302"/>
          <ac:inkMkLst>
            <pc:docMk/>
            <pc:sldMk cId="2511686675" sldId="339"/>
            <ac:inkMk id="175" creationId="{6A88959F-A86E-1DA2-ADC5-97A1C42A41C1}"/>
          </ac:inkMkLst>
        </pc:inkChg>
        <pc:inkChg chg="add mod">
          <ac:chgData name="Mahima Weerasinghe" userId="e11e3f55-42da-4e07-8ead-4d7a1d7ea1c6" providerId="ADAL" clId="{79555870-17B4-49F7-B1C8-B4904ED74D5B}" dt="2024-07-21T13:24:34.560" v="2302"/>
          <ac:inkMkLst>
            <pc:docMk/>
            <pc:sldMk cId="2511686675" sldId="339"/>
            <ac:inkMk id="176" creationId="{D1425C5E-6D5A-AC42-7DEB-CC235ABC1026}"/>
          </ac:inkMkLst>
        </pc:inkChg>
        <pc:inkChg chg="add">
          <ac:chgData name="Mahima Weerasinghe" userId="e11e3f55-42da-4e07-8ead-4d7a1d7ea1c6" providerId="ADAL" clId="{79555870-17B4-49F7-B1C8-B4904ED74D5B}" dt="2024-07-21T13:24:32.989" v="2300" actId="9405"/>
          <ac:inkMkLst>
            <pc:docMk/>
            <pc:sldMk cId="2511686675" sldId="339"/>
            <ac:inkMk id="177" creationId="{D3F9321C-942F-974D-CAFF-84C52D7D1A15}"/>
          </ac:inkMkLst>
        </pc:inkChg>
        <pc:inkChg chg="add">
          <ac:chgData name="Mahima Weerasinghe" userId="e11e3f55-42da-4e07-8ead-4d7a1d7ea1c6" providerId="ADAL" clId="{79555870-17B4-49F7-B1C8-B4904ED74D5B}" dt="2024-07-21T13:24:33.820" v="2301" actId="9405"/>
          <ac:inkMkLst>
            <pc:docMk/>
            <pc:sldMk cId="2511686675" sldId="339"/>
            <ac:inkMk id="178" creationId="{569593D3-ECE6-FCFE-0E28-4C9376A9D0D6}"/>
          </ac:inkMkLst>
        </pc:inkChg>
        <pc:inkChg chg="add mod">
          <ac:chgData name="Mahima Weerasinghe" userId="e11e3f55-42da-4e07-8ead-4d7a1d7ea1c6" providerId="ADAL" clId="{79555870-17B4-49F7-B1C8-B4904ED74D5B}" dt="2024-07-21T13:29:12.905" v="2310"/>
          <ac:inkMkLst>
            <pc:docMk/>
            <pc:sldMk cId="2511686675" sldId="339"/>
            <ac:inkMk id="180" creationId="{B7A804C4-D76A-B3DB-4BB1-6BE6B7C30761}"/>
          </ac:inkMkLst>
        </pc:inkChg>
        <pc:inkChg chg="add mod">
          <ac:chgData name="Mahima Weerasinghe" userId="e11e3f55-42da-4e07-8ead-4d7a1d7ea1c6" providerId="ADAL" clId="{79555870-17B4-49F7-B1C8-B4904ED74D5B}" dt="2024-07-21T13:29:12.905" v="2310"/>
          <ac:inkMkLst>
            <pc:docMk/>
            <pc:sldMk cId="2511686675" sldId="339"/>
            <ac:inkMk id="181" creationId="{00678036-8983-4378-3901-A1F145E9C781}"/>
          </ac:inkMkLst>
        </pc:inkChg>
        <pc:inkChg chg="add mod">
          <ac:chgData name="Mahima Weerasinghe" userId="e11e3f55-42da-4e07-8ead-4d7a1d7ea1c6" providerId="ADAL" clId="{79555870-17B4-49F7-B1C8-B4904ED74D5B}" dt="2024-07-21T13:29:12.905" v="2310"/>
          <ac:inkMkLst>
            <pc:docMk/>
            <pc:sldMk cId="2511686675" sldId="339"/>
            <ac:inkMk id="182" creationId="{E9905C55-3DB9-1368-A341-214D7C20D04D}"/>
          </ac:inkMkLst>
        </pc:inkChg>
        <pc:inkChg chg="add mod">
          <ac:chgData name="Mahima Weerasinghe" userId="e11e3f55-42da-4e07-8ead-4d7a1d7ea1c6" providerId="ADAL" clId="{79555870-17B4-49F7-B1C8-B4904ED74D5B}" dt="2024-07-21T13:29:12.905" v="2310"/>
          <ac:inkMkLst>
            <pc:docMk/>
            <pc:sldMk cId="2511686675" sldId="339"/>
            <ac:inkMk id="184" creationId="{374E1A89-CFB1-482B-135E-8E82D822EC95}"/>
          </ac:inkMkLst>
        </pc:inkChg>
        <pc:inkChg chg="add mod">
          <ac:chgData name="Mahima Weerasinghe" userId="e11e3f55-42da-4e07-8ead-4d7a1d7ea1c6" providerId="ADAL" clId="{79555870-17B4-49F7-B1C8-B4904ED74D5B}" dt="2024-07-21T13:29:12.905" v="2310"/>
          <ac:inkMkLst>
            <pc:docMk/>
            <pc:sldMk cId="2511686675" sldId="339"/>
            <ac:inkMk id="185" creationId="{E747AA5A-FB30-06A8-56DE-2C346B1F506D}"/>
          </ac:inkMkLst>
        </pc:inkChg>
        <pc:inkChg chg="add mod">
          <ac:chgData name="Mahima Weerasinghe" userId="e11e3f55-42da-4e07-8ead-4d7a1d7ea1c6" providerId="ADAL" clId="{79555870-17B4-49F7-B1C8-B4904ED74D5B}" dt="2024-07-21T13:29:12.905" v="2310"/>
          <ac:inkMkLst>
            <pc:docMk/>
            <pc:sldMk cId="2511686675" sldId="339"/>
            <ac:inkMk id="186" creationId="{558804E4-1B6C-D8BD-7887-A2580CEBB244}"/>
          </ac:inkMkLst>
        </pc:inkChg>
        <pc:inkChg chg="add">
          <ac:chgData name="Mahima Weerasinghe" userId="e11e3f55-42da-4e07-8ead-4d7a1d7ea1c6" providerId="ADAL" clId="{79555870-17B4-49F7-B1C8-B4904ED74D5B}" dt="2024-07-21T13:29:55.710" v="2311" actId="9405"/>
          <ac:inkMkLst>
            <pc:docMk/>
            <pc:sldMk cId="2511686675" sldId="339"/>
            <ac:inkMk id="188" creationId="{A7DBED6B-A359-6719-8B15-8380F8BAEB94}"/>
          </ac:inkMkLst>
        </pc:inkChg>
        <pc:inkChg chg="add mod">
          <ac:chgData name="Mahima Weerasinghe" userId="e11e3f55-42da-4e07-8ead-4d7a1d7ea1c6" providerId="ADAL" clId="{79555870-17B4-49F7-B1C8-B4904ED74D5B}" dt="2024-07-21T13:30:01.307" v="2316"/>
          <ac:inkMkLst>
            <pc:docMk/>
            <pc:sldMk cId="2511686675" sldId="339"/>
            <ac:inkMk id="189" creationId="{CD63EDD9-FA07-EB6D-F75C-8D159334E04B}"/>
          </ac:inkMkLst>
        </pc:inkChg>
        <pc:inkChg chg="add mod">
          <ac:chgData name="Mahima Weerasinghe" userId="e11e3f55-42da-4e07-8ead-4d7a1d7ea1c6" providerId="ADAL" clId="{79555870-17B4-49F7-B1C8-B4904ED74D5B}" dt="2024-07-21T13:30:01.307" v="2316"/>
          <ac:inkMkLst>
            <pc:docMk/>
            <pc:sldMk cId="2511686675" sldId="339"/>
            <ac:inkMk id="190" creationId="{74E759BB-2ADF-912E-F71E-7B4F6E6704A5}"/>
          </ac:inkMkLst>
        </pc:inkChg>
        <pc:inkChg chg="add mod">
          <ac:chgData name="Mahima Weerasinghe" userId="e11e3f55-42da-4e07-8ead-4d7a1d7ea1c6" providerId="ADAL" clId="{79555870-17B4-49F7-B1C8-B4904ED74D5B}" dt="2024-07-21T13:30:01.307" v="2316"/>
          <ac:inkMkLst>
            <pc:docMk/>
            <pc:sldMk cId="2511686675" sldId="339"/>
            <ac:inkMk id="191" creationId="{CAEE5164-874A-BEAB-D568-8EB3206E21FE}"/>
          </ac:inkMkLst>
        </pc:inkChg>
        <pc:inkChg chg="add mod">
          <ac:chgData name="Mahima Weerasinghe" userId="e11e3f55-42da-4e07-8ead-4d7a1d7ea1c6" providerId="ADAL" clId="{79555870-17B4-49F7-B1C8-B4904ED74D5B}" dt="2024-07-21T13:30:01.307" v="2316"/>
          <ac:inkMkLst>
            <pc:docMk/>
            <pc:sldMk cId="2511686675" sldId="339"/>
            <ac:inkMk id="192" creationId="{556F196D-2A0E-F0F1-5178-630589DFF66A}"/>
          </ac:inkMkLst>
        </pc:inkChg>
        <pc:inkChg chg="add mod">
          <ac:chgData name="Mahima Weerasinghe" userId="e11e3f55-42da-4e07-8ead-4d7a1d7ea1c6" providerId="ADAL" clId="{79555870-17B4-49F7-B1C8-B4904ED74D5B}" dt="2024-07-21T13:31:54.618" v="2333"/>
          <ac:inkMkLst>
            <pc:docMk/>
            <pc:sldMk cId="2511686675" sldId="339"/>
            <ac:inkMk id="194" creationId="{58850FC3-926F-A3A5-F0FD-B281559FE1B8}"/>
          </ac:inkMkLst>
        </pc:inkChg>
        <pc:inkChg chg="add mod">
          <ac:chgData name="Mahima Weerasinghe" userId="e11e3f55-42da-4e07-8ead-4d7a1d7ea1c6" providerId="ADAL" clId="{79555870-17B4-49F7-B1C8-B4904ED74D5B}" dt="2024-07-21T13:31:54.618" v="2333"/>
          <ac:inkMkLst>
            <pc:docMk/>
            <pc:sldMk cId="2511686675" sldId="339"/>
            <ac:inkMk id="195" creationId="{913992AD-05E2-7A9E-A6E4-E2E0124198BA}"/>
          </ac:inkMkLst>
        </pc:inkChg>
        <pc:inkChg chg="add mod">
          <ac:chgData name="Mahima Weerasinghe" userId="e11e3f55-42da-4e07-8ead-4d7a1d7ea1c6" providerId="ADAL" clId="{79555870-17B4-49F7-B1C8-B4904ED74D5B}" dt="2024-07-21T13:31:54.618" v="2333"/>
          <ac:inkMkLst>
            <pc:docMk/>
            <pc:sldMk cId="2511686675" sldId="339"/>
            <ac:inkMk id="197" creationId="{9FB38768-2C4E-C745-F010-8AAB68633430}"/>
          </ac:inkMkLst>
        </pc:inkChg>
        <pc:inkChg chg="add mod">
          <ac:chgData name="Mahima Weerasinghe" userId="e11e3f55-42da-4e07-8ead-4d7a1d7ea1c6" providerId="ADAL" clId="{79555870-17B4-49F7-B1C8-B4904ED74D5B}" dt="2024-07-21T13:31:54.618" v="2333"/>
          <ac:inkMkLst>
            <pc:docMk/>
            <pc:sldMk cId="2511686675" sldId="339"/>
            <ac:inkMk id="198" creationId="{9CCC546D-BBA7-C339-E106-773A620AA0C0}"/>
          </ac:inkMkLst>
        </pc:inkChg>
        <pc:inkChg chg="add mod">
          <ac:chgData name="Mahima Weerasinghe" userId="e11e3f55-42da-4e07-8ead-4d7a1d7ea1c6" providerId="ADAL" clId="{79555870-17B4-49F7-B1C8-B4904ED74D5B}" dt="2024-07-21T13:31:54.618" v="2333"/>
          <ac:inkMkLst>
            <pc:docMk/>
            <pc:sldMk cId="2511686675" sldId="339"/>
            <ac:inkMk id="199" creationId="{B44EE0D4-05A5-626D-DBBA-D012F5BA5E62}"/>
          </ac:inkMkLst>
        </pc:inkChg>
        <pc:inkChg chg="add mod">
          <ac:chgData name="Mahima Weerasinghe" userId="e11e3f55-42da-4e07-8ead-4d7a1d7ea1c6" providerId="ADAL" clId="{79555870-17B4-49F7-B1C8-B4904ED74D5B}" dt="2024-07-21T13:31:54.618" v="2333"/>
          <ac:inkMkLst>
            <pc:docMk/>
            <pc:sldMk cId="2511686675" sldId="339"/>
            <ac:inkMk id="200" creationId="{1E438FC9-82C7-9560-7A53-295357F60EF3}"/>
          </ac:inkMkLst>
        </pc:inkChg>
        <pc:inkChg chg="add mod">
          <ac:chgData name="Mahima Weerasinghe" userId="e11e3f55-42da-4e07-8ead-4d7a1d7ea1c6" providerId="ADAL" clId="{79555870-17B4-49F7-B1C8-B4904ED74D5B}" dt="2024-07-21T13:31:54.618" v="2333"/>
          <ac:inkMkLst>
            <pc:docMk/>
            <pc:sldMk cId="2511686675" sldId="339"/>
            <ac:inkMk id="202" creationId="{CCBD930F-341C-8A67-72FC-46802C2AF240}"/>
          </ac:inkMkLst>
        </pc:inkChg>
        <pc:inkChg chg="add mod">
          <ac:chgData name="Mahima Weerasinghe" userId="e11e3f55-42da-4e07-8ead-4d7a1d7ea1c6" providerId="ADAL" clId="{79555870-17B4-49F7-B1C8-B4904ED74D5B}" dt="2024-07-21T13:31:54.618" v="2333"/>
          <ac:inkMkLst>
            <pc:docMk/>
            <pc:sldMk cId="2511686675" sldId="339"/>
            <ac:inkMk id="203" creationId="{DDA4B52B-7E4E-6F1B-1713-5DB926643072}"/>
          </ac:inkMkLst>
        </pc:inkChg>
        <pc:inkChg chg="add mod">
          <ac:chgData name="Mahima Weerasinghe" userId="e11e3f55-42da-4e07-8ead-4d7a1d7ea1c6" providerId="ADAL" clId="{79555870-17B4-49F7-B1C8-B4904ED74D5B}" dt="2024-07-21T13:31:54.618" v="2333"/>
          <ac:inkMkLst>
            <pc:docMk/>
            <pc:sldMk cId="2511686675" sldId="339"/>
            <ac:inkMk id="204" creationId="{59855FA4-C09B-E808-FECA-0E2AB56DD22F}"/>
          </ac:inkMkLst>
        </pc:inkChg>
        <pc:inkChg chg="add mod">
          <ac:chgData name="Mahima Weerasinghe" userId="e11e3f55-42da-4e07-8ead-4d7a1d7ea1c6" providerId="ADAL" clId="{79555870-17B4-49F7-B1C8-B4904ED74D5B}" dt="2024-07-21T13:31:54.618" v="2333"/>
          <ac:inkMkLst>
            <pc:docMk/>
            <pc:sldMk cId="2511686675" sldId="339"/>
            <ac:inkMk id="205" creationId="{AC7BAFF3-1FB1-BC56-ACEC-35E30ED458FD}"/>
          </ac:inkMkLst>
        </pc:inkChg>
        <pc:inkChg chg="add mod">
          <ac:chgData name="Mahima Weerasinghe" userId="e11e3f55-42da-4e07-8ead-4d7a1d7ea1c6" providerId="ADAL" clId="{79555870-17B4-49F7-B1C8-B4904ED74D5B}" dt="2024-07-21T13:31:54.618" v="2333"/>
          <ac:inkMkLst>
            <pc:docMk/>
            <pc:sldMk cId="2511686675" sldId="339"/>
            <ac:inkMk id="207" creationId="{6F594B7A-F45C-FEE3-2DAA-FFA173ED8D35}"/>
          </ac:inkMkLst>
        </pc:inkChg>
        <pc:inkChg chg="add mod">
          <ac:chgData name="Mahima Weerasinghe" userId="e11e3f55-42da-4e07-8ead-4d7a1d7ea1c6" providerId="ADAL" clId="{79555870-17B4-49F7-B1C8-B4904ED74D5B}" dt="2024-07-21T13:31:54.618" v="2333"/>
          <ac:inkMkLst>
            <pc:docMk/>
            <pc:sldMk cId="2511686675" sldId="339"/>
            <ac:inkMk id="208" creationId="{449DBF99-8085-E3B6-249A-7BE2D23E7CB5}"/>
          </ac:inkMkLst>
        </pc:inkChg>
        <pc:inkChg chg="add mod">
          <ac:chgData name="Mahima Weerasinghe" userId="e11e3f55-42da-4e07-8ead-4d7a1d7ea1c6" providerId="ADAL" clId="{79555870-17B4-49F7-B1C8-B4904ED74D5B}" dt="2024-07-21T13:31:54.618" v="2333"/>
          <ac:inkMkLst>
            <pc:docMk/>
            <pc:sldMk cId="2511686675" sldId="339"/>
            <ac:inkMk id="209" creationId="{2F129692-2A3C-3F67-00DF-677E579D49DE}"/>
          </ac:inkMkLst>
        </pc:inkChg>
        <pc:inkChg chg="add mod">
          <ac:chgData name="Mahima Weerasinghe" userId="e11e3f55-42da-4e07-8ead-4d7a1d7ea1c6" providerId="ADAL" clId="{79555870-17B4-49F7-B1C8-B4904ED74D5B}" dt="2024-07-21T13:32:02.209" v="2341"/>
          <ac:inkMkLst>
            <pc:docMk/>
            <pc:sldMk cId="2511686675" sldId="339"/>
            <ac:inkMk id="211" creationId="{B24CB4F7-4860-AB32-1DB8-3E777BC50A59}"/>
          </ac:inkMkLst>
        </pc:inkChg>
        <pc:inkChg chg="add mod">
          <ac:chgData name="Mahima Weerasinghe" userId="e11e3f55-42da-4e07-8ead-4d7a1d7ea1c6" providerId="ADAL" clId="{79555870-17B4-49F7-B1C8-B4904ED74D5B}" dt="2024-07-21T13:32:02.209" v="2341"/>
          <ac:inkMkLst>
            <pc:docMk/>
            <pc:sldMk cId="2511686675" sldId="339"/>
            <ac:inkMk id="212" creationId="{6F65F03D-0D6E-04D2-B3C6-15A7FAC692EE}"/>
          </ac:inkMkLst>
        </pc:inkChg>
        <pc:inkChg chg="add mod">
          <ac:chgData name="Mahima Weerasinghe" userId="e11e3f55-42da-4e07-8ead-4d7a1d7ea1c6" providerId="ADAL" clId="{79555870-17B4-49F7-B1C8-B4904ED74D5B}" dt="2024-07-21T13:32:02.209" v="2341"/>
          <ac:inkMkLst>
            <pc:docMk/>
            <pc:sldMk cId="2511686675" sldId="339"/>
            <ac:inkMk id="213" creationId="{5647B07D-6A5E-7F45-4229-B55C013665D8}"/>
          </ac:inkMkLst>
        </pc:inkChg>
        <pc:inkChg chg="add mod">
          <ac:chgData name="Mahima Weerasinghe" userId="e11e3f55-42da-4e07-8ead-4d7a1d7ea1c6" providerId="ADAL" clId="{79555870-17B4-49F7-B1C8-B4904ED74D5B}" dt="2024-07-21T13:32:02.209" v="2341"/>
          <ac:inkMkLst>
            <pc:docMk/>
            <pc:sldMk cId="2511686675" sldId="339"/>
            <ac:inkMk id="214" creationId="{B745D154-AE71-1FBF-3C39-307D6719220F}"/>
          </ac:inkMkLst>
        </pc:inkChg>
        <pc:inkChg chg="add mod">
          <ac:chgData name="Mahima Weerasinghe" userId="e11e3f55-42da-4e07-8ead-4d7a1d7ea1c6" providerId="ADAL" clId="{79555870-17B4-49F7-B1C8-B4904ED74D5B}" dt="2024-07-21T13:32:02.209" v="2341"/>
          <ac:inkMkLst>
            <pc:docMk/>
            <pc:sldMk cId="2511686675" sldId="339"/>
            <ac:inkMk id="215" creationId="{5ADF2CEE-006B-E97D-6C8D-76D6393A9114}"/>
          </ac:inkMkLst>
        </pc:inkChg>
        <pc:inkChg chg="add mod">
          <ac:chgData name="Mahima Weerasinghe" userId="e11e3f55-42da-4e07-8ead-4d7a1d7ea1c6" providerId="ADAL" clId="{79555870-17B4-49F7-B1C8-B4904ED74D5B}" dt="2024-07-21T13:32:02.209" v="2341"/>
          <ac:inkMkLst>
            <pc:docMk/>
            <pc:sldMk cId="2511686675" sldId="339"/>
            <ac:inkMk id="216" creationId="{DCA5F208-2C4D-C404-62F2-B5D4BB4F4492}"/>
          </ac:inkMkLst>
        </pc:inkChg>
        <pc:inkChg chg="add mod">
          <ac:chgData name="Mahima Weerasinghe" userId="e11e3f55-42da-4e07-8ead-4d7a1d7ea1c6" providerId="ADAL" clId="{79555870-17B4-49F7-B1C8-B4904ED74D5B}" dt="2024-07-21T13:32:02.209" v="2341"/>
          <ac:inkMkLst>
            <pc:docMk/>
            <pc:sldMk cId="2511686675" sldId="339"/>
            <ac:inkMk id="217" creationId="{107804EC-CA40-A57D-0FEF-0C9650C9E216}"/>
          </ac:inkMkLst>
        </pc:inkChg>
        <pc:inkChg chg="add mod">
          <ac:chgData name="Mahima Weerasinghe" userId="e11e3f55-42da-4e07-8ead-4d7a1d7ea1c6" providerId="ADAL" clId="{79555870-17B4-49F7-B1C8-B4904ED74D5B}" dt="2024-07-21T13:32:09.398" v="2352"/>
          <ac:inkMkLst>
            <pc:docMk/>
            <pc:sldMk cId="2511686675" sldId="339"/>
            <ac:inkMk id="219" creationId="{3668C0BD-0BE5-D581-380E-A48DCA80737B}"/>
          </ac:inkMkLst>
        </pc:inkChg>
        <pc:inkChg chg="add mod">
          <ac:chgData name="Mahima Weerasinghe" userId="e11e3f55-42da-4e07-8ead-4d7a1d7ea1c6" providerId="ADAL" clId="{79555870-17B4-49F7-B1C8-B4904ED74D5B}" dt="2024-07-21T13:32:09.398" v="2352"/>
          <ac:inkMkLst>
            <pc:docMk/>
            <pc:sldMk cId="2511686675" sldId="339"/>
            <ac:inkMk id="220" creationId="{A76B02F8-6B51-8BD1-C4CE-3C1D8EDC394D}"/>
          </ac:inkMkLst>
        </pc:inkChg>
        <pc:inkChg chg="add mod">
          <ac:chgData name="Mahima Weerasinghe" userId="e11e3f55-42da-4e07-8ead-4d7a1d7ea1c6" providerId="ADAL" clId="{79555870-17B4-49F7-B1C8-B4904ED74D5B}" dt="2024-07-21T13:32:09.398" v="2352"/>
          <ac:inkMkLst>
            <pc:docMk/>
            <pc:sldMk cId="2511686675" sldId="339"/>
            <ac:inkMk id="221" creationId="{14F389AB-E924-EC02-04B2-368F0B7EFD65}"/>
          </ac:inkMkLst>
        </pc:inkChg>
        <pc:inkChg chg="add mod">
          <ac:chgData name="Mahima Weerasinghe" userId="e11e3f55-42da-4e07-8ead-4d7a1d7ea1c6" providerId="ADAL" clId="{79555870-17B4-49F7-B1C8-B4904ED74D5B}" dt="2024-07-21T13:32:09.398" v="2352"/>
          <ac:inkMkLst>
            <pc:docMk/>
            <pc:sldMk cId="2511686675" sldId="339"/>
            <ac:inkMk id="222" creationId="{1BA1D869-8CE2-155C-14EC-52156490A6A2}"/>
          </ac:inkMkLst>
        </pc:inkChg>
        <pc:inkChg chg="add mod">
          <ac:chgData name="Mahima Weerasinghe" userId="e11e3f55-42da-4e07-8ead-4d7a1d7ea1c6" providerId="ADAL" clId="{79555870-17B4-49F7-B1C8-B4904ED74D5B}" dt="2024-07-21T13:32:09.398" v="2352"/>
          <ac:inkMkLst>
            <pc:docMk/>
            <pc:sldMk cId="2511686675" sldId="339"/>
            <ac:inkMk id="223" creationId="{DAD55002-274F-10C5-A834-D5EA59BAB381}"/>
          </ac:inkMkLst>
        </pc:inkChg>
        <pc:inkChg chg="add mod">
          <ac:chgData name="Mahima Weerasinghe" userId="e11e3f55-42da-4e07-8ead-4d7a1d7ea1c6" providerId="ADAL" clId="{79555870-17B4-49F7-B1C8-B4904ED74D5B}" dt="2024-07-21T13:32:09.398" v="2352"/>
          <ac:inkMkLst>
            <pc:docMk/>
            <pc:sldMk cId="2511686675" sldId="339"/>
            <ac:inkMk id="224" creationId="{00CDB87B-6922-7044-5D11-A8E58083AFBD}"/>
          </ac:inkMkLst>
        </pc:inkChg>
        <pc:inkChg chg="add mod">
          <ac:chgData name="Mahima Weerasinghe" userId="e11e3f55-42da-4e07-8ead-4d7a1d7ea1c6" providerId="ADAL" clId="{79555870-17B4-49F7-B1C8-B4904ED74D5B}" dt="2024-07-21T13:32:09.398" v="2352"/>
          <ac:inkMkLst>
            <pc:docMk/>
            <pc:sldMk cId="2511686675" sldId="339"/>
            <ac:inkMk id="225" creationId="{145CEB2D-45E1-C9C9-0208-651105E01B58}"/>
          </ac:inkMkLst>
        </pc:inkChg>
        <pc:inkChg chg="add mod">
          <ac:chgData name="Mahima Weerasinghe" userId="e11e3f55-42da-4e07-8ead-4d7a1d7ea1c6" providerId="ADAL" clId="{79555870-17B4-49F7-B1C8-B4904ED74D5B}" dt="2024-07-21T13:32:09.398" v="2352"/>
          <ac:inkMkLst>
            <pc:docMk/>
            <pc:sldMk cId="2511686675" sldId="339"/>
            <ac:inkMk id="226" creationId="{0EED7511-6EFF-D1DB-7D2D-55CB09F65A20}"/>
          </ac:inkMkLst>
        </pc:inkChg>
        <pc:inkChg chg="add mod">
          <ac:chgData name="Mahima Weerasinghe" userId="e11e3f55-42da-4e07-8ead-4d7a1d7ea1c6" providerId="ADAL" clId="{79555870-17B4-49F7-B1C8-B4904ED74D5B}" dt="2024-07-21T13:32:09.398" v="2352"/>
          <ac:inkMkLst>
            <pc:docMk/>
            <pc:sldMk cId="2511686675" sldId="339"/>
            <ac:inkMk id="227" creationId="{36FC103C-A3DA-D0AE-5D65-3E9D26C3E64F}"/>
          </ac:inkMkLst>
        </pc:inkChg>
        <pc:inkChg chg="add mod">
          <ac:chgData name="Mahima Weerasinghe" userId="e11e3f55-42da-4e07-8ead-4d7a1d7ea1c6" providerId="ADAL" clId="{79555870-17B4-49F7-B1C8-B4904ED74D5B}" dt="2024-07-21T13:32:09.398" v="2352"/>
          <ac:inkMkLst>
            <pc:docMk/>
            <pc:sldMk cId="2511686675" sldId="339"/>
            <ac:inkMk id="228" creationId="{1534E963-8EF0-E90F-A75D-22BD594CDA63}"/>
          </ac:inkMkLst>
        </pc:inkChg>
        <pc:inkChg chg="add mod">
          <ac:chgData name="Mahima Weerasinghe" userId="e11e3f55-42da-4e07-8ead-4d7a1d7ea1c6" providerId="ADAL" clId="{79555870-17B4-49F7-B1C8-B4904ED74D5B}" dt="2024-07-21T13:32:55.744" v="2356"/>
          <ac:inkMkLst>
            <pc:docMk/>
            <pc:sldMk cId="2511686675" sldId="339"/>
            <ac:inkMk id="231" creationId="{53CE7A9A-9200-14C7-C86C-EB9B225248C1}"/>
          </ac:inkMkLst>
        </pc:inkChg>
        <pc:inkChg chg="add mod">
          <ac:chgData name="Mahima Weerasinghe" userId="e11e3f55-42da-4e07-8ead-4d7a1d7ea1c6" providerId="ADAL" clId="{79555870-17B4-49F7-B1C8-B4904ED74D5B}" dt="2024-07-21T13:32:55.744" v="2356"/>
          <ac:inkMkLst>
            <pc:docMk/>
            <pc:sldMk cId="2511686675" sldId="339"/>
            <ac:inkMk id="232" creationId="{5D97CBDE-01BF-8670-21EE-B0A13E5FF005}"/>
          </ac:inkMkLst>
        </pc:inkChg>
        <pc:inkChg chg="add mod">
          <ac:chgData name="Mahima Weerasinghe" userId="e11e3f55-42da-4e07-8ead-4d7a1d7ea1c6" providerId="ADAL" clId="{79555870-17B4-49F7-B1C8-B4904ED74D5B}" dt="2024-07-21T13:32:55.744" v="2356"/>
          <ac:inkMkLst>
            <pc:docMk/>
            <pc:sldMk cId="2511686675" sldId="339"/>
            <ac:inkMk id="233" creationId="{434EFAAD-5420-2D90-B3BE-0FBFA26A1C9C}"/>
          </ac:inkMkLst>
        </pc:inkChg>
        <pc:inkChg chg="add mod">
          <ac:chgData name="Mahima Weerasinghe" userId="e11e3f55-42da-4e07-8ead-4d7a1d7ea1c6" providerId="ADAL" clId="{79555870-17B4-49F7-B1C8-B4904ED74D5B}" dt="2024-07-21T13:33:00.881" v="2363"/>
          <ac:inkMkLst>
            <pc:docMk/>
            <pc:sldMk cId="2511686675" sldId="339"/>
            <ac:inkMk id="235" creationId="{33D952BD-6EA9-9EA7-C4CF-0EBD0E2C5A8D}"/>
          </ac:inkMkLst>
        </pc:inkChg>
        <pc:inkChg chg="add mod">
          <ac:chgData name="Mahima Weerasinghe" userId="e11e3f55-42da-4e07-8ead-4d7a1d7ea1c6" providerId="ADAL" clId="{79555870-17B4-49F7-B1C8-B4904ED74D5B}" dt="2024-07-21T13:33:00.881" v="2363"/>
          <ac:inkMkLst>
            <pc:docMk/>
            <pc:sldMk cId="2511686675" sldId="339"/>
            <ac:inkMk id="236" creationId="{F3C38514-FDD4-8756-6354-3D30121AE8C6}"/>
          </ac:inkMkLst>
        </pc:inkChg>
        <pc:inkChg chg="add mod">
          <ac:chgData name="Mahima Weerasinghe" userId="e11e3f55-42da-4e07-8ead-4d7a1d7ea1c6" providerId="ADAL" clId="{79555870-17B4-49F7-B1C8-B4904ED74D5B}" dt="2024-07-21T13:33:00.881" v="2363"/>
          <ac:inkMkLst>
            <pc:docMk/>
            <pc:sldMk cId="2511686675" sldId="339"/>
            <ac:inkMk id="237" creationId="{78DAE7B4-2800-85E0-B1DF-509A6A821ACE}"/>
          </ac:inkMkLst>
        </pc:inkChg>
        <pc:inkChg chg="add mod">
          <ac:chgData name="Mahima Weerasinghe" userId="e11e3f55-42da-4e07-8ead-4d7a1d7ea1c6" providerId="ADAL" clId="{79555870-17B4-49F7-B1C8-B4904ED74D5B}" dt="2024-07-21T13:33:00.881" v="2363"/>
          <ac:inkMkLst>
            <pc:docMk/>
            <pc:sldMk cId="2511686675" sldId="339"/>
            <ac:inkMk id="238" creationId="{6BB9E15E-A653-393E-BBD8-7181ABA287F6}"/>
          </ac:inkMkLst>
        </pc:inkChg>
        <pc:inkChg chg="add mod">
          <ac:chgData name="Mahima Weerasinghe" userId="e11e3f55-42da-4e07-8ead-4d7a1d7ea1c6" providerId="ADAL" clId="{79555870-17B4-49F7-B1C8-B4904ED74D5B}" dt="2024-07-21T13:33:00.881" v="2363"/>
          <ac:inkMkLst>
            <pc:docMk/>
            <pc:sldMk cId="2511686675" sldId="339"/>
            <ac:inkMk id="239" creationId="{12B77096-6E12-195E-B985-4A6A2645153D}"/>
          </ac:inkMkLst>
        </pc:inkChg>
        <pc:inkChg chg="add mod">
          <ac:chgData name="Mahima Weerasinghe" userId="e11e3f55-42da-4e07-8ead-4d7a1d7ea1c6" providerId="ADAL" clId="{79555870-17B4-49F7-B1C8-B4904ED74D5B}" dt="2024-07-21T13:33:00.881" v="2363"/>
          <ac:inkMkLst>
            <pc:docMk/>
            <pc:sldMk cId="2511686675" sldId="339"/>
            <ac:inkMk id="240" creationId="{2FEE291B-12C4-BD11-6758-2809D50E1564}"/>
          </ac:inkMkLst>
        </pc:inkChg>
        <pc:inkChg chg="add mod">
          <ac:chgData name="Mahima Weerasinghe" userId="e11e3f55-42da-4e07-8ead-4d7a1d7ea1c6" providerId="ADAL" clId="{79555870-17B4-49F7-B1C8-B4904ED74D5B}" dt="2024-07-21T13:33:08.724" v="2373"/>
          <ac:inkMkLst>
            <pc:docMk/>
            <pc:sldMk cId="2511686675" sldId="339"/>
            <ac:inkMk id="242" creationId="{6CA4ADC4-4EF0-913F-81A3-CEA1DAFE8BE5}"/>
          </ac:inkMkLst>
        </pc:inkChg>
        <pc:inkChg chg="add mod">
          <ac:chgData name="Mahima Weerasinghe" userId="e11e3f55-42da-4e07-8ead-4d7a1d7ea1c6" providerId="ADAL" clId="{79555870-17B4-49F7-B1C8-B4904ED74D5B}" dt="2024-07-21T13:33:08.724" v="2373"/>
          <ac:inkMkLst>
            <pc:docMk/>
            <pc:sldMk cId="2511686675" sldId="339"/>
            <ac:inkMk id="243" creationId="{5341F74C-CD23-A85E-DD70-834DC112C944}"/>
          </ac:inkMkLst>
        </pc:inkChg>
        <pc:inkChg chg="add mod">
          <ac:chgData name="Mahima Weerasinghe" userId="e11e3f55-42da-4e07-8ead-4d7a1d7ea1c6" providerId="ADAL" clId="{79555870-17B4-49F7-B1C8-B4904ED74D5B}" dt="2024-07-21T13:33:08.724" v="2373"/>
          <ac:inkMkLst>
            <pc:docMk/>
            <pc:sldMk cId="2511686675" sldId="339"/>
            <ac:inkMk id="244" creationId="{126D3259-B524-267D-5E2A-7F3C3ADD3E2D}"/>
          </ac:inkMkLst>
        </pc:inkChg>
        <pc:inkChg chg="add mod">
          <ac:chgData name="Mahima Weerasinghe" userId="e11e3f55-42da-4e07-8ead-4d7a1d7ea1c6" providerId="ADAL" clId="{79555870-17B4-49F7-B1C8-B4904ED74D5B}" dt="2024-07-21T13:33:08.724" v="2373"/>
          <ac:inkMkLst>
            <pc:docMk/>
            <pc:sldMk cId="2511686675" sldId="339"/>
            <ac:inkMk id="245" creationId="{D83E4C01-4BF3-98BA-4A77-960054AF810B}"/>
          </ac:inkMkLst>
        </pc:inkChg>
        <pc:inkChg chg="add mod">
          <ac:chgData name="Mahima Weerasinghe" userId="e11e3f55-42da-4e07-8ead-4d7a1d7ea1c6" providerId="ADAL" clId="{79555870-17B4-49F7-B1C8-B4904ED74D5B}" dt="2024-07-21T13:33:08.724" v="2373"/>
          <ac:inkMkLst>
            <pc:docMk/>
            <pc:sldMk cId="2511686675" sldId="339"/>
            <ac:inkMk id="247" creationId="{2E84961A-704C-1489-4D00-8C1C57AD9087}"/>
          </ac:inkMkLst>
        </pc:inkChg>
        <pc:inkChg chg="add mod">
          <ac:chgData name="Mahima Weerasinghe" userId="e11e3f55-42da-4e07-8ead-4d7a1d7ea1c6" providerId="ADAL" clId="{79555870-17B4-49F7-B1C8-B4904ED74D5B}" dt="2024-07-21T13:33:08.724" v="2373"/>
          <ac:inkMkLst>
            <pc:docMk/>
            <pc:sldMk cId="2511686675" sldId="339"/>
            <ac:inkMk id="248" creationId="{6089C3E5-8EDE-7E08-DC7E-F6FB647A0C06}"/>
          </ac:inkMkLst>
        </pc:inkChg>
        <pc:inkChg chg="add mod">
          <ac:chgData name="Mahima Weerasinghe" userId="e11e3f55-42da-4e07-8ead-4d7a1d7ea1c6" providerId="ADAL" clId="{79555870-17B4-49F7-B1C8-B4904ED74D5B}" dt="2024-07-21T13:33:08.724" v="2373"/>
          <ac:inkMkLst>
            <pc:docMk/>
            <pc:sldMk cId="2511686675" sldId="339"/>
            <ac:inkMk id="249" creationId="{CB5A0C64-8B82-99B5-CBCD-F6D4CB68FD1D}"/>
          </ac:inkMkLst>
        </pc:inkChg>
        <pc:inkChg chg="add">
          <ac:chgData name="Mahima Weerasinghe" userId="e11e3f55-42da-4e07-8ead-4d7a1d7ea1c6" providerId="ADAL" clId="{79555870-17B4-49F7-B1C8-B4904ED74D5B}" dt="2024-07-21T13:33:07.956" v="2372" actId="9405"/>
          <ac:inkMkLst>
            <pc:docMk/>
            <pc:sldMk cId="2511686675" sldId="339"/>
            <ac:inkMk id="250" creationId="{947CFE0D-4F3E-A285-2999-B72D3AE5C141}"/>
          </ac:inkMkLst>
        </pc:inkChg>
        <pc:inkChg chg="add">
          <ac:chgData name="Mahima Weerasinghe" userId="e11e3f55-42da-4e07-8ead-4d7a1d7ea1c6" providerId="ADAL" clId="{79555870-17B4-49F7-B1C8-B4904ED74D5B}" dt="2024-07-21T13:33:20.484" v="2374" actId="9405"/>
          <ac:inkMkLst>
            <pc:docMk/>
            <pc:sldMk cId="2511686675" sldId="339"/>
            <ac:inkMk id="253" creationId="{20E31ADD-BC44-508B-22A8-EECA77E0714F}"/>
          </ac:inkMkLst>
        </pc:inkChg>
        <pc:inkChg chg="add">
          <ac:chgData name="Mahima Weerasinghe" userId="e11e3f55-42da-4e07-8ead-4d7a1d7ea1c6" providerId="ADAL" clId="{79555870-17B4-49F7-B1C8-B4904ED74D5B}" dt="2024-07-21T13:33:21.806" v="2375" actId="9405"/>
          <ac:inkMkLst>
            <pc:docMk/>
            <pc:sldMk cId="2511686675" sldId="339"/>
            <ac:inkMk id="254" creationId="{847ECAEB-6A92-8ACC-AE67-348C63E3CAD3}"/>
          </ac:inkMkLst>
        </pc:inkChg>
        <pc:inkChg chg="add">
          <ac:chgData name="Mahima Weerasinghe" userId="e11e3f55-42da-4e07-8ead-4d7a1d7ea1c6" providerId="ADAL" clId="{79555870-17B4-49F7-B1C8-B4904ED74D5B}" dt="2024-07-21T13:33:22.453" v="2376" actId="9405"/>
          <ac:inkMkLst>
            <pc:docMk/>
            <pc:sldMk cId="2511686675" sldId="339"/>
            <ac:inkMk id="255" creationId="{5D6959EF-5A1D-DD86-AD32-C1C8EF0DE23C}"/>
          </ac:inkMkLst>
        </pc:inkChg>
        <pc:inkChg chg="add mod">
          <ac:chgData name="Mahima Weerasinghe" userId="e11e3f55-42da-4e07-8ead-4d7a1d7ea1c6" providerId="ADAL" clId="{79555870-17B4-49F7-B1C8-B4904ED74D5B}" dt="2024-07-21T13:33:32.236" v="2382"/>
          <ac:inkMkLst>
            <pc:docMk/>
            <pc:sldMk cId="2511686675" sldId="339"/>
            <ac:inkMk id="256" creationId="{5288283A-AABF-6E35-4034-BA49A4499418}"/>
          </ac:inkMkLst>
        </pc:inkChg>
        <pc:inkChg chg="add mod">
          <ac:chgData name="Mahima Weerasinghe" userId="e11e3f55-42da-4e07-8ead-4d7a1d7ea1c6" providerId="ADAL" clId="{79555870-17B4-49F7-B1C8-B4904ED74D5B}" dt="2024-07-21T13:33:32.236" v="2382"/>
          <ac:inkMkLst>
            <pc:docMk/>
            <pc:sldMk cId="2511686675" sldId="339"/>
            <ac:inkMk id="257" creationId="{E8C72D6C-8C1B-ED63-0E37-670D8BF381E3}"/>
          </ac:inkMkLst>
        </pc:inkChg>
        <pc:inkChg chg="add mod">
          <ac:chgData name="Mahima Weerasinghe" userId="e11e3f55-42da-4e07-8ead-4d7a1d7ea1c6" providerId="ADAL" clId="{79555870-17B4-49F7-B1C8-B4904ED74D5B}" dt="2024-07-21T13:33:32.236" v="2382"/>
          <ac:inkMkLst>
            <pc:docMk/>
            <pc:sldMk cId="2511686675" sldId="339"/>
            <ac:inkMk id="258" creationId="{97F94488-2A45-DBF0-A47D-FBF2A2186E57}"/>
          </ac:inkMkLst>
        </pc:inkChg>
        <pc:inkChg chg="add mod">
          <ac:chgData name="Mahima Weerasinghe" userId="e11e3f55-42da-4e07-8ead-4d7a1d7ea1c6" providerId="ADAL" clId="{79555870-17B4-49F7-B1C8-B4904ED74D5B}" dt="2024-07-21T13:33:32.236" v="2382"/>
          <ac:inkMkLst>
            <pc:docMk/>
            <pc:sldMk cId="2511686675" sldId="339"/>
            <ac:inkMk id="259" creationId="{CE094D95-8286-3539-12F3-1737FAC8F7C1}"/>
          </ac:inkMkLst>
        </pc:inkChg>
        <pc:inkChg chg="add mod">
          <ac:chgData name="Mahima Weerasinghe" userId="e11e3f55-42da-4e07-8ead-4d7a1d7ea1c6" providerId="ADAL" clId="{79555870-17B4-49F7-B1C8-B4904ED74D5B}" dt="2024-07-21T13:33:32.236" v="2382"/>
          <ac:inkMkLst>
            <pc:docMk/>
            <pc:sldMk cId="2511686675" sldId="339"/>
            <ac:inkMk id="260" creationId="{B3DE1D0B-84D1-3A32-666C-7C964BF36AD6}"/>
          </ac:inkMkLst>
        </pc:inkChg>
        <pc:inkChg chg="add">
          <ac:chgData name="Mahima Weerasinghe" userId="e11e3f55-42da-4e07-8ead-4d7a1d7ea1c6" providerId="ADAL" clId="{79555870-17B4-49F7-B1C8-B4904ED74D5B}" dt="2024-07-21T13:34:56.665" v="2416" actId="9405"/>
          <ac:inkMkLst>
            <pc:docMk/>
            <pc:sldMk cId="2511686675" sldId="339"/>
            <ac:inkMk id="262" creationId="{3B449C8A-04A7-3868-EDCC-3A376F35296D}"/>
          </ac:inkMkLst>
        </pc:inkChg>
      </pc:sldChg>
      <pc:sldChg chg="addSp delSp modSp new mod">
        <pc:chgData name="Mahima Weerasinghe" userId="e11e3f55-42da-4e07-8ead-4d7a1d7ea1c6" providerId="ADAL" clId="{79555870-17B4-49F7-B1C8-B4904ED74D5B}" dt="2024-07-21T13:34:52.878" v="2415"/>
        <pc:sldMkLst>
          <pc:docMk/>
          <pc:sldMk cId="3382767526" sldId="340"/>
        </pc:sldMkLst>
        <pc:grpChg chg="del mod">
          <ac:chgData name="Mahima Weerasinghe" userId="e11e3f55-42da-4e07-8ead-4d7a1d7ea1c6" providerId="ADAL" clId="{79555870-17B4-49F7-B1C8-B4904ED74D5B}" dt="2024-07-21T13:34:38.259" v="2394"/>
          <ac:grpSpMkLst>
            <pc:docMk/>
            <pc:sldMk cId="3382767526" sldId="340"/>
            <ac:grpSpMk id="5" creationId="{65D672AC-52B4-74CB-5182-D85997A02FB4}"/>
          </ac:grpSpMkLst>
        </pc:grpChg>
        <pc:grpChg chg="mod">
          <ac:chgData name="Mahima Weerasinghe" userId="e11e3f55-42da-4e07-8ead-4d7a1d7ea1c6" providerId="ADAL" clId="{79555870-17B4-49F7-B1C8-B4904ED74D5B}" dt="2024-07-21T13:34:38.259" v="2394"/>
          <ac:grpSpMkLst>
            <pc:docMk/>
            <pc:sldMk cId="3382767526" sldId="340"/>
            <ac:grpSpMk id="12" creationId="{F6F31565-E4D1-400B-8466-3B93AF093379}"/>
          </ac:grpSpMkLst>
        </pc:grpChg>
        <pc:grpChg chg="mod">
          <ac:chgData name="Mahima Weerasinghe" userId="e11e3f55-42da-4e07-8ead-4d7a1d7ea1c6" providerId="ADAL" clId="{79555870-17B4-49F7-B1C8-B4904ED74D5B}" dt="2024-07-21T13:34:45.755" v="2405"/>
          <ac:grpSpMkLst>
            <pc:docMk/>
            <pc:sldMk cId="3382767526" sldId="340"/>
            <ac:grpSpMk id="23" creationId="{62EB529D-37CB-714C-029F-0806694ACEBA}"/>
          </ac:grpSpMkLst>
        </pc:grpChg>
        <pc:grpChg chg="mod">
          <ac:chgData name="Mahima Weerasinghe" userId="e11e3f55-42da-4e07-8ead-4d7a1d7ea1c6" providerId="ADAL" clId="{79555870-17B4-49F7-B1C8-B4904ED74D5B}" dt="2024-07-21T13:34:50.327" v="2412"/>
          <ac:grpSpMkLst>
            <pc:docMk/>
            <pc:sldMk cId="3382767526" sldId="340"/>
            <ac:grpSpMk id="30" creationId="{AA22A791-B61F-5538-AA0F-49525C2A2129}"/>
          </ac:grpSpMkLst>
        </pc:grpChg>
        <pc:grpChg chg="mod">
          <ac:chgData name="Mahima Weerasinghe" userId="e11e3f55-42da-4e07-8ead-4d7a1d7ea1c6" providerId="ADAL" clId="{79555870-17B4-49F7-B1C8-B4904ED74D5B}" dt="2024-07-21T13:34:52.878" v="2415"/>
          <ac:grpSpMkLst>
            <pc:docMk/>
            <pc:sldMk cId="3382767526" sldId="340"/>
            <ac:grpSpMk id="33" creationId="{46534866-FF24-D227-7015-2B8F95ECB5DD}"/>
          </ac:grpSpMkLst>
        </pc:grpChg>
        <pc:inkChg chg="add mod">
          <ac:chgData name="Mahima Weerasinghe" userId="e11e3f55-42da-4e07-8ead-4d7a1d7ea1c6" providerId="ADAL" clId="{79555870-17B4-49F7-B1C8-B4904ED74D5B}" dt="2024-07-21T13:34:38.259" v="2394"/>
          <ac:inkMkLst>
            <pc:docMk/>
            <pc:sldMk cId="3382767526" sldId="340"/>
            <ac:inkMk id="2" creationId="{0653C99A-5EE6-8EA4-272B-7CD984831967}"/>
          </ac:inkMkLst>
        </pc:inkChg>
        <pc:inkChg chg="add mod">
          <ac:chgData name="Mahima Weerasinghe" userId="e11e3f55-42da-4e07-8ead-4d7a1d7ea1c6" providerId="ADAL" clId="{79555870-17B4-49F7-B1C8-B4904ED74D5B}" dt="2024-07-21T13:34:38.259" v="2394"/>
          <ac:inkMkLst>
            <pc:docMk/>
            <pc:sldMk cId="3382767526" sldId="340"/>
            <ac:inkMk id="3" creationId="{74A79D00-0D96-0826-E0F5-EC662FA447EE}"/>
          </ac:inkMkLst>
        </pc:inkChg>
        <pc:inkChg chg="add mod">
          <ac:chgData name="Mahima Weerasinghe" userId="e11e3f55-42da-4e07-8ead-4d7a1d7ea1c6" providerId="ADAL" clId="{79555870-17B4-49F7-B1C8-B4904ED74D5B}" dt="2024-07-21T13:34:38.259" v="2394"/>
          <ac:inkMkLst>
            <pc:docMk/>
            <pc:sldMk cId="3382767526" sldId="340"/>
            <ac:inkMk id="4" creationId="{BBC9C6AB-990C-D55F-1DAB-E267D3445829}"/>
          </ac:inkMkLst>
        </pc:inkChg>
        <pc:inkChg chg="add mod">
          <ac:chgData name="Mahima Weerasinghe" userId="e11e3f55-42da-4e07-8ead-4d7a1d7ea1c6" providerId="ADAL" clId="{79555870-17B4-49F7-B1C8-B4904ED74D5B}" dt="2024-07-21T13:34:38.259" v="2394"/>
          <ac:inkMkLst>
            <pc:docMk/>
            <pc:sldMk cId="3382767526" sldId="340"/>
            <ac:inkMk id="6" creationId="{780E9BD4-7268-0C88-1F57-235EF32E4813}"/>
          </ac:inkMkLst>
        </pc:inkChg>
        <pc:inkChg chg="add mod">
          <ac:chgData name="Mahima Weerasinghe" userId="e11e3f55-42da-4e07-8ead-4d7a1d7ea1c6" providerId="ADAL" clId="{79555870-17B4-49F7-B1C8-B4904ED74D5B}" dt="2024-07-21T13:34:38.259" v="2394"/>
          <ac:inkMkLst>
            <pc:docMk/>
            <pc:sldMk cId="3382767526" sldId="340"/>
            <ac:inkMk id="7" creationId="{AAA36E64-B354-3510-25B3-6DCF9C6009A1}"/>
          </ac:inkMkLst>
        </pc:inkChg>
        <pc:inkChg chg="add mod">
          <ac:chgData name="Mahima Weerasinghe" userId="e11e3f55-42da-4e07-8ead-4d7a1d7ea1c6" providerId="ADAL" clId="{79555870-17B4-49F7-B1C8-B4904ED74D5B}" dt="2024-07-21T13:34:38.259" v="2394"/>
          <ac:inkMkLst>
            <pc:docMk/>
            <pc:sldMk cId="3382767526" sldId="340"/>
            <ac:inkMk id="8" creationId="{B274FB5A-0809-EE7F-189D-86497D679600}"/>
          </ac:inkMkLst>
        </pc:inkChg>
        <pc:inkChg chg="add mod">
          <ac:chgData name="Mahima Weerasinghe" userId="e11e3f55-42da-4e07-8ead-4d7a1d7ea1c6" providerId="ADAL" clId="{79555870-17B4-49F7-B1C8-B4904ED74D5B}" dt="2024-07-21T13:34:38.259" v="2394"/>
          <ac:inkMkLst>
            <pc:docMk/>
            <pc:sldMk cId="3382767526" sldId="340"/>
            <ac:inkMk id="9" creationId="{52C34761-0E43-9B4F-F13F-802C9AF48899}"/>
          </ac:inkMkLst>
        </pc:inkChg>
        <pc:inkChg chg="add mod">
          <ac:chgData name="Mahima Weerasinghe" userId="e11e3f55-42da-4e07-8ead-4d7a1d7ea1c6" providerId="ADAL" clId="{79555870-17B4-49F7-B1C8-B4904ED74D5B}" dt="2024-07-21T13:34:38.259" v="2394"/>
          <ac:inkMkLst>
            <pc:docMk/>
            <pc:sldMk cId="3382767526" sldId="340"/>
            <ac:inkMk id="10" creationId="{9862BF52-73D2-0E25-F0F1-F57B9D37EA97}"/>
          </ac:inkMkLst>
        </pc:inkChg>
        <pc:inkChg chg="add mod">
          <ac:chgData name="Mahima Weerasinghe" userId="e11e3f55-42da-4e07-8ead-4d7a1d7ea1c6" providerId="ADAL" clId="{79555870-17B4-49F7-B1C8-B4904ED74D5B}" dt="2024-07-21T13:34:38.259" v="2394"/>
          <ac:inkMkLst>
            <pc:docMk/>
            <pc:sldMk cId="3382767526" sldId="340"/>
            <ac:inkMk id="11" creationId="{DF8CE4B3-F679-BFBD-D081-3C7C8E557AC0}"/>
          </ac:inkMkLst>
        </pc:inkChg>
        <pc:inkChg chg="add mod">
          <ac:chgData name="Mahima Weerasinghe" userId="e11e3f55-42da-4e07-8ead-4d7a1d7ea1c6" providerId="ADAL" clId="{79555870-17B4-49F7-B1C8-B4904ED74D5B}" dt="2024-07-21T13:34:45.755" v="2405"/>
          <ac:inkMkLst>
            <pc:docMk/>
            <pc:sldMk cId="3382767526" sldId="340"/>
            <ac:inkMk id="13" creationId="{3BAB4C0E-2AA3-655B-1EE0-1F4CA458A414}"/>
          </ac:inkMkLst>
        </pc:inkChg>
        <pc:inkChg chg="add mod">
          <ac:chgData name="Mahima Weerasinghe" userId="e11e3f55-42da-4e07-8ead-4d7a1d7ea1c6" providerId="ADAL" clId="{79555870-17B4-49F7-B1C8-B4904ED74D5B}" dt="2024-07-21T13:34:45.755" v="2405"/>
          <ac:inkMkLst>
            <pc:docMk/>
            <pc:sldMk cId="3382767526" sldId="340"/>
            <ac:inkMk id="14" creationId="{FD44B63C-B02E-C8F8-7F90-2F5777E260AF}"/>
          </ac:inkMkLst>
        </pc:inkChg>
        <pc:inkChg chg="add mod">
          <ac:chgData name="Mahima Weerasinghe" userId="e11e3f55-42da-4e07-8ead-4d7a1d7ea1c6" providerId="ADAL" clId="{79555870-17B4-49F7-B1C8-B4904ED74D5B}" dt="2024-07-21T13:34:45.755" v="2405"/>
          <ac:inkMkLst>
            <pc:docMk/>
            <pc:sldMk cId="3382767526" sldId="340"/>
            <ac:inkMk id="15" creationId="{76DE4261-1E6E-63E6-6A48-09AC300BF7B4}"/>
          </ac:inkMkLst>
        </pc:inkChg>
        <pc:inkChg chg="add mod">
          <ac:chgData name="Mahima Weerasinghe" userId="e11e3f55-42da-4e07-8ead-4d7a1d7ea1c6" providerId="ADAL" clId="{79555870-17B4-49F7-B1C8-B4904ED74D5B}" dt="2024-07-21T13:34:45.755" v="2405"/>
          <ac:inkMkLst>
            <pc:docMk/>
            <pc:sldMk cId="3382767526" sldId="340"/>
            <ac:inkMk id="16" creationId="{0663C3DA-4A07-3B97-A03C-543C4AB2FB4F}"/>
          </ac:inkMkLst>
        </pc:inkChg>
        <pc:inkChg chg="add mod">
          <ac:chgData name="Mahima Weerasinghe" userId="e11e3f55-42da-4e07-8ead-4d7a1d7ea1c6" providerId="ADAL" clId="{79555870-17B4-49F7-B1C8-B4904ED74D5B}" dt="2024-07-21T13:34:45.755" v="2405"/>
          <ac:inkMkLst>
            <pc:docMk/>
            <pc:sldMk cId="3382767526" sldId="340"/>
            <ac:inkMk id="17" creationId="{506F210A-A683-423A-D51B-EEECE73EF926}"/>
          </ac:inkMkLst>
        </pc:inkChg>
        <pc:inkChg chg="add mod">
          <ac:chgData name="Mahima Weerasinghe" userId="e11e3f55-42da-4e07-8ead-4d7a1d7ea1c6" providerId="ADAL" clId="{79555870-17B4-49F7-B1C8-B4904ED74D5B}" dt="2024-07-21T13:34:45.755" v="2405"/>
          <ac:inkMkLst>
            <pc:docMk/>
            <pc:sldMk cId="3382767526" sldId="340"/>
            <ac:inkMk id="18" creationId="{6554B5CD-2762-8761-7760-B14D6ED4CDE0}"/>
          </ac:inkMkLst>
        </pc:inkChg>
        <pc:inkChg chg="add mod">
          <ac:chgData name="Mahima Weerasinghe" userId="e11e3f55-42da-4e07-8ead-4d7a1d7ea1c6" providerId="ADAL" clId="{79555870-17B4-49F7-B1C8-B4904ED74D5B}" dt="2024-07-21T13:34:45.755" v="2405"/>
          <ac:inkMkLst>
            <pc:docMk/>
            <pc:sldMk cId="3382767526" sldId="340"/>
            <ac:inkMk id="19" creationId="{AE928E19-CD8C-13B9-7499-173B9D3287DA}"/>
          </ac:inkMkLst>
        </pc:inkChg>
        <pc:inkChg chg="add mod">
          <ac:chgData name="Mahima Weerasinghe" userId="e11e3f55-42da-4e07-8ead-4d7a1d7ea1c6" providerId="ADAL" clId="{79555870-17B4-49F7-B1C8-B4904ED74D5B}" dt="2024-07-21T13:34:45.755" v="2405"/>
          <ac:inkMkLst>
            <pc:docMk/>
            <pc:sldMk cId="3382767526" sldId="340"/>
            <ac:inkMk id="20" creationId="{FF79E5B6-A016-E869-BDB4-9FCECD396F29}"/>
          </ac:inkMkLst>
        </pc:inkChg>
        <pc:inkChg chg="add mod">
          <ac:chgData name="Mahima Weerasinghe" userId="e11e3f55-42da-4e07-8ead-4d7a1d7ea1c6" providerId="ADAL" clId="{79555870-17B4-49F7-B1C8-B4904ED74D5B}" dt="2024-07-21T13:34:45.755" v="2405"/>
          <ac:inkMkLst>
            <pc:docMk/>
            <pc:sldMk cId="3382767526" sldId="340"/>
            <ac:inkMk id="21" creationId="{E60F61D6-CA8F-A7C2-3489-71C500069636}"/>
          </ac:inkMkLst>
        </pc:inkChg>
        <pc:inkChg chg="add mod">
          <ac:chgData name="Mahima Weerasinghe" userId="e11e3f55-42da-4e07-8ead-4d7a1d7ea1c6" providerId="ADAL" clId="{79555870-17B4-49F7-B1C8-B4904ED74D5B}" dt="2024-07-21T13:34:45.755" v="2405"/>
          <ac:inkMkLst>
            <pc:docMk/>
            <pc:sldMk cId="3382767526" sldId="340"/>
            <ac:inkMk id="22" creationId="{21B0E0F7-64CD-10D1-3406-6F2C48213014}"/>
          </ac:inkMkLst>
        </pc:inkChg>
        <pc:inkChg chg="add mod">
          <ac:chgData name="Mahima Weerasinghe" userId="e11e3f55-42da-4e07-8ead-4d7a1d7ea1c6" providerId="ADAL" clId="{79555870-17B4-49F7-B1C8-B4904ED74D5B}" dt="2024-07-21T13:34:50.327" v="2412"/>
          <ac:inkMkLst>
            <pc:docMk/>
            <pc:sldMk cId="3382767526" sldId="340"/>
            <ac:inkMk id="24" creationId="{D3509249-1FBE-DA20-088F-E4C5E96D070F}"/>
          </ac:inkMkLst>
        </pc:inkChg>
        <pc:inkChg chg="add mod">
          <ac:chgData name="Mahima Weerasinghe" userId="e11e3f55-42da-4e07-8ead-4d7a1d7ea1c6" providerId="ADAL" clId="{79555870-17B4-49F7-B1C8-B4904ED74D5B}" dt="2024-07-21T13:34:50.327" v="2412"/>
          <ac:inkMkLst>
            <pc:docMk/>
            <pc:sldMk cId="3382767526" sldId="340"/>
            <ac:inkMk id="25" creationId="{B7CED261-C7C6-FF9A-8771-C0346EE52075}"/>
          </ac:inkMkLst>
        </pc:inkChg>
        <pc:inkChg chg="add mod">
          <ac:chgData name="Mahima Weerasinghe" userId="e11e3f55-42da-4e07-8ead-4d7a1d7ea1c6" providerId="ADAL" clId="{79555870-17B4-49F7-B1C8-B4904ED74D5B}" dt="2024-07-21T13:34:50.327" v="2412"/>
          <ac:inkMkLst>
            <pc:docMk/>
            <pc:sldMk cId="3382767526" sldId="340"/>
            <ac:inkMk id="26" creationId="{732A455A-EEF8-A2DE-F232-98AA0FD659C6}"/>
          </ac:inkMkLst>
        </pc:inkChg>
        <pc:inkChg chg="add mod">
          <ac:chgData name="Mahima Weerasinghe" userId="e11e3f55-42da-4e07-8ead-4d7a1d7ea1c6" providerId="ADAL" clId="{79555870-17B4-49F7-B1C8-B4904ED74D5B}" dt="2024-07-21T13:34:50.327" v="2412"/>
          <ac:inkMkLst>
            <pc:docMk/>
            <pc:sldMk cId="3382767526" sldId="340"/>
            <ac:inkMk id="27" creationId="{67E86156-E84E-E609-06B4-0CB0FBCE1BB9}"/>
          </ac:inkMkLst>
        </pc:inkChg>
        <pc:inkChg chg="add mod">
          <ac:chgData name="Mahima Weerasinghe" userId="e11e3f55-42da-4e07-8ead-4d7a1d7ea1c6" providerId="ADAL" clId="{79555870-17B4-49F7-B1C8-B4904ED74D5B}" dt="2024-07-21T13:34:50.327" v="2412"/>
          <ac:inkMkLst>
            <pc:docMk/>
            <pc:sldMk cId="3382767526" sldId="340"/>
            <ac:inkMk id="28" creationId="{48B95CBE-22D1-3412-1EF6-DC48818FA3B6}"/>
          </ac:inkMkLst>
        </pc:inkChg>
        <pc:inkChg chg="add mod">
          <ac:chgData name="Mahima Weerasinghe" userId="e11e3f55-42da-4e07-8ead-4d7a1d7ea1c6" providerId="ADAL" clId="{79555870-17B4-49F7-B1C8-B4904ED74D5B}" dt="2024-07-21T13:34:50.327" v="2412"/>
          <ac:inkMkLst>
            <pc:docMk/>
            <pc:sldMk cId="3382767526" sldId="340"/>
            <ac:inkMk id="29" creationId="{2DB103E5-9C8A-44A6-B5CF-8665A3CB7B2F}"/>
          </ac:inkMkLst>
        </pc:inkChg>
        <pc:inkChg chg="add mod">
          <ac:chgData name="Mahima Weerasinghe" userId="e11e3f55-42da-4e07-8ead-4d7a1d7ea1c6" providerId="ADAL" clId="{79555870-17B4-49F7-B1C8-B4904ED74D5B}" dt="2024-07-21T13:34:52.878" v="2415"/>
          <ac:inkMkLst>
            <pc:docMk/>
            <pc:sldMk cId="3382767526" sldId="340"/>
            <ac:inkMk id="31" creationId="{E19A55E0-CB70-0ADD-E475-5546640C6AB4}"/>
          </ac:inkMkLst>
        </pc:inkChg>
        <pc:inkChg chg="add mod">
          <ac:chgData name="Mahima Weerasinghe" userId="e11e3f55-42da-4e07-8ead-4d7a1d7ea1c6" providerId="ADAL" clId="{79555870-17B4-49F7-B1C8-B4904ED74D5B}" dt="2024-07-21T13:34:52.878" v="2415"/>
          <ac:inkMkLst>
            <pc:docMk/>
            <pc:sldMk cId="3382767526" sldId="340"/>
            <ac:inkMk id="32" creationId="{9D68EAE7-29D8-2A1E-4468-305ADDAB887A}"/>
          </ac:inkMkLst>
        </pc:inkChg>
      </pc:sldChg>
      <pc:sldChg chg="addSp delSp modSp new mod">
        <pc:chgData name="Mahima Weerasinghe" userId="e11e3f55-42da-4e07-8ead-4d7a1d7ea1c6" providerId="ADAL" clId="{79555870-17B4-49F7-B1C8-B4904ED74D5B}" dt="2024-07-21T13:49:18.147" v="2681"/>
        <pc:sldMkLst>
          <pc:docMk/>
          <pc:sldMk cId="2505626430" sldId="341"/>
        </pc:sldMkLst>
        <pc:spChg chg="del">
          <ac:chgData name="Mahima Weerasinghe" userId="e11e3f55-42da-4e07-8ead-4d7a1d7ea1c6" providerId="ADAL" clId="{79555870-17B4-49F7-B1C8-B4904ED74D5B}" dt="2024-07-21T13:47:07.965" v="2630" actId="478"/>
          <ac:spMkLst>
            <pc:docMk/>
            <pc:sldMk cId="2505626430" sldId="341"/>
            <ac:spMk id="2" creationId="{1F15E3F3-66A7-C19F-6963-90D1505F0BA0}"/>
          </ac:spMkLst>
        </pc:spChg>
        <pc:grpChg chg="del mod">
          <ac:chgData name="Mahima Weerasinghe" userId="e11e3f55-42da-4e07-8ead-4d7a1d7ea1c6" providerId="ADAL" clId="{79555870-17B4-49F7-B1C8-B4904ED74D5B}" dt="2024-07-21T13:48:04.050" v="2658"/>
          <ac:grpSpMkLst>
            <pc:docMk/>
            <pc:sldMk cId="2505626430" sldId="341"/>
            <ac:grpSpMk id="11" creationId="{1E1B3BE5-6165-AD40-F6E2-1F7E16620C13}"/>
          </ac:grpSpMkLst>
        </pc:grpChg>
        <pc:grpChg chg="del mod">
          <ac:chgData name="Mahima Weerasinghe" userId="e11e3f55-42da-4e07-8ead-4d7a1d7ea1c6" providerId="ADAL" clId="{79555870-17B4-49F7-B1C8-B4904ED74D5B}" dt="2024-07-21T13:48:04.050" v="2658"/>
          <ac:grpSpMkLst>
            <pc:docMk/>
            <pc:sldMk cId="2505626430" sldId="341"/>
            <ac:grpSpMk id="12" creationId="{0A98DF85-797D-DC18-9245-02EE0B23891D}"/>
          </ac:grpSpMkLst>
        </pc:grpChg>
        <pc:grpChg chg="del mod">
          <ac:chgData name="Mahima Weerasinghe" userId="e11e3f55-42da-4e07-8ead-4d7a1d7ea1c6" providerId="ADAL" clId="{79555870-17B4-49F7-B1C8-B4904ED74D5B}" dt="2024-07-21T13:48:04.050" v="2658"/>
          <ac:grpSpMkLst>
            <pc:docMk/>
            <pc:sldMk cId="2505626430" sldId="341"/>
            <ac:grpSpMk id="15" creationId="{A984D47E-F990-5FD6-3E98-3F1E869BE4FE}"/>
          </ac:grpSpMkLst>
        </pc:grpChg>
        <pc:grpChg chg="del mod">
          <ac:chgData name="Mahima Weerasinghe" userId="e11e3f55-42da-4e07-8ead-4d7a1d7ea1c6" providerId="ADAL" clId="{79555870-17B4-49F7-B1C8-B4904ED74D5B}" dt="2024-07-21T13:47:46.301" v="2647"/>
          <ac:grpSpMkLst>
            <pc:docMk/>
            <pc:sldMk cId="2505626430" sldId="341"/>
            <ac:grpSpMk id="18" creationId="{3D3B5C11-8377-3D7A-768A-C8CA879ACC8D}"/>
          </ac:grpSpMkLst>
        </pc:grpChg>
        <pc:grpChg chg="del mod">
          <ac:chgData name="Mahima Weerasinghe" userId="e11e3f55-42da-4e07-8ead-4d7a1d7ea1c6" providerId="ADAL" clId="{79555870-17B4-49F7-B1C8-B4904ED74D5B}" dt="2024-07-21T13:47:55.162" v="2654"/>
          <ac:grpSpMkLst>
            <pc:docMk/>
            <pc:sldMk cId="2505626430" sldId="341"/>
            <ac:grpSpMk id="20" creationId="{206815A2-ABEF-084D-8CF3-259627DDA198}"/>
          </ac:grpSpMkLst>
        </pc:grpChg>
        <pc:grpChg chg="del mod">
          <ac:chgData name="Mahima Weerasinghe" userId="e11e3f55-42da-4e07-8ead-4d7a1d7ea1c6" providerId="ADAL" clId="{79555870-17B4-49F7-B1C8-B4904ED74D5B}" dt="2024-07-21T13:48:04.050" v="2658"/>
          <ac:grpSpMkLst>
            <pc:docMk/>
            <pc:sldMk cId="2505626430" sldId="341"/>
            <ac:grpSpMk id="23" creationId="{0AA1B120-3C1C-C8DE-1350-6DC232A53F43}"/>
          </ac:grpSpMkLst>
        </pc:grpChg>
        <pc:grpChg chg="del mod">
          <ac:chgData name="Mahima Weerasinghe" userId="e11e3f55-42da-4e07-8ead-4d7a1d7ea1c6" providerId="ADAL" clId="{79555870-17B4-49F7-B1C8-B4904ED74D5B}" dt="2024-07-21T13:48:01.645" v="2656"/>
          <ac:grpSpMkLst>
            <pc:docMk/>
            <pc:sldMk cId="2505626430" sldId="341"/>
            <ac:grpSpMk id="27" creationId="{33761ADA-940B-D6F5-DB7B-3617A15EDBD7}"/>
          </ac:grpSpMkLst>
        </pc:grpChg>
        <pc:grpChg chg="del mod">
          <ac:chgData name="Mahima Weerasinghe" userId="e11e3f55-42da-4e07-8ead-4d7a1d7ea1c6" providerId="ADAL" clId="{79555870-17B4-49F7-B1C8-B4904ED74D5B}" dt="2024-07-21T13:48:26.740" v="2667"/>
          <ac:grpSpMkLst>
            <pc:docMk/>
            <pc:sldMk cId="2505626430" sldId="341"/>
            <ac:grpSpMk id="29" creationId="{80DCC7B6-BBD4-B4D2-3023-84DFDBF80908}"/>
          </ac:grpSpMkLst>
        </pc:grpChg>
        <pc:grpChg chg="del mod">
          <ac:chgData name="Mahima Weerasinghe" userId="e11e3f55-42da-4e07-8ead-4d7a1d7ea1c6" providerId="ADAL" clId="{79555870-17B4-49F7-B1C8-B4904ED74D5B}" dt="2024-07-21T13:48:39.779" v="2673"/>
          <ac:grpSpMkLst>
            <pc:docMk/>
            <pc:sldMk cId="2505626430" sldId="341"/>
            <ac:grpSpMk id="31" creationId="{DA4B86CD-12A0-40B0-AD72-A07136A60687}"/>
          </ac:grpSpMkLst>
        </pc:grpChg>
        <pc:grpChg chg="del mod">
          <ac:chgData name="Mahima Weerasinghe" userId="e11e3f55-42da-4e07-8ead-4d7a1d7ea1c6" providerId="ADAL" clId="{79555870-17B4-49F7-B1C8-B4904ED74D5B}" dt="2024-07-21T13:48:26.740" v="2667"/>
          <ac:grpSpMkLst>
            <pc:docMk/>
            <pc:sldMk cId="2505626430" sldId="341"/>
            <ac:grpSpMk id="38" creationId="{722FB03F-8881-3574-A866-16AA31604505}"/>
          </ac:grpSpMkLst>
        </pc:grpChg>
        <pc:grpChg chg="del mod">
          <ac:chgData name="Mahima Weerasinghe" userId="e11e3f55-42da-4e07-8ead-4d7a1d7ea1c6" providerId="ADAL" clId="{79555870-17B4-49F7-B1C8-B4904ED74D5B}" dt="2024-07-21T13:48:39.779" v="2673"/>
          <ac:grpSpMkLst>
            <pc:docMk/>
            <pc:sldMk cId="2505626430" sldId="341"/>
            <ac:grpSpMk id="40" creationId="{1A0E3F05-F154-61B0-F177-B311C63BF3A9}"/>
          </ac:grpSpMkLst>
        </pc:grpChg>
        <pc:grpChg chg="del mod">
          <ac:chgData name="Mahima Weerasinghe" userId="e11e3f55-42da-4e07-8ead-4d7a1d7ea1c6" providerId="ADAL" clId="{79555870-17B4-49F7-B1C8-B4904ED74D5B}" dt="2024-07-21T13:49:18.147" v="2681"/>
          <ac:grpSpMkLst>
            <pc:docMk/>
            <pc:sldMk cId="2505626430" sldId="341"/>
            <ac:grpSpMk id="46" creationId="{74D31CCA-80F8-23D9-1562-0953933BB18E}"/>
          </ac:grpSpMkLst>
        </pc:grpChg>
        <pc:grpChg chg="del mod">
          <ac:chgData name="Mahima Weerasinghe" userId="e11e3f55-42da-4e07-8ead-4d7a1d7ea1c6" providerId="ADAL" clId="{79555870-17B4-49F7-B1C8-B4904ED74D5B}" dt="2024-07-21T13:49:18.147" v="2681"/>
          <ac:grpSpMkLst>
            <pc:docMk/>
            <pc:sldMk cId="2505626430" sldId="341"/>
            <ac:grpSpMk id="49" creationId="{115CC68C-B9A8-3918-1779-1164FDAAE584}"/>
          </ac:grpSpMkLst>
        </pc:grpChg>
        <pc:grpChg chg="mod">
          <ac:chgData name="Mahima Weerasinghe" userId="e11e3f55-42da-4e07-8ead-4d7a1d7ea1c6" providerId="ADAL" clId="{79555870-17B4-49F7-B1C8-B4904ED74D5B}" dt="2024-07-21T13:49:18.147" v="2681"/>
          <ac:grpSpMkLst>
            <pc:docMk/>
            <pc:sldMk cId="2505626430" sldId="341"/>
            <ac:grpSpMk id="54" creationId="{1E445780-1244-B4EE-8371-F9C5091AAC8D}"/>
          </ac:grpSpMkLst>
        </pc:grpChg>
        <pc:grpChg chg="mod">
          <ac:chgData name="Mahima Weerasinghe" userId="e11e3f55-42da-4e07-8ead-4d7a1d7ea1c6" providerId="ADAL" clId="{79555870-17B4-49F7-B1C8-B4904ED74D5B}" dt="2024-07-21T13:49:18.147" v="2681"/>
          <ac:grpSpMkLst>
            <pc:docMk/>
            <pc:sldMk cId="2505626430" sldId="341"/>
            <ac:grpSpMk id="55" creationId="{E062A5DA-18DF-3E4D-D1AF-2C236F7173BB}"/>
          </ac:grpSpMkLst>
        </pc:grpChg>
        <pc:inkChg chg="add mod">
          <ac:chgData name="Mahima Weerasinghe" userId="e11e3f55-42da-4e07-8ead-4d7a1d7ea1c6" providerId="ADAL" clId="{79555870-17B4-49F7-B1C8-B4904ED74D5B}" dt="2024-07-21T13:49:18.147" v="2681"/>
          <ac:inkMkLst>
            <pc:docMk/>
            <pc:sldMk cId="2505626430" sldId="341"/>
            <ac:inkMk id="3" creationId="{0AB2EFE3-76F5-04AC-F6D4-432532EA1633}"/>
          </ac:inkMkLst>
        </pc:inkChg>
        <pc:inkChg chg="add mod">
          <ac:chgData name="Mahima Weerasinghe" userId="e11e3f55-42da-4e07-8ead-4d7a1d7ea1c6" providerId="ADAL" clId="{79555870-17B4-49F7-B1C8-B4904ED74D5B}" dt="2024-07-21T13:49:18.147" v="2681"/>
          <ac:inkMkLst>
            <pc:docMk/>
            <pc:sldMk cId="2505626430" sldId="341"/>
            <ac:inkMk id="4" creationId="{55C1F123-BF4F-6076-C937-6F7441A060A7}"/>
          </ac:inkMkLst>
        </pc:inkChg>
        <pc:inkChg chg="add mod">
          <ac:chgData name="Mahima Weerasinghe" userId="e11e3f55-42da-4e07-8ead-4d7a1d7ea1c6" providerId="ADAL" clId="{79555870-17B4-49F7-B1C8-B4904ED74D5B}" dt="2024-07-21T13:49:18.147" v="2681"/>
          <ac:inkMkLst>
            <pc:docMk/>
            <pc:sldMk cId="2505626430" sldId="341"/>
            <ac:inkMk id="5" creationId="{C29F2016-E815-2CEF-3281-D67DF0DB852C}"/>
          </ac:inkMkLst>
        </pc:inkChg>
        <pc:inkChg chg="add mod">
          <ac:chgData name="Mahima Weerasinghe" userId="e11e3f55-42da-4e07-8ead-4d7a1d7ea1c6" providerId="ADAL" clId="{79555870-17B4-49F7-B1C8-B4904ED74D5B}" dt="2024-07-21T13:49:18.147" v="2681"/>
          <ac:inkMkLst>
            <pc:docMk/>
            <pc:sldMk cId="2505626430" sldId="341"/>
            <ac:inkMk id="6" creationId="{794A0D68-8982-05D8-9E18-34374F91F18C}"/>
          </ac:inkMkLst>
        </pc:inkChg>
        <pc:inkChg chg="add mod">
          <ac:chgData name="Mahima Weerasinghe" userId="e11e3f55-42da-4e07-8ead-4d7a1d7ea1c6" providerId="ADAL" clId="{79555870-17B4-49F7-B1C8-B4904ED74D5B}" dt="2024-07-21T13:49:18.147" v="2681"/>
          <ac:inkMkLst>
            <pc:docMk/>
            <pc:sldMk cId="2505626430" sldId="341"/>
            <ac:inkMk id="7" creationId="{2B89BD4B-9DD6-9F44-AE3F-343C6EAC684F}"/>
          </ac:inkMkLst>
        </pc:inkChg>
        <pc:inkChg chg="add mod">
          <ac:chgData name="Mahima Weerasinghe" userId="e11e3f55-42da-4e07-8ead-4d7a1d7ea1c6" providerId="ADAL" clId="{79555870-17B4-49F7-B1C8-B4904ED74D5B}" dt="2024-07-21T13:49:18.147" v="2681"/>
          <ac:inkMkLst>
            <pc:docMk/>
            <pc:sldMk cId="2505626430" sldId="341"/>
            <ac:inkMk id="8" creationId="{3B10BAD9-8C8D-F0F8-B0CD-B7B2C8D149CF}"/>
          </ac:inkMkLst>
        </pc:inkChg>
        <pc:inkChg chg="add mod">
          <ac:chgData name="Mahima Weerasinghe" userId="e11e3f55-42da-4e07-8ead-4d7a1d7ea1c6" providerId="ADAL" clId="{79555870-17B4-49F7-B1C8-B4904ED74D5B}" dt="2024-07-21T13:49:18.147" v="2681"/>
          <ac:inkMkLst>
            <pc:docMk/>
            <pc:sldMk cId="2505626430" sldId="341"/>
            <ac:inkMk id="9" creationId="{D9B35639-B7BE-56C8-9DBE-B29EBA86657A}"/>
          </ac:inkMkLst>
        </pc:inkChg>
        <pc:inkChg chg="add mod">
          <ac:chgData name="Mahima Weerasinghe" userId="e11e3f55-42da-4e07-8ead-4d7a1d7ea1c6" providerId="ADAL" clId="{79555870-17B4-49F7-B1C8-B4904ED74D5B}" dt="2024-07-21T13:49:18.147" v="2681"/>
          <ac:inkMkLst>
            <pc:docMk/>
            <pc:sldMk cId="2505626430" sldId="341"/>
            <ac:inkMk id="10" creationId="{3D83B5E6-C0FB-B3D9-B7EC-088A3A931BC1}"/>
          </ac:inkMkLst>
        </pc:inkChg>
        <pc:inkChg chg="add mod">
          <ac:chgData name="Mahima Weerasinghe" userId="e11e3f55-42da-4e07-8ead-4d7a1d7ea1c6" providerId="ADAL" clId="{79555870-17B4-49F7-B1C8-B4904ED74D5B}" dt="2024-07-21T13:49:18.147" v="2681"/>
          <ac:inkMkLst>
            <pc:docMk/>
            <pc:sldMk cId="2505626430" sldId="341"/>
            <ac:inkMk id="13" creationId="{92CF2A68-5FED-7B1A-C529-76F7FC010BF4}"/>
          </ac:inkMkLst>
        </pc:inkChg>
        <pc:inkChg chg="add mod">
          <ac:chgData name="Mahima Weerasinghe" userId="e11e3f55-42da-4e07-8ead-4d7a1d7ea1c6" providerId="ADAL" clId="{79555870-17B4-49F7-B1C8-B4904ED74D5B}" dt="2024-07-21T13:49:18.147" v="2681"/>
          <ac:inkMkLst>
            <pc:docMk/>
            <pc:sldMk cId="2505626430" sldId="341"/>
            <ac:inkMk id="14" creationId="{03686704-0E28-3E58-9EB2-ABDFF1A58AAC}"/>
          </ac:inkMkLst>
        </pc:inkChg>
        <pc:inkChg chg="add mod">
          <ac:chgData name="Mahima Weerasinghe" userId="e11e3f55-42da-4e07-8ead-4d7a1d7ea1c6" providerId="ADAL" clId="{79555870-17B4-49F7-B1C8-B4904ED74D5B}" dt="2024-07-21T13:49:18.147" v="2681"/>
          <ac:inkMkLst>
            <pc:docMk/>
            <pc:sldMk cId="2505626430" sldId="341"/>
            <ac:inkMk id="16" creationId="{9D30B568-C8FC-DFB4-BD0B-6139907C46D3}"/>
          </ac:inkMkLst>
        </pc:inkChg>
        <pc:inkChg chg="add mod">
          <ac:chgData name="Mahima Weerasinghe" userId="e11e3f55-42da-4e07-8ead-4d7a1d7ea1c6" providerId="ADAL" clId="{79555870-17B4-49F7-B1C8-B4904ED74D5B}" dt="2024-07-21T13:49:18.147" v="2681"/>
          <ac:inkMkLst>
            <pc:docMk/>
            <pc:sldMk cId="2505626430" sldId="341"/>
            <ac:inkMk id="17" creationId="{4B1D2864-61DC-6F67-C7C3-E62CC8AD1DDA}"/>
          </ac:inkMkLst>
        </pc:inkChg>
        <pc:inkChg chg="add mod">
          <ac:chgData name="Mahima Weerasinghe" userId="e11e3f55-42da-4e07-8ead-4d7a1d7ea1c6" providerId="ADAL" clId="{79555870-17B4-49F7-B1C8-B4904ED74D5B}" dt="2024-07-21T13:49:18.147" v="2681"/>
          <ac:inkMkLst>
            <pc:docMk/>
            <pc:sldMk cId="2505626430" sldId="341"/>
            <ac:inkMk id="19" creationId="{179BBEBC-A43F-177D-2752-684325A4AFBA}"/>
          </ac:inkMkLst>
        </pc:inkChg>
        <pc:inkChg chg="add mod">
          <ac:chgData name="Mahima Weerasinghe" userId="e11e3f55-42da-4e07-8ead-4d7a1d7ea1c6" providerId="ADAL" clId="{79555870-17B4-49F7-B1C8-B4904ED74D5B}" dt="2024-07-21T13:49:18.147" v="2681"/>
          <ac:inkMkLst>
            <pc:docMk/>
            <pc:sldMk cId="2505626430" sldId="341"/>
            <ac:inkMk id="21" creationId="{2D21E076-F4CF-B48E-772D-E81FC8A1A96B}"/>
          </ac:inkMkLst>
        </pc:inkChg>
        <pc:inkChg chg="add mod">
          <ac:chgData name="Mahima Weerasinghe" userId="e11e3f55-42da-4e07-8ead-4d7a1d7ea1c6" providerId="ADAL" clId="{79555870-17B4-49F7-B1C8-B4904ED74D5B}" dt="2024-07-21T13:49:18.147" v="2681"/>
          <ac:inkMkLst>
            <pc:docMk/>
            <pc:sldMk cId="2505626430" sldId="341"/>
            <ac:inkMk id="22" creationId="{A38B86CE-6D3B-2E5C-4833-DAB9B610FEF7}"/>
          </ac:inkMkLst>
        </pc:inkChg>
        <pc:inkChg chg="add mod">
          <ac:chgData name="Mahima Weerasinghe" userId="e11e3f55-42da-4e07-8ead-4d7a1d7ea1c6" providerId="ADAL" clId="{79555870-17B4-49F7-B1C8-B4904ED74D5B}" dt="2024-07-21T13:49:18.147" v="2681"/>
          <ac:inkMkLst>
            <pc:docMk/>
            <pc:sldMk cId="2505626430" sldId="341"/>
            <ac:inkMk id="24" creationId="{C3E99049-D808-F87F-1337-F03CD8CBC354}"/>
          </ac:inkMkLst>
        </pc:inkChg>
        <pc:inkChg chg="add mod">
          <ac:chgData name="Mahima Weerasinghe" userId="e11e3f55-42da-4e07-8ead-4d7a1d7ea1c6" providerId="ADAL" clId="{79555870-17B4-49F7-B1C8-B4904ED74D5B}" dt="2024-07-21T13:49:18.147" v="2681"/>
          <ac:inkMkLst>
            <pc:docMk/>
            <pc:sldMk cId="2505626430" sldId="341"/>
            <ac:inkMk id="25" creationId="{F0ADEBC3-5A44-1B16-C2E9-C41BEAD63855}"/>
          </ac:inkMkLst>
        </pc:inkChg>
        <pc:inkChg chg="add mod">
          <ac:chgData name="Mahima Weerasinghe" userId="e11e3f55-42da-4e07-8ead-4d7a1d7ea1c6" providerId="ADAL" clId="{79555870-17B4-49F7-B1C8-B4904ED74D5B}" dt="2024-07-21T13:49:18.147" v="2681"/>
          <ac:inkMkLst>
            <pc:docMk/>
            <pc:sldMk cId="2505626430" sldId="341"/>
            <ac:inkMk id="26" creationId="{C1D17C6E-C241-905A-AA7B-6B18CD6D23BD}"/>
          </ac:inkMkLst>
        </pc:inkChg>
        <pc:inkChg chg="add mod">
          <ac:chgData name="Mahima Weerasinghe" userId="e11e3f55-42da-4e07-8ead-4d7a1d7ea1c6" providerId="ADAL" clId="{79555870-17B4-49F7-B1C8-B4904ED74D5B}" dt="2024-07-21T13:49:18.147" v="2681"/>
          <ac:inkMkLst>
            <pc:docMk/>
            <pc:sldMk cId="2505626430" sldId="341"/>
            <ac:inkMk id="28" creationId="{ECA391CC-5A41-4B65-F2E8-166EBD770899}"/>
          </ac:inkMkLst>
        </pc:inkChg>
        <pc:inkChg chg="add mod">
          <ac:chgData name="Mahima Weerasinghe" userId="e11e3f55-42da-4e07-8ead-4d7a1d7ea1c6" providerId="ADAL" clId="{79555870-17B4-49F7-B1C8-B4904ED74D5B}" dt="2024-07-21T13:49:18.147" v="2681"/>
          <ac:inkMkLst>
            <pc:docMk/>
            <pc:sldMk cId="2505626430" sldId="341"/>
            <ac:inkMk id="30" creationId="{3E8C7D20-7169-F686-08C5-B5581A3BED99}"/>
          </ac:inkMkLst>
        </pc:inkChg>
        <pc:inkChg chg="add">
          <ac:chgData name="Mahima Weerasinghe" userId="e11e3f55-42da-4e07-8ead-4d7a1d7ea1c6" providerId="ADAL" clId="{79555870-17B4-49F7-B1C8-B4904ED74D5B}" dt="2024-07-21T13:48:12.718" v="2659" actId="9405"/>
          <ac:inkMkLst>
            <pc:docMk/>
            <pc:sldMk cId="2505626430" sldId="341"/>
            <ac:inkMk id="32" creationId="{6062B7D9-AEF8-E561-A40C-8FAA70556AE8}"/>
          </ac:inkMkLst>
        </pc:inkChg>
        <pc:inkChg chg="add mod">
          <ac:chgData name="Mahima Weerasinghe" userId="e11e3f55-42da-4e07-8ead-4d7a1d7ea1c6" providerId="ADAL" clId="{79555870-17B4-49F7-B1C8-B4904ED74D5B}" dt="2024-07-21T13:49:18.147" v="2681"/>
          <ac:inkMkLst>
            <pc:docMk/>
            <pc:sldMk cId="2505626430" sldId="341"/>
            <ac:inkMk id="33" creationId="{ACADF538-B2FA-8D90-77E5-7394B78FC462}"/>
          </ac:inkMkLst>
        </pc:inkChg>
        <pc:inkChg chg="add mod">
          <ac:chgData name="Mahima Weerasinghe" userId="e11e3f55-42da-4e07-8ead-4d7a1d7ea1c6" providerId="ADAL" clId="{79555870-17B4-49F7-B1C8-B4904ED74D5B}" dt="2024-07-21T13:49:18.147" v="2681"/>
          <ac:inkMkLst>
            <pc:docMk/>
            <pc:sldMk cId="2505626430" sldId="341"/>
            <ac:inkMk id="34" creationId="{22060D31-A51F-1BB6-DC96-516E187B4703}"/>
          </ac:inkMkLst>
        </pc:inkChg>
        <pc:inkChg chg="add mod">
          <ac:chgData name="Mahima Weerasinghe" userId="e11e3f55-42da-4e07-8ead-4d7a1d7ea1c6" providerId="ADAL" clId="{79555870-17B4-49F7-B1C8-B4904ED74D5B}" dt="2024-07-21T13:49:18.147" v="2681"/>
          <ac:inkMkLst>
            <pc:docMk/>
            <pc:sldMk cId="2505626430" sldId="341"/>
            <ac:inkMk id="35" creationId="{8C639C83-A6F6-926B-B815-965FD7155732}"/>
          </ac:inkMkLst>
        </pc:inkChg>
        <pc:inkChg chg="add mod">
          <ac:chgData name="Mahima Weerasinghe" userId="e11e3f55-42da-4e07-8ead-4d7a1d7ea1c6" providerId="ADAL" clId="{79555870-17B4-49F7-B1C8-B4904ED74D5B}" dt="2024-07-21T13:49:18.147" v="2681"/>
          <ac:inkMkLst>
            <pc:docMk/>
            <pc:sldMk cId="2505626430" sldId="341"/>
            <ac:inkMk id="36" creationId="{2AE7D3A0-A9C1-9F76-59C9-337CE304F929}"/>
          </ac:inkMkLst>
        </pc:inkChg>
        <pc:inkChg chg="add mod">
          <ac:chgData name="Mahima Weerasinghe" userId="e11e3f55-42da-4e07-8ead-4d7a1d7ea1c6" providerId="ADAL" clId="{79555870-17B4-49F7-B1C8-B4904ED74D5B}" dt="2024-07-21T13:49:18.147" v="2681"/>
          <ac:inkMkLst>
            <pc:docMk/>
            <pc:sldMk cId="2505626430" sldId="341"/>
            <ac:inkMk id="37" creationId="{6F7D0E97-4505-63E1-B079-0AE7FF83C31E}"/>
          </ac:inkMkLst>
        </pc:inkChg>
        <pc:inkChg chg="add mod">
          <ac:chgData name="Mahima Weerasinghe" userId="e11e3f55-42da-4e07-8ead-4d7a1d7ea1c6" providerId="ADAL" clId="{79555870-17B4-49F7-B1C8-B4904ED74D5B}" dt="2024-07-21T13:48:39.779" v="2673"/>
          <ac:inkMkLst>
            <pc:docMk/>
            <pc:sldMk cId="2505626430" sldId="341"/>
            <ac:inkMk id="39" creationId="{20EAF276-6185-9374-BD38-3D6D4E857002}"/>
          </ac:inkMkLst>
        </pc:inkChg>
        <pc:inkChg chg="add mod">
          <ac:chgData name="Mahima Weerasinghe" userId="e11e3f55-42da-4e07-8ead-4d7a1d7ea1c6" providerId="ADAL" clId="{79555870-17B4-49F7-B1C8-B4904ED74D5B}" dt="2024-07-21T13:49:18.147" v="2681"/>
          <ac:inkMkLst>
            <pc:docMk/>
            <pc:sldMk cId="2505626430" sldId="341"/>
            <ac:inkMk id="41" creationId="{94D7AD8E-18BE-F61C-2F1F-B3A16C24C1EA}"/>
          </ac:inkMkLst>
        </pc:inkChg>
        <pc:inkChg chg="add mod">
          <ac:chgData name="Mahima Weerasinghe" userId="e11e3f55-42da-4e07-8ead-4d7a1d7ea1c6" providerId="ADAL" clId="{79555870-17B4-49F7-B1C8-B4904ED74D5B}" dt="2024-07-21T13:49:18.147" v="2681"/>
          <ac:inkMkLst>
            <pc:docMk/>
            <pc:sldMk cId="2505626430" sldId="341"/>
            <ac:inkMk id="42" creationId="{1C22E0AE-F66C-256B-7C21-6F984EAEC5A7}"/>
          </ac:inkMkLst>
        </pc:inkChg>
        <pc:inkChg chg="add mod">
          <ac:chgData name="Mahima Weerasinghe" userId="e11e3f55-42da-4e07-8ead-4d7a1d7ea1c6" providerId="ADAL" clId="{79555870-17B4-49F7-B1C8-B4904ED74D5B}" dt="2024-07-21T13:49:18.147" v="2681"/>
          <ac:inkMkLst>
            <pc:docMk/>
            <pc:sldMk cId="2505626430" sldId="341"/>
            <ac:inkMk id="43" creationId="{EF9D141A-A874-5A04-F57F-F1AF88D80070}"/>
          </ac:inkMkLst>
        </pc:inkChg>
        <pc:inkChg chg="add mod">
          <ac:chgData name="Mahima Weerasinghe" userId="e11e3f55-42da-4e07-8ead-4d7a1d7ea1c6" providerId="ADAL" clId="{79555870-17B4-49F7-B1C8-B4904ED74D5B}" dt="2024-07-21T13:49:18.147" v="2681"/>
          <ac:inkMkLst>
            <pc:docMk/>
            <pc:sldMk cId="2505626430" sldId="341"/>
            <ac:inkMk id="44" creationId="{F89A1CED-5DFF-C8DE-5C54-EE2CE342CCA4}"/>
          </ac:inkMkLst>
        </pc:inkChg>
        <pc:inkChg chg="add mod">
          <ac:chgData name="Mahima Weerasinghe" userId="e11e3f55-42da-4e07-8ead-4d7a1d7ea1c6" providerId="ADAL" clId="{79555870-17B4-49F7-B1C8-B4904ED74D5B}" dt="2024-07-21T13:49:18.147" v="2681"/>
          <ac:inkMkLst>
            <pc:docMk/>
            <pc:sldMk cId="2505626430" sldId="341"/>
            <ac:inkMk id="45" creationId="{0ED3A9F3-D7C0-6029-8394-85559D05839A}"/>
          </ac:inkMkLst>
        </pc:inkChg>
        <pc:inkChg chg="add mod">
          <ac:chgData name="Mahima Weerasinghe" userId="e11e3f55-42da-4e07-8ead-4d7a1d7ea1c6" providerId="ADAL" clId="{79555870-17B4-49F7-B1C8-B4904ED74D5B}" dt="2024-07-21T13:49:18.147" v="2681"/>
          <ac:inkMkLst>
            <pc:docMk/>
            <pc:sldMk cId="2505626430" sldId="341"/>
            <ac:inkMk id="47" creationId="{5960E136-0A1B-9733-FBAB-572A99ECCCE5}"/>
          </ac:inkMkLst>
        </pc:inkChg>
        <pc:inkChg chg="add mod">
          <ac:chgData name="Mahima Weerasinghe" userId="e11e3f55-42da-4e07-8ead-4d7a1d7ea1c6" providerId="ADAL" clId="{79555870-17B4-49F7-B1C8-B4904ED74D5B}" dt="2024-07-21T13:49:18.147" v="2681"/>
          <ac:inkMkLst>
            <pc:docMk/>
            <pc:sldMk cId="2505626430" sldId="341"/>
            <ac:inkMk id="48" creationId="{EE69E6A4-CEAD-6B7B-6053-A7663BC34DC5}"/>
          </ac:inkMkLst>
        </pc:inkChg>
        <pc:inkChg chg="add">
          <ac:chgData name="Mahima Weerasinghe" userId="e11e3f55-42da-4e07-8ead-4d7a1d7ea1c6" providerId="ADAL" clId="{79555870-17B4-49F7-B1C8-B4904ED74D5B}" dt="2024-07-21T13:49:12.757" v="2677" actId="9405"/>
          <ac:inkMkLst>
            <pc:docMk/>
            <pc:sldMk cId="2505626430" sldId="341"/>
            <ac:inkMk id="50" creationId="{02FAC94D-B750-ED91-0D0A-B91D364C5D79}"/>
          </ac:inkMkLst>
        </pc:inkChg>
        <pc:inkChg chg="add mod">
          <ac:chgData name="Mahima Weerasinghe" userId="e11e3f55-42da-4e07-8ead-4d7a1d7ea1c6" providerId="ADAL" clId="{79555870-17B4-49F7-B1C8-B4904ED74D5B}" dt="2024-07-21T13:49:18.147" v="2681"/>
          <ac:inkMkLst>
            <pc:docMk/>
            <pc:sldMk cId="2505626430" sldId="341"/>
            <ac:inkMk id="51" creationId="{79417072-19F9-89E9-C723-9A7800AAF6FA}"/>
          </ac:inkMkLst>
        </pc:inkChg>
        <pc:inkChg chg="add mod">
          <ac:chgData name="Mahima Weerasinghe" userId="e11e3f55-42da-4e07-8ead-4d7a1d7ea1c6" providerId="ADAL" clId="{79555870-17B4-49F7-B1C8-B4904ED74D5B}" dt="2024-07-21T13:49:18.147" v="2681"/>
          <ac:inkMkLst>
            <pc:docMk/>
            <pc:sldMk cId="2505626430" sldId="341"/>
            <ac:inkMk id="52" creationId="{09081FBD-78BB-1147-406A-A5177F58D30B}"/>
          </ac:inkMkLst>
        </pc:inkChg>
        <pc:inkChg chg="add mod">
          <ac:chgData name="Mahima Weerasinghe" userId="e11e3f55-42da-4e07-8ead-4d7a1d7ea1c6" providerId="ADAL" clId="{79555870-17B4-49F7-B1C8-B4904ED74D5B}" dt="2024-07-21T13:49:18.147" v="2681"/>
          <ac:inkMkLst>
            <pc:docMk/>
            <pc:sldMk cId="2505626430" sldId="341"/>
            <ac:inkMk id="53" creationId="{F86C8DC9-1605-20DD-05BA-4B7BF66EFE28}"/>
          </ac:inkMkLst>
        </pc:inkChg>
      </pc:sldChg>
      <pc:sldChg chg="addSp delSp modSp new mod">
        <pc:chgData name="Mahima Weerasinghe" userId="e11e3f55-42da-4e07-8ead-4d7a1d7ea1c6" providerId="ADAL" clId="{79555870-17B4-49F7-B1C8-B4904ED74D5B}" dt="2024-07-21T14:20:28.822" v="2896"/>
        <pc:sldMkLst>
          <pc:docMk/>
          <pc:sldMk cId="3027618690" sldId="342"/>
        </pc:sldMkLst>
        <pc:grpChg chg="del mod">
          <ac:chgData name="Mahima Weerasinghe" userId="e11e3f55-42da-4e07-8ead-4d7a1d7ea1c6" providerId="ADAL" clId="{79555870-17B4-49F7-B1C8-B4904ED74D5B}" dt="2024-07-21T14:10:53.694" v="2749"/>
          <ac:grpSpMkLst>
            <pc:docMk/>
            <pc:sldMk cId="3027618690" sldId="342"/>
            <ac:grpSpMk id="5" creationId="{01E04BCC-E3B0-FD66-7457-62015ECD5B7E}"/>
          </ac:grpSpMkLst>
        </pc:grpChg>
        <pc:grpChg chg="del mod">
          <ac:chgData name="Mahima Weerasinghe" userId="e11e3f55-42da-4e07-8ead-4d7a1d7ea1c6" providerId="ADAL" clId="{79555870-17B4-49F7-B1C8-B4904ED74D5B}" dt="2024-07-21T14:10:56.875" v="2751"/>
          <ac:grpSpMkLst>
            <pc:docMk/>
            <pc:sldMk cId="3027618690" sldId="342"/>
            <ac:grpSpMk id="8" creationId="{97B624FD-9C88-594E-B90C-8C1FB9654FD3}"/>
          </ac:grpSpMkLst>
        </pc:grpChg>
        <pc:grpChg chg="del mod">
          <ac:chgData name="Mahima Weerasinghe" userId="e11e3f55-42da-4e07-8ead-4d7a1d7ea1c6" providerId="ADAL" clId="{79555870-17B4-49F7-B1C8-B4904ED74D5B}" dt="2024-07-21T14:12:51.100" v="2823"/>
          <ac:grpSpMkLst>
            <pc:docMk/>
            <pc:sldMk cId="3027618690" sldId="342"/>
            <ac:grpSpMk id="10" creationId="{5B76DACF-6461-E90B-7144-DD074CBEAFC1}"/>
          </ac:grpSpMkLst>
        </pc:grpChg>
        <pc:grpChg chg="del mod">
          <ac:chgData name="Mahima Weerasinghe" userId="e11e3f55-42da-4e07-8ead-4d7a1d7ea1c6" providerId="ADAL" clId="{79555870-17B4-49F7-B1C8-B4904ED74D5B}" dt="2024-07-21T14:20:23.975" v="2888"/>
          <ac:grpSpMkLst>
            <pc:docMk/>
            <pc:sldMk cId="3027618690" sldId="342"/>
            <ac:grpSpMk id="20" creationId="{513E16CA-8259-CC26-A436-4D95A4D138B3}"/>
          </ac:grpSpMkLst>
        </pc:grpChg>
        <pc:grpChg chg="mod">
          <ac:chgData name="Mahima Weerasinghe" userId="e11e3f55-42da-4e07-8ead-4d7a1d7ea1c6" providerId="ADAL" clId="{79555870-17B4-49F7-B1C8-B4904ED74D5B}" dt="2024-07-21T14:11:24.273" v="2774"/>
          <ac:grpSpMkLst>
            <pc:docMk/>
            <pc:sldMk cId="3027618690" sldId="342"/>
            <ac:grpSpMk id="33" creationId="{FA712D3A-2A7F-4065-CB6E-B406C4C173FE}"/>
          </ac:grpSpMkLst>
        </pc:grpChg>
        <pc:grpChg chg="del mod">
          <ac:chgData name="Mahima Weerasinghe" userId="e11e3f55-42da-4e07-8ead-4d7a1d7ea1c6" providerId="ADAL" clId="{79555870-17B4-49F7-B1C8-B4904ED74D5B}" dt="2024-07-21T14:11:34.509" v="2791"/>
          <ac:grpSpMkLst>
            <pc:docMk/>
            <pc:sldMk cId="3027618690" sldId="342"/>
            <ac:grpSpMk id="36" creationId="{761C8D6E-A685-BDA2-5099-DF2098A108A9}"/>
          </ac:grpSpMkLst>
        </pc:grpChg>
        <pc:grpChg chg="del mod">
          <ac:chgData name="Mahima Weerasinghe" userId="e11e3f55-42da-4e07-8ead-4d7a1d7ea1c6" providerId="ADAL" clId="{79555870-17B4-49F7-B1C8-B4904ED74D5B}" dt="2024-07-21T14:11:41.928" v="2803"/>
          <ac:grpSpMkLst>
            <pc:docMk/>
            <pc:sldMk cId="3027618690" sldId="342"/>
            <ac:grpSpMk id="50" creationId="{0DBC382F-8C93-FA14-6E11-0B9879F81BAE}"/>
          </ac:grpSpMkLst>
        </pc:grpChg>
        <pc:grpChg chg="mod">
          <ac:chgData name="Mahima Weerasinghe" userId="e11e3f55-42da-4e07-8ead-4d7a1d7ea1c6" providerId="ADAL" clId="{79555870-17B4-49F7-B1C8-B4904ED74D5B}" dt="2024-07-21T14:11:38.942" v="2797"/>
          <ac:grpSpMkLst>
            <pc:docMk/>
            <pc:sldMk cId="3027618690" sldId="342"/>
            <ac:grpSpMk id="56" creationId="{89B4F89B-D0FE-9847-9273-02282F2EE9B5}"/>
          </ac:grpSpMkLst>
        </pc:grpChg>
        <pc:grpChg chg="mod">
          <ac:chgData name="Mahima Weerasinghe" userId="e11e3f55-42da-4e07-8ead-4d7a1d7ea1c6" providerId="ADAL" clId="{79555870-17B4-49F7-B1C8-B4904ED74D5B}" dt="2024-07-21T14:11:41.928" v="2803"/>
          <ac:grpSpMkLst>
            <pc:docMk/>
            <pc:sldMk cId="3027618690" sldId="342"/>
            <ac:grpSpMk id="62" creationId="{FFA99C04-F4E6-5C97-3028-D90A6332C8AD}"/>
          </ac:grpSpMkLst>
        </pc:grpChg>
        <pc:grpChg chg="mod">
          <ac:chgData name="Mahima Weerasinghe" userId="e11e3f55-42da-4e07-8ead-4d7a1d7ea1c6" providerId="ADAL" clId="{79555870-17B4-49F7-B1C8-B4904ED74D5B}" dt="2024-07-21T14:11:41.928" v="2803"/>
          <ac:grpSpMkLst>
            <pc:docMk/>
            <pc:sldMk cId="3027618690" sldId="342"/>
            <ac:grpSpMk id="63" creationId="{D70ADA5C-6470-6883-226B-A8FDB8B219A7}"/>
          </ac:grpSpMkLst>
        </pc:grpChg>
        <pc:grpChg chg="mod">
          <ac:chgData name="Mahima Weerasinghe" userId="e11e3f55-42da-4e07-8ead-4d7a1d7ea1c6" providerId="ADAL" clId="{79555870-17B4-49F7-B1C8-B4904ED74D5B}" dt="2024-07-21T14:11:41.928" v="2803"/>
          <ac:grpSpMkLst>
            <pc:docMk/>
            <pc:sldMk cId="3027618690" sldId="342"/>
            <ac:grpSpMk id="64" creationId="{995A4862-C59F-013B-EF40-53A0048244F6}"/>
          </ac:grpSpMkLst>
        </pc:grpChg>
        <pc:grpChg chg="mod">
          <ac:chgData name="Mahima Weerasinghe" userId="e11e3f55-42da-4e07-8ead-4d7a1d7ea1c6" providerId="ADAL" clId="{79555870-17B4-49F7-B1C8-B4904ED74D5B}" dt="2024-07-21T14:11:48.550" v="2809"/>
          <ac:grpSpMkLst>
            <pc:docMk/>
            <pc:sldMk cId="3027618690" sldId="342"/>
            <ac:grpSpMk id="70" creationId="{80915505-4DC8-BBFE-BF74-6582D2BAACB8}"/>
          </ac:grpSpMkLst>
        </pc:grpChg>
        <pc:grpChg chg="del mod">
          <ac:chgData name="Mahima Weerasinghe" userId="e11e3f55-42da-4e07-8ead-4d7a1d7ea1c6" providerId="ADAL" clId="{79555870-17B4-49F7-B1C8-B4904ED74D5B}" dt="2024-07-21T14:11:59.687" v="2817"/>
          <ac:grpSpMkLst>
            <pc:docMk/>
            <pc:sldMk cId="3027618690" sldId="342"/>
            <ac:grpSpMk id="73" creationId="{E701B001-611A-E9D4-E36F-832153B4ACAC}"/>
          </ac:grpSpMkLst>
        </pc:grpChg>
        <pc:grpChg chg="mod">
          <ac:chgData name="Mahima Weerasinghe" userId="e11e3f55-42da-4e07-8ead-4d7a1d7ea1c6" providerId="ADAL" clId="{79555870-17B4-49F7-B1C8-B4904ED74D5B}" dt="2024-07-21T14:11:59.687" v="2817"/>
          <ac:grpSpMkLst>
            <pc:docMk/>
            <pc:sldMk cId="3027618690" sldId="342"/>
            <ac:grpSpMk id="78" creationId="{3CCD5ACF-F60E-A63B-F592-E1267CC6C8F0}"/>
          </ac:grpSpMkLst>
        </pc:grpChg>
        <pc:grpChg chg="mod">
          <ac:chgData name="Mahima Weerasinghe" userId="e11e3f55-42da-4e07-8ead-4d7a1d7ea1c6" providerId="ADAL" clId="{79555870-17B4-49F7-B1C8-B4904ED74D5B}" dt="2024-07-21T14:12:06.750" v="2820"/>
          <ac:grpSpMkLst>
            <pc:docMk/>
            <pc:sldMk cId="3027618690" sldId="342"/>
            <ac:grpSpMk id="81" creationId="{AFFE818E-FCE6-1644-0AAA-430A52C078ED}"/>
          </ac:grpSpMkLst>
        </pc:grpChg>
        <pc:grpChg chg="del mod">
          <ac:chgData name="Mahima Weerasinghe" userId="e11e3f55-42da-4e07-8ead-4d7a1d7ea1c6" providerId="ADAL" clId="{79555870-17B4-49F7-B1C8-B4904ED74D5B}" dt="2024-07-21T14:12:54.833" v="2827"/>
          <ac:grpSpMkLst>
            <pc:docMk/>
            <pc:sldMk cId="3027618690" sldId="342"/>
            <ac:grpSpMk id="84" creationId="{3034529F-D3F9-6060-9662-B5B95BC74B56}"/>
          </ac:grpSpMkLst>
        </pc:grpChg>
        <pc:grpChg chg="del mod">
          <ac:chgData name="Mahima Weerasinghe" userId="e11e3f55-42da-4e07-8ead-4d7a1d7ea1c6" providerId="ADAL" clId="{79555870-17B4-49F7-B1C8-B4904ED74D5B}" dt="2024-07-21T14:13:01.515" v="2832"/>
          <ac:grpSpMkLst>
            <pc:docMk/>
            <pc:sldMk cId="3027618690" sldId="342"/>
            <ac:grpSpMk id="88" creationId="{B6DDE88F-77AC-5F02-FAD7-7C2769C9B797}"/>
          </ac:grpSpMkLst>
        </pc:grpChg>
        <pc:grpChg chg="del mod">
          <ac:chgData name="Mahima Weerasinghe" userId="e11e3f55-42da-4e07-8ead-4d7a1d7ea1c6" providerId="ADAL" clId="{79555870-17B4-49F7-B1C8-B4904ED74D5B}" dt="2024-07-21T14:20:23.975" v="2888"/>
          <ac:grpSpMkLst>
            <pc:docMk/>
            <pc:sldMk cId="3027618690" sldId="342"/>
            <ac:grpSpMk id="93" creationId="{4D4D1A16-DDDB-9761-9B5E-9DE96D5CED52}"/>
          </ac:grpSpMkLst>
        </pc:grpChg>
        <pc:grpChg chg="mod">
          <ac:chgData name="Mahima Weerasinghe" userId="e11e3f55-42da-4e07-8ead-4d7a1d7ea1c6" providerId="ADAL" clId="{79555870-17B4-49F7-B1C8-B4904ED74D5B}" dt="2024-07-21T14:13:33.608" v="2841"/>
          <ac:grpSpMkLst>
            <pc:docMk/>
            <pc:sldMk cId="3027618690" sldId="342"/>
            <ac:grpSpMk id="102" creationId="{D123A0B4-4331-359A-6774-60E3DB36E851}"/>
          </ac:grpSpMkLst>
        </pc:grpChg>
        <pc:grpChg chg="del mod">
          <ac:chgData name="Mahima Weerasinghe" userId="e11e3f55-42da-4e07-8ead-4d7a1d7ea1c6" providerId="ADAL" clId="{79555870-17B4-49F7-B1C8-B4904ED74D5B}" dt="2024-07-21T14:13:43.223" v="2846"/>
          <ac:grpSpMkLst>
            <pc:docMk/>
            <pc:sldMk cId="3027618690" sldId="342"/>
            <ac:grpSpMk id="105" creationId="{AFF62A52-2788-559E-A63A-898DBF0038AB}"/>
          </ac:grpSpMkLst>
        </pc:grpChg>
        <pc:grpChg chg="mod">
          <ac:chgData name="Mahima Weerasinghe" userId="e11e3f55-42da-4e07-8ead-4d7a1d7ea1c6" providerId="ADAL" clId="{79555870-17B4-49F7-B1C8-B4904ED74D5B}" dt="2024-07-21T14:13:43.223" v="2846"/>
          <ac:grpSpMkLst>
            <pc:docMk/>
            <pc:sldMk cId="3027618690" sldId="342"/>
            <ac:grpSpMk id="107" creationId="{B172105B-57CF-E480-D00E-0F8AB63D49BB}"/>
          </ac:grpSpMkLst>
        </pc:grpChg>
        <pc:grpChg chg="mod">
          <ac:chgData name="Mahima Weerasinghe" userId="e11e3f55-42da-4e07-8ead-4d7a1d7ea1c6" providerId="ADAL" clId="{79555870-17B4-49F7-B1C8-B4904ED74D5B}" dt="2024-07-21T14:13:49.998" v="2853"/>
          <ac:grpSpMkLst>
            <pc:docMk/>
            <pc:sldMk cId="3027618690" sldId="342"/>
            <ac:grpSpMk id="114" creationId="{CB76D933-7767-97F4-3AFC-BAA34BB1C799}"/>
          </ac:grpSpMkLst>
        </pc:grpChg>
        <pc:grpChg chg="del mod">
          <ac:chgData name="Mahima Weerasinghe" userId="e11e3f55-42da-4e07-8ead-4d7a1d7ea1c6" providerId="ADAL" clId="{79555870-17B4-49F7-B1C8-B4904ED74D5B}" dt="2024-07-21T14:20:13.151" v="2872"/>
          <ac:grpSpMkLst>
            <pc:docMk/>
            <pc:sldMk cId="3027618690" sldId="342"/>
            <ac:grpSpMk id="119" creationId="{6F92D68E-FD18-0946-2108-A5207F37268E}"/>
          </ac:grpSpMkLst>
        </pc:grpChg>
        <pc:grpChg chg="del mod">
          <ac:chgData name="Mahima Weerasinghe" userId="e11e3f55-42da-4e07-8ead-4d7a1d7ea1c6" providerId="ADAL" clId="{79555870-17B4-49F7-B1C8-B4904ED74D5B}" dt="2024-07-21T14:20:15.780" v="2878"/>
          <ac:grpSpMkLst>
            <pc:docMk/>
            <pc:sldMk cId="3027618690" sldId="342"/>
            <ac:grpSpMk id="133" creationId="{94DBC17B-E30A-D281-25CE-3FA162832738}"/>
          </ac:grpSpMkLst>
        </pc:grpChg>
        <pc:grpChg chg="del mod">
          <ac:chgData name="Mahima Weerasinghe" userId="e11e3f55-42da-4e07-8ead-4d7a1d7ea1c6" providerId="ADAL" clId="{79555870-17B4-49F7-B1C8-B4904ED74D5B}" dt="2024-07-21T14:20:20.105" v="2881"/>
          <ac:grpSpMkLst>
            <pc:docMk/>
            <pc:sldMk cId="3027618690" sldId="342"/>
            <ac:grpSpMk id="139" creationId="{55433101-F318-CF2F-0C52-CBE4F0C9132E}"/>
          </ac:grpSpMkLst>
        </pc:grpChg>
        <pc:grpChg chg="del mod">
          <ac:chgData name="Mahima Weerasinghe" userId="e11e3f55-42da-4e07-8ead-4d7a1d7ea1c6" providerId="ADAL" clId="{79555870-17B4-49F7-B1C8-B4904ED74D5B}" dt="2024-07-21T14:20:23.975" v="2888"/>
          <ac:grpSpMkLst>
            <pc:docMk/>
            <pc:sldMk cId="3027618690" sldId="342"/>
            <ac:grpSpMk id="142" creationId="{5283EB0E-5166-9FD8-6604-6A35E4BE70C3}"/>
          </ac:grpSpMkLst>
        </pc:grpChg>
        <pc:grpChg chg="del mod">
          <ac:chgData name="Mahima Weerasinghe" userId="e11e3f55-42da-4e07-8ead-4d7a1d7ea1c6" providerId="ADAL" clId="{79555870-17B4-49F7-B1C8-B4904ED74D5B}" dt="2024-07-21T14:20:28.822" v="2896"/>
          <ac:grpSpMkLst>
            <pc:docMk/>
            <pc:sldMk cId="3027618690" sldId="342"/>
            <ac:grpSpMk id="149" creationId="{C6837AC8-3F88-0FE3-88D0-4AA2DF5C5D75}"/>
          </ac:grpSpMkLst>
        </pc:grpChg>
        <pc:grpChg chg="mod">
          <ac:chgData name="Mahima Weerasinghe" userId="e11e3f55-42da-4e07-8ead-4d7a1d7ea1c6" providerId="ADAL" clId="{79555870-17B4-49F7-B1C8-B4904ED74D5B}" dt="2024-07-21T14:20:28.822" v="2896"/>
          <ac:grpSpMkLst>
            <pc:docMk/>
            <pc:sldMk cId="3027618690" sldId="342"/>
            <ac:grpSpMk id="157" creationId="{A02AA28D-E679-491C-E1B6-5B4F6CD740C3}"/>
          </ac:grpSpMkLst>
        </pc:grpChg>
        <pc:inkChg chg="add mod">
          <ac:chgData name="Mahima Weerasinghe" userId="e11e3f55-42da-4e07-8ead-4d7a1d7ea1c6" providerId="ADAL" clId="{79555870-17B4-49F7-B1C8-B4904ED74D5B}" dt="2024-07-21T14:20:28.822" v="2896"/>
          <ac:inkMkLst>
            <pc:docMk/>
            <pc:sldMk cId="3027618690" sldId="342"/>
            <ac:inkMk id="2" creationId="{249FA713-D52A-1C6F-A68D-05355015EAEF}"/>
          </ac:inkMkLst>
        </pc:inkChg>
        <pc:inkChg chg="add mod">
          <ac:chgData name="Mahima Weerasinghe" userId="e11e3f55-42da-4e07-8ead-4d7a1d7ea1c6" providerId="ADAL" clId="{79555870-17B4-49F7-B1C8-B4904ED74D5B}" dt="2024-07-21T14:20:28.822" v="2896"/>
          <ac:inkMkLst>
            <pc:docMk/>
            <pc:sldMk cId="3027618690" sldId="342"/>
            <ac:inkMk id="3" creationId="{7A3F1E37-BFEF-9A06-6B2D-7F484FCBFB66}"/>
          </ac:inkMkLst>
        </pc:inkChg>
        <pc:inkChg chg="add mod">
          <ac:chgData name="Mahima Weerasinghe" userId="e11e3f55-42da-4e07-8ead-4d7a1d7ea1c6" providerId="ADAL" clId="{79555870-17B4-49F7-B1C8-B4904ED74D5B}" dt="2024-07-21T14:20:28.822" v="2896"/>
          <ac:inkMkLst>
            <pc:docMk/>
            <pc:sldMk cId="3027618690" sldId="342"/>
            <ac:inkMk id="4" creationId="{C315B48B-D168-2B32-755A-2C5E02E1469D}"/>
          </ac:inkMkLst>
        </pc:inkChg>
        <pc:inkChg chg="add mod">
          <ac:chgData name="Mahima Weerasinghe" userId="e11e3f55-42da-4e07-8ead-4d7a1d7ea1c6" providerId="ADAL" clId="{79555870-17B4-49F7-B1C8-B4904ED74D5B}" dt="2024-07-21T14:20:28.822" v="2896"/>
          <ac:inkMkLst>
            <pc:docMk/>
            <pc:sldMk cId="3027618690" sldId="342"/>
            <ac:inkMk id="6" creationId="{2D1CEFFA-197B-BBB2-643C-FF82443260E2}"/>
          </ac:inkMkLst>
        </pc:inkChg>
        <pc:inkChg chg="add mod">
          <ac:chgData name="Mahima Weerasinghe" userId="e11e3f55-42da-4e07-8ead-4d7a1d7ea1c6" providerId="ADAL" clId="{79555870-17B4-49F7-B1C8-B4904ED74D5B}" dt="2024-07-21T14:20:28.822" v="2896"/>
          <ac:inkMkLst>
            <pc:docMk/>
            <pc:sldMk cId="3027618690" sldId="342"/>
            <ac:inkMk id="7" creationId="{E63FC34F-7F81-0E06-DA4D-A5DF2F0B2435}"/>
          </ac:inkMkLst>
        </pc:inkChg>
        <pc:inkChg chg="add mod">
          <ac:chgData name="Mahima Weerasinghe" userId="e11e3f55-42da-4e07-8ead-4d7a1d7ea1c6" providerId="ADAL" clId="{79555870-17B4-49F7-B1C8-B4904ED74D5B}" dt="2024-07-21T14:20:28.822" v="2896"/>
          <ac:inkMkLst>
            <pc:docMk/>
            <pc:sldMk cId="3027618690" sldId="342"/>
            <ac:inkMk id="9" creationId="{85DCE419-2DC2-0EE7-D452-A9BEECDEED36}"/>
          </ac:inkMkLst>
        </pc:inkChg>
        <pc:inkChg chg="add mod">
          <ac:chgData name="Mahima Weerasinghe" userId="e11e3f55-42da-4e07-8ead-4d7a1d7ea1c6" providerId="ADAL" clId="{79555870-17B4-49F7-B1C8-B4904ED74D5B}" dt="2024-07-21T14:20:28.822" v="2896"/>
          <ac:inkMkLst>
            <pc:docMk/>
            <pc:sldMk cId="3027618690" sldId="342"/>
            <ac:inkMk id="11" creationId="{E34C102A-7C1D-3628-5C34-155EC5852D74}"/>
          </ac:inkMkLst>
        </pc:inkChg>
        <pc:inkChg chg="add mod">
          <ac:chgData name="Mahima Weerasinghe" userId="e11e3f55-42da-4e07-8ead-4d7a1d7ea1c6" providerId="ADAL" clId="{79555870-17B4-49F7-B1C8-B4904ED74D5B}" dt="2024-07-21T14:20:28.822" v="2896"/>
          <ac:inkMkLst>
            <pc:docMk/>
            <pc:sldMk cId="3027618690" sldId="342"/>
            <ac:inkMk id="12" creationId="{2961822C-C4BE-44E7-9F1C-5351456F9209}"/>
          </ac:inkMkLst>
        </pc:inkChg>
        <pc:inkChg chg="add mod">
          <ac:chgData name="Mahima Weerasinghe" userId="e11e3f55-42da-4e07-8ead-4d7a1d7ea1c6" providerId="ADAL" clId="{79555870-17B4-49F7-B1C8-B4904ED74D5B}" dt="2024-07-21T14:20:28.822" v="2896"/>
          <ac:inkMkLst>
            <pc:docMk/>
            <pc:sldMk cId="3027618690" sldId="342"/>
            <ac:inkMk id="13" creationId="{E532D705-50A9-28E5-9CD1-E1E10FE04B8B}"/>
          </ac:inkMkLst>
        </pc:inkChg>
        <pc:inkChg chg="add mod">
          <ac:chgData name="Mahima Weerasinghe" userId="e11e3f55-42da-4e07-8ead-4d7a1d7ea1c6" providerId="ADAL" clId="{79555870-17B4-49F7-B1C8-B4904ED74D5B}" dt="2024-07-21T14:20:28.822" v="2896"/>
          <ac:inkMkLst>
            <pc:docMk/>
            <pc:sldMk cId="3027618690" sldId="342"/>
            <ac:inkMk id="14" creationId="{71FEFA83-EA46-6AB9-85F8-4DEC9B209EC4}"/>
          </ac:inkMkLst>
        </pc:inkChg>
        <pc:inkChg chg="add mod">
          <ac:chgData name="Mahima Weerasinghe" userId="e11e3f55-42da-4e07-8ead-4d7a1d7ea1c6" providerId="ADAL" clId="{79555870-17B4-49F7-B1C8-B4904ED74D5B}" dt="2024-07-21T14:20:28.822" v="2896"/>
          <ac:inkMkLst>
            <pc:docMk/>
            <pc:sldMk cId="3027618690" sldId="342"/>
            <ac:inkMk id="15" creationId="{71DC24E6-74B2-CDAE-B5EB-9C118483BF90}"/>
          </ac:inkMkLst>
        </pc:inkChg>
        <pc:inkChg chg="add mod">
          <ac:chgData name="Mahima Weerasinghe" userId="e11e3f55-42da-4e07-8ead-4d7a1d7ea1c6" providerId="ADAL" clId="{79555870-17B4-49F7-B1C8-B4904ED74D5B}" dt="2024-07-21T14:20:28.822" v="2896"/>
          <ac:inkMkLst>
            <pc:docMk/>
            <pc:sldMk cId="3027618690" sldId="342"/>
            <ac:inkMk id="16" creationId="{A39D15A6-55AA-AED4-6343-6183CD3E3BBF}"/>
          </ac:inkMkLst>
        </pc:inkChg>
        <pc:inkChg chg="add mod">
          <ac:chgData name="Mahima Weerasinghe" userId="e11e3f55-42da-4e07-8ead-4d7a1d7ea1c6" providerId="ADAL" clId="{79555870-17B4-49F7-B1C8-B4904ED74D5B}" dt="2024-07-21T14:20:28.822" v="2896"/>
          <ac:inkMkLst>
            <pc:docMk/>
            <pc:sldMk cId="3027618690" sldId="342"/>
            <ac:inkMk id="17" creationId="{E2C2F557-DBA4-5EB4-59C6-F4F812210D9D}"/>
          </ac:inkMkLst>
        </pc:inkChg>
        <pc:inkChg chg="add mod">
          <ac:chgData name="Mahima Weerasinghe" userId="e11e3f55-42da-4e07-8ead-4d7a1d7ea1c6" providerId="ADAL" clId="{79555870-17B4-49F7-B1C8-B4904ED74D5B}" dt="2024-07-21T14:20:28.822" v="2896"/>
          <ac:inkMkLst>
            <pc:docMk/>
            <pc:sldMk cId="3027618690" sldId="342"/>
            <ac:inkMk id="18" creationId="{CC9A624B-096C-E531-2C72-C62230B4D8B0}"/>
          </ac:inkMkLst>
        </pc:inkChg>
        <pc:inkChg chg="add mod">
          <ac:chgData name="Mahima Weerasinghe" userId="e11e3f55-42da-4e07-8ead-4d7a1d7ea1c6" providerId="ADAL" clId="{79555870-17B4-49F7-B1C8-B4904ED74D5B}" dt="2024-07-21T14:20:28.822" v="2896"/>
          <ac:inkMkLst>
            <pc:docMk/>
            <pc:sldMk cId="3027618690" sldId="342"/>
            <ac:inkMk id="19" creationId="{BC65D35F-6CC8-3C58-126C-F797A6CDFD5F}"/>
          </ac:inkMkLst>
        </pc:inkChg>
        <pc:inkChg chg="add mod">
          <ac:chgData name="Mahima Weerasinghe" userId="e11e3f55-42da-4e07-8ead-4d7a1d7ea1c6" providerId="ADAL" clId="{79555870-17B4-49F7-B1C8-B4904ED74D5B}" dt="2024-07-21T14:11:24.273" v="2774"/>
          <ac:inkMkLst>
            <pc:docMk/>
            <pc:sldMk cId="3027618690" sldId="342"/>
            <ac:inkMk id="21" creationId="{EC533B12-9C67-4E4B-F3BF-D7831A99CDBE}"/>
          </ac:inkMkLst>
        </pc:inkChg>
        <pc:inkChg chg="add mod">
          <ac:chgData name="Mahima Weerasinghe" userId="e11e3f55-42da-4e07-8ead-4d7a1d7ea1c6" providerId="ADAL" clId="{79555870-17B4-49F7-B1C8-B4904ED74D5B}" dt="2024-07-21T14:11:24.273" v="2774"/>
          <ac:inkMkLst>
            <pc:docMk/>
            <pc:sldMk cId="3027618690" sldId="342"/>
            <ac:inkMk id="22" creationId="{AB298E76-67F8-2BCD-A759-EAB27F9462EC}"/>
          </ac:inkMkLst>
        </pc:inkChg>
        <pc:inkChg chg="add mod">
          <ac:chgData name="Mahima Weerasinghe" userId="e11e3f55-42da-4e07-8ead-4d7a1d7ea1c6" providerId="ADAL" clId="{79555870-17B4-49F7-B1C8-B4904ED74D5B}" dt="2024-07-21T14:11:24.273" v="2774"/>
          <ac:inkMkLst>
            <pc:docMk/>
            <pc:sldMk cId="3027618690" sldId="342"/>
            <ac:inkMk id="23" creationId="{7CDFF7C2-1895-99A4-3B53-8B8AAC3A6BBF}"/>
          </ac:inkMkLst>
        </pc:inkChg>
        <pc:inkChg chg="add mod">
          <ac:chgData name="Mahima Weerasinghe" userId="e11e3f55-42da-4e07-8ead-4d7a1d7ea1c6" providerId="ADAL" clId="{79555870-17B4-49F7-B1C8-B4904ED74D5B}" dt="2024-07-21T14:11:24.273" v="2774"/>
          <ac:inkMkLst>
            <pc:docMk/>
            <pc:sldMk cId="3027618690" sldId="342"/>
            <ac:inkMk id="24" creationId="{19AECC5A-F1FD-D3A8-9112-FE72F63A25EA}"/>
          </ac:inkMkLst>
        </pc:inkChg>
        <pc:inkChg chg="add mod">
          <ac:chgData name="Mahima Weerasinghe" userId="e11e3f55-42da-4e07-8ead-4d7a1d7ea1c6" providerId="ADAL" clId="{79555870-17B4-49F7-B1C8-B4904ED74D5B}" dt="2024-07-21T14:11:24.273" v="2774"/>
          <ac:inkMkLst>
            <pc:docMk/>
            <pc:sldMk cId="3027618690" sldId="342"/>
            <ac:inkMk id="25" creationId="{774D7A54-A5C0-027E-D24A-A0DAB1C73426}"/>
          </ac:inkMkLst>
        </pc:inkChg>
        <pc:inkChg chg="add mod">
          <ac:chgData name="Mahima Weerasinghe" userId="e11e3f55-42da-4e07-8ead-4d7a1d7ea1c6" providerId="ADAL" clId="{79555870-17B4-49F7-B1C8-B4904ED74D5B}" dt="2024-07-21T14:11:24.273" v="2774"/>
          <ac:inkMkLst>
            <pc:docMk/>
            <pc:sldMk cId="3027618690" sldId="342"/>
            <ac:inkMk id="26" creationId="{FD8BA073-37F0-655E-1D49-700F5BA8C5FA}"/>
          </ac:inkMkLst>
        </pc:inkChg>
        <pc:inkChg chg="add mod">
          <ac:chgData name="Mahima Weerasinghe" userId="e11e3f55-42da-4e07-8ead-4d7a1d7ea1c6" providerId="ADAL" clId="{79555870-17B4-49F7-B1C8-B4904ED74D5B}" dt="2024-07-21T14:11:24.273" v="2774"/>
          <ac:inkMkLst>
            <pc:docMk/>
            <pc:sldMk cId="3027618690" sldId="342"/>
            <ac:inkMk id="27" creationId="{5A010D99-4D2F-E59F-F8E1-91722B6C9213}"/>
          </ac:inkMkLst>
        </pc:inkChg>
        <pc:inkChg chg="add mod">
          <ac:chgData name="Mahima Weerasinghe" userId="e11e3f55-42da-4e07-8ead-4d7a1d7ea1c6" providerId="ADAL" clId="{79555870-17B4-49F7-B1C8-B4904ED74D5B}" dt="2024-07-21T14:11:24.273" v="2774"/>
          <ac:inkMkLst>
            <pc:docMk/>
            <pc:sldMk cId="3027618690" sldId="342"/>
            <ac:inkMk id="28" creationId="{5BC61809-0F9A-8FD2-EDFA-B3334004F476}"/>
          </ac:inkMkLst>
        </pc:inkChg>
        <pc:inkChg chg="add mod">
          <ac:chgData name="Mahima Weerasinghe" userId="e11e3f55-42da-4e07-8ead-4d7a1d7ea1c6" providerId="ADAL" clId="{79555870-17B4-49F7-B1C8-B4904ED74D5B}" dt="2024-07-21T14:11:24.273" v="2774"/>
          <ac:inkMkLst>
            <pc:docMk/>
            <pc:sldMk cId="3027618690" sldId="342"/>
            <ac:inkMk id="29" creationId="{7C43DEF3-4303-AAEE-AFD5-1DA8C01154D5}"/>
          </ac:inkMkLst>
        </pc:inkChg>
        <pc:inkChg chg="add mod">
          <ac:chgData name="Mahima Weerasinghe" userId="e11e3f55-42da-4e07-8ead-4d7a1d7ea1c6" providerId="ADAL" clId="{79555870-17B4-49F7-B1C8-B4904ED74D5B}" dt="2024-07-21T14:11:24.273" v="2774"/>
          <ac:inkMkLst>
            <pc:docMk/>
            <pc:sldMk cId="3027618690" sldId="342"/>
            <ac:inkMk id="30" creationId="{A789BAF8-D5E4-A1C2-E808-1E25F57BBEBD}"/>
          </ac:inkMkLst>
        </pc:inkChg>
        <pc:inkChg chg="add mod">
          <ac:chgData name="Mahima Weerasinghe" userId="e11e3f55-42da-4e07-8ead-4d7a1d7ea1c6" providerId="ADAL" clId="{79555870-17B4-49F7-B1C8-B4904ED74D5B}" dt="2024-07-21T14:11:24.273" v="2774"/>
          <ac:inkMkLst>
            <pc:docMk/>
            <pc:sldMk cId="3027618690" sldId="342"/>
            <ac:inkMk id="31" creationId="{D6A02802-7465-FB24-9547-8938E77239A0}"/>
          </ac:inkMkLst>
        </pc:inkChg>
        <pc:inkChg chg="add mod">
          <ac:chgData name="Mahima Weerasinghe" userId="e11e3f55-42da-4e07-8ead-4d7a1d7ea1c6" providerId="ADAL" clId="{79555870-17B4-49F7-B1C8-B4904ED74D5B}" dt="2024-07-21T14:11:24.273" v="2774"/>
          <ac:inkMkLst>
            <pc:docMk/>
            <pc:sldMk cId="3027618690" sldId="342"/>
            <ac:inkMk id="32" creationId="{92866A20-A56C-4856-2332-95CA7B5DB013}"/>
          </ac:inkMkLst>
        </pc:inkChg>
        <pc:inkChg chg="add mod">
          <ac:chgData name="Mahima Weerasinghe" userId="e11e3f55-42da-4e07-8ead-4d7a1d7ea1c6" providerId="ADAL" clId="{79555870-17B4-49F7-B1C8-B4904ED74D5B}" dt="2024-07-21T14:11:41.928" v="2803"/>
          <ac:inkMkLst>
            <pc:docMk/>
            <pc:sldMk cId="3027618690" sldId="342"/>
            <ac:inkMk id="34" creationId="{52219E11-D697-9665-8826-8E986C0075F3}"/>
          </ac:inkMkLst>
        </pc:inkChg>
        <pc:inkChg chg="add mod">
          <ac:chgData name="Mahima Weerasinghe" userId="e11e3f55-42da-4e07-8ead-4d7a1d7ea1c6" providerId="ADAL" clId="{79555870-17B4-49F7-B1C8-B4904ED74D5B}" dt="2024-07-21T14:11:41.928" v="2803"/>
          <ac:inkMkLst>
            <pc:docMk/>
            <pc:sldMk cId="3027618690" sldId="342"/>
            <ac:inkMk id="35" creationId="{23B53DA4-C32F-4E3E-5F08-E5DE7409321D}"/>
          </ac:inkMkLst>
        </pc:inkChg>
        <pc:inkChg chg="add mod">
          <ac:chgData name="Mahima Weerasinghe" userId="e11e3f55-42da-4e07-8ead-4d7a1d7ea1c6" providerId="ADAL" clId="{79555870-17B4-49F7-B1C8-B4904ED74D5B}" dt="2024-07-21T14:11:41.928" v="2803"/>
          <ac:inkMkLst>
            <pc:docMk/>
            <pc:sldMk cId="3027618690" sldId="342"/>
            <ac:inkMk id="37" creationId="{BF911E19-2909-BC7A-13CE-175214EF38EB}"/>
          </ac:inkMkLst>
        </pc:inkChg>
        <pc:inkChg chg="add mod">
          <ac:chgData name="Mahima Weerasinghe" userId="e11e3f55-42da-4e07-8ead-4d7a1d7ea1c6" providerId="ADAL" clId="{79555870-17B4-49F7-B1C8-B4904ED74D5B}" dt="2024-07-21T14:11:41.928" v="2803"/>
          <ac:inkMkLst>
            <pc:docMk/>
            <pc:sldMk cId="3027618690" sldId="342"/>
            <ac:inkMk id="38" creationId="{5C481817-33D8-A72D-3290-39F53F9CCFDF}"/>
          </ac:inkMkLst>
        </pc:inkChg>
        <pc:inkChg chg="add mod">
          <ac:chgData name="Mahima Weerasinghe" userId="e11e3f55-42da-4e07-8ead-4d7a1d7ea1c6" providerId="ADAL" clId="{79555870-17B4-49F7-B1C8-B4904ED74D5B}" dt="2024-07-21T14:11:41.928" v="2803"/>
          <ac:inkMkLst>
            <pc:docMk/>
            <pc:sldMk cId="3027618690" sldId="342"/>
            <ac:inkMk id="39" creationId="{A04144A8-F77D-691A-9453-FC0D2AB09C5B}"/>
          </ac:inkMkLst>
        </pc:inkChg>
        <pc:inkChg chg="add mod">
          <ac:chgData name="Mahima Weerasinghe" userId="e11e3f55-42da-4e07-8ead-4d7a1d7ea1c6" providerId="ADAL" clId="{79555870-17B4-49F7-B1C8-B4904ED74D5B}" dt="2024-07-21T14:11:41.928" v="2803"/>
          <ac:inkMkLst>
            <pc:docMk/>
            <pc:sldMk cId="3027618690" sldId="342"/>
            <ac:inkMk id="40" creationId="{318FE8DE-D794-8111-E39A-D956DD895C6D}"/>
          </ac:inkMkLst>
        </pc:inkChg>
        <pc:inkChg chg="add mod">
          <ac:chgData name="Mahima Weerasinghe" userId="e11e3f55-42da-4e07-8ead-4d7a1d7ea1c6" providerId="ADAL" clId="{79555870-17B4-49F7-B1C8-B4904ED74D5B}" dt="2024-07-21T14:11:41.928" v="2803"/>
          <ac:inkMkLst>
            <pc:docMk/>
            <pc:sldMk cId="3027618690" sldId="342"/>
            <ac:inkMk id="41" creationId="{A0702374-306B-3118-4A96-B1E70E75C6CF}"/>
          </ac:inkMkLst>
        </pc:inkChg>
        <pc:inkChg chg="add mod">
          <ac:chgData name="Mahima Weerasinghe" userId="e11e3f55-42da-4e07-8ead-4d7a1d7ea1c6" providerId="ADAL" clId="{79555870-17B4-49F7-B1C8-B4904ED74D5B}" dt="2024-07-21T14:11:41.928" v="2803"/>
          <ac:inkMkLst>
            <pc:docMk/>
            <pc:sldMk cId="3027618690" sldId="342"/>
            <ac:inkMk id="42" creationId="{51D6EF15-8823-5DE2-2C37-E6AB43C9E686}"/>
          </ac:inkMkLst>
        </pc:inkChg>
        <pc:inkChg chg="add mod">
          <ac:chgData name="Mahima Weerasinghe" userId="e11e3f55-42da-4e07-8ead-4d7a1d7ea1c6" providerId="ADAL" clId="{79555870-17B4-49F7-B1C8-B4904ED74D5B}" dt="2024-07-21T14:11:41.928" v="2803"/>
          <ac:inkMkLst>
            <pc:docMk/>
            <pc:sldMk cId="3027618690" sldId="342"/>
            <ac:inkMk id="43" creationId="{33529D8E-B1A8-FF83-85AF-F22C28383534}"/>
          </ac:inkMkLst>
        </pc:inkChg>
        <pc:inkChg chg="add mod">
          <ac:chgData name="Mahima Weerasinghe" userId="e11e3f55-42da-4e07-8ead-4d7a1d7ea1c6" providerId="ADAL" clId="{79555870-17B4-49F7-B1C8-B4904ED74D5B}" dt="2024-07-21T14:11:41.928" v="2803"/>
          <ac:inkMkLst>
            <pc:docMk/>
            <pc:sldMk cId="3027618690" sldId="342"/>
            <ac:inkMk id="44" creationId="{ED98679E-B752-2CFF-8A4D-09D6F410FB3B}"/>
          </ac:inkMkLst>
        </pc:inkChg>
        <pc:inkChg chg="add mod">
          <ac:chgData name="Mahima Weerasinghe" userId="e11e3f55-42da-4e07-8ead-4d7a1d7ea1c6" providerId="ADAL" clId="{79555870-17B4-49F7-B1C8-B4904ED74D5B}" dt="2024-07-21T14:11:41.928" v="2803"/>
          <ac:inkMkLst>
            <pc:docMk/>
            <pc:sldMk cId="3027618690" sldId="342"/>
            <ac:inkMk id="45" creationId="{A2F1F7B8-2EE6-AB63-96C5-C5F6C2F2D7CD}"/>
          </ac:inkMkLst>
        </pc:inkChg>
        <pc:inkChg chg="add mod">
          <ac:chgData name="Mahima Weerasinghe" userId="e11e3f55-42da-4e07-8ead-4d7a1d7ea1c6" providerId="ADAL" clId="{79555870-17B4-49F7-B1C8-B4904ED74D5B}" dt="2024-07-21T14:11:41.928" v="2803"/>
          <ac:inkMkLst>
            <pc:docMk/>
            <pc:sldMk cId="3027618690" sldId="342"/>
            <ac:inkMk id="46" creationId="{005DA4CD-9446-6073-E115-4320947A6CE2}"/>
          </ac:inkMkLst>
        </pc:inkChg>
        <pc:inkChg chg="add mod">
          <ac:chgData name="Mahima Weerasinghe" userId="e11e3f55-42da-4e07-8ead-4d7a1d7ea1c6" providerId="ADAL" clId="{79555870-17B4-49F7-B1C8-B4904ED74D5B}" dt="2024-07-21T14:11:41.928" v="2803"/>
          <ac:inkMkLst>
            <pc:docMk/>
            <pc:sldMk cId="3027618690" sldId="342"/>
            <ac:inkMk id="47" creationId="{F3D70E1B-A371-FD49-E15C-2170181DC3E1}"/>
          </ac:inkMkLst>
        </pc:inkChg>
        <pc:inkChg chg="add mod">
          <ac:chgData name="Mahima Weerasinghe" userId="e11e3f55-42da-4e07-8ead-4d7a1d7ea1c6" providerId="ADAL" clId="{79555870-17B4-49F7-B1C8-B4904ED74D5B}" dt="2024-07-21T14:11:41.928" v="2803"/>
          <ac:inkMkLst>
            <pc:docMk/>
            <pc:sldMk cId="3027618690" sldId="342"/>
            <ac:inkMk id="48" creationId="{160AE68C-80BB-810D-0C66-10B8979D0496}"/>
          </ac:inkMkLst>
        </pc:inkChg>
        <pc:inkChg chg="add mod">
          <ac:chgData name="Mahima Weerasinghe" userId="e11e3f55-42da-4e07-8ead-4d7a1d7ea1c6" providerId="ADAL" clId="{79555870-17B4-49F7-B1C8-B4904ED74D5B}" dt="2024-07-21T14:11:41.928" v="2803"/>
          <ac:inkMkLst>
            <pc:docMk/>
            <pc:sldMk cId="3027618690" sldId="342"/>
            <ac:inkMk id="49" creationId="{27BEC4F3-5CD0-DDFA-8A2D-C83D71131D45}"/>
          </ac:inkMkLst>
        </pc:inkChg>
        <pc:inkChg chg="add">
          <ac:chgData name="Mahima Weerasinghe" userId="e11e3f55-42da-4e07-8ead-4d7a1d7ea1c6" providerId="ADAL" clId="{79555870-17B4-49F7-B1C8-B4904ED74D5B}" dt="2024-07-21T14:11:35.488" v="2792" actId="9405"/>
          <ac:inkMkLst>
            <pc:docMk/>
            <pc:sldMk cId="3027618690" sldId="342"/>
            <ac:inkMk id="51" creationId="{E89E8B60-0FB0-60AB-3D35-318928B533F2}"/>
          </ac:inkMkLst>
        </pc:inkChg>
        <pc:inkChg chg="add mod">
          <ac:chgData name="Mahima Weerasinghe" userId="e11e3f55-42da-4e07-8ead-4d7a1d7ea1c6" providerId="ADAL" clId="{79555870-17B4-49F7-B1C8-B4904ED74D5B}" dt="2024-07-21T14:11:38.942" v="2797"/>
          <ac:inkMkLst>
            <pc:docMk/>
            <pc:sldMk cId="3027618690" sldId="342"/>
            <ac:inkMk id="52" creationId="{DFDE74CF-E737-C629-CE94-074EB094B719}"/>
          </ac:inkMkLst>
        </pc:inkChg>
        <pc:inkChg chg="add mod">
          <ac:chgData name="Mahima Weerasinghe" userId="e11e3f55-42da-4e07-8ead-4d7a1d7ea1c6" providerId="ADAL" clId="{79555870-17B4-49F7-B1C8-B4904ED74D5B}" dt="2024-07-21T14:11:38.942" v="2797"/>
          <ac:inkMkLst>
            <pc:docMk/>
            <pc:sldMk cId="3027618690" sldId="342"/>
            <ac:inkMk id="53" creationId="{9CA855B4-CB6D-2420-A15F-C60AF9E8259A}"/>
          </ac:inkMkLst>
        </pc:inkChg>
        <pc:inkChg chg="add mod">
          <ac:chgData name="Mahima Weerasinghe" userId="e11e3f55-42da-4e07-8ead-4d7a1d7ea1c6" providerId="ADAL" clId="{79555870-17B4-49F7-B1C8-B4904ED74D5B}" dt="2024-07-21T14:11:38.942" v="2797"/>
          <ac:inkMkLst>
            <pc:docMk/>
            <pc:sldMk cId="3027618690" sldId="342"/>
            <ac:inkMk id="54" creationId="{1224FD21-9F84-CBAE-24EB-1AEAB41B1942}"/>
          </ac:inkMkLst>
        </pc:inkChg>
        <pc:inkChg chg="add mod">
          <ac:chgData name="Mahima Weerasinghe" userId="e11e3f55-42da-4e07-8ead-4d7a1d7ea1c6" providerId="ADAL" clId="{79555870-17B4-49F7-B1C8-B4904ED74D5B}" dt="2024-07-21T14:11:38.942" v="2797"/>
          <ac:inkMkLst>
            <pc:docMk/>
            <pc:sldMk cId="3027618690" sldId="342"/>
            <ac:inkMk id="55" creationId="{9E891FC9-04C2-2E47-59AB-3ECF19A6B1DE}"/>
          </ac:inkMkLst>
        </pc:inkChg>
        <pc:inkChg chg="add mod">
          <ac:chgData name="Mahima Weerasinghe" userId="e11e3f55-42da-4e07-8ead-4d7a1d7ea1c6" providerId="ADAL" clId="{79555870-17B4-49F7-B1C8-B4904ED74D5B}" dt="2024-07-21T14:11:41.928" v="2803"/>
          <ac:inkMkLst>
            <pc:docMk/>
            <pc:sldMk cId="3027618690" sldId="342"/>
            <ac:inkMk id="57" creationId="{89138DE8-60DC-1DB7-95A6-BDD04E24033F}"/>
          </ac:inkMkLst>
        </pc:inkChg>
        <pc:inkChg chg="add mod">
          <ac:chgData name="Mahima Weerasinghe" userId="e11e3f55-42da-4e07-8ead-4d7a1d7ea1c6" providerId="ADAL" clId="{79555870-17B4-49F7-B1C8-B4904ED74D5B}" dt="2024-07-21T14:11:41.928" v="2803"/>
          <ac:inkMkLst>
            <pc:docMk/>
            <pc:sldMk cId="3027618690" sldId="342"/>
            <ac:inkMk id="58" creationId="{8CF28174-BC63-61C0-E62C-ADA2F7241CC1}"/>
          </ac:inkMkLst>
        </pc:inkChg>
        <pc:inkChg chg="add mod">
          <ac:chgData name="Mahima Weerasinghe" userId="e11e3f55-42da-4e07-8ead-4d7a1d7ea1c6" providerId="ADAL" clId="{79555870-17B4-49F7-B1C8-B4904ED74D5B}" dt="2024-07-21T14:11:41.928" v="2803"/>
          <ac:inkMkLst>
            <pc:docMk/>
            <pc:sldMk cId="3027618690" sldId="342"/>
            <ac:inkMk id="59" creationId="{743D0540-1C22-529E-24FC-E6AF5A1D9C11}"/>
          </ac:inkMkLst>
        </pc:inkChg>
        <pc:inkChg chg="add mod">
          <ac:chgData name="Mahima Weerasinghe" userId="e11e3f55-42da-4e07-8ead-4d7a1d7ea1c6" providerId="ADAL" clId="{79555870-17B4-49F7-B1C8-B4904ED74D5B}" dt="2024-07-21T14:11:41.928" v="2803"/>
          <ac:inkMkLst>
            <pc:docMk/>
            <pc:sldMk cId="3027618690" sldId="342"/>
            <ac:inkMk id="60" creationId="{CE756610-60AC-0481-206E-C298305A368A}"/>
          </ac:inkMkLst>
        </pc:inkChg>
        <pc:inkChg chg="add mod">
          <ac:chgData name="Mahima Weerasinghe" userId="e11e3f55-42da-4e07-8ead-4d7a1d7ea1c6" providerId="ADAL" clId="{79555870-17B4-49F7-B1C8-B4904ED74D5B}" dt="2024-07-21T14:11:41.928" v="2803"/>
          <ac:inkMkLst>
            <pc:docMk/>
            <pc:sldMk cId="3027618690" sldId="342"/>
            <ac:inkMk id="61" creationId="{CDAB737D-4F82-B8BD-6E4C-CF251A830A62}"/>
          </ac:inkMkLst>
        </pc:inkChg>
        <pc:inkChg chg="add">
          <ac:chgData name="Mahima Weerasinghe" userId="e11e3f55-42da-4e07-8ead-4d7a1d7ea1c6" providerId="ADAL" clId="{79555870-17B4-49F7-B1C8-B4904ED74D5B}" dt="2024-07-21T14:11:46.613" v="2804" actId="9405"/>
          <ac:inkMkLst>
            <pc:docMk/>
            <pc:sldMk cId="3027618690" sldId="342"/>
            <ac:inkMk id="65" creationId="{846EEDBB-9331-1151-5FED-A286E07D1E2B}"/>
          </ac:inkMkLst>
        </pc:inkChg>
        <pc:inkChg chg="add">
          <ac:chgData name="Mahima Weerasinghe" userId="e11e3f55-42da-4e07-8ead-4d7a1d7ea1c6" providerId="ADAL" clId="{79555870-17B4-49F7-B1C8-B4904ED74D5B}" dt="2024-07-21T14:11:46.939" v="2805" actId="9405"/>
          <ac:inkMkLst>
            <pc:docMk/>
            <pc:sldMk cId="3027618690" sldId="342"/>
            <ac:inkMk id="66" creationId="{DEC6883C-CA29-56D2-1C01-32019537B6D1}"/>
          </ac:inkMkLst>
        </pc:inkChg>
        <pc:inkChg chg="add mod">
          <ac:chgData name="Mahima Weerasinghe" userId="e11e3f55-42da-4e07-8ead-4d7a1d7ea1c6" providerId="ADAL" clId="{79555870-17B4-49F7-B1C8-B4904ED74D5B}" dt="2024-07-21T14:11:48.550" v="2809"/>
          <ac:inkMkLst>
            <pc:docMk/>
            <pc:sldMk cId="3027618690" sldId="342"/>
            <ac:inkMk id="67" creationId="{8C854737-191F-1BFB-53E7-11F9281C8A4E}"/>
          </ac:inkMkLst>
        </pc:inkChg>
        <pc:inkChg chg="add mod">
          <ac:chgData name="Mahima Weerasinghe" userId="e11e3f55-42da-4e07-8ead-4d7a1d7ea1c6" providerId="ADAL" clId="{79555870-17B4-49F7-B1C8-B4904ED74D5B}" dt="2024-07-21T14:11:48.550" v="2809"/>
          <ac:inkMkLst>
            <pc:docMk/>
            <pc:sldMk cId="3027618690" sldId="342"/>
            <ac:inkMk id="68" creationId="{69B05DF7-9032-82EF-31C0-374A70560F65}"/>
          </ac:inkMkLst>
        </pc:inkChg>
        <pc:inkChg chg="add mod">
          <ac:chgData name="Mahima Weerasinghe" userId="e11e3f55-42da-4e07-8ead-4d7a1d7ea1c6" providerId="ADAL" clId="{79555870-17B4-49F7-B1C8-B4904ED74D5B}" dt="2024-07-21T14:11:48.550" v="2809"/>
          <ac:inkMkLst>
            <pc:docMk/>
            <pc:sldMk cId="3027618690" sldId="342"/>
            <ac:inkMk id="69" creationId="{B8D5375C-CD21-523F-77D5-812A8F5BF16C}"/>
          </ac:inkMkLst>
        </pc:inkChg>
        <pc:inkChg chg="add mod">
          <ac:chgData name="Mahima Weerasinghe" userId="e11e3f55-42da-4e07-8ead-4d7a1d7ea1c6" providerId="ADAL" clId="{79555870-17B4-49F7-B1C8-B4904ED74D5B}" dt="2024-07-21T14:11:59.687" v="2817"/>
          <ac:inkMkLst>
            <pc:docMk/>
            <pc:sldMk cId="3027618690" sldId="342"/>
            <ac:inkMk id="71" creationId="{A6EA185D-75F6-5549-F8D3-85E5D1C2BE40}"/>
          </ac:inkMkLst>
        </pc:inkChg>
        <pc:inkChg chg="add mod">
          <ac:chgData name="Mahima Weerasinghe" userId="e11e3f55-42da-4e07-8ead-4d7a1d7ea1c6" providerId="ADAL" clId="{79555870-17B4-49F7-B1C8-B4904ED74D5B}" dt="2024-07-21T14:11:59.687" v="2817"/>
          <ac:inkMkLst>
            <pc:docMk/>
            <pc:sldMk cId="3027618690" sldId="342"/>
            <ac:inkMk id="72" creationId="{E9B40E62-AE4C-4809-C36E-CE3266C52C29}"/>
          </ac:inkMkLst>
        </pc:inkChg>
        <pc:inkChg chg="add mod">
          <ac:chgData name="Mahima Weerasinghe" userId="e11e3f55-42da-4e07-8ead-4d7a1d7ea1c6" providerId="ADAL" clId="{79555870-17B4-49F7-B1C8-B4904ED74D5B}" dt="2024-07-21T14:11:59.687" v="2817"/>
          <ac:inkMkLst>
            <pc:docMk/>
            <pc:sldMk cId="3027618690" sldId="342"/>
            <ac:inkMk id="74" creationId="{2D32112B-3527-2AE7-F430-9D2AE264BF67}"/>
          </ac:inkMkLst>
        </pc:inkChg>
        <pc:inkChg chg="add mod">
          <ac:chgData name="Mahima Weerasinghe" userId="e11e3f55-42da-4e07-8ead-4d7a1d7ea1c6" providerId="ADAL" clId="{79555870-17B4-49F7-B1C8-B4904ED74D5B}" dt="2024-07-21T14:11:59.687" v="2817"/>
          <ac:inkMkLst>
            <pc:docMk/>
            <pc:sldMk cId="3027618690" sldId="342"/>
            <ac:inkMk id="75" creationId="{7E689B6D-5CD4-1AD9-108E-21822A0BE8E3}"/>
          </ac:inkMkLst>
        </pc:inkChg>
        <pc:inkChg chg="add mod">
          <ac:chgData name="Mahima Weerasinghe" userId="e11e3f55-42da-4e07-8ead-4d7a1d7ea1c6" providerId="ADAL" clId="{79555870-17B4-49F7-B1C8-B4904ED74D5B}" dt="2024-07-21T14:11:59.687" v="2817"/>
          <ac:inkMkLst>
            <pc:docMk/>
            <pc:sldMk cId="3027618690" sldId="342"/>
            <ac:inkMk id="76" creationId="{F1F6DB3F-E44C-1750-47BA-A23744CADFEC}"/>
          </ac:inkMkLst>
        </pc:inkChg>
        <pc:inkChg chg="add mod">
          <ac:chgData name="Mahima Weerasinghe" userId="e11e3f55-42da-4e07-8ead-4d7a1d7ea1c6" providerId="ADAL" clId="{79555870-17B4-49F7-B1C8-B4904ED74D5B}" dt="2024-07-21T14:11:59.687" v="2817"/>
          <ac:inkMkLst>
            <pc:docMk/>
            <pc:sldMk cId="3027618690" sldId="342"/>
            <ac:inkMk id="77" creationId="{7C127100-13EA-E6F2-2779-B503033CFF26}"/>
          </ac:inkMkLst>
        </pc:inkChg>
        <pc:inkChg chg="add mod">
          <ac:chgData name="Mahima Weerasinghe" userId="e11e3f55-42da-4e07-8ead-4d7a1d7ea1c6" providerId="ADAL" clId="{79555870-17B4-49F7-B1C8-B4904ED74D5B}" dt="2024-07-21T14:12:06.750" v="2820"/>
          <ac:inkMkLst>
            <pc:docMk/>
            <pc:sldMk cId="3027618690" sldId="342"/>
            <ac:inkMk id="79" creationId="{CDD53F5C-11D8-D0DF-8046-EDBDA63A8EFB}"/>
          </ac:inkMkLst>
        </pc:inkChg>
        <pc:inkChg chg="add mod">
          <ac:chgData name="Mahima Weerasinghe" userId="e11e3f55-42da-4e07-8ead-4d7a1d7ea1c6" providerId="ADAL" clId="{79555870-17B4-49F7-B1C8-B4904ED74D5B}" dt="2024-07-21T14:12:06.750" v="2820"/>
          <ac:inkMkLst>
            <pc:docMk/>
            <pc:sldMk cId="3027618690" sldId="342"/>
            <ac:inkMk id="80" creationId="{F9B17C83-9607-6DE4-C18D-24E5AA11B715}"/>
          </ac:inkMkLst>
        </pc:inkChg>
        <pc:inkChg chg="add">
          <ac:chgData name="Mahima Weerasinghe" userId="e11e3f55-42da-4e07-8ead-4d7a1d7ea1c6" providerId="ADAL" clId="{79555870-17B4-49F7-B1C8-B4904ED74D5B}" dt="2024-07-21T14:12:34.970" v="2821" actId="9405"/>
          <ac:inkMkLst>
            <pc:docMk/>
            <pc:sldMk cId="3027618690" sldId="342"/>
            <ac:inkMk id="82" creationId="{E6C9B05D-DE68-8F80-F6AF-6BE3D0B88996}"/>
          </ac:inkMkLst>
        </pc:inkChg>
        <pc:inkChg chg="add mod">
          <ac:chgData name="Mahima Weerasinghe" userId="e11e3f55-42da-4e07-8ead-4d7a1d7ea1c6" providerId="ADAL" clId="{79555870-17B4-49F7-B1C8-B4904ED74D5B}" dt="2024-07-21T14:20:28.822" v="2896"/>
          <ac:inkMkLst>
            <pc:docMk/>
            <pc:sldMk cId="3027618690" sldId="342"/>
            <ac:inkMk id="83" creationId="{45119E94-AEEE-D711-4055-673D8B03B6C0}"/>
          </ac:inkMkLst>
        </pc:inkChg>
        <pc:inkChg chg="add mod">
          <ac:chgData name="Mahima Weerasinghe" userId="e11e3f55-42da-4e07-8ead-4d7a1d7ea1c6" providerId="ADAL" clId="{79555870-17B4-49F7-B1C8-B4904ED74D5B}" dt="2024-07-21T14:20:28.822" v="2896"/>
          <ac:inkMkLst>
            <pc:docMk/>
            <pc:sldMk cId="3027618690" sldId="342"/>
            <ac:inkMk id="85" creationId="{CF09DCD9-7415-995F-7999-D39A77CAF7C4}"/>
          </ac:inkMkLst>
        </pc:inkChg>
        <pc:inkChg chg="add mod">
          <ac:chgData name="Mahima Weerasinghe" userId="e11e3f55-42da-4e07-8ead-4d7a1d7ea1c6" providerId="ADAL" clId="{79555870-17B4-49F7-B1C8-B4904ED74D5B}" dt="2024-07-21T14:20:28.822" v="2896"/>
          <ac:inkMkLst>
            <pc:docMk/>
            <pc:sldMk cId="3027618690" sldId="342"/>
            <ac:inkMk id="86" creationId="{57D02DB1-04FD-B731-7D70-BCED344B4008}"/>
          </ac:inkMkLst>
        </pc:inkChg>
        <pc:inkChg chg="add mod">
          <ac:chgData name="Mahima Weerasinghe" userId="e11e3f55-42da-4e07-8ead-4d7a1d7ea1c6" providerId="ADAL" clId="{79555870-17B4-49F7-B1C8-B4904ED74D5B}" dt="2024-07-21T14:20:28.822" v="2896"/>
          <ac:inkMkLst>
            <pc:docMk/>
            <pc:sldMk cId="3027618690" sldId="342"/>
            <ac:inkMk id="87" creationId="{7C6691B7-8AA2-EC1A-E103-51AADA46AAEB}"/>
          </ac:inkMkLst>
        </pc:inkChg>
        <pc:inkChg chg="add mod">
          <ac:chgData name="Mahima Weerasinghe" userId="e11e3f55-42da-4e07-8ead-4d7a1d7ea1c6" providerId="ADAL" clId="{79555870-17B4-49F7-B1C8-B4904ED74D5B}" dt="2024-07-21T14:20:28.822" v="2896"/>
          <ac:inkMkLst>
            <pc:docMk/>
            <pc:sldMk cId="3027618690" sldId="342"/>
            <ac:inkMk id="89" creationId="{80D6B811-4508-F585-06F2-4D3B7CB4C598}"/>
          </ac:inkMkLst>
        </pc:inkChg>
        <pc:inkChg chg="add">
          <ac:chgData name="Mahima Weerasinghe" userId="e11e3f55-42da-4e07-8ead-4d7a1d7ea1c6" providerId="ADAL" clId="{79555870-17B4-49F7-B1C8-B4904ED74D5B}" dt="2024-07-21T14:12:58.066" v="2829" actId="9405"/>
          <ac:inkMkLst>
            <pc:docMk/>
            <pc:sldMk cId="3027618690" sldId="342"/>
            <ac:inkMk id="90" creationId="{434049E3-28DC-111B-55D2-F43312928E9B}"/>
          </ac:inkMkLst>
        </pc:inkChg>
        <pc:inkChg chg="add mod">
          <ac:chgData name="Mahima Weerasinghe" userId="e11e3f55-42da-4e07-8ead-4d7a1d7ea1c6" providerId="ADAL" clId="{79555870-17B4-49F7-B1C8-B4904ED74D5B}" dt="2024-07-21T14:20:28.822" v="2896"/>
          <ac:inkMkLst>
            <pc:docMk/>
            <pc:sldMk cId="3027618690" sldId="342"/>
            <ac:inkMk id="91" creationId="{AD14C473-FB82-B244-C16F-BAD35CA3E595}"/>
          </ac:inkMkLst>
        </pc:inkChg>
        <pc:inkChg chg="add mod">
          <ac:chgData name="Mahima Weerasinghe" userId="e11e3f55-42da-4e07-8ead-4d7a1d7ea1c6" providerId="ADAL" clId="{79555870-17B4-49F7-B1C8-B4904ED74D5B}" dt="2024-07-21T14:20:28.822" v="2896"/>
          <ac:inkMkLst>
            <pc:docMk/>
            <pc:sldMk cId="3027618690" sldId="342"/>
            <ac:inkMk id="92" creationId="{7EAC8749-64FA-275E-08FA-55E023E5A872}"/>
          </ac:inkMkLst>
        </pc:inkChg>
        <pc:inkChg chg="add mod">
          <ac:chgData name="Mahima Weerasinghe" userId="e11e3f55-42da-4e07-8ead-4d7a1d7ea1c6" providerId="ADAL" clId="{79555870-17B4-49F7-B1C8-B4904ED74D5B}" dt="2024-07-21T14:13:33.608" v="2841"/>
          <ac:inkMkLst>
            <pc:docMk/>
            <pc:sldMk cId="3027618690" sldId="342"/>
            <ac:inkMk id="94" creationId="{3B9C4268-1047-D7FE-0666-8006FBAD80B5}"/>
          </ac:inkMkLst>
        </pc:inkChg>
        <pc:inkChg chg="add mod">
          <ac:chgData name="Mahima Weerasinghe" userId="e11e3f55-42da-4e07-8ead-4d7a1d7ea1c6" providerId="ADAL" clId="{79555870-17B4-49F7-B1C8-B4904ED74D5B}" dt="2024-07-21T14:13:33.608" v="2841"/>
          <ac:inkMkLst>
            <pc:docMk/>
            <pc:sldMk cId="3027618690" sldId="342"/>
            <ac:inkMk id="95" creationId="{95A673D9-2FFC-6084-4A7D-3019EA1D3145}"/>
          </ac:inkMkLst>
        </pc:inkChg>
        <pc:inkChg chg="add mod">
          <ac:chgData name="Mahima Weerasinghe" userId="e11e3f55-42da-4e07-8ead-4d7a1d7ea1c6" providerId="ADAL" clId="{79555870-17B4-49F7-B1C8-B4904ED74D5B}" dt="2024-07-21T14:13:33.608" v="2841"/>
          <ac:inkMkLst>
            <pc:docMk/>
            <pc:sldMk cId="3027618690" sldId="342"/>
            <ac:inkMk id="96" creationId="{81BFFE74-2BB3-87A9-5005-5BEFD0053735}"/>
          </ac:inkMkLst>
        </pc:inkChg>
        <pc:inkChg chg="add mod">
          <ac:chgData name="Mahima Weerasinghe" userId="e11e3f55-42da-4e07-8ead-4d7a1d7ea1c6" providerId="ADAL" clId="{79555870-17B4-49F7-B1C8-B4904ED74D5B}" dt="2024-07-21T14:13:33.608" v="2841"/>
          <ac:inkMkLst>
            <pc:docMk/>
            <pc:sldMk cId="3027618690" sldId="342"/>
            <ac:inkMk id="97" creationId="{7580B576-1DF1-EE82-4B11-BB6764D35FB8}"/>
          </ac:inkMkLst>
        </pc:inkChg>
        <pc:inkChg chg="add mod">
          <ac:chgData name="Mahima Weerasinghe" userId="e11e3f55-42da-4e07-8ead-4d7a1d7ea1c6" providerId="ADAL" clId="{79555870-17B4-49F7-B1C8-B4904ED74D5B}" dt="2024-07-21T14:13:33.608" v="2841"/>
          <ac:inkMkLst>
            <pc:docMk/>
            <pc:sldMk cId="3027618690" sldId="342"/>
            <ac:inkMk id="98" creationId="{755DF38D-5B3F-8CF2-EEAA-894A2B3A45D8}"/>
          </ac:inkMkLst>
        </pc:inkChg>
        <pc:inkChg chg="add mod">
          <ac:chgData name="Mahima Weerasinghe" userId="e11e3f55-42da-4e07-8ead-4d7a1d7ea1c6" providerId="ADAL" clId="{79555870-17B4-49F7-B1C8-B4904ED74D5B}" dt="2024-07-21T14:13:33.608" v="2841"/>
          <ac:inkMkLst>
            <pc:docMk/>
            <pc:sldMk cId="3027618690" sldId="342"/>
            <ac:inkMk id="99" creationId="{F02E8F31-128A-6CAE-476B-EBDCB54BE288}"/>
          </ac:inkMkLst>
        </pc:inkChg>
        <pc:inkChg chg="add mod">
          <ac:chgData name="Mahima Weerasinghe" userId="e11e3f55-42da-4e07-8ead-4d7a1d7ea1c6" providerId="ADAL" clId="{79555870-17B4-49F7-B1C8-B4904ED74D5B}" dt="2024-07-21T14:13:33.608" v="2841"/>
          <ac:inkMkLst>
            <pc:docMk/>
            <pc:sldMk cId="3027618690" sldId="342"/>
            <ac:inkMk id="100" creationId="{DDEBF212-F83A-9466-4669-7B701168177A}"/>
          </ac:inkMkLst>
        </pc:inkChg>
        <pc:inkChg chg="add mod">
          <ac:chgData name="Mahima Weerasinghe" userId="e11e3f55-42da-4e07-8ead-4d7a1d7ea1c6" providerId="ADAL" clId="{79555870-17B4-49F7-B1C8-B4904ED74D5B}" dt="2024-07-21T14:13:33.608" v="2841"/>
          <ac:inkMkLst>
            <pc:docMk/>
            <pc:sldMk cId="3027618690" sldId="342"/>
            <ac:inkMk id="101" creationId="{D6A3D823-5249-03AB-F186-51F7FCF91756}"/>
          </ac:inkMkLst>
        </pc:inkChg>
        <pc:inkChg chg="add mod">
          <ac:chgData name="Mahima Weerasinghe" userId="e11e3f55-42da-4e07-8ead-4d7a1d7ea1c6" providerId="ADAL" clId="{79555870-17B4-49F7-B1C8-B4904ED74D5B}" dt="2024-07-21T14:13:43.223" v="2846"/>
          <ac:inkMkLst>
            <pc:docMk/>
            <pc:sldMk cId="3027618690" sldId="342"/>
            <ac:inkMk id="103" creationId="{C01749D3-D278-3B69-C999-C7705A4DCDB4}"/>
          </ac:inkMkLst>
        </pc:inkChg>
        <pc:inkChg chg="add mod">
          <ac:chgData name="Mahima Weerasinghe" userId="e11e3f55-42da-4e07-8ead-4d7a1d7ea1c6" providerId="ADAL" clId="{79555870-17B4-49F7-B1C8-B4904ED74D5B}" dt="2024-07-21T14:13:43.223" v="2846"/>
          <ac:inkMkLst>
            <pc:docMk/>
            <pc:sldMk cId="3027618690" sldId="342"/>
            <ac:inkMk id="104" creationId="{DACF5DB0-373B-FF11-2CEE-2292070D10C7}"/>
          </ac:inkMkLst>
        </pc:inkChg>
        <pc:inkChg chg="add mod">
          <ac:chgData name="Mahima Weerasinghe" userId="e11e3f55-42da-4e07-8ead-4d7a1d7ea1c6" providerId="ADAL" clId="{79555870-17B4-49F7-B1C8-B4904ED74D5B}" dt="2024-07-21T14:13:43.223" v="2846"/>
          <ac:inkMkLst>
            <pc:docMk/>
            <pc:sldMk cId="3027618690" sldId="342"/>
            <ac:inkMk id="106" creationId="{289EC32E-5BAC-0168-0893-A713169C4A08}"/>
          </ac:inkMkLst>
        </pc:inkChg>
        <pc:inkChg chg="add mod">
          <ac:chgData name="Mahima Weerasinghe" userId="e11e3f55-42da-4e07-8ead-4d7a1d7ea1c6" providerId="ADAL" clId="{79555870-17B4-49F7-B1C8-B4904ED74D5B}" dt="2024-07-21T14:13:49.998" v="2853"/>
          <ac:inkMkLst>
            <pc:docMk/>
            <pc:sldMk cId="3027618690" sldId="342"/>
            <ac:inkMk id="108" creationId="{495DB0BD-7FA7-9D06-4706-33A8BA64E560}"/>
          </ac:inkMkLst>
        </pc:inkChg>
        <pc:inkChg chg="add mod">
          <ac:chgData name="Mahima Weerasinghe" userId="e11e3f55-42da-4e07-8ead-4d7a1d7ea1c6" providerId="ADAL" clId="{79555870-17B4-49F7-B1C8-B4904ED74D5B}" dt="2024-07-21T14:13:49.998" v="2853"/>
          <ac:inkMkLst>
            <pc:docMk/>
            <pc:sldMk cId="3027618690" sldId="342"/>
            <ac:inkMk id="109" creationId="{5963EFBF-630F-6C01-9374-3A3043F63934}"/>
          </ac:inkMkLst>
        </pc:inkChg>
        <pc:inkChg chg="add mod">
          <ac:chgData name="Mahima Weerasinghe" userId="e11e3f55-42da-4e07-8ead-4d7a1d7ea1c6" providerId="ADAL" clId="{79555870-17B4-49F7-B1C8-B4904ED74D5B}" dt="2024-07-21T14:13:49.998" v="2853"/>
          <ac:inkMkLst>
            <pc:docMk/>
            <pc:sldMk cId="3027618690" sldId="342"/>
            <ac:inkMk id="110" creationId="{5006B096-983C-A46E-0B9B-767044FD0F61}"/>
          </ac:inkMkLst>
        </pc:inkChg>
        <pc:inkChg chg="add mod">
          <ac:chgData name="Mahima Weerasinghe" userId="e11e3f55-42da-4e07-8ead-4d7a1d7ea1c6" providerId="ADAL" clId="{79555870-17B4-49F7-B1C8-B4904ED74D5B}" dt="2024-07-21T14:13:49.998" v="2853"/>
          <ac:inkMkLst>
            <pc:docMk/>
            <pc:sldMk cId="3027618690" sldId="342"/>
            <ac:inkMk id="111" creationId="{5B7AF0C6-78ED-4561-76B6-B0A2AC695EDB}"/>
          </ac:inkMkLst>
        </pc:inkChg>
        <pc:inkChg chg="add mod">
          <ac:chgData name="Mahima Weerasinghe" userId="e11e3f55-42da-4e07-8ead-4d7a1d7ea1c6" providerId="ADAL" clId="{79555870-17B4-49F7-B1C8-B4904ED74D5B}" dt="2024-07-21T14:13:49.998" v="2853"/>
          <ac:inkMkLst>
            <pc:docMk/>
            <pc:sldMk cId="3027618690" sldId="342"/>
            <ac:inkMk id="112" creationId="{5BF4494F-FE75-31B0-3A1E-318F52922AF7}"/>
          </ac:inkMkLst>
        </pc:inkChg>
        <pc:inkChg chg="add mod">
          <ac:chgData name="Mahima Weerasinghe" userId="e11e3f55-42da-4e07-8ead-4d7a1d7ea1c6" providerId="ADAL" clId="{79555870-17B4-49F7-B1C8-B4904ED74D5B}" dt="2024-07-21T14:13:49.998" v="2853"/>
          <ac:inkMkLst>
            <pc:docMk/>
            <pc:sldMk cId="3027618690" sldId="342"/>
            <ac:inkMk id="113" creationId="{DEEAEC8F-5B70-C0D5-BB23-F94A1F924BB0}"/>
          </ac:inkMkLst>
        </pc:inkChg>
        <pc:inkChg chg="add mod">
          <ac:chgData name="Mahima Weerasinghe" userId="e11e3f55-42da-4e07-8ead-4d7a1d7ea1c6" providerId="ADAL" clId="{79555870-17B4-49F7-B1C8-B4904ED74D5B}" dt="2024-07-21T14:20:28.822" v="2896"/>
          <ac:inkMkLst>
            <pc:docMk/>
            <pc:sldMk cId="3027618690" sldId="342"/>
            <ac:inkMk id="115" creationId="{6585FBC6-2C3C-0B86-C4F0-1756B71E57CB}"/>
          </ac:inkMkLst>
        </pc:inkChg>
        <pc:inkChg chg="add mod">
          <ac:chgData name="Mahima Weerasinghe" userId="e11e3f55-42da-4e07-8ead-4d7a1d7ea1c6" providerId="ADAL" clId="{79555870-17B4-49F7-B1C8-B4904ED74D5B}" dt="2024-07-21T14:20:28.822" v="2896"/>
          <ac:inkMkLst>
            <pc:docMk/>
            <pc:sldMk cId="3027618690" sldId="342"/>
            <ac:inkMk id="116" creationId="{48A709D2-A2D9-8E17-D922-CEA70874FE9C}"/>
          </ac:inkMkLst>
        </pc:inkChg>
        <pc:inkChg chg="add mod">
          <ac:chgData name="Mahima Weerasinghe" userId="e11e3f55-42da-4e07-8ead-4d7a1d7ea1c6" providerId="ADAL" clId="{79555870-17B4-49F7-B1C8-B4904ED74D5B}" dt="2024-07-21T14:20:28.822" v="2896"/>
          <ac:inkMkLst>
            <pc:docMk/>
            <pc:sldMk cId="3027618690" sldId="342"/>
            <ac:inkMk id="117" creationId="{5028F7A5-B172-B12C-6BB2-768F73B7FCD1}"/>
          </ac:inkMkLst>
        </pc:inkChg>
        <pc:inkChg chg="add mod">
          <ac:chgData name="Mahima Weerasinghe" userId="e11e3f55-42da-4e07-8ead-4d7a1d7ea1c6" providerId="ADAL" clId="{79555870-17B4-49F7-B1C8-B4904ED74D5B}" dt="2024-07-21T14:20:28.822" v="2896"/>
          <ac:inkMkLst>
            <pc:docMk/>
            <pc:sldMk cId="3027618690" sldId="342"/>
            <ac:inkMk id="118" creationId="{23120D51-E337-B6A6-F021-2895343AC5CF}"/>
          </ac:inkMkLst>
        </pc:inkChg>
        <pc:inkChg chg="add mod">
          <ac:chgData name="Mahima Weerasinghe" userId="e11e3f55-42da-4e07-8ead-4d7a1d7ea1c6" providerId="ADAL" clId="{79555870-17B4-49F7-B1C8-B4904ED74D5B}" dt="2024-07-21T14:20:28.822" v="2896"/>
          <ac:inkMkLst>
            <pc:docMk/>
            <pc:sldMk cId="3027618690" sldId="342"/>
            <ac:inkMk id="120" creationId="{7D0258C9-2933-C1A0-DBB1-B94F90081F5F}"/>
          </ac:inkMkLst>
        </pc:inkChg>
        <pc:inkChg chg="add mod">
          <ac:chgData name="Mahima Weerasinghe" userId="e11e3f55-42da-4e07-8ead-4d7a1d7ea1c6" providerId="ADAL" clId="{79555870-17B4-49F7-B1C8-B4904ED74D5B}" dt="2024-07-21T14:20:28.822" v="2896"/>
          <ac:inkMkLst>
            <pc:docMk/>
            <pc:sldMk cId="3027618690" sldId="342"/>
            <ac:inkMk id="121" creationId="{606ECEC3-93F7-4052-55B5-1DE49A7DA1FB}"/>
          </ac:inkMkLst>
        </pc:inkChg>
        <pc:inkChg chg="add mod">
          <ac:chgData name="Mahima Weerasinghe" userId="e11e3f55-42da-4e07-8ead-4d7a1d7ea1c6" providerId="ADAL" clId="{79555870-17B4-49F7-B1C8-B4904ED74D5B}" dt="2024-07-21T14:20:28.822" v="2896"/>
          <ac:inkMkLst>
            <pc:docMk/>
            <pc:sldMk cId="3027618690" sldId="342"/>
            <ac:inkMk id="122" creationId="{7FB5056E-566B-364E-D246-047F9BE83599}"/>
          </ac:inkMkLst>
        </pc:inkChg>
        <pc:inkChg chg="add mod">
          <ac:chgData name="Mahima Weerasinghe" userId="e11e3f55-42da-4e07-8ead-4d7a1d7ea1c6" providerId="ADAL" clId="{79555870-17B4-49F7-B1C8-B4904ED74D5B}" dt="2024-07-21T14:20:28.822" v="2896"/>
          <ac:inkMkLst>
            <pc:docMk/>
            <pc:sldMk cId="3027618690" sldId="342"/>
            <ac:inkMk id="123" creationId="{03841076-EF27-0BB9-B99F-5F77FCE09D77}"/>
          </ac:inkMkLst>
        </pc:inkChg>
        <pc:inkChg chg="add mod">
          <ac:chgData name="Mahima Weerasinghe" userId="e11e3f55-42da-4e07-8ead-4d7a1d7ea1c6" providerId="ADAL" clId="{79555870-17B4-49F7-B1C8-B4904ED74D5B}" dt="2024-07-21T14:20:28.822" v="2896"/>
          <ac:inkMkLst>
            <pc:docMk/>
            <pc:sldMk cId="3027618690" sldId="342"/>
            <ac:inkMk id="124" creationId="{9A528606-B5C7-E6C0-FBF6-EC3CAF0C57A5}"/>
          </ac:inkMkLst>
        </pc:inkChg>
        <pc:inkChg chg="add mod">
          <ac:chgData name="Mahima Weerasinghe" userId="e11e3f55-42da-4e07-8ead-4d7a1d7ea1c6" providerId="ADAL" clId="{79555870-17B4-49F7-B1C8-B4904ED74D5B}" dt="2024-07-21T14:20:28.822" v="2896"/>
          <ac:inkMkLst>
            <pc:docMk/>
            <pc:sldMk cId="3027618690" sldId="342"/>
            <ac:inkMk id="125" creationId="{DFB1E929-F92B-3E47-2064-B5BCB7F74663}"/>
          </ac:inkMkLst>
        </pc:inkChg>
        <pc:inkChg chg="add mod">
          <ac:chgData name="Mahima Weerasinghe" userId="e11e3f55-42da-4e07-8ead-4d7a1d7ea1c6" providerId="ADAL" clId="{79555870-17B4-49F7-B1C8-B4904ED74D5B}" dt="2024-07-21T14:20:28.822" v="2896"/>
          <ac:inkMkLst>
            <pc:docMk/>
            <pc:sldMk cId="3027618690" sldId="342"/>
            <ac:inkMk id="126" creationId="{A17BCCF1-1DC9-56AC-D763-D61AED4722FB}"/>
          </ac:inkMkLst>
        </pc:inkChg>
        <pc:inkChg chg="add mod">
          <ac:chgData name="Mahima Weerasinghe" userId="e11e3f55-42da-4e07-8ead-4d7a1d7ea1c6" providerId="ADAL" clId="{79555870-17B4-49F7-B1C8-B4904ED74D5B}" dt="2024-07-21T14:20:28.822" v="2896"/>
          <ac:inkMkLst>
            <pc:docMk/>
            <pc:sldMk cId="3027618690" sldId="342"/>
            <ac:inkMk id="127" creationId="{697B3FD1-CC7D-E7D7-811A-8F203E11BBD0}"/>
          </ac:inkMkLst>
        </pc:inkChg>
        <pc:inkChg chg="add mod">
          <ac:chgData name="Mahima Weerasinghe" userId="e11e3f55-42da-4e07-8ead-4d7a1d7ea1c6" providerId="ADAL" clId="{79555870-17B4-49F7-B1C8-B4904ED74D5B}" dt="2024-07-21T14:20:28.822" v="2896"/>
          <ac:inkMkLst>
            <pc:docMk/>
            <pc:sldMk cId="3027618690" sldId="342"/>
            <ac:inkMk id="128" creationId="{01ED2713-7A3A-4320-CAD7-12CCBA875332}"/>
          </ac:inkMkLst>
        </pc:inkChg>
        <pc:inkChg chg="add mod">
          <ac:chgData name="Mahima Weerasinghe" userId="e11e3f55-42da-4e07-8ead-4d7a1d7ea1c6" providerId="ADAL" clId="{79555870-17B4-49F7-B1C8-B4904ED74D5B}" dt="2024-07-21T14:20:28.822" v="2896"/>
          <ac:inkMkLst>
            <pc:docMk/>
            <pc:sldMk cId="3027618690" sldId="342"/>
            <ac:inkMk id="129" creationId="{BC072615-1A2D-F367-36C1-F28955B5A239}"/>
          </ac:inkMkLst>
        </pc:inkChg>
        <pc:inkChg chg="add mod">
          <ac:chgData name="Mahima Weerasinghe" userId="e11e3f55-42da-4e07-8ead-4d7a1d7ea1c6" providerId="ADAL" clId="{79555870-17B4-49F7-B1C8-B4904ED74D5B}" dt="2024-07-21T14:20:28.822" v="2896"/>
          <ac:inkMkLst>
            <pc:docMk/>
            <pc:sldMk cId="3027618690" sldId="342"/>
            <ac:inkMk id="130" creationId="{C0C84CB3-B704-A6BE-52C1-4806CB118AD7}"/>
          </ac:inkMkLst>
        </pc:inkChg>
        <pc:inkChg chg="add mod">
          <ac:chgData name="Mahima Weerasinghe" userId="e11e3f55-42da-4e07-8ead-4d7a1d7ea1c6" providerId="ADAL" clId="{79555870-17B4-49F7-B1C8-B4904ED74D5B}" dt="2024-07-21T14:20:28.822" v="2896"/>
          <ac:inkMkLst>
            <pc:docMk/>
            <pc:sldMk cId="3027618690" sldId="342"/>
            <ac:inkMk id="131" creationId="{C10110D6-A02B-E743-0D9F-D5104E8BB8C0}"/>
          </ac:inkMkLst>
        </pc:inkChg>
        <pc:inkChg chg="add mod">
          <ac:chgData name="Mahima Weerasinghe" userId="e11e3f55-42da-4e07-8ead-4d7a1d7ea1c6" providerId="ADAL" clId="{79555870-17B4-49F7-B1C8-B4904ED74D5B}" dt="2024-07-21T14:20:28.822" v="2896"/>
          <ac:inkMkLst>
            <pc:docMk/>
            <pc:sldMk cId="3027618690" sldId="342"/>
            <ac:inkMk id="132" creationId="{A99C871C-0127-B2FB-2FA7-18CB93F9BBDF}"/>
          </ac:inkMkLst>
        </pc:inkChg>
        <pc:inkChg chg="add mod">
          <ac:chgData name="Mahima Weerasinghe" userId="e11e3f55-42da-4e07-8ead-4d7a1d7ea1c6" providerId="ADAL" clId="{79555870-17B4-49F7-B1C8-B4904ED74D5B}" dt="2024-07-21T14:20:28.822" v="2896"/>
          <ac:inkMkLst>
            <pc:docMk/>
            <pc:sldMk cId="3027618690" sldId="342"/>
            <ac:inkMk id="134" creationId="{83F39CA4-A701-DA6D-CFD2-1EDB8A86CC88}"/>
          </ac:inkMkLst>
        </pc:inkChg>
        <pc:inkChg chg="add mod">
          <ac:chgData name="Mahima Weerasinghe" userId="e11e3f55-42da-4e07-8ead-4d7a1d7ea1c6" providerId="ADAL" clId="{79555870-17B4-49F7-B1C8-B4904ED74D5B}" dt="2024-07-21T14:20:28.822" v="2896"/>
          <ac:inkMkLst>
            <pc:docMk/>
            <pc:sldMk cId="3027618690" sldId="342"/>
            <ac:inkMk id="135" creationId="{44AFB67B-9D1F-F3EB-262B-0D8110FEF619}"/>
          </ac:inkMkLst>
        </pc:inkChg>
        <pc:inkChg chg="add mod">
          <ac:chgData name="Mahima Weerasinghe" userId="e11e3f55-42da-4e07-8ead-4d7a1d7ea1c6" providerId="ADAL" clId="{79555870-17B4-49F7-B1C8-B4904ED74D5B}" dt="2024-07-21T14:20:28.822" v="2896"/>
          <ac:inkMkLst>
            <pc:docMk/>
            <pc:sldMk cId="3027618690" sldId="342"/>
            <ac:inkMk id="136" creationId="{5D9C9551-3E69-3155-9D66-410A07133D66}"/>
          </ac:inkMkLst>
        </pc:inkChg>
        <pc:inkChg chg="add mod">
          <ac:chgData name="Mahima Weerasinghe" userId="e11e3f55-42da-4e07-8ead-4d7a1d7ea1c6" providerId="ADAL" clId="{79555870-17B4-49F7-B1C8-B4904ED74D5B}" dt="2024-07-21T14:20:28.822" v="2896"/>
          <ac:inkMkLst>
            <pc:docMk/>
            <pc:sldMk cId="3027618690" sldId="342"/>
            <ac:inkMk id="137" creationId="{BBEE939A-BA96-1779-9EB7-04D5E9AA4181}"/>
          </ac:inkMkLst>
        </pc:inkChg>
        <pc:inkChg chg="add mod">
          <ac:chgData name="Mahima Weerasinghe" userId="e11e3f55-42da-4e07-8ead-4d7a1d7ea1c6" providerId="ADAL" clId="{79555870-17B4-49F7-B1C8-B4904ED74D5B}" dt="2024-07-21T14:20:28.822" v="2896"/>
          <ac:inkMkLst>
            <pc:docMk/>
            <pc:sldMk cId="3027618690" sldId="342"/>
            <ac:inkMk id="138" creationId="{FAE4275C-34FF-BD64-95EE-5954A31B7680}"/>
          </ac:inkMkLst>
        </pc:inkChg>
        <pc:inkChg chg="add mod">
          <ac:chgData name="Mahima Weerasinghe" userId="e11e3f55-42da-4e07-8ead-4d7a1d7ea1c6" providerId="ADAL" clId="{79555870-17B4-49F7-B1C8-B4904ED74D5B}" dt="2024-07-21T14:20:28.822" v="2896"/>
          <ac:inkMkLst>
            <pc:docMk/>
            <pc:sldMk cId="3027618690" sldId="342"/>
            <ac:inkMk id="140" creationId="{7CA453E2-04A7-5EE6-9A5F-D8DB0ACF25B4}"/>
          </ac:inkMkLst>
        </pc:inkChg>
        <pc:inkChg chg="add mod">
          <ac:chgData name="Mahima Weerasinghe" userId="e11e3f55-42da-4e07-8ead-4d7a1d7ea1c6" providerId="ADAL" clId="{79555870-17B4-49F7-B1C8-B4904ED74D5B}" dt="2024-07-21T14:20:28.822" v="2896"/>
          <ac:inkMkLst>
            <pc:docMk/>
            <pc:sldMk cId="3027618690" sldId="342"/>
            <ac:inkMk id="141" creationId="{C19D206A-26A8-7BAD-C426-8A623CA2437C}"/>
          </ac:inkMkLst>
        </pc:inkChg>
        <pc:inkChg chg="add mod">
          <ac:chgData name="Mahima Weerasinghe" userId="e11e3f55-42da-4e07-8ead-4d7a1d7ea1c6" providerId="ADAL" clId="{79555870-17B4-49F7-B1C8-B4904ED74D5B}" dt="2024-07-21T14:20:28.822" v="2896"/>
          <ac:inkMkLst>
            <pc:docMk/>
            <pc:sldMk cId="3027618690" sldId="342"/>
            <ac:inkMk id="143" creationId="{DCF19742-D730-5846-B558-A6D076C1EA94}"/>
          </ac:inkMkLst>
        </pc:inkChg>
        <pc:inkChg chg="add mod">
          <ac:chgData name="Mahima Weerasinghe" userId="e11e3f55-42da-4e07-8ead-4d7a1d7ea1c6" providerId="ADAL" clId="{79555870-17B4-49F7-B1C8-B4904ED74D5B}" dt="2024-07-21T14:20:28.822" v="2896"/>
          <ac:inkMkLst>
            <pc:docMk/>
            <pc:sldMk cId="3027618690" sldId="342"/>
            <ac:inkMk id="144" creationId="{8B69E6E5-AEA7-98C7-7FDF-8C73F5554004}"/>
          </ac:inkMkLst>
        </pc:inkChg>
        <pc:inkChg chg="add mod">
          <ac:chgData name="Mahima Weerasinghe" userId="e11e3f55-42da-4e07-8ead-4d7a1d7ea1c6" providerId="ADAL" clId="{79555870-17B4-49F7-B1C8-B4904ED74D5B}" dt="2024-07-21T14:20:28.822" v="2896"/>
          <ac:inkMkLst>
            <pc:docMk/>
            <pc:sldMk cId="3027618690" sldId="342"/>
            <ac:inkMk id="145" creationId="{8AEB6F2F-23EA-382C-C2F8-C4AB416C0717}"/>
          </ac:inkMkLst>
        </pc:inkChg>
        <pc:inkChg chg="add mod">
          <ac:chgData name="Mahima Weerasinghe" userId="e11e3f55-42da-4e07-8ead-4d7a1d7ea1c6" providerId="ADAL" clId="{79555870-17B4-49F7-B1C8-B4904ED74D5B}" dt="2024-07-21T14:20:28.822" v="2896"/>
          <ac:inkMkLst>
            <pc:docMk/>
            <pc:sldMk cId="3027618690" sldId="342"/>
            <ac:inkMk id="146" creationId="{7E266841-E33F-F0F2-8DEC-9DD02EB24CC2}"/>
          </ac:inkMkLst>
        </pc:inkChg>
        <pc:inkChg chg="add mod">
          <ac:chgData name="Mahima Weerasinghe" userId="e11e3f55-42da-4e07-8ead-4d7a1d7ea1c6" providerId="ADAL" clId="{79555870-17B4-49F7-B1C8-B4904ED74D5B}" dt="2024-07-21T14:20:28.822" v="2896"/>
          <ac:inkMkLst>
            <pc:docMk/>
            <pc:sldMk cId="3027618690" sldId="342"/>
            <ac:inkMk id="147" creationId="{53C20EC5-0320-BE0C-F28E-FFA3955DBDF8}"/>
          </ac:inkMkLst>
        </pc:inkChg>
        <pc:inkChg chg="add mod">
          <ac:chgData name="Mahima Weerasinghe" userId="e11e3f55-42da-4e07-8ead-4d7a1d7ea1c6" providerId="ADAL" clId="{79555870-17B4-49F7-B1C8-B4904ED74D5B}" dt="2024-07-21T14:20:28.822" v="2896"/>
          <ac:inkMkLst>
            <pc:docMk/>
            <pc:sldMk cId="3027618690" sldId="342"/>
            <ac:inkMk id="148" creationId="{23A17084-0205-2E18-9356-9AC8001594E8}"/>
          </ac:inkMkLst>
        </pc:inkChg>
        <pc:inkChg chg="add mod">
          <ac:chgData name="Mahima Weerasinghe" userId="e11e3f55-42da-4e07-8ead-4d7a1d7ea1c6" providerId="ADAL" clId="{79555870-17B4-49F7-B1C8-B4904ED74D5B}" dt="2024-07-21T14:20:28.822" v="2896"/>
          <ac:inkMkLst>
            <pc:docMk/>
            <pc:sldMk cId="3027618690" sldId="342"/>
            <ac:inkMk id="150" creationId="{158368BB-1127-F111-1D91-D8AA0FAB7FFF}"/>
          </ac:inkMkLst>
        </pc:inkChg>
        <pc:inkChg chg="add mod">
          <ac:chgData name="Mahima Weerasinghe" userId="e11e3f55-42da-4e07-8ead-4d7a1d7ea1c6" providerId="ADAL" clId="{79555870-17B4-49F7-B1C8-B4904ED74D5B}" dt="2024-07-21T14:20:28.822" v="2896"/>
          <ac:inkMkLst>
            <pc:docMk/>
            <pc:sldMk cId="3027618690" sldId="342"/>
            <ac:inkMk id="151" creationId="{067CC500-29D3-8C2E-2ACF-543EF4AEDA84}"/>
          </ac:inkMkLst>
        </pc:inkChg>
        <pc:inkChg chg="add mod">
          <ac:chgData name="Mahima Weerasinghe" userId="e11e3f55-42da-4e07-8ead-4d7a1d7ea1c6" providerId="ADAL" clId="{79555870-17B4-49F7-B1C8-B4904ED74D5B}" dt="2024-07-21T14:20:28.822" v="2896"/>
          <ac:inkMkLst>
            <pc:docMk/>
            <pc:sldMk cId="3027618690" sldId="342"/>
            <ac:inkMk id="152" creationId="{705C447B-E401-1E4F-127D-8CC4EDA10BAF}"/>
          </ac:inkMkLst>
        </pc:inkChg>
        <pc:inkChg chg="add mod">
          <ac:chgData name="Mahima Weerasinghe" userId="e11e3f55-42da-4e07-8ead-4d7a1d7ea1c6" providerId="ADAL" clId="{79555870-17B4-49F7-B1C8-B4904ED74D5B}" dt="2024-07-21T14:20:28.822" v="2896"/>
          <ac:inkMkLst>
            <pc:docMk/>
            <pc:sldMk cId="3027618690" sldId="342"/>
            <ac:inkMk id="153" creationId="{3674A760-5443-6697-5F99-E4FD837BE9C2}"/>
          </ac:inkMkLst>
        </pc:inkChg>
        <pc:inkChg chg="add mod">
          <ac:chgData name="Mahima Weerasinghe" userId="e11e3f55-42da-4e07-8ead-4d7a1d7ea1c6" providerId="ADAL" clId="{79555870-17B4-49F7-B1C8-B4904ED74D5B}" dt="2024-07-21T14:20:28.822" v="2896"/>
          <ac:inkMkLst>
            <pc:docMk/>
            <pc:sldMk cId="3027618690" sldId="342"/>
            <ac:inkMk id="154" creationId="{75AACAD4-AEE3-7294-E0CD-5B79CBAA1EEF}"/>
          </ac:inkMkLst>
        </pc:inkChg>
        <pc:inkChg chg="add mod">
          <ac:chgData name="Mahima Weerasinghe" userId="e11e3f55-42da-4e07-8ead-4d7a1d7ea1c6" providerId="ADAL" clId="{79555870-17B4-49F7-B1C8-B4904ED74D5B}" dt="2024-07-21T14:20:28.822" v="2896"/>
          <ac:inkMkLst>
            <pc:docMk/>
            <pc:sldMk cId="3027618690" sldId="342"/>
            <ac:inkMk id="155" creationId="{E735CC7A-DA55-94CC-8121-50B709A841C2}"/>
          </ac:inkMkLst>
        </pc:inkChg>
        <pc:inkChg chg="add mod">
          <ac:chgData name="Mahima Weerasinghe" userId="e11e3f55-42da-4e07-8ead-4d7a1d7ea1c6" providerId="ADAL" clId="{79555870-17B4-49F7-B1C8-B4904ED74D5B}" dt="2024-07-21T14:20:28.822" v="2896"/>
          <ac:inkMkLst>
            <pc:docMk/>
            <pc:sldMk cId="3027618690" sldId="342"/>
            <ac:inkMk id="156" creationId="{8EF30141-C9EB-72B4-7670-BDE8EF696E0F}"/>
          </ac:inkMkLst>
        </pc:inkChg>
      </pc:sldChg>
    </pc:docChg>
  </pc:docChgLst>
  <pc:docChgLst>
    <pc:chgData name="Mahima Weerasinghe" userId="e11e3f55-42da-4e07-8ead-4d7a1d7ea1c6" providerId="ADAL" clId="{8ABCB1B7-0EEE-402E-ABA1-2899E0E283B1}"/>
    <pc:docChg chg="undo custSel addSld delSld modSld sldOrd">
      <pc:chgData name="Mahima Weerasinghe" userId="e11e3f55-42da-4e07-8ead-4d7a1d7ea1c6" providerId="ADAL" clId="{8ABCB1B7-0EEE-402E-ABA1-2899E0E283B1}" dt="2024-08-04T03:24:11.973" v="416" actId="20577"/>
      <pc:docMkLst>
        <pc:docMk/>
      </pc:docMkLst>
      <pc:sldChg chg="del">
        <pc:chgData name="Mahima Weerasinghe" userId="e11e3f55-42da-4e07-8ead-4d7a1d7ea1c6" providerId="ADAL" clId="{8ABCB1B7-0EEE-402E-ABA1-2899E0E283B1}" dt="2024-08-04T03:19:35.952" v="241" actId="47"/>
        <pc:sldMkLst>
          <pc:docMk/>
          <pc:sldMk cId="0" sldId="257"/>
        </pc:sldMkLst>
      </pc:sldChg>
      <pc:sldChg chg="del">
        <pc:chgData name="Mahima Weerasinghe" userId="e11e3f55-42da-4e07-8ead-4d7a1d7ea1c6" providerId="ADAL" clId="{8ABCB1B7-0EEE-402E-ABA1-2899E0E283B1}" dt="2024-08-04T03:19:36.894" v="242" actId="47"/>
        <pc:sldMkLst>
          <pc:docMk/>
          <pc:sldMk cId="0" sldId="258"/>
        </pc:sldMkLst>
      </pc:sldChg>
      <pc:sldChg chg="del">
        <pc:chgData name="Mahima Weerasinghe" userId="e11e3f55-42da-4e07-8ead-4d7a1d7ea1c6" providerId="ADAL" clId="{8ABCB1B7-0EEE-402E-ABA1-2899E0E283B1}" dt="2024-08-04T03:20:07.566" v="245" actId="47"/>
        <pc:sldMkLst>
          <pc:docMk/>
          <pc:sldMk cId="0" sldId="259"/>
        </pc:sldMkLst>
      </pc:sldChg>
      <pc:sldChg chg="del">
        <pc:chgData name="Mahima Weerasinghe" userId="e11e3f55-42da-4e07-8ead-4d7a1d7ea1c6" providerId="ADAL" clId="{8ABCB1B7-0EEE-402E-ABA1-2899E0E283B1}" dt="2024-08-04T03:20:07.566" v="245" actId="47"/>
        <pc:sldMkLst>
          <pc:docMk/>
          <pc:sldMk cId="0" sldId="260"/>
        </pc:sldMkLst>
      </pc:sldChg>
      <pc:sldChg chg="del">
        <pc:chgData name="Mahima Weerasinghe" userId="e11e3f55-42da-4e07-8ead-4d7a1d7ea1c6" providerId="ADAL" clId="{8ABCB1B7-0EEE-402E-ABA1-2899E0E283B1}" dt="2024-08-04T03:20:07.566" v="245" actId="47"/>
        <pc:sldMkLst>
          <pc:docMk/>
          <pc:sldMk cId="0" sldId="261"/>
        </pc:sldMkLst>
      </pc:sldChg>
      <pc:sldChg chg="del">
        <pc:chgData name="Mahima Weerasinghe" userId="e11e3f55-42da-4e07-8ead-4d7a1d7ea1c6" providerId="ADAL" clId="{8ABCB1B7-0EEE-402E-ABA1-2899E0E283B1}" dt="2024-08-04T03:20:07.566" v="245" actId="47"/>
        <pc:sldMkLst>
          <pc:docMk/>
          <pc:sldMk cId="0" sldId="262"/>
        </pc:sldMkLst>
      </pc:sldChg>
      <pc:sldChg chg="del">
        <pc:chgData name="Mahima Weerasinghe" userId="e11e3f55-42da-4e07-8ead-4d7a1d7ea1c6" providerId="ADAL" clId="{8ABCB1B7-0EEE-402E-ABA1-2899E0E283B1}" dt="2024-08-04T03:20:07.566" v="245" actId="47"/>
        <pc:sldMkLst>
          <pc:docMk/>
          <pc:sldMk cId="0" sldId="263"/>
        </pc:sldMkLst>
      </pc:sldChg>
      <pc:sldChg chg="del">
        <pc:chgData name="Mahima Weerasinghe" userId="e11e3f55-42da-4e07-8ead-4d7a1d7ea1c6" providerId="ADAL" clId="{8ABCB1B7-0EEE-402E-ABA1-2899E0E283B1}" dt="2024-08-04T03:20:07.566" v="245" actId="47"/>
        <pc:sldMkLst>
          <pc:docMk/>
          <pc:sldMk cId="0" sldId="264"/>
        </pc:sldMkLst>
      </pc:sldChg>
      <pc:sldChg chg="del">
        <pc:chgData name="Mahima Weerasinghe" userId="e11e3f55-42da-4e07-8ead-4d7a1d7ea1c6" providerId="ADAL" clId="{8ABCB1B7-0EEE-402E-ABA1-2899E0E283B1}" dt="2024-08-04T03:20:07.566" v="245" actId="47"/>
        <pc:sldMkLst>
          <pc:docMk/>
          <pc:sldMk cId="0" sldId="265"/>
        </pc:sldMkLst>
      </pc:sldChg>
      <pc:sldChg chg="del">
        <pc:chgData name="Mahima Weerasinghe" userId="e11e3f55-42da-4e07-8ead-4d7a1d7ea1c6" providerId="ADAL" clId="{8ABCB1B7-0EEE-402E-ABA1-2899E0E283B1}" dt="2024-08-04T03:20:07.566" v="245" actId="47"/>
        <pc:sldMkLst>
          <pc:docMk/>
          <pc:sldMk cId="0" sldId="266"/>
        </pc:sldMkLst>
      </pc:sldChg>
      <pc:sldChg chg="del">
        <pc:chgData name="Mahima Weerasinghe" userId="e11e3f55-42da-4e07-8ead-4d7a1d7ea1c6" providerId="ADAL" clId="{8ABCB1B7-0EEE-402E-ABA1-2899E0E283B1}" dt="2024-08-04T03:20:07.566" v="245" actId="47"/>
        <pc:sldMkLst>
          <pc:docMk/>
          <pc:sldMk cId="0" sldId="267"/>
        </pc:sldMkLst>
      </pc:sldChg>
      <pc:sldChg chg="del">
        <pc:chgData name="Mahima Weerasinghe" userId="e11e3f55-42da-4e07-8ead-4d7a1d7ea1c6" providerId="ADAL" clId="{8ABCB1B7-0EEE-402E-ABA1-2899E0E283B1}" dt="2024-08-04T03:20:07.566" v="245" actId="47"/>
        <pc:sldMkLst>
          <pc:docMk/>
          <pc:sldMk cId="0" sldId="268"/>
        </pc:sldMkLst>
      </pc:sldChg>
      <pc:sldChg chg="del">
        <pc:chgData name="Mahima Weerasinghe" userId="e11e3f55-42da-4e07-8ead-4d7a1d7ea1c6" providerId="ADAL" clId="{8ABCB1B7-0EEE-402E-ABA1-2899E0E283B1}" dt="2024-08-04T03:20:07.566" v="245" actId="47"/>
        <pc:sldMkLst>
          <pc:docMk/>
          <pc:sldMk cId="0" sldId="269"/>
        </pc:sldMkLst>
      </pc:sldChg>
      <pc:sldChg chg="del">
        <pc:chgData name="Mahima Weerasinghe" userId="e11e3f55-42da-4e07-8ead-4d7a1d7ea1c6" providerId="ADAL" clId="{8ABCB1B7-0EEE-402E-ABA1-2899E0E283B1}" dt="2024-08-04T03:20:07.566" v="245" actId="47"/>
        <pc:sldMkLst>
          <pc:docMk/>
          <pc:sldMk cId="0" sldId="270"/>
        </pc:sldMkLst>
      </pc:sldChg>
      <pc:sldChg chg="del">
        <pc:chgData name="Mahima Weerasinghe" userId="e11e3f55-42da-4e07-8ead-4d7a1d7ea1c6" providerId="ADAL" clId="{8ABCB1B7-0EEE-402E-ABA1-2899E0E283B1}" dt="2024-08-04T03:20:07.566" v="245" actId="47"/>
        <pc:sldMkLst>
          <pc:docMk/>
          <pc:sldMk cId="0" sldId="271"/>
        </pc:sldMkLst>
      </pc:sldChg>
      <pc:sldChg chg="del">
        <pc:chgData name="Mahima Weerasinghe" userId="e11e3f55-42da-4e07-8ead-4d7a1d7ea1c6" providerId="ADAL" clId="{8ABCB1B7-0EEE-402E-ABA1-2899E0E283B1}" dt="2024-08-04T03:20:07.566" v="245" actId="47"/>
        <pc:sldMkLst>
          <pc:docMk/>
          <pc:sldMk cId="0" sldId="272"/>
        </pc:sldMkLst>
      </pc:sldChg>
      <pc:sldChg chg="del">
        <pc:chgData name="Mahima Weerasinghe" userId="e11e3f55-42da-4e07-8ead-4d7a1d7ea1c6" providerId="ADAL" clId="{8ABCB1B7-0EEE-402E-ABA1-2899E0E283B1}" dt="2024-08-04T03:20:07.566" v="245" actId="47"/>
        <pc:sldMkLst>
          <pc:docMk/>
          <pc:sldMk cId="0" sldId="273"/>
        </pc:sldMkLst>
      </pc:sldChg>
      <pc:sldChg chg="del">
        <pc:chgData name="Mahima Weerasinghe" userId="e11e3f55-42da-4e07-8ead-4d7a1d7ea1c6" providerId="ADAL" clId="{8ABCB1B7-0EEE-402E-ABA1-2899E0E283B1}" dt="2024-08-04T03:20:07.566" v="245" actId="47"/>
        <pc:sldMkLst>
          <pc:docMk/>
          <pc:sldMk cId="0" sldId="274"/>
        </pc:sldMkLst>
      </pc:sldChg>
      <pc:sldChg chg="del">
        <pc:chgData name="Mahima Weerasinghe" userId="e11e3f55-42da-4e07-8ead-4d7a1d7ea1c6" providerId="ADAL" clId="{8ABCB1B7-0EEE-402E-ABA1-2899E0E283B1}" dt="2024-08-04T03:20:07.566" v="245" actId="47"/>
        <pc:sldMkLst>
          <pc:docMk/>
          <pc:sldMk cId="0" sldId="275"/>
        </pc:sldMkLst>
      </pc:sldChg>
      <pc:sldChg chg="del">
        <pc:chgData name="Mahima Weerasinghe" userId="e11e3f55-42da-4e07-8ead-4d7a1d7ea1c6" providerId="ADAL" clId="{8ABCB1B7-0EEE-402E-ABA1-2899E0E283B1}" dt="2024-08-04T03:20:07.566" v="245" actId="47"/>
        <pc:sldMkLst>
          <pc:docMk/>
          <pc:sldMk cId="0" sldId="276"/>
        </pc:sldMkLst>
      </pc:sldChg>
      <pc:sldChg chg="del">
        <pc:chgData name="Mahima Weerasinghe" userId="e11e3f55-42da-4e07-8ead-4d7a1d7ea1c6" providerId="ADAL" clId="{8ABCB1B7-0EEE-402E-ABA1-2899E0E283B1}" dt="2024-08-04T03:20:07.566" v="245" actId="47"/>
        <pc:sldMkLst>
          <pc:docMk/>
          <pc:sldMk cId="0" sldId="277"/>
        </pc:sldMkLst>
      </pc:sldChg>
      <pc:sldChg chg="del">
        <pc:chgData name="Mahima Weerasinghe" userId="e11e3f55-42da-4e07-8ead-4d7a1d7ea1c6" providerId="ADAL" clId="{8ABCB1B7-0EEE-402E-ABA1-2899E0E283B1}" dt="2024-08-04T03:20:07.566" v="245" actId="47"/>
        <pc:sldMkLst>
          <pc:docMk/>
          <pc:sldMk cId="0" sldId="278"/>
        </pc:sldMkLst>
      </pc:sldChg>
      <pc:sldChg chg="del">
        <pc:chgData name="Mahima Weerasinghe" userId="e11e3f55-42da-4e07-8ead-4d7a1d7ea1c6" providerId="ADAL" clId="{8ABCB1B7-0EEE-402E-ABA1-2899E0E283B1}" dt="2024-08-04T03:20:07.566" v="245" actId="47"/>
        <pc:sldMkLst>
          <pc:docMk/>
          <pc:sldMk cId="0" sldId="279"/>
        </pc:sldMkLst>
      </pc:sldChg>
      <pc:sldChg chg="del">
        <pc:chgData name="Mahima Weerasinghe" userId="e11e3f55-42da-4e07-8ead-4d7a1d7ea1c6" providerId="ADAL" clId="{8ABCB1B7-0EEE-402E-ABA1-2899E0E283B1}" dt="2024-08-04T03:20:07.566" v="245" actId="47"/>
        <pc:sldMkLst>
          <pc:docMk/>
          <pc:sldMk cId="0" sldId="280"/>
        </pc:sldMkLst>
      </pc:sldChg>
      <pc:sldChg chg="del">
        <pc:chgData name="Mahima Weerasinghe" userId="e11e3f55-42da-4e07-8ead-4d7a1d7ea1c6" providerId="ADAL" clId="{8ABCB1B7-0EEE-402E-ABA1-2899E0E283B1}" dt="2024-08-04T03:20:07.566" v="245" actId="47"/>
        <pc:sldMkLst>
          <pc:docMk/>
          <pc:sldMk cId="0" sldId="281"/>
        </pc:sldMkLst>
      </pc:sldChg>
      <pc:sldChg chg="del">
        <pc:chgData name="Mahima Weerasinghe" userId="e11e3f55-42da-4e07-8ead-4d7a1d7ea1c6" providerId="ADAL" clId="{8ABCB1B7-0EEE-402E-ABA1-2899E0E283B1}" dt="2024-08-04T03:20:07.566" v="245" actId="47"/>
        <pc:sldMkLst>
          <pc:docMk/>
          <pc:sldMk cId="0" sldId="282"/>
        </pc:sldMkLst>
      </pc:sldChg>
      <pc:sldChg chg="del">
        <pc:chgData name="Mahima Weerasinghe" userId="e11e3f55-42da-4e07-8ead-4d7a1d7ea1c6" providerId="ADAL" clId="{8ABCB1B7-0EEE-402E-ABA1-2899E0E283B1}" dt="2024-08-04T03:20:07.566" v="245" actId="47"/>
        <pc:sldMkLst>
          <pc:docMk/>
          <pc:sldMk cId="0" sldId="283"/>
        </pc:sldMkLst>
      </pc:sldChg>
      <pc:sldChg chg="del">
        <pc:chgData name="Mahima Weerasinghe" userId="e11e3f55-42da-4e07-8ead-4d7a1d7ea1c6" providerId="ADAL" clId="{8ABCB1B7-0EEE-402E-ABA1-2899E0E283B1}" dt="2024-08-04T03:20:07.566" v="245" actId="47"/>
        <pc:sldMkLst>
          <pc:docMk/>
          <pc:sldMk cId="0" sldId="284"/>
        </pc:sldMkLst>
      </pc:sldChg>
      <pc:sldChg chg="del">
        <pc:chgData name="Mahima Weerasinghe" userId="e11e3f55-42da-4e07-8ead-4d7a1d7ea1c6" providerId="ADAL" clId="{8ABCB1B7-0EEE-402E-ABA1-2899E0E283B1}" dt="2024-08-04T03:20:07.566" v="245" actId="47"/>
        <pc:sldMkLst>
          <pc:docMk/>
          <pc:sldMk cId="0" sldId="285"/>
        </pc:sldMkLst>
      </pc:sldChg>
      <pc:sldChg chg="del">
        <pc:chgData name="Mahima Weerasinghe" userId="e11e3f55-42da-4e07-8ead-4d7a1d7ea1c6" providerId="ADAL" clId="{8ABCB1B7-0EEE-402E-ABA1-2899E0E283B1}" dt="2024-08-04T03:20:07.566" v="245" actId="47"/>
        <pc:sldMkLst>
          <pc:docMk/>
          <pc:sldMk cId="0" sldId="286"/>
        </pc:sldMkLst>
      </pc:sldChg>
      <pc:sldChg chg="del">
        <pc:chgData name="Mahima Weerasinghe" userId="e11e3f55-42da-4e07-8ead-4d7a1d7ea1c6" providerId="ADAL" clId="{8ABCB1B7-0EEE-402E-ABA1-2899E0E283B1}" dt="2024-08-04T03:20:07.566" v="245" actId="47"/>
        <pc:sldMkLst>
          <pc:docMk/>
          <pc:sldMk cId="0" sldId="287"/>
        </pc:sldMkLst>
      </pc:sldChg>
      <pc:sldChg chg="del">
        <pc:chgData name="Mahima Weerasinghe" userId="e11e3f55-42da-4e07-8ead-4d7a1d7ea1c6" providerId="ADAL" clId="{8ABCB1B7-0EEE-402E-ABA1-2899E0E283B1}" dt="2024-08-04T03:20:07.566" v="245" actId="47"/>
        <pc:sldMkLst>
          <pc:docMk/>
          <pc:sldMk cId="0" sldId="288"/>
        </pc:sldMkLst>
      </pc:sldChg>
      <pc:sldChg chg="del">
        <pc:chgData name="Mahima Weerasinghe" userId="e11e3f55-42da-4e07-8ead-4d7a1d7ea1c6" providerId="ADAL" clId="{8ABCB1B7-0EEE-402E-ABA1-2899E0E283B1}" dt="2024-08-04T03:20:07.566" v="245" actId="47"/>
        <pc:sldMkLst>
          <pc:docMk/>
          <pc:sldMk cId="0" sldId="289"/>
        </pc:sldMkLst>
      </pc:sldChg>
      <pc:sldChg chg="del">
        <pc:chgData name="Mahima Weerasinghe" userId="e11e3f55-42da-4e07-8ead-4d7a1d7ea1c6" providerId="ADAL" clId="{8ABCB1B7-0EEE-402E-ABA1-2899E0E283B1}" dt="2024-08-04T03:20:07.566" v="245" actId="47"/>
        <pc:sldMkLst>
          <pc:docMk/>
          <pc:sldMk cId="0" sldId="290"/>
        </pc:sldMkLst>
      </pc:sldChg>
      <pc:sldChg chg="del">
        <pc:chgData name="Mahima Weerasinghe" userId="e11e3f55-42da-4e07-8ead-4d7a1d7ea1c6" providerId="ADAL" clId="{8ABCB1B7-0EEE-402E-ABA1-2899E0E283B1}" dt="2024-08-04T03:20:07.566" v="245" actId="47"/>
        <pc:sldMkLst>
          <pc:docMk/>
          <pc:sldMk cId="0" sldId="291"/>
        </pc:sldMkLst>
      </pc:sldChg>
      <pc:sldChg chg="del">
        <pc:chgData name="Mahima Weerasinghe" userId="e11e3f55-42da-4e07-8ead-4d7a1d7ea1c6" providerId="ADAL" clId="{8ABCB1B7-0EEE-402E-ABA1-2899E0E283B1}" dt="2024-08-04T03:20:07.566" v="245" actId="47"/>
        <pc:sldMkLst>
          <pc:docMk/>
          <pc:sldMk cId="0" sldId="292"/>
        </pc:sldMkLst>
      </pc:sldChg>
      <pc:sldChg chg="del">
        <pc:chgData name="Mahima Weerasinghe" userId="e11e3f55-42da-4e07-8ead-4d7a1d7ea1c6" providerId="ADAL" clId="{8ABCB1B7-0EEE-402E-ABA1-2899E0E283B1}" dt="2024-08-04T03:20:07.566" v="245" actId="47"/>
        <pc:sldMkLst>
          <pc:docMk/>
          <pc:sldMk cId="0" sldId="293"/>
        </pc:sldMkLst>
      </pc:sldChg>
      <pc:sldChg chg="del">
        <pc:chgData name="Mahima Weerasinghe" userId="e11e3f55-42da-4e07-8ead-4d7a1d7ea1c6" providerId="ADAL" clId="{8ABCB1B7-0EEE-402E-ABA1-2899E0E283B1}" dt="2024-08-04T03:20:07.566" v="245" actId="47"/>
        <pc:sldMkLst>
          <pc:docMk/>
          <pc:sldMk cId="0" sldId="294"/>
        </pc:sldMkLst>
      </pc:sldChg>
      <pc:sldChg chg="del">
        <pc:chgData name="Mahima Weerasinghe" userId="e11e3f55-42da-4e07-8ead-4d7a1d7ea1c6" providerId="ADAL" clId="{8ABCB1B7-0EEE-402E-ABA1-2899E0E283B1}" dt="2024-08-04T03:20:07.566" v="245" actId="47"/>
        <pc:sldMkLst>
          <pc:docMk/>
          <pc:sldMk cId="0" sldId="295"/>
        </pc:sldMkLst>
      </pc:sldChg>
      <pc:sldChg chg="del">
        <pc:chgData name="Mahima Weerasinghe" userId="e11e3f55-42da-4e07-8ead-4d7a1d7ea1c6" providerId="ADAL" clId="{8ABCB1B7-0EEE-402E-ABA1-2899E0E283B1}" dt="2024-08-04T03:20:07.566" v="245" actId="47"/>
        <pc:sldMkLst>
          <pc:docMk/>
          <pc:sldMk cId="0" sldId="296"/>
        </pc:sldMkLst>
      </pc:sldChg>
      <pc:sldChg chg="del">
        <pc:chgData name="Mahima Weerasinghe" userId="e11e3f55-42da-4e07-8ead-4d7a1d7ea1c6" providerId="ADAL" clId="{8ABCB1B7-0EEE-402E-ABA1-2899E0E283B1}" dt="2024-08-04T03:20:07.566" v="245" actId="47"/>
        <pc:sldMkLst>
          <pc:docMk/>
          <pc:sldMk cId="0" sldId="297"/>
        </pc:sldMkLst>
      </pc:sldChg>
      <pc:sldChg chg="del">
        <pc:chgData name="Mahima Weerasinghe" userId="e11e3f55-42da-4e07-8ead-4d7a1d7ea1c6" providerId="ADAL" clId="{8ABCB1B7-0EEE-402E-ABA1-2899E0E283B1}" dt="2024-08-04T03:20:07.566" v="245" actId="47"/>
        <pc:sldMkLst>
          <pc:docMk/>
          <pc:sldMk cId="0" sldId="298"/>
        </pc:sldMkLst>
      </pc:sldChg>
      <pc:sldChg chg="del">
        <pc:chgData name="Mahima Weerasinghe" userId="e11e3f55-42da-4e07-8ead-4d7a1d7ea1c6" providerId="ADAL" clId="{8ABCB1B7-0EEE-402E-ABA1-2899E0E283B1}" dt="2024-08-04T03:20:07.566" v="245" actId="47"/>
        <pc:sldMkLst>
          <pc:docMk/>
          <pc:sldMk cId="0" sldId="299"/>
        </pc:sldMkLst>
      </pc:sldChg>
      <pc:sldChg chg="del">
        <pc:chgData name="Mahima Weerasinghe" userId="e11e3f55-42da-4e07-8ead-4d7a1d7ea1c6" providerId="ADAL" clId="{8ABCB1B7-0EEE-402E-ABA1-2899E0E283B1}" dt="2024-08-04T03:20:07.566" v="245" actId="47"/>
        <pc:sldMkLst>
          <pc:docMk/>
          <pc:sldMk cId="0" sldId="300"/>
        </pc:sldMkLst>
      </pc:sldChg>
      <pc:sldChg chg="del">
        <pc:chgData name="Mahima Weerasinghe" userId="e11e3f55-42da-4e07-8ead-4d7a1d7ea1c6" providerId="ADAL" clId="{8ABCB1B7-0EEE-402E-ABA1-2899E0E283B1}" dt="2024-08-04T03:20:07.566" v="245" actId="47"/>
        <pc:sldMkLst>
          <pc:docMk/>
          <pc:sldMk cId="0" sldId="301"/>
        </pc:sldMkLst>
      </pc:sldChg>
      <pc:sldChg chg="del">
        <pc:chgData name="Mahima Weerasinghe" userId="e11e3f55-42da-4e07-8ead-4d7a1d7ea1c6" providerId="ADAL" clId="{8ABCB1B7-0EEE-402E-ABA1-2899E0E283B1}" dt="2024-08-04T03:20:07.566" v="245" actId="47"/>
        <pc:sldMkLst>
          <pc:docMk/>
          <pc:sldMk cId="0" sldId="302"/>
        </pc:sldMkLst>
      </pc:sldChg>
      <pc:sldChg chg="del">
        <pc:chgData name="Mahima Weerasinghe" userId="e11e3f55-42da-4e07-8ead-4d7a1d7ea1c6" providerId="ADAL" clId="{8ABCB1B7-0EEE-402E-ABA1-2899E0E283B1}" dt="2024-08-04T03:20:07.566" v="245" actId="47"/>
        <pc:sldMkLst>
          <pc:docMk/>
          <pc:sldMk cId="0" sldId="303"/>
        </pc:sldMkLst>
      </pc:sldChg>
      <pc:sldChg chg="del">
        <pc:chgData name="Mahima Weerasinghe" userId="e11e3f55-42da-4e07-8ead-4d7a1d7ea1c6" providerId="ADAL" clId="{8ABCB1B7-0EEE-402E-ABA1-2899E0E283B1}" dt="2024-08-04T03:20:07.566" v="245" actId="47"/>
        <pc:sldMkLst>
          <pc:docMk/>
          <pc:sldMk cId="0" sldId="304"/>
        </pc:sldMkLst>
      </pc:sldChg>
      <pc:sldChg chg="del">
        <pc:chgData name="Mahima Weerasinghe" userId="e11e3f55-42da-4e07-8ead-4d7a1d7ea1c6" providerId="ADAL" clId="{8ABCB1B7-0EEE-402E-ABA1-2899E0E283B1}" dt="2024-08-04T03:20:07.566" v="245" actId="47"/>
        <pc:sldMkLst>
          <pc:docMk/>
          <pc:sldMk cId="0" sldId="305"/>
        </pc:sldMkLst>
      </pc:sldChg>
      <pc:sldChg chg="del">
        <pc:chgData name="Mahima Weerasinghe" userId="e11e3f55-42da-4e07-8ead-4d7a1d7ea1c6" providerId="ADAL" clId="{8ABCB1B7-0EEE-402E-ABA1-2899E0E283B1}" dt="2024-08-04T03:20:07.566" v="245" actId="47"/>
        <pc:sldMkLst>
          <pc:docMk/>
          <pc:sldMk cId="0" sldId="306"/>
        </pc:sldMkLst>
      </pc:sldChg>
      <pc:sldChg chg="del">
        <pc:chgData name="Mahima Weerasinghe" userId="e11e3f55-42da-4e07-8ead-4d7a1d7ea1c6" providerId="ADAL" clId="{8ABCB1B7-0EEE-402E-ABA1-2899E0E283B1}" dt="2024-08-04T03:20:07.566" v="245" actId="47"/>
        <pc:sldMkLst>
          <pc:docMk/>
          <pc:sldMk cId="0" sldId="307"/>
        </pc:sldMkLst>
      </pc:sldChg>
      <pc:sldChg chg="del">
        <pc:chgData name="Mahima Weerasinghe" userId="e11e3f55-42da-4e07-8ead-4d7a1d7ea1c6" providerId="ADAL" clId="{8ABCB1B7-0EEE-402E-ABA1-2899E0E283B1}" dt="2024-08-04T03:20:07.566" v="245" actId="47"/>
        <pc:sldMkLst>
          <pc:docMk/>
          <pc:sldMk cId="0" sldId="308"/>
        </pc:sldMkLst>
      </pc:sldChg>
      <pc:sldChg chg="del">
        <pc:chgData name="Mahima Weerasinghe" userId="e11e3f55-42da-4e07-8ead-4d7a1d7ea1c6" providerId="ADAL" clId="{8ABCB1B7-0EEE-402E-ABA1-2899E0E283B1}" dt="2024-08-04T03:20:07.566" v="245" actId="47"/>
        <pc:sldMkLst>
          <pc:docMk/>
          <pc:sldMk cId="0" sldId="309"/>
        </pc:sldMkLst>
      </pc:sldChg>
      <pc:sldChg chg="del">
        <pc:chgData name="Mahima Weerasinghe" userId="e11e3f55-42da-4e07-8ead-4d7a1d7ea1c6" providerId="ADAL" clId="{8ABCB1B7-0EEE-402E-ABA1-2899E0E283B1}" dt="2024-08-04T03:20:07.566" v="245" actId="47"/>
        <pc:sldMkLst>
          <pc:docMk/>
          <pc:sldMk cId="0" sldId="310"/>
        </pc:sldMkLst>
      </pc:sldChg>
      <pc:sldChg chg="del">
        <pc:chgData name="Mahima Weerasinghe" userId="e11e3f55-42da-4e07-8ead-4d7a1d7ea1c6" providerId="ADAL" clId="{8ABCB1B7-0EEE-402E-ABA1-2899E0E283B1}" dt="2024-08-04T03:20:07.566" v="245" actId="47"/>
        <pc:sldMkLst>
          <pc:docMk/>
          <pc:sldMk cId="0" sldId="311"/>
        </pc:sldMkLst>
      </pc:sldChg>
      <pc:sldChg chg="del">
        <pc:chgData name="Mahima Weerasinghe" userId="e11e3f55-42da-4e07-8ead-4d7a1d7ea1c6" providerId="ADAL" clId="{8ABCB1B7-0EEE-402E-ABA1-2899E0E283B1}" dt="2024-08-04T03:20:07.566" v="245" actId="47"/>
        <pc:sldMkLst>
          <pc:docMk/>
          <pc:sldMk cId="0" sldId="312"/>
        </pc:sldMkLst>
      </pc:sldChg>
      <pc:sldChg chg="del">
        <pc:chgData name="Mahima Weerasinghe" userId="e11e3f55-42da-4e07-8ead-4d7a1d7ea1c6" providerId="ADAL" clId="{8ABCB1B7-0EEE-402E-ABA1-2899E0E283B1}" dt="2024-08-04T03:20:07.566" v="245" actId="47"/>
        <pc:sldMkLst>
          <pc:docMk/>
          <pc:sldMk cId="0" sldId="313"/>
        </pc:sldMkLst>
      </pc:sldChg>
      <pc:sldChg chg="del">
        <pc:chgData name="Mahima Weerasinghe" userId="e11e3f55-42da-4e07-8ead-4d7a1d7ea1c6" providerId="ADAL" clId="{8ABCB1B7-0EEE-402E-ABA1-2899E0E283B1}" dt="2024-08-04T03:20:07.566" v="245" actId="47"/>
        <pc:sldMkLst>
          <pc:docMk/>
          <pc:sldMk cId="0" sldId="314"/>
        </pc:sldMkLst>
      </pc:sldChg>
      <pc:sldChg chg="del">
        <pc:chgData name="Mahima Weerasinghe" userId="e11e3f55-42da-4e07-8ead-4d7a1d7ea1c6" providerId="ADAL" clId="{8ABCB1B7-0EEE-402E-ABA1-2899E0E283B1}" dt="2024-08-04T03:20:07.566" v="245" actId="47"/>
        <pc:sldMkLst>
          <pc:docMk/>
          <pc:sldMk cId="0" sldId="315"/>
        </pc:sldMkLst>
      </pc:sldChg>
      <pc:sldChg chg="del">
        <pc:chgData name="Mahima Weerasinghe" userId="e11e3f55-42da-4e07-8ead-4d7a1d7ea1c6" providerId="ADAL" clId="{8ABCB1B7-0EEE-402E-ABA1-2899E0E283B1}" dt="2024-08-04T03:20:07.566" v="245" actId="47"/>
        <pc:sldMkLst>
          <pc:docMk/>
          <pc:sldMk cId="0" sldId="316"/>
        </pc:sldMkLst>
      </pc:sldChg>
      <pc:sldChg chg="del">
        <pc:chgData name="Mahima Weerasinghe" userId="e11e3f55-42da-4e07-8ead-4d7a1d7ea1c6" providerId="ADAL" clId="{8ABCB1B7-0EEE-402E-ABA1-2899E0E283B1}" dt="2024-08-04T03:20:07.566" v="245" actId="47"/>
        <pc:sldMkLst>
          <pc:docMk/>
          <pc:sldMk cId="0" sldId="317"/>
        </pc:sldMkLst>
      </pc:sldChg>
      <pc:sldChg chg="del">
        <pc:chgData name="Mahima Weerasinghe" userId="e11e3f55-42da-4e07-8ead-4d7a1d7ea1c6" providerId="ADAL" clId="{8ABCB1B7-0EEE-402E-ABA1-2899E0E283B1}" dt="2024-08-04T03:20:07.566" v="245" actId="47"/>
        <pc:sldMkLst>
          <pc:docMk/>
          <pc:sldMk cId="0" sldId="318"/>
        </pc:sldMkLst>
      </pc:sldChg>
      <pc:sldChg chg="del">
        <pc:chgData name="Mahima Weerasinghe" userId="e11e3f55-42da-4e07-8ead-4d7a1d7ea1c6" providerId="ADAL" clId="{8ABCB1B7-0EEE-402E-ABA1-2899E0E283B1}" dt="2024-08-04T03:20:07.566" v="245" actId="47"/>
        <pc:sldMkLst>
          <pc:docMk/>
          <pc:sldMk cId="0" sldId="319"/>
        </pc:sldMkLst>
      </pc:sldChg>
      <pc:sldChg chg="del">
        <pc:chgData name="Mahima Weerasinghe" userId="e11e3f55-42da-4e07-8ead-4d7a1d7ea1c6" providerId="ADAL" clId="{8ABCB1B7-0EEE-402E-ABA1-2899E0E283B1}" dt="2024-08-04T03:20:07.566" v="245" actId="47"/>
        <pc:sldMkLst>
          <pc:docMk/>
          <pc:sldMk cId="0" sldId="320"/>
        </pc:sldMkLst>
      </pc:sldChg>
      <pc:sldChg chg="del">
        <pc:chgData name="Mahima Weerasinghe" userId="e11e3f55-42da-4e07-8ead-4d7a1d7ea1c6" providerId="ADAL" clId="{8ABCB1B7-0EEE-402E-ABA1-2899E0E283B1}" dt="2024-08-04T03:20:07.566" v="245" actId="47"/>
        <pc:sldMkLst>
          <pc:docMk/>
          <pc:sldMk cId="0" sldId="321"/>
        </pc:sldMkLst>
      </pc:sldChg>
      <pc:sldChg chg="del">
        <pc:chgData name="Mahima Weerasinghe" userId="e11e3f55-42da-4e07-8ead-4d7a1d7ea1c6" providerId="ADAL" clId="{8ABCB1B7-0EEE-402E-ABA1-2899E0E283B1}" dt="2024-08-04T03:20:07.566" v="245" actId="47"/>
        <pc:sldMkLst>
          <pc:docMk/>
          <pc:sldMk cId="0" sldId="322"/>
        </pc:sldMkLst>
      </pc:sldChg>
      <pc:sldChg chg="del">
        <pc:chgData name="Mahima Weerasinghe" userId="e11e3f55-42da-4e07-8ead-4d7a1d7ea1c6" providerId="ADAL" clId="{8ABCB1B7-0EEE-402E-ABA1-2899E0E283B1}" dt="2024-08-04T03:20:07.566" v="245" actId="47"/>
        <pc:sldMkLst>
          <pc:docMk/>
          <pc:sldMk cId="0" sldId="323"/>
        </pc:sldMkLst>
      </pc:sldChg>
      <pc:sldChg chg="del">
        <pc:chgData name="Mahima Weerasinghe" userId="e11e3f55-42da-4e07-8ead-4d7a1d7ea1c6" providerId="ADAL" clId="{8ABCB1B7-0EEE-402E-ABA1-2899E0E283B1}" dt="2024-08-04T03:20:07.566" v="245" actId="47"/>
        <pc:sldMkLst>
          <pc:docMk/>
          <pc:sldMk cId="0" sldId="324"/>
        </pc:sldMkLst>
      </pc:sldChg>
      <pc:sldChg chg="del">
        <pc:chgData name="Mahima Weerasinghe" userId="e11e3f55-42da-4e07-8ead-4d7a1d7ea1c6" providerId="ADAL" clId="{8ABCB1B7-0EEE-402E-ABA1-2899E0E283B1}" dt="2024-08-04T03:20:07.566" v="245" actId="47"/>
        <pc:sldMkLst>
          <pc:docMk/>
          <pc:sldMk cId="0" sldId="325"/>
        </pc:sldMkLst>
      </pc:sldChg>
      <pc:sldChg chg="addSp delSp modSp mod">
        <pc:chgData name="Mahima Weerasinghe" userId="e11e3f55-42da-4e07-8ead-4d7a1d7ea1c6" providerId="ADAL" clId="{8ABCB1B7-0EEE-402E-ABA1-2899E0E283B1}" dt="2024-08-04T03:24:11.973" v="416" actId="20577"/>
        <pc:sldMkLst>
          <pc:docMk/>
          <pc:sldMk cId="0" sldId="326"/>
        </pc:sldMkLst>
        <pc:spChg chg="mod">
          <ac:chgData name="Mahima Weerasinghe" userId="e11e3f55-42da-4e07-8ead-4d7a1d7ea1c6" providerId="ADAL" clId="{8ABCB1B7-0EEE-402E-ABA1-2899E0E283B1}" dt="2024-08-04T03:20:21.658" v="246" actId="14100"/>
          <ac:spMkLst>
            <pc:docMk/>
            <pc:sldMk cId="0" sldId="326"/>
            <ac:spMk id="2" creationId="{00000000-0000-0000-0000-000000000000}"/>
          </ac:spMkLst>
        </pc:spChg>
        <pc:spChg chg="del mod">
          <ac:chgData name="Mahima Weerasinghe" userId="e11e3f55-42da-4e07-8ead-4d7a1d7ea1c6" providerId="ADAL" clId="{8ABCB1B7-0EEE-402E-ABA1-2899E0E283B1}" dt="2024-08-04T03:23:07.762" v="331" actId="478"/>
          <ac:spMkLst>
            <pc:docMk/>
            <pc:sldMk cId="0" sldId="326"/>
            <ac:spMk id="3" creationId="{00000000-0000-0000-0000-000000000000}"/>
          </ac:spMkLst>
        </pc:spChg>
        <pc:spChg chg="del">
          <ac:chgData name="Mahima Weerasinghe" userId="e11e3f55-42da-4e07-8ead-4d7a1d7ea1c6" providerId="ADAL" clId="{8ABCB1B7-0EEE-402E-ABA1-2899E0E283B1}" dt="2024-08-04T03:23:22.259" v="371" actId="478"/>
          <ac:spMkLst>
            <pc:docMk/>
            <pc:sldMk cId="0" sldId="326"/>
            <ac:spMk id="4" creationId="{00000000-0000-0000-0000-000000000000}"/>
          </ac:spMkLst>
        </pc:spChg>
        <pc:spChg chg="add mod">
          <ac:chgData name="Mahima Weerasinghe" userId="e11e3f55-42da-4e07-8ead-4d7a1d7ea1c6" providerId="ADAL" clId="{8ABCB1B7-0EEE-402E-ABA1-2899E0E283B1}" dt="2024-08-04T03:24:11.973" v="416" actId="20577"/>
          <ac:spMkLst>
            <pc:docMk/>
            <pc:sldMk cId="0" sldId="326"/>
            <ac:spMk id="6" creationId="{8B6BF63A-7D3E-C8D4-8779-20534B236D9E}"/>
          </ac:spMkLst>
        </pc:spChg>
      </pc:sldChg>
      <pc:sldChg chg="del">
        <pc:chgData name="Mahima Weerasinghe" userId="e11e3f55-42da-4e07-8ead-4d7a1d7ea1c6" providerId="ADAL" clId="{8ABCB1B7-0EEE-402E-ABA1-2899E0E283B1}" dt="2024-08-04T03:19:32.424" v="239" actId="47"/>
        <pc:sldMkLst>
          <pc:docMk/>
          <pc:sldMk cId="3482108573" sldId="333"/>
        </pc:sldMkLst>
      </pc:sldChg>
      <pc:sldChg chg="del">
        <pc:chgData name="Mahima Weerasinghe" userId="e11e3f55-42da-4e07-8ead-4d7a1d7ea1c6" providerId="ADAL" clId="{8ABCB1B7-0EEE-402E-ABA1-2899E0E283B1}" dt="2024-08-04T03:19:34.673" v="240" actId="47"/>
        <pc:sldMkLst>
          <pc:docMk/>
          <pc:sldMk cId="355114043" sldId="334"/>
        </pc:sldMkLst>
      </pc:sldChg>
      <pc:sldChg chg="del">
        <pc:chgData name="Mahima Weerasinghe" userId="e11e3f55-42da-4e07-8ead-4d7a1d7ea1c6" providerId="ADAL" clId="{8ABCB1B7-0EEE-402E-ABA1-2899E0E283B1}" dt="2024-08-04T03:20:07.566" v="245" actId="47"/>
        <pc:sldMkLst>
          <pc:docMk/>
          <pc:sldMk cId="1927429806" sldId="335"/>
        </pc:sldMkLst>
      </pc:sldChg>
      <pc:sldChg chg="del">
        <pc:chgData name="Mahima Weerasinghe" userId="e11e3f55-42da-4e07-8ead-4d7a1d7ea1c6" providerId="ADAL" clId="{8ABCB1B7-0EEE-402E-ABA1-2899E0E283B1}" dt="2024-08-04T03:19:37.647" v="243" actId="47"/>
        <pc:sldMkLst>
          <pc:docMk/>
          <pc:sldMk cId="2511686675" sldId="339"/>
        </pc:sldMkLst>
      </pc:sldChg>
      <pc:sldChg chg="del">
        <pc:chgData name="Mahima Weerasinghe" userId="e11e3f55-42da-4e07-8ead-4d7a1d7ea1c6" providerId="ADAL" clId="{8ABCB1B7-0EEE-402E-ABA1-2899E0E283B1}" dt="2024-08-04T03:19:38.193" v="244" actId="47"/>
        <pc:sldMkLst>
          <pc:docMk/>
          <pc:sldMk cId="3382767526" sldId="340"/>
        </pc:sldMkLst>
      </pc:sldChg>
      <pc:sldChg chg="del">
        <pc:chgData name="Mahima Weerasinghe" userId="e11e3f55-42da-4e07-8ead-4d7a1d7ea1c6" providerId="ADAL" clId="{8ABCB1B7-0EEE-402E-ABA1-2899E0E283B1}" dt="2024-08-04T03:20:07.566" v="245" actId="47"/>
        <pc:sldMkLst>
          <pc:docMk/>
          <pc:sldMk cId="2505626430" sldId="341"/>
        </pc:sldMkLst>
      </pc:sldChg>
      <pc:sldChg chg="del">
        <pc:chgData name="Mahima Weerasinghe" userId="e11e3f55-42da-4e07-8ead-4d7a1d7ea1c6" providerId="ADAL" clId="{8ABCB1B7-0EEE-402E-ABA1-2899E0E283B1}" dt="2024-08-04T03:20:07.566" v="245" actId="47"/>
        <pc:sldMkLst>
          <pc:docMk/>
          <pc:sldMk cId="3027618690" sldId="342"/>
        </pc:sldMkLst>
      </pc:sldChg>
      <pc:sldChg chg="modSp mod">
        <pc:chgData name="Mahima Weerasinghe" userId="e11e3f55-42da-4e07-8ead-4d7a1d7ea1c6" providerId="ADAL" clId="{8ABCB1B7-0EEE-402E-ABA1-2899E0E283B1}" dt="2024-08-04T03:18:54.565" v="238" actId="207"/>
        <pc:sldMkLst>
          <pc:docMk/>
          <pc:sldMk cId="513802066" sldId="357"/>
        </pc:sldMkLst>
        <pc:spChg chg="mod">
          <ac:chgData name="Mahima Weerasinghe" userId="e11e3f55-42da-4e07-8ead-4d7a1d7ea1c6" providerId="ADAL" clId="{8ABCB1B7-0EEE-402E-ABA1-2899E0E283B1}" dt="2024-08-04T03:18:54.565" v="238" actId="207"/>
          <ac:spMkLst>
            <pc:docMk/>
            <pc:sldMk cId="513802066" sldId="357"/>
            <ac:spMk id="2" creationId="{3A4DFB6C-4616-88FE-1BAE-8FCCD9641017}"/>
          </ac:spMkLst>
        </pc:spChg>
      </pc:sldChg>
      <pc:sldChg chg="addSp modSp mod">
        <pc:chgData name="Mahima Weerasinghe" userId="e11e3f55-42da-4e07-8ead-4d7a1d7ea1c6" providerId="ADAL" clId="{8ABCB1B7-0EEE-402E-ABA1-2899E0E283B1}" dt="2024-08-04T02:41:48.303" v="101" actId="1076"/>
        <pc:sldMkLst>
          <pc:docMk/>
          <pc:sldMk cId="2523411080" sldId="358"/>
        </pc:sldMkLst>
        <pc:spChg chg="add mod">
          <ac:chgData name="Mahima Weerasinghe" userId="e11e3f55-42da-4e07-8ead-4d7a1d7ea1c6" providerId="ADAL" clId="{8ABCB1B7-0EEE-402E-ABA1-2899E0E283B1}" dt="2024-08-04T02:41:39.428" v="99" actId="1076"/>
          <ac:spMkLst>
            <pc:docMk/>
            <pc:sldMk cId="2523411080" sldId="358"/>
            <ac:spMk id="3" creationId="{65B311B2-2F60-680D-BE98-01CDD9A69308}"/>
          </ac:spMkLst>
        </pc:spChg>
        <pc:spChg chg="mod">
          <ac:chgData name="Mahima Weerasinghe" userId="e11e3f55-42da-4e07-8ead-4d7a1d7ea1c6" providerId="ADAL" clId="{8ABCB1B7-0EEE-402E-ABA1-2899E0E283B1}" dt="2024-08-04T02:38:55.560" v="97" actId="20577"/>
          <ac:spMkLst>
            <pc:docMk/>
            <pc:sldMk cId="2523411080" sldId="358"/>
            <ac:spMk id="4" creationId="{D746F357-0313-2C9B-EFEF-147761B31F9D}"/>
          </ac:spMkLst>
        </pc:spChg>
        <pc:picChg chg="add mod">
          <ac:chgData name="Mahima Weerasinghe" userId="e11e3f55-42da-4e07-8ead-4d7a1d7ea1c6" providerId="ADAL" clId="{8ABCB1B7-0EEE-402E-ABA1-2899E0E283B1}" dt="2024-08-04T02:41:48.303" v="101" actId="1076"/>
          <ac:picMkLst>
            <pc:docMk/>
            <pc:sldMk cId="2523411080" sldId="358"/>
            <ac:picMk id="1026" creationId="{27C03ADB-F6C2-0884-9578-F6549810981A}"/>
          </ac:picMkLst>
        </pc:picChg>
      </pc:sldChg>
      <pc:sldChg chg="addSp modSp new mod ord">
        <pc:chgData name="Mahima Weerasinghe" userId="e11e3f55-42da-4e07-8ead-4d7a1d7ea1c6" providerId="ADAL" clId="{8ABCB1B7-0EEE-402E-ABA1-2899E0E283B1}" dt="2024-08-04T03:13:34.386" v="172"/>
        <pc:sldMkLst>
          <pc:docMk/>
          <pc:sldMk cId="1257303602" sldId="359"/>
        </pc:sldMkLst>
        <pc:spChg chg="mod">
          <ac:chgData name="Mahima Weerasinghe" userId="e11e3f55-42da-4e07-8ead-4d7a1d7ea1c6" providerId="ADAL" clId="{8ABCB1B7-0EEE-402E-ABA1-2899E0E283B1}" dt="2024-08-04T02:46:22.408" v="147" actId="20577"/>
          <ac:spMkLst>
            <pc:docMk/>
            <pc:sldMk cId="1257303602" sldId="359"/>
            <ac:spMk id="2" creationId="{FC895F58-B2A3-CBAF-4018-9981841A0129}"/>
          </ac:spMkLst>
        </pc:spChg>
        <pc:spChg chg="add mod">
          <ac:chgData name="Mahima Weerasinghe" userId="e11e3f55-42da-4e07-8ead-4d7a1d7ea1c6" providerId="ADAL" clId="{8ABCB1B7-0EEE-402E-ABA1-2899E0E283B1}" dt="2024-08-04T02:47:59.977" v="164" actId="1076"/>
          <ac:spMkLst>
            <pc:docMk/>
            <pc:sldMk cId="1257303602" sldId="359"/>
            <ac:spMk id="4" creationId="{42B86971-59CB-EB5D-5B26-A44EE2825E1C}"/>
          </ac:spMkLst>
        </pc:spChg>
        <pc:spChg chg="add mod">
          <ac:chgData name="Mahima Weerasinghe" userId="e11e3f55-42da-4e07-8ead-4d7a1d7ea1c6" providerId="ADAL" clId="{8ABCB1B7-0EEE-402E-ABA1-2899E0E283B1}" dt="2024-08-04T02:48:04.200" v="165" actId="1076"/>
          <ac:spMkLst>
            <pc:docMk/>
            <pc:sldMk cId="1257303602" sldId="359"/>
            <ac:spMk id="6" creationId="{62014F0D-0083-A11A-00CF-9AA2A4FFA0B3}"/>
          </ac:spMkLst>
        </pc:spChg>
        <pc:picChg chg="add mod">
          <ac:chgData name="Mahima Weerasinghe" userId="e11e3f55-42da-4e07-8ead-4d7a1d7ea1c6" providerId="ADAL" clId="{8ABCB1B7-0EEE-402E-ABA1-2899E0E283B1}" dt="2024-08-04T02:46:50.096" v="150" actId="1076"/>
          <ac:picMkLst>
            <pc:docMk/>
            <pc:sldMk cId="1257303602" sldId="359"/>
            <ac:picMk id="2050" creationId="{BDB76DFF-75FE-DD48-44BF-3E1BC7E4333B}"/>
          </ac:picMkLst>
        </pc:picChg>
      </pc:sldChg>
      <pc:sldChg chg="addSp delSp modSp new mod">
        <pc:chgData name="Mahima Weerasinghe" userId="e11e3f55-42da-4e07-8ead-4d7a1d7ea1c6" providerId="ADAL" clId="{8ABCB1B7-0EEE-402E-ABA1-2899E0E283B1}" dt="2024-08-04T03:13:25.336" v="170" actId="14100"/>
        <pc:sldMkLst>
          <pc:docMk/>
          <pc:sldMk cId="877377469" sldId="360"/>
        </pc:sldMkLst>
        <pc:spChg chg="del">
          <ac:chgData name="Mahima Weerasinghe" userId="e11e3f55-42da-4e07-8ead-4d7a1d7ea1c6" providerId="ADAL" clId="{8ABCB1B7-0EEE-402E-ABA1-2899E0E283B1}" dt="2024-08-04T02:48:38.455" v="167" actId="478"/>
          <ac:spMkLst>
            <pc:docMk/>
            <pc:sldMk cId="877377469" sldId="360"/>
            <ac:spMk id="2" creationId="{CA575774-BF93-B001-9F69-EA87B2E3BAA9}"/>
          </ac:spMkLst>
        </pc:spChg>
        <pc:picChg chg="add mod">
          <ac:chgData name="Mahima Weerasinghe" userId="e11e3f55-42da-4e07-8ead-4d7a1d7ea1c6" providerId="ADAL" clId="{8ABCB1B7-0EEE-402E-ABA1-2899E0E283B1}" dt="2024-08-04T03:13:25.336" v="170" actId="14100"/>
          <ac:picMkLst>
            <pc:docMk/>
            <pc:sldMk cId="877377469" sldId="360"/>
            <ac:picMk id="4" creationId="{91BD99A7-C508-1EF9-4C9F-43734B10D83A}"/>
          </ac:picMkLst>
        </pc:picChg>
      </pc:sldChg>
      <pc:sldChg chg="addSp delSp modSp new mod">
        <pc:chgData name="Mahima Weerasinghe" userId="e11e3f55-42da-4e07-8ead-4d7a1d7ea1c6" providerId="ADAL" clId="{8ABCB1B7-0EEE-402E-ABA1-2899E0E283B1}" dt="2024-08-04T03:14:58.736" v="177" actId="14100"/>
        <pc:sldMkLst>
          <pc:docMk/>
          <pc:sldMk cId="2292653639" sldId="361"/>
        </pc:sldMkLst>
        <pc:spChg chg="del">
          <ac:chgData name="Mahima Weerasinghe" userId="e11e3f55-42da-4e07-8ead-4d7a1d7ea1c6" providerId="ADAL" clId="{8ABCB1B7-0EEE-402E-ABA1-2899E0E283B1}" dt="2024-08-04T03:13:41.628" v="174" actId="478"/>
          <ac:spMkLst>
            <pc:docMk/>
            <pc:sldMk cId="2292653639" sldId="361"/>
            <ac:spMk id="2" creationId="{9F694B45-1382-6A16-5D7B-570F1E0F57ED}"/>
          </ac:spMkLst>
        </pc:spChg>
        <pc:picChg chg="add mod">
          <ac:chgData name="Mahima Weerasinghe" userId="e11e3f55-42da-4e07-8ead-4d7a1d7ea1c6" providerId="ADAL" clId="{8ABCB1B7-0EEE-402E-ABA1-2899E0E283B1}" dt="2024-08-04T03:14:58.736" v="177" actId="14100"/>
          <ac:picMkLst>
            <pc:docMk/>
            <pc:sldMk cId="2292653639" sldId="361"/>
            <ac:picMk id="4" creationId="{54913272-5989-C697-EB07-7267C4E535F2}"/>
          </ac:picMkLst>
        </pc:picChg>
      </pc:sldChg>
      <pc:sldChg chg="addSp delSp new mod">
        <pc:chgData name="Mahima Weerasinghe" userId="e11e3f55-42da-4e07-8ead-4d7a1d7ea1c6" providerId="ADAL" clId="{8ABCB1B7-0EEE-402E-ABA1-2899E0E283B1}" dt="2024-08-04T03:16:19.932" v="180" actId="22"/>
        <pc:sldMkLst>
          <pc:docMk/>
          <pc:sldMk cId="2199077732" sldId="362"/>
        </pc:sldMkLst>
        <pc:spChg chg="del">
          <ac:chgData name="Mahima Weerasinghe" userId="e11e3f55-42da-4e07-8ead-4d7a1d7ea1c6" providerId="ADAL" clId="{8ABCB1B7-0EEE-402E-ABA1-2899E0E283B1}" dt="2024-08-04T03:15:13.283" v="179" actId="478"/>
          <ac:spMkLst>
            <pc:docMk/>
            <pc:sldMk cId="2199077732" sldId="362"/>
            <ac:spMk id="2" creationId="{D778070A-801D-3DD2-4E1D-096C0FF84A1F}"/>
          </ac:spMkLst>
        </pc:spChg>
        <pc:picChg chg="add">
          <ac:chgData name="Mahima Weerasinghe" userId="e11e3f55-42da-4e07-8ead-4d7a1d7ea1c6" providerId="ADAL" clId="{8ABCB1B7-0EEE-402E-ABA1-2899E0E283B1}" dt="2024-08-04T03:16:19.932" v="180" actId="22"/>
          <ac:picMkLst>
            <pc:docMk/>
            <pc:sldMk cId="2199077732" sldId="362"/>
            <ac:picMk id="4" creationId="{DC4B9665-EA9A-6D54-99CA-CF49EE3F2109}"/>
          </ac:picMkLst>
        </pc:picChg>
      </pc:sldChg>
      <pc:sldChg chg="addSp delSp modSp new mod">
        <pc:chgData name="Mahima Weerasinghe" userId="e11e3f55-42da-4e07-8ead-4d7a1d7ea1c6" providerId="ADAL" clId="{8ABCB1B7-0EEE-402E-ABA1-2899E0E283B1}" dt="2024-08-04T03:18:10.697" v="189" actId="14100"/>
        <pc:sldMkLst>
          <pc:docMk/>
          <pc:sldMk cId="274522149" sldId="363"/>
        </pc:sldMkLst>
        <pc:spChg chg="del">
          <ac:chgData name="Mahima Weerasinghe" userId="e11e3f55-42da-4e07-8ead-4d7a1d7ea1c6" providerId="ADAL" clId="{8ABCB1B7-0EEE-402E-ABA1-2899E0E283B1}" dt="2024-08-04T03:16:27.726" v="182" actId="478"/>
          <ac:spMkLst>
            <pc:docMk/>
            <pc:sldMk cId="274522149" sldId="363"/>
            <ac:spMk id="2" creationId="{5E83CB76-B76B-7987-5B75-F27983CD5652}"/>
          </ac:spMkLst>
        </pc:spChg>
        <pc:picChg chg="add mod">
          <ac:chgData name="Mahima Weerasinghe" userId="e11e3f55-42da-4e07-8ead-4d7a1d7ea1c6" providerId="ADAL" clId="{8ABCB1B7-0EEE-402E-ABA1-2899E0E283B1}" dt="2024-08-04T03:18:10.697" v="189" actId="14100"/>
          <ac:picMkLst>
            <pc:docMk/>
            <pc:sldMk cId="274522149" sldId="363"/>
            <ac:picMk id="3074" creationId="{68472CA2-436E-C409-A115-3B05A945FFC4}"/>
          </ac:picMkLst>
        </pc:picChg>
      </pc:sldChg>
    </pc:docChg>
  </pc:docChgLst>
  <pc:docChgLst>
    <pc:chgData name="Mahima Weerasinghe" userId="e11e3f55-42da-4e07-8ead-4d7a1d7ea1c6" providerId="ADAL" clId="{DEC8990C-F1E8-4081-8796-F50D8B9FA883}"/>
    <pc:docChg chg="undo redo custSel addSld delSld modSld sldOrd">
      <pc:chgData name="Mahima Weerasinghe" userId="e11e3f55-42da-4e07-8ead-4d7a1d7ea1c6" providerId="ADAL" clId="{DEC8990C-F1E8-4081-8796-F50D8B9FA883}" dt="2024-10-13T14:10:49.414" v="3341" actId="9405"/>
      <pc:docMkLst>
        <pc:docMk/>
      </pc:docMkLst>
      <pc:sldChg chg="addSp modSp mod">
        <pc:chgData name="Mahima Weerasinghe" userId="e11e3f55-42da-4e07-8ead-4d7a1d7ea1c6" providerId="ADAL" clId="{DEC8990C-F1E8-4081-8796-F50D8B9FA883}" dt="2024-10-13T11:42:28.379" v="820" actId="9405"/>
        <pc:sldMkLst>
          <pc:docMk/>
          <pc:sldMk cId="0" sldId="256"/>
        </pc:sldMkLst>
        <pc:spChg chg="mod">
          <ac:chgData name="Mahima Weerasinghe" userId="e11e3f55-42da-4e07-8ead-4d7a1d7ea1c6" providerId="ADAL" clId="{DEC8990C-F1E8-4081-8796-F50D8B9FA883}" dt="2024-10-13T02:27:16.788" v="16" actId="20577"/>
          <ac:spMkLst>
            <pc:docMk/>
            <pc:sldMk cId="0" sldId="256"/>
            <ac:spMk id="2" creationId="{00000000-0000-0000-0000-000000000000}"/>
          </ac:spMkLst>
        </pc:spChg>
        <pc:inkChg chg="add">
          <ac:chgData name="Mahima Weerasinghe" userId="e11e3f55-42da-4e07-8ead-4d7a1d7ea1c6" providerId="ADAL" clId="{DEC8990C-F1E8-4081-8796-F50D8B9FA883}" dt="2024-10-13T11:42:24.386" v="819" actId="9405"/>
          <ac:inkMkLst>
            <pc:docMk/>
            <pc:sldMk cId="0" sldId="256"/>
            <ac:inkMk id="4" creationId="{CB03907C-5DA0-505F-3761-F7619672F0D5}"/>
          </ac:inkMkLst>
        </pc:inkChg>
        <pc:inkChg chg="add">
          <ac:chgData name="Mahima Weerasinghe" userId="e11e3f55-42da-4e07-8ead-4d7a1d7ea1c6" providerId="ADAL" clId="{DEC8990C-F1E8-4081-8796-F50D8B9FA883}" dt="2024-10-13T11:42:28.379" v="820" actId="9405"/>
          <ac:inkMkLst>
            <pc:docMk/>
            <pc:sldMk cId="0" sldId="256"/>
            <ac:inkMk id="5" creationId="{A02371F1-ADD4-5848-E932-390D084EB714}"/>
          </ac:inkMkLst>
        </pc:inkChg>
      </pc:sldChg>
      <pc:sldChg chg="del">
        <pc:chgData name="Mahima Weerasinghe" userId="e11e3f55-42da-4e07-8ead-4d7a1d7ea1c6" providerId="ADAL" clId="{DEC8990C-F1E8-4081-8796-F50D8B9FA883}" dt="2024-10-13T05:35:35.098" v="813" actId="47"/>
        <pc:sldMkLst>
          <pc:docMk/>
          <pc:sldMk cId="0" sldId="326"/>
        </pc:sldMkLst>
      </pc:sldChg>
      <pc:sldChg chg="del">
        <pc:chgData name="Mahima Weerasinghe" userId="e11e3f55-42da-4e07-8ead-4d7a1d7ea1c6" providerId="ADAL" clId="{DEC8990C-F1E8-4081-8796-F50D8B9FA883}" dt="2024-10-13T11:11:05.847" v="818" actId="47"/>
        <pc:sldMkLst>
          <pc:docMk/>
          <pc:sldMk cId="1930261782" sldId="327"/>
        </pc:sldMkLst>
      </pc:sldChg>
      <pc:sldChg chg="addSp delSp modSp mod">
        <pc:chgData name="Mahima Weerasinghe" userId="e11e3f55-42da-4e07-8ead-4d7a1d7ea1c6" providerId="ADAL" clId="{DEC8990C-F1E8-4081-8796-F50D8B9FA883}" dt="2024-10-13T11:48:26.853" v="921" actId="9405"/>
        <pc:sldMkLst>
          <pc:docMk/>
          <pc:sldMk cId="2270794384" sldId="356"/>
        </pc:sldMkLst>
        <pc:spChg chg="del">
          <ac:chgData name="Mahima Weerasinghe" userId="e11e3f55-42da-4e07-8ead-4d7a1d7ea1c6" providerId="ADAL" clId="{DEC8990C-F1E8-4081-8796-F50D8B9FA883}" dt="2024-10-13T02:27:41.026" v="17" actId="478"/>
          <ac:spMkLst>
            <pc:docMk/>
            <pc:sldMk cId="2270794384" sldId="356"/>
            <ac:spMk id="2" creationId="{08FA9FCD-7F08-5A0D-4D88-27DD2A2E5A7E}"/>
          </ac:spMkLst>
        </pc:spChg>
        <pc:spChg chg="add mod">
          <ac:chgData name="Mahima Weerasinghe" userId="e11e3f55-42da-4e07-8ead-4d7a1d7ea1c6" providerId="ADAL" clId="{DEC8990C-F1E8-4081-8796-F50D8B9FA883}" dt="2024-10-13T02:47:39.424" v="187" actId="20577"/>
          <ac:spMkLst>
            <pc:docMk/>
            <pc:sldMk cId="2270794384" sldId="356"/>
            <ac:spMk id="19" creationId="{A01464EC-4D89-0055-6608-A70919DF2E43}"/>
          </ac:spMkLst>
        </pc:spChg>
        <pc:spChg chg="del">
          <ac:chgData name="Mahima Weerasinghe" userId="e11e3f55-42da-4e07-8ead-4d7a1d7ea1c6" providerId="ADAL" clId="{DEC8990C-F1E8-4081-8796-F50D8B9FA883}" dt="2024-10-13T02:27:41.026" v="17" actId="478"/>
          <ac:spMkLst>
            <pc:docMk/>
            <pc:sldMk cId="2270794384" sldId="356"/>
            <ac:spMk id="38" creationId="{4146FFB4-9C8E-FD4F-2A1F-34A6F064DD70}"/>
          </ac:spMkLst>
        </pc:spChg>
        <pc:spChg chg="add mod">
          <ac:chgData name="Mahima Weerasinghe" userId="e11e3f55-42da-4e07-8ead-4d7a1d7ea1c6" providerId="ADAL" clId="{DEC8990C-F1E8-4081-8796-F50D8B9FA883}" dt="2024-10-13T02:46:09.254" v="157" actId="20577"/>
          <ac:spMkLst>
            <pc:docMk/>
            <pc:sldMk cId="2270794384" sldId="356"/>
            <ac:spMk id="60" creationId="{4E542816-5BF0-861E-A56C-F42FCF345773}"/>
          </ac:spMkLst>
        </pc:spChg>
        <pc:grpChg chg="del mod">
          <ac:chgData name="Mahima Weerasinghe" userId="e11e3f55-42da-4e07-8ead-4d7a1d7ea1c6" providerId="ADAL" clId="{DEC8990C-F1E8-4081-8796-F50D8B9FA883}" dt="2024-10-13T11:43:42.811" v="832"/>
          <ac:grpSpMkLst>
            <pc:docMk/>
            <pc:sldMk cId="2270794384" sldId="356"/>
            <ac:grpSpMk id="8" creationId="{80E2196C-5331-EE83-9900-24655EEAF979}"/>
          </ac:grpSpMkLst>
        </pc:grpChg>
        <pc:grpChg chg="del mod">
          <ac:chgData name="Mahima Weerasinghe" userId="e11e3f55-42da-4e07-8ead-4d7a1d7ea1c6" providerId="ADAL" clId="{DEC8990C-F1E8-4081-8796-F50D8B9FA883}" dt="2024-10-13T11:43:50.283" v="845"/>
          <ac:grpSpMkLst>
            <pc:docMk/>
            <pc:sldMk cId="2270794384" sldId="356"/>
            <ac:grpSpMk id="13" creationId="{05B2E35F-B597-4955-9156-FB9170EBC213}"/>
          </ac:grpSpMkLst>
        </pc:grpChg>
        <pc:grpChg chg="del mod">
          <ac:chgData name="Mahima Weerasinghe" userId="e11e3f55-42da-4e07-8ead-4d7a1d7ea1c6" providerId="ADAL" clId="{DEC8990C-F1E8-4081-8796-F50D8B9FA883}" dt="2024-10-13T11:43:54.008" v="850"/>
          <ac:grpSpMkLst>
            <pc:docMk/>
            <pc:sldMk cId="2270794384" sldId="356"/>
            <ac:grpSpMk id="27" creationId="{0EF1B36E-4D25-FA9E-4029-D33C5B5354CB}"/>
          </ac:grpSpMkLst>
        </pc:grpChg>
        <pc:grpChg chg="mod">
          <ac:chgData name="Mahima Weerasinghe" userId="e11e3f55-42da-4e07-8ead-4d7a1d7ea1c6" providerId="ADAL" clId="{DEC8990C-F1E8-4081-8796-F50D8B9FA883}" dt="2024-10-13T11:43:54.008" v="850"/>
          <ac:grpSpMkLst>
            <pc:docMk/>
            <pc:sldMk cId="2270794384" sldId="356"/>
            <ac:grpSpMk id="32" creationId="{A9FB6DED-E456-5577-6BE5-BB3C6143423B}"/>
          </ac:grpSpMkLst>
        </pc:grpChg>
        <pc:grpChg chg="del mod">
          <ac:chgData name="Mahima Weerasinghe" userId="e11e3f55-42da-4e07-8ead-4d7a1d7ea1c6" providerId="ADAL" clId="{DEC8990C-F1E8-4081-8796-F50D8B9FA883}" dt="2024-10-13T11:44:56.194" v="862"/>
          <ac:grpSpMkLst>
            <pc:docMk/>
            <pc:sldMk cId="2270794384" sldId="356"/>
            <ac:grpSpMk id="40" creationId="{0349806C-F119-A2D6-A8EA-376E8D26E1A5}"/>
          </ac:grpSpMkLst>
        </pc:grpChg>
        <pc:grpChg chg="del mod">
          <ac:chgData name="Mahima Weerasinghe" userId="e11e3f55-42da-4e07-8ead-4d7a1d7ea1c6" providerId="ADAL" clId="{DEC8990C-F1E8-4081-8796-F50D8B9FA883}" dt="2024-10-13T11:45:28.931" v="869"/>
          <ac:grpSpMkLst>
            <pc:docMk/>
            <pc:sldMk cId="2270794384" sldId="356"/>
            <ac:grpSpMk id="44" creationId="{97911027-37C3-FCA3-1FBC-0F5EF1F5F4EE}"/>
          </ac:grpSpMkLst>
        </pc:grpChg>
        <pc:grpChg chg="del mod">
          <ac:chgData name="Mahima Weerasinghe" userId="e11e3f55-42da-4e07-8ead-4d7a1d7ea1c6" providerId="ADAL" clId="{DEC8990C-F1E8-4081-8796-F50D8B9FA883}" dt="2024-10-13T11:45:40.824" v="871"/>
          <ac:grpSpMkLst>
            <pc:docMk/>
            <pc:sldMk cId="2270794384" sldId="356"/>
            <ac:grpSpMk id="51" creationId="{72DC6BCA-6666-5444-4868-8CAEF717DC12}"/>
          </ac:grpSpMkLst>
        </pc:grpChg>
        <pc:grpChg chg="mod">
          <ac:chgData name="Mahima Weerasinghe" userId="e11e3f55-42da-4e07-8ead-4d7a1d7ea1c6" providerId="ADAL" clId="{DEC8990C-F1E8-4081-8796-F50D8B9FA883}" dt="2024-10-13T11:45:40.824" v="871"/>
          <ac:grpSpMkLst>
            <pc:docMk/>
            <pc:sldMk cId="2270794384" sldId="356"/>
            <ac:grpSpMk id="53" creationId="{A8BC870D-82B9-FBFF-5E37-74E2117D70D6}"/>
          </ac:grpSpMkLst>
        </pc:grpChg>
        <pc:grpChg chg="del">
          <ac:chgData name="Mahima Weerasinghe" userId="e11e3f55-42da-4e07-8ead-4d7a1d7ea1c6" providerId="ADAL" clId="{DEC8990C-F1E8-4081-8796-F50D8B9FA883}" dt="2024-10-13T02:27:41.026" v="17" actId="478"/>
          <ac:grpSpMkLst>
            <pc:docMk/>
            <pc:sldMk cId="2270794384" sldId="356"/>
            <ac:grpSpMk id="58" creationId="{D170B707-E901-B290-62C3-DFF0C0EC4435}"/>
          </ac:grpSpMkLst>
        </pc:grpChg>
        <pc:grpChg chg="del">
          <ac:chgData name="Mahima Weerasinghe" userId="e11e3f55-42da-4e07-8ead-4d7a1d7ea1c6" providerId="ADAL" clId="{DEC8990C-F1E8-4081-8796-F50D8B9FA883}" dt="2024-10-13T02:27:41.026" v="17" actId="478"/>
          <ac:grpSpMkLst>
            <pc:docMk/>
            <pc:sldMk cId="2270794384" sldId="356"/>
            <ac:grpSpMk id="59" creationId="{2DABAC01-473A-5924-DE14-FA7EFE6D1D7B}"/>
          </ac:grpSpMkLst>
        </pc:grpChg>
        <pc:grpChg chg="del mod">
          <ac:chgData name="Mahima Weerasinghe" userId="e11e3f55-42da-4e07-8ead-4d7a1d7ea1c6" providerId="ADAL" clId="{DEC8990C-F1E8-4081-8796-F50D8B9FA883}" dt="2024-10-13T11:46:14.120" v="883"/>
          <ac:grpSpMkLst>
            <pc:docMk/>
            <pc:sldMk cId="2270794384" sldId="356"/>
            <ac:grpSpMk id="61" creationId="{C48CC245-969C-1BAD-594B-9DA6AEBC4676}"/>
          </ac:grpSpMkLst>
        </pc:grpChg>
        <pc:grpChg chg="mod">
          <ac:chgData name="Mahima Weerasinghe" userId="e11e3f55-42da-4e07-8ead-4d7a1d7ea1c6" providerId="ADAL" clId="{DEC8990C-F1E8-4081-8796-F50D8B9FA883}" dt="2024-10-13T11:46:14.120" v="883"/>
          <ac:grpSpMkLst>
            <pc:docMk/>
            <pc:sldMk cId="2270794384" sldId="356"/>
            <ac:grpSpMk id="66" creationId="{B5596392-D5E8-D686-76D6-579C1920A588}"/>
          </ac:grpSpMkLst>
        </pc:grpChg>
        <pc:grpChg chg="del mod">
          <ac:chgData name="Mahima Weerasinghe" userId="e11e3f55-42da-4e07-8ead-4d7a1d7ea1c6" providerId="ADAL" clId="{DEC8990C-F1E8-4081-8796-F50D8B9FA883}" dt="2024-10-13T11:47:31.305" v="894"/>
          <ac:grpSpMkLst>
            <pc:docMk/>
            <pc:sldMk cId="2270794384" sldId="356"/>
            <ac:grpSpMk id="74" creationId="{1F01393E-1358-8C05-EE99-EF977304BD8B}"/>
          </ac:grpSpMkLst>
        </pc:grpChg>
        <pc:grpChg chg="del mod">
          <ac:chgData name="Mahima Weerasinghe" userId="e11e3f55-42da-4e07-8ead-4d7a1d7ea1c6" providerId="ADAL" clId="{DEC8990C-F1E8-4081-8796-F50D8B9FA883}" dt="2024-10-13T11:47:31.818" v="896"/>
          <ac:grpSpMkLst>
            <pc:docMk/>
            <pc:sldMk cId="2270794384" sldId="356"/>
            <ac:grpSpMk id="77" creationId="{8665FB86-FEA7-7B2A-1E4A-E71FDEECCEF6}"/>
          </ac:grpSpMkLst>
        </pc:grpChg>
        <pc:grpChg chg="del mod">
          <ac:chgData name="Mahima Weerasinghe" userId="e11e3f55-42da-4e07-8ead-4d7a1d7ea1c6" providerId="ADAL" clId="{DEC8990C-F1E8-4081-8796-F50D8B9FA883}" dt="2024-10-13T11:47:44.023" v="899"/>
          <ac:grpSpMkLst>
            <pc:docMk/>
            <pc:sldMk cId="2270794384" sldId="356"/>
            <ac:grpSpMk id="79" creationId="{79BD0562-6303-9848-6CED-48A15B041B15}"/>
          </ac:grpSpMkLst>
        </pc:grpChg>
        <pc:grpChg chg="del mod">
          <ac:chgData name="Mahima Weerasinghe" userId="e11e3f55-42da-4e07-8ead-4d7a1d7ea1c6" providerId="ADAL" clId="{DEC8990C-F1E8-4081-8796-F50D8B9FA883}" dt="2024-10-13T11:47:54.467" v="902"/>
          <ac:grpSpMkLst>
            <pc:docMk/>
            <pc:sldMk cId="2270794384" sldId="356"/>
            <ac:grpSpMk id="82" creationId="{9EAF9A7D-2E09-B833-08A1-A20E3A5D0E03}"/>
          </ac:grpSpMkLst>
        </pc:grpChg>
        <pc:grpChg chg="del mod">
          <ac:chgData name="Mahima Weerasinghe" userId="e11e3f55-42da-4e07-8ead-4d7a1d7ea1c6" providerId="ADAL" clId="{DEC8990C-F1E8-4081-8796-F50D8B9FA883}" dt="2024-10-13T11:47:56.636" v="904"/>
          <ac:grpSpMkLst>
            <pc:docMk/>
            <pc:sldMk cId="2270794384" sldId="356"/>
            <ac:grpSpMk id="85" creationId="{88FEA307-9F1D-792D-7E3A-E5CB1E43ED85}"/>
          </ac:grpSpMkLst>
        </pc:grpChg>
        <pc:grpChg chg="del mod">
          <ac:chgData name="Mahima Weerasinghe" userId="e11e3f55-42da-4e07-8ead-4d7a1d7ea1c6" providerId="ADAL" clId="{DEC8990C-F1E8-4081-8796-F50D8B9FA883}" dt="2024-10-13T11:47:59.116" v="907"/>
          <ac:grpSpMkLst>
            <pc:docMk/>
            <pc:sldMk cId="2270794384" sldId="356"/>
            <ac:grpSpMk id="87" creationId="{2D4D1E69-01C7-A639-0850-1DDF9A03C166}"/>
          </ac:grpSpMkLst>
        </pc:grpChg>
        <pc:grpChg chg="del mod">
          <ac:chgData name="Mahima Weerasinghe" userId="e11e3f55-42da-4e07-8ead-4d7a1d7ea1c6" providerId="ADAL" clId="{DEC8990C-F1E8-4081-8796-F50D8B9FA883}" dt="2024-10-13T11:48:02.004" v="909"/>
          <ac:grpSpMkLst>
            <pc:docMk/>
            <pc:sldMk cId="2270794384" sldId="356"/>
            <ac:grpSpMk id="90" creationId="{C8666D24-8DAB-ECE2-EBE7-B579D77D7780}"/>
          </ac:grpSpMkLst>
        </pc:grpChg>
        <pc:grpChg chg="del mod">
          <ac:chgData name="Mahima Weerasinghe" userId="e11e3f55-42da-4e07-8ead-4d7a1d7ea1c6" providerId="ADAL" clId="{DEC8990C-F1E8-4081-8796-F50D8B9FA883}" dt="2024-10-13T11:48:02.544" v="911"/>
          <ac:grpSpMkLst>
            <pc:docMk/>
            <pc:sldMk cId="2270794384" sldId="356"/>
            <ac:grpSpMk id="92" creationId="{821E107E-4571-F0B5-1BDC-6EEEAAF8897E}"/>
          </ac:grpSpMkLst>
        </pc:grpChg>
        <pc:grpChg chg="del mod">
          <ac:chgData name="Mahima Weerasinghe" userId="e11e3f55-42da-4e07-8ead-4d7a1d7ea1c6" providerId="ADAL" clId="{DEC8990C-F1E8-4081-8796-F50D8B9FA883}" dt="2024-10-13T11:48:03.879" v="913"/>
          <ac:grpSpMkLst>
            <pc:docMk/>
            <pc:sldMk cId="2270794384" sldId="356"/>
            <ac:grpSpMk id="94" creationId="{25B946CB-88FD-FE2A-2F78-25A65F2916AE}"/>
          </ac:grpSpMkLst>
        </pc:grpChg>
        <pc:grpChg chg="del mod">
          <ac:chgData name="Mahima Weerasinghe" userId="e11e3f55-42da-4e07-8ead-4d7a1d7ea1c6" providerId="ADAL" clId="{DEC8990C-F1E8-4081-8796-F50D8B9FA883}" dt="2024-10-13T11:48:07.684" v="916"/>
          <ac:grpSpMkLst>
            <pc:docMk/>
            <pc:sldMk cId="2270794384" sldId="356"/>
            <ac:grpSpMk id="96" creationId="{E08DB8BF-0E56-26AB-A068-EABD0AA5F1ED}"/>
          </ac:grpSpMkLst>
        </pc:grpChg>
        <pc:grpChg chg="del mod">
          <ac:chgData name="Mahima Weerasinghe" userId="e11e3f55-42da-4e07-8ead-4d7a1d7ea1c6" providerId="ADAL" clId="{DEC8990C-F1E8-4081-8796-F50D8B9FA883}" dt="2024-10-13T11:48:11.153" v="920"/>
          <ac:grpSpMkLst>
            <pc:docMk/>
            <pc:sldMk cId="2270794384" sldId="356"/>
            <ac:grpSpMk id="99" creationId="{099D19A7-99AB-2912-B1AA-0273BDADE0DB}"/>
          </ac:grpSpMkLst>
        </pc:grpChg>
        <pc:grpChg chg="mod">
          <ac:chgData name="Mahima Weerasinghe" userId="e11e3f55-42da-4e07-8ead-4d7a1d7ea1c6" providerId="ADAL" clId="{DEC8990C-F1E8-4081-8796-F50D8B9FA883}" dt="2024-10-13T11:48:11.153" v="920"/>
          <ac:grpSpMkLst>
            <pc:docMk/>
            <pc:sldMk cId="2270794384" sldId="356"/>
            <ac:grpSpMk id="103" creationId="{FBFE8E02-B9D9-28B5-7D43-76995541BED3}"/>
          </ac:grpSpMkLst>
        </pc:grpChg>
        <pc:grpChg chg="del">
          <ac:chgData name="Mahima Weerasinghe" userId="e11e3f55-42da-4e07-8ead-4d7a1d7ea1c6" providerId="ADAL" clId="{DEC8990C-F1E8-4081-8796-F50D8B9FA883}" dt="2024-10-13T02:27:41.026" v="17" actId="478"/>
          <ac:grpSpMkLst>
            <pc:docMk/>
            <pc:sldMk cId="2270794384" sldId="356"/>
            <ac:grpSpMk id="115" creationId="{A4F8BDB6-0A54-E91E-C166-1FB8BC397809}"/>
          </ac:grpSpMkLst>
        </pc:grpChg>
        <pc:grpChg chg="del">
          <ac:chgData name="Mahima Weerasinghe" userId="e11e3f55-42da-4e07-8ead-4d7a1d7ea1c6" providerId="ADAL" clId="{DEC8990C-F1E8-4081-8796-F50D8B9FA883}" dt="2024-10-13T02:27:41.026" v="17" actId="478"/>
          <ac:grpSpMkLst>
            <pc:docMk/>
            <pc:sldMk cId="2270794384" sldId="356"/>
            <ac:grpSpMk id="135" creationId="{574A1E74-E7A1-6403-5373-A48CC8976C40}"/>
          </ac:grpSpMkLst>
        </pc:grpChg>
        <pc:grpChg chg="del">
          <ac:chgData name="Mahima Weerasinghe" userId="e11e3f55-42da-4e07-8ead-4d7a1d7ea1c6" providerId="ADAL" clId="{DEC8990C-F1E8-4081-8796-F50D8B9FA883}" dt="2024-10-13T02:27:41.026" v="17" actId="478"/>
          <ac:grpSpMkLst>
            <pc:docMk/>
            <pc:sldMk cId="2270794384" sldId="356"/>
            <ac:grpSpMk id="136" creationId="{7C65DC61-CED6-3AAB-47B4-6CA5F413ACD5}"/>
          </ac:grpSpMkLst>
        </pc:grpChg>
        <pc:grpChg chg="del">
          <ac:chgData name="Mahima Weerasinghe" userId="e11e3f55-42da-4e07-8ead-4d7a1d7ea1c6" providerId="ADAL" clId="{DEC8990C-F1E8-4081-8796-F50D8B9FA883}" dt="2024-10-13T02:27:41.026" v="17" actId="478"/>
          <ac:grpSpMkLst>
            <pc:docMk/>
            <pc:sldMk cId="2270794384" sldId="356"/>
            <ac:grpSpMk id="150" creationId="{08E68403-6C77-65AE-D313-3107418A2B56}"/>
          </ac:grpSpMkLst>
        </pc:grpChg>
        <pc:grpChg chg="del">
          <ac:chgData name="Mahima Weerasinghe" userId="e11e3f55-42da-4e07-8ead-4d7a1d7ea1c6" providerId="ADAL" clId="{DEC8990C-F1E8-4081-8796-F50D8B9FA883}" dt="2024-10-13T02:27:41.026" v="17" actId="478"/>
          <ac:grpSpMkLst>
            <pc:docMk/>
            <pc:sldMk cId="2270794384" sldId="356"/>
            <ac:grpSpMk id="242" creationId="{6BEA945E-6D24-D2FF-417B-858CA27E7563}"/>
          </ac:grpSpMkLst>
        </pc:grpChg>
        <pc:grpChg chg="del">
          <ac:chgData name="Mahima Weerasinghe" userId="e11e3f55-42da-4e07-8ead-4d7a1d7ea1c6" providerId="ADAL" clId="{DEC8990C-F1E8-4081-8796-F50D8B9FA883}" dt="2024-10-13T02:27:41.026" v="17" actId="478"/>
          <ac:grpSpMkLst>
            <pc:docMk/>
            <pc:sldMk cId="2270794384" sldId="356"/>
            <ac:grpSpMk id="244" creationId="{B680147C-CE7A-07E3-3C8C-A7D4033CC450}"/>
          </ac:grpSpMkLst>
        </pc:grpChg>
        <pc:grpChg chg="del">
          <ac:chgData name="Mahima Weerasinghe" userId="e11e3f55-42da-4e07-8ead-4d7a1d7ea1c6" providerId="ADAL" clId="{DEC8990C-F1E8-4081-8796-F50D8B9FA883}" dt="2024-10-13T02:27:41.026" v="17" actId="478"/>
          <ac:grpSpMkLst>
            <pc:docMk/>
            <pc:sldMk cId="2270794384" sldId="356"/>
            <ac:grpSpMk id="253" creationId="{9C623D05-FE94-652A-4B42-E0D8DC673728}"/>
          </ac:grpSpMkLst>
        </pc:grpChg>
        <pc:grpChg chg="del">
          <ac:chgData name="Mahima Weerasinghe" userId="e11e3f55-42da-4e07-8ead-4d7a1d7ea1c6" providerId="ADAL" clId="{DEC8990C-F1E8-4081-8796-F50D8B9FA883}" dt="2024-10-13T02:27:41.026" v="17" actId="478"/>
          <ac:grpSpMkLst>
            <pc:docMk/>
            <pc:sldMk cId="2270794384" sldId="356"/>
            <ac:grpSpMk id="257" creationId="{D5086E57-A0B2-86DC-54EF-BE6B98EE0871}"/>
          </ac:grpSpMkLst>
        </pc:grpChg>
        <pc:grpChg chg="del">
          <ac:chgData name="Mahima Weerasinghe" userId="e11e3f55-42da-4e07-8ead-4d7a1d7ea1c6" providerId="ADAL" clId="{DEC8990C-F1E8-4081-8796-F50D8B9FA883}" dt="2024-10-13T02:27:41.026" v="17" actId="478"/>
          <ac:grpSpMkLst>
            <pc:docMk/>
            <pc:sldMk cId="2270794384" sldId="356"/>
            <ac:grpSpMk id="264" creationId="{3BB20C37-6E1C-DCFF-5075-DB5002DC2BAE}"/>
          </ac:grpSpMkLst>
        </pc:grpChg>
        <pc:grpChg chg="del">
          <ac:chgData name="Mahima Weerasinghe" userId="e11e3f55-42da-4e07-8ead-4d7a1d7ea1c6" providerId="ADAL" clId="{DEC8990C-F1E8-4081-8796-F50D8B9FA883}" dt="2024-10-13T02:27:41.026" v="17" actId="478"/>
          <ac:grpSpMkLst>
            <pc:docMk/>
            <pc:sldMk cId="2270794384" sldId="356"/>
            <ac:grpSpMk id="267" creationId="{6CB4A65A-E2AA-E810-C185-557B29E00AD0}"/>
          </ac:grpSpMkLst>
        </pc:grpChg>
        <pc:grpChg chg="del">
          <ac:chgData name="Mahima Weerasinghe" userId="e11e3f55-42da-4e07-8ead-4d7a1d7ea1c6" providerId="ADAL" clId="{DEC8990C-F1E8-4081-8796-F50D8B9FA883}" dt="2024-10-13T02:27:41.026" v="17" actId="478"/>
          <ac:grpSpMkLst>
            <pc:docMk/>
            <pc:sldMk cId="2270794384" sldId="356"/>
            <ac:grpSpMk id="277" creationId="{F1E9A881-6874-7A61-FF17-D5068FB7997B}"/>
          </ac:grpSpMkLst>
        </pc:grpChg>
        <pc:grpChg chg="del">
          <ac:chgData name="Mahima Weerasinghe" userId="e11e3f55-42da-4e07-8ead-4d7a1d7ea1c6" providerId="ADAL" clId="{DEC8990C-F1E8-4081-8796-F50D8B9FA883}" dt="2024-10-13T02:27:41.026" v="17" actId="478"/>
          <ac:grpSpMkLst>
            <pc:docMk/>
            <pc:sldMk cId="2270794384" sldId="356"/>
            <ac:grpSpMk id="279" creationId="{9FFAE117-C03E-4F6E-B1F5-4217B26074A6}"/>
          </ac:grpSpMkLst>
        </pc:grpChg>
        <pc:grpChg chg="del">
          <ac:chgData name="Mahima Weerasinghe" userId="e11e3f55-42da-4e07-8ead-4d7a1d7ea1c6" providerId="ADAL" clId="{DEC8990C-F1E8-4081-8796-F50D8B9FA883}" dt="2024-10-13T02:27:41.026" v="17" actId="478"/>
          <ac:grpSpMkLst>
            <pc:docMk/>
            <pc:sldMk cId="2270794384" sldId="356"/>
            <ac:grpSpMk id="331" creationId="{D4D00DBA-FD9B-BD61-E11D-7968A5CC5C5E}"/>
          </ac:grpSpMkLst>
        </pc:grpChg>
        <pc:grpChg chg="del">
          <ac:chgData name="Mahima Weerasinghe" userId="e11e3f55-42da-4e07-8ead-4d7a1d7ea1c6" providerId="ADAL" clId="{DEC8990C-F1E8-4081-8796-F50D8B9FA883}" dt="2024-10-13T02:27:41.026" v="17" actId="478"/>
          <ac:grpSpMkLst>
            <pc:docMk/>
            <pc:sldMk cId="2270794384" sldId="356"/>
            <ac:grpSpMk id="369" creationId="{6FB4A0EC-9B1C-D9C7-17E2-7050501CB74B}"/>
          </ac:grpSpMkLst>
        </pc:grpChg>
        <pc:grpChg chg="del">
          <ac:chgData name="Mahima Weerasinghe" userId="e11e3f55-42da-4e07-8ead-4d7a1d7ea1c6" providerId="ADAL" clId="{DEC8990C-F1E8-4081-8796-F50D8B9FA883}" dt="2024-10-13T02:27:41.026" v="17" actId="478"/>
          <ac:grpSpMkLst>
            <pc:docMk/>
            <pc:sldMk cId="2270794384" sldId="356"/>
            <ac:grpSpMk id="376" creationId="{B373C5F1-6CD9-8ECB-A14C-30DAED285C82}"/>
          </ac:grpSpMkLst>
        </pc:grpChg>
        <pc:grpChg chg="del">
          <ac:chgData name="Mahima Weerasinghe" userId="e11e3f55-42da-4e07-8ead-4d7a1d7ea1c6" providerId="ADAL" clId="{DEC8990C-F1E8-4081-8796-F50D8B9FA883}" dt="2024-10-13T02:27:41.026" v="17" actId="478"/>
          <ac:grpSpMkLst>
            <pc:docMk/>
            <pc:sldMk cId="2270794384" sldId="356"/>
            <ac:grpSpMk id="416" creationId="{983F7C40-D98D-AD92-7C65-A8C799C7BCCE}"/>
          </ac:grpSpMkLst>
        </pc:grpChg>
        <pc:grpChg chg="del">
          <ac:chgData name="Mahima Weerasinghe" userId="e11e3f55-42da-4e07-8ead-4d7a1d7ea1c6" providerId="ADAL" clId="{DEC8990C-F1E8-4081-8796-F50D8B9FA883}" dt="2024-10-13T02:27:41.026" v="17" actId="478"/>
          <ac:grpSpMkLst>
            <pc:docMk/>
            <pc:sldMk cId="2270794384" sldId="356"/>
            <ac:grpSpMk id="429" creationId="{A9DA4648-9FF1-6F1E-37C3-B7BB2CD99DED}"/>
          </ac:grpSpMkLst>
        </pc:grpChg>
        <pc:graphicFrameChg chg="mod">
          <ac:chgData name="Mahima Weerasinghe" userId="e11e3f55-42da-4e07-8ead-4d7a1d7ea1c6" providerId="ADAL" clId="{DEC8990C-F1E8-4081-8796-F50D8B9FA883}" dt="2024-10-13T02:30:04.581" v="108"/>
          <ac:graphicFrameMkLst>
            <pc:docMk/>
            <pc:sldMk cId="2270794384" sldId="356"/>
            <ac:graphicFrameMk id="27" creationId="{BC1ED8AC-8161-D08F-B1E8-FC7849889553}"/>
          </ac:graphicFrameMkLst>
        </pc:graphicFrameChg>
        <pc:inkChg chg="add">
          <ac:chgData name="Mahima Weerasinghe" userId="e11e3f55-42da-4e07-8ead-4d7a1d7ea1c6" providerId="ADAL" clId="{DEC8990C-F1E8-4081-8796-F50D8B9FA883}" dt="2024-10-13T11:43:13.564" v="821" actId="9405"/>
          <ac:inkMkLst>
            <pc:docMk/>
            <pc:sldMk cId="2270794384" sldId="356"/>
            <ac:inkMk id="2" creationId="{D5D6C8AD-CF0B-5D4C-B351-C38A643672CC}"/>
          </ac:inkMkLst>
        </pc:inkChg>
        <pc:inkChg chg="add">
          <ac:chgData name="Mahima Weerasinghe" userId="e11e3f55-42da-4e07-8ead-4d7a1d7ea1c6" providerId="ADAL" clId="{DEC8990C-F1E8-4081-8796-F50D8B9FA883}" dt="2024-10-13T11:43:24.099" v="822" actId="9405"/>
          <ac:inkMkLst>
            <pc:docMk/>
            <pc:sldMk cId="2270794384" sldId="356"/>
            <ac:inkMk id="3" creationId="{EAD08D3C-D591-E413-4186-89087EF82FB1}"/>
          </ac:inkMkLst>
        </pc:inkChg>
        <pc:inkChg chg="add mod">
          <ac:chgData name="Mahima Weerasinghe" userId="e11e3f55-42da-4e07-8ead-4d7a1d7ea1c6" providerId="ADAL" clId="{DEC8990C-F1E8-4081-8796-F50D8B9FA883}" dt="2024-10-13T11:43:54.008" v="850"/>
          <ac:inkMkLst>
            <pc:docMk/>
            <pc:sldMk cId="2270794384" sldId="356"/>
            <ac:inkMk id="4" creationId="{427B0993-C34D-5D6B-2843-2F659713EE97}"/>
          </ac:inkMkLst>
        </pc:inkChg>
        <pc:inkChg chg="add mod">
          <ac:chgData name="Mahima Weerasinghe" userId="e11e3f55-42da-4e07-8ead-4d7a1d7ea1c6" providerId="ADAL" clId="{DEC8990C-F1E8-4081-8796-F50D8B9FA883}" dt="2024-10-13T11:43:54.008" v="850"/>
          <ac:inkMkLst>
            <pc:docMk/>
            <pc:sldMk cId="2270794384" sldId="356"/>
            <ac:inkMk id="5" creationId="{8B9790E1-2F54-F7DC-A83D-226CFD623445}"/>
          </ac:inkMkLst>
        </pc:inkChg>
        <pc:inkChg chg="add mod">
          <ac:chgData name="Mahima Weerasinghe" userId="e11e3f55-42da-4e07-8ead-4d7a1d7ea1c6" providerId="ADAL" clId="{DEC8990C-F1E8-4081-8796-F50D8B9FA883}" dt="2024-10-13T11:43:54.008" v="850"/>
          <ac:inkMkLst>
            <pc:docMk/>
            <pc:sldMk cId="2270794384" sldId="356"/>
            <ac:inkMk id="6" creationId="{7AC3A1AA-6638-C38A-4B89-D5BEBDAEC692}"/>
          </ac:inkMkLst>
        </pc:inkChg>
        <pc:inkChg chg="del">
          <ac:chgData name="Mahima Weerasinghe" userId="e11e3f55-42da-4e07-8ead-4d7a1d7ea1c6" providerId="ADAL" clId="{DEC8990C-F1E8-4081-8796-F50D8B9FA883}" dt="2024-10-13T02:27:41.026" v="17" actId="478"/>
          <ac:inkMkLst>
            <pc:docMk/>
            <pc:sldMk cId="2270794384" sldId="356"/>
            <ac:inkMk id="6" creationId="{C992A283-41CD-F22B-6674-16CFF315A341}"/>
          </ac:inkMkLst>
        </pc:inkChg>
        <pc:inkChg chg="add mod">
          <ac:chgData name="Mahima Weerasinghe" userId="e11e3f55-42da-4e07-8ead-4d7a1d7ea1c6" providerId="ADAL" clId="{DEC8990C-F1E8-4081-8796-F50D8B9FA883}" dt="2024-10-13T11:43:54.008" v="850"/>
          <ac:inkMkLst>
            <pc:docMk/>
            <pc:sldMk cId="2270794384" sldId="356"/>
            <ac:inkMk id="7" creationId="{880B2D0F-FFEE-440A-F7E9-A17284B44DD7}"/>
          </ac:inkMkLst>
        </pc:inkChg>
        <pc:inkChg chg="add mod">
          <ac:chgData name="Mahima Weerasinghe" userId="e11e3f55-42da-4e07-8ead-4d7a1d7ea1c6" providerId="ADAL" clId="{DEC8990C-F1E8-4081-8796-F50D8B9FA883}" dt="2024-10-13T11:43:54.008" v="850"/>
          <ac:inkMkLst>
            <pc:docMk/>
            <pc:sldMk cId="2270794384" sldId="356"/>
            <ac:inkMk id="9" creationId="{FBCBFE88-693F-D5CD-4E6C-AFA05A2E9986}"/>
          </ac:inkMkLst>
        </pc:inkChg>
        <pc:inkChg chg="add mod">
          <ac:chgData name="Mahima Weerasinghe" userId="e11e3f55-42da-4e07-8ead-4d7a1d7ea1c6" providerId="ADAL" clId="{DEC8990C-F1E8-4081-8796-F50D8B9FA883}" dt="2024-10-13T11:43:54.008" v="850"/>
          <ac:inkMkLst>
            <pc:docMk/>
            <pc:sldMk cId="2270794384" sldId="356"/>
            <ac:inkMk id="10" creationId="{A42248A2-0D26-120C-C9AA-780C8B1E6909}"/>
          </ac:inkMkLst>
        </pc:inkChg>
        <pc:inkChg chg="add mod">
          <ac:chgData name="Mahima Weerasinghe" userId="e11e3f55-42da-4e07-8ead-4d7a1d7ea1c6" providerId="ADAL" clId="{DEC8990C-F1E8-4081-8796-F50D8B9FA883}" dt="2024-10-13T11:43:54.008" v="850"/>
          <ac:inkMkLst>
            <pc:docMk/>
            <pc:sldMk cId="2270794384" sldId="356"/>
            <ac:inkMk id="11" creationId="{372BF7D2-D64D-C2B8-ADBC-5B6321BC45CA}"/>
          </ac:inkMkLst>
        </pc:inkChg>
        <pc:inkChg chg="add mod">
          <ac:chgData name="Mahima Weerasinghe" userId="e11e3f55-42da-4e07-8ead-4d7a1d7ea1c6" providerId="ADAL" clId="{DEC8990C-F1E8-4081-8796-F50D8B9FA883}" dt="2024-10-13T11:43:54.008" v="850"/>
          <ac:inkMkLst>
            <pc:docMk/>
            <pc:sldMk cId="2270794384" sldId="356"/>
            <ac:inkMk id="12" creationId="{9CD5B74E-FCDE-7FA3-77C3-C2C3D5FFCAA8}"/>
          </ac:inkMkLst>
        </pc:inkChg>
        <pc:inkChg chg="add mod">
          <ac:chgData name="Mahima Weerasinghe" userId="e11e3f55-42da-4e07-8ead-4d7a1d7ea1c6" providerId="ADAL" clId="{DEC8990C-F1E8-4081-8796-F50D8B9FA883}" dt="2024-10-13T11:43:54.008" v="850"/>
          <ac:inkMkLst>
            <pc:docMk/>
            <pc:sldMk cId="2270794384" sldId="356"/>
            <ac:inkMk id="14" creationId="{259CC516-AC64-0276-E656-2F3BCFB0ABFF}"/>
          </ac:inkMkLst>
        </pc:inkChg>
        <pc:inkChg chg="add mod">
          <ac:chgData name="Mahima Weerasinghe" userId="e11e3f55-42da-4e07-8ead-4d7a1d7ea1c6" providerId="ADAL" clId="{DEC8990C-F1E8-4081-8796-F50D8B9FA883}" dt="2024-10-13T11:43:54.008" v="850"/>
          <ac:inkMkLst>
            <pc:docMk/>
            <pc:sldMk cId="2270794384" sldId="356"/>
            <ac:inkMk id="15" creationId="{A5AEAA8C-05C5-BC58-FC99-5CD945B456FB}"/>
          </ac:inkMkLst>
        </pc:inkChg>
        <pc:inkChg chg="add mod">
          <ac:chgData name="Mahima Weerasinghe" userId="e11e3f55-42da-4e07-8ead-4d7a1d7ea1c6" providerId="ADAL" clId="{DEC8990C-F1E8-4081-8796-F50D8B9FA883}" dt="2024-10-13T11:43:54.008" v="850"/>
          <ac:inkMkLst>
            <pc:docMk/>
            <pc:sldMk cId="2270794384" sldId="356"/>
            <ac:inkMk id="16" creationId="{5A8968DE-9B2C-B20D-ACE9-F62009E927D1}"/>
          </ac:inkMkLst>
        </pc:inkChg>
        <pc:inkChg chg="add mod">
          <ac:chgData name="Mahima Weerasinghe" userId="e11e3f55-42da-4e07-8ead-4d7a1d7ea1c6" providerId="ADAL" clId="{DEC8990C-F1E8-4081-8796-F50D8B9FA883}" dt="2024-10-13T11:43:54.008" v="850"/>
          <ac:inkMkLst>
            <pc:docMk/>
            <pc:sldMk cId="2270794384" sldId="356"/>
            <ac:inkMk id="17" creationId="{92096466-3E25-80F6-A2C1-30268A47CE55}"/>
          </ac:inkMkLst>
        </pc:inkChg>
        <pc:inkChg chg="add mod">
          <ac:chgData name="Mahima Weerasinghe" userId="e11e3f55-42da-4e07-8ead-4d7a1d7ea1c6" providerId="ADAL" clId="{DEC8990C-F1E8-4081-8796-F50D8B9FA883}" dt="2024-10-13T11:43:54.008" v="850"/>
          <ac:inkMkLst>
            <pc:docMk/>
            <pc:sldMk cId="2270794384" sldId="356"/>
            <ac:inkMk id="18" creationId="{9C893FF8-4F4E-257B-D8D5-C03DAFD4090F}"/>
          </ac:inkMkLst>
        </pc:inkChg>
        <pc:inkChg chg="add mod">
          <ac:chgData name="Mahima Weerasinghe" userId="e11e3f55-42da-4e07-8ead-4d7a1d7ea1c6" providerId="ADAL" clId="{DEC8990C-F1E8-4081-8796-F50D8B9FA883}" dt="2024-10-13T11:43:54.008" v="850"/>
          <ac:inkMkLst>
            <pc:docMk/>
            <pc:sldMk cId="2270794384" sldId="356"/>
            <ac:inkMk id="20" creationId="{34B80C15-5065-6DD0-E734-1550ABB05EFA}"/>
          </ac:inkMkLst>
        </pc:inkChg>
        <pc:inkChg chg="add mod">
          <ac:chgData name="Mahima Weerasinghe" userId="e11e3f55-42da-4e07-8ead-4d7a1d7ea1c6" providerId="ADAL" clId="{DEC8990C-F1E8-4081-8796-F50D8B9FA883}" dt="2024-10-13T11:43:54.008" v="850"/>
          <ac:inkMkLst>
            <pc:docMk/>
            <pc:sldMk cId="2270794384" sldId="356"/>
            <ac:inkMk id="21" creationId="{0CDB7AD7-2CF9-0E58-4ABD-C8AD77BC2B79}"/>
          </ac:inkMkLst>
        </pc:inkChg>
        <pc:inkChg chg="add mod">
          <ac:chgData name="Mahima Weerasinghe" userId="e11e3f55-42da-4e07-8ead-4d7a1d7ea1c6" providerId="ADAL" clId="{DEC8990C-F1E8-4081-8796-F50D8B9FA883}" dt="2024-10-13T11:43:54.008" v="850"/>
          <ac:inkMkLst>
            <pc:docMk/>
            <pc:sldMk cId="2270794384" sldId="356"/>
            <ac:inkMk id="22" creationId="{7F9092CD-211B-3DEB-6496-BC429D60F443}"/>
          </ac:inkMkLst>
        </pc:inkChg>
        <pc:inkChg chg="add mod">
          <ac:chgData name="Mahima Weerasinghe" userId="e11e3f55-42da-4e07-8ead-4d7a1d7ea1c6" providerId="ADAL" clId="{DEC8990C-F1E8-4081-8796-F50D8B9FA883}" dt="2024-10-13T11:43:54.008" v="850"/>
          <ac:inkMkLst>
            <pc:docMk/>
            <pc:sldMk cId="2270794384" sldId="356"/>
            <ac:inkMk id="23" creationId="{AAFF5CEF-A09F-25FC-DEEB-6359FC869416}"/>
          </ac:inkMkLst>
        </pc:inkChg>
        <pc:inkChg chg="add mod">
          <ac:chgData name="Mahima Weerasinghe" userId="e11e3f55-42da-4e07-8ead-4d7a1d7ea1c6" providerId="ADAL" clId="{DEC8990C-F1E8-4081-8796-F50D8B9FA883}" dt="2024-10-13T11:43:54.008" v="850"/>
          <ac:inkMkLst>
            <pc:docMk/>
            <pc:sldMk cId="2270794384" sldId="356"/>
            <ac:inkMk id="24" creationId="{D707501B-A1D5-8714-03AA-F8697F881000}"/>
          </ac:inkMkLst>
        </pc:inkChg>
        <pc:inkChg chg="add mod">
          <ac:chgData name="Mahima Weerasinghe" userId="e11e3f55-42da-4e07-8ead-4d7a1d7ea1c6" providerId="ADAL" clId="{DEC8990C-F1E8-4081-8796-F50D8B9FA883}" dt="2024-10-13T11:43:54.008" v="850"/>
          <ac:inkMkLst>
            <pc:docMk/>
            <pc:sldMk cId="2270794384" sldId="356"/>
            <ac:inkMk id="25" creationId="{F141C4D6-F7D0-DA0D-B058-239B52B33C2D}"/>
          </ac:inkMkLst>
        </pc:inkChg>
        <pc:inkChg chg="add mod">
          <ac:chgData name="Mahima Weerasinghe" userId="e11e3f55-42da-4e07-8ead-4d7a1d7ea1c6" providerId="ADAL" clId="{DEC8990C-F1E8-4081-8796-F50D8B9FA883}" dt="2024-10-13T11:43:54.008" v="850"/>
          <ac:inkMkLst>
            <pc:docMk/>
            <pc:sldMk cId="2270794384" sldId="356"/>
            <ac:inkMk id="26" creationId="{D06D648E-E9B0-DDB0-3887-E6EEC83AAA5F}"/>
          </ac:inkMkLst>
        </pc:inkChg>
        <pc:inkChg chg="add mod">
          <ac:chgData name="Mahima Weerasinghe" userId="e11e3f55-42da-4e07-8ead-4d7a1d7ea1c6" providerId="ADAL" clId="{DEC8990C-F1E8-4081-8796-F50D8B9FA883}" dt="2024-10-13T11:43:54.008" v="850"/>
          <ac:inkMkLst>
            <pc:docMk/>
            <pc:sldMk cId="2270794384" sldId="356"/>
            <ac:inkMk id="28" creationId="{7B2A28EA-41FD-D4C0-A2F1-EBFDEFFCA46F}"/>
          </ac:inkMkLst>
        </pc:inkChg>
        <pc:inkChg chg="add mod">
          <ac:chgData name="Mahima Weerasinghe" userId="e11e3f55-42da-4e07-8ead-4d7a1d7ea1c6" providerId="ADAL" clId="{DEC8990C-F1E8-4081-8796-F50D8B9FA883}" dt="2024-10-13T11:43:54.008" v="850"/>
          <ac:inkMkLst>
            <pc:docMk/>
            <pc:sldMk cId="2270794384" sldId="356"/>
            <ac:inkMk id="29" creationId="{E277C94B-1653-2E67-0F18-5CD10E9FF52F}"/>
          </ac:inkMkLst>
        </pc:inkChg>
        <pc:inkChg chg="add mod">
          <ac:chgData name="Mahima Weerasinghe" userId="e11e3f55-42da-4e07-8ead-4d7a1d7ea1c6" providerId="ADAL" clId="{DEC8990C-F1E8-4081-8796-F50D8B9FA883}" dt="2024-10-13T11:43:54.008" v="850"/>
          <ac:inkMkLst>
            <pc:docMk/>
            <pc:sldMk cId="2270794384" sldId="356"/>
            <ac:inkMk id="30" creationId="{E9EE855A-BA3F-94D5-ADF4-17EA123D5C89}"/>
          </ac:inkMkLst>
        </pc:inkChg>
        <pc:inkChg chg="add mod">
          <ac:chgData name="Mahima Weerasinghe" userId="e11e3f55-42da-4e07-8ead-4d7a1d7ea1c6" providerId="ADAL" clId="{DEC8990C-F1E8-4081-8796-F50D8B9FA883}" dt="2024-10-13T11:43:54.008" v="850"/>
          <ac:inkMkLst>
            <pc:docMk/>
            <pc:sldMk cId="2270794384" sldId="356"/>
            <ac:inkMk id="31" creationId="{E031EF53-1CAA-2786-FE92-75A864762545}"/>
          </ac:inkMkLst>
        </pc:inkChg>
        <pc:inkChg chg="add">
          <ac:chgData name="Mahima Weerasinghe" userId="e11e3f55-42da-4e07-8ead-4d7a1d7ea1c6" providerId="ADAL" clId="{DEC8990C-F1E8-4081-8796-F50D8B9FA883}" dt="2024-10-13T11:44:06.598" v="851" actId="9405"/>
          <ac:inkMkLst>
            <pc:docMk/>
            <pc:sldMk cId="2270794384" sldId="356"/>
            <ac:inkMk id="33" creationId="{A41B4DE6-4E85-F4BD-5678-B7BCE416C36F}"/>
          </ac:inkMkLst>
        </pc:inkChg>
        <pc:inkChg chg="add">
          <ac:chgData name="Mahima Weerasinghe" userId="e11e3f55-42da-4e07-8ead-4d7a1d7ea1c6" providerId="ADAL" clId="{DEC8990C-F1E8-4081-8796-F50D8B9FA883}" dt="2024-10-13T11:44:11.859" v="852" actId="9405"/>
          <ac:inkMkLst>
            <pc:docMk/>
            <pc:sldMk cId="2270794384" sldId="356"/>
            <ac:inkMk id="34" creationId="{51672BE7-DA66-7B50-1381-CE541A497A06}"/>
          </ac:inkMkLst>
        </pc:inkChg>
        <pc:inkChg chg="add mod">
          <ac:chgData name="Mahima Weerasinghe" userId="e11e3f55-42da-4e07-8ead-4d7a1d7ea1c6" providerId="ADAL" clId="{DEC8990C-F1E8-4081-8796-F50D8B9FA883}" dt="2024-10-13T11:45:40.824" v="871"/>
          <ac:inkMkLst>
            <pc:docMk/>
            <pc:sldMk cId="2270794384" sldId="356"/>
            <ac:inkMk id="35" creationId="{0C353DB6-9C36-3818-00D3-6E4542803532}"/>
          </ac:inkMkLst>
        </pc:inkChg>
        <pc:inkChg chg="add mod">
          <ac:chgData name="Mahima Weerasinghe" userId="e11e3f55-42da-4e07-8ead-4d7a1d7ea1c6" providerId="ADAL" clId="{DEC8990C-F1E8-4081-8796-F50D8B9FA883}" dt="2024-10-13T11:45:40.824" v="871"/>
          <ac:inkMkLst>
            <pc:docMk/>
            <pc:sldMk cId="2270794384" sldId="356"/>
            <ac:inkMk id="36" creationId="{31EE3A06-5912-61B3-BC79-E43592093B65}"/>
          </ac:inkMkLst>
        </pc:inkChg>
        <pc:inkChg chg="add mod">
          <ac:chgData name="Mahima Weerasinghe" userId="e11e3f55-42da-4e07-8ead-4d7a1d7ea1c6" providerId="ADAL" clId="{DEC8990C-F1E8-4081-8796-F50D8B9FA883}" dt="2024-10-13T11:45:40.824" v="871"/>
          <ac:inkMkLst>
            <pc:docMk/>
            <pc:sldMk cId="2270794384" sldId="356"/>
            <ac:inkMk id="37" creationId="{4B0D77E4-5502-DF3F-EB8A-9B7F3969CC97}"/>
          </ac:inkMkLst>
        </pc:inkChg>
        <pc:inkChg chg="add mod">
          <ac:chgData name="Mahima Weerasinghe" userId="e11e3f55-42da-4e07-8ead-4d7a1d7ea1c6" providerId="ADAL" clId="{DEC8990C-F1E8-4081-8796-F50D8B9FA883}" dt="2024-10-13T11:45:40.824" v="871"/>
          <ac:inkMkLst>
            <pc:docMk/>
            <pc:sldMk cId="2270794384" sldId="356"/>
            <ac:inkMk id="38" creationId="{8FEF2888-224D-0687-2BBD-086E0454F2B8}"/>
          </ac:inkMkLst>
        </pc:inkChg>
        <pc:inkChg chg="add mod">
          <ac:chgData name="Mahima Weerasinghe" userId="e11e3f55-42da-4e07-8ead-4d7a1d7ea1c6" providerId="ADAL" clId="{DEC8990C-F1E8-4081-8796-F50D8B9FA883}" dt="2024-10-13T11:45:40.824" v="871"/>
          <ac:inkMkLst>
            <pc:docMk/>
            <pc:sldMk cId="2270794384" sldId="356"/>
            <ac:inkMk id="39" creationId="{BADA17A9-A66A-48ED-22A1-F8745FC4B582}"/>
          </ac:inkMkLst>
        </pc:inkChg>
        <pc:inkChg chg="del">
          <ac:chgData name="Mahima Weerasinghe" userId="e11e3f55-42da-4e07-8ead-4d7a1d7ea1c6" providerId="ADAL" clId="{DEC8990C-F1E8-4081-8796-F50D8B9FA883}" dt="2024-10-13T02:27:41.026" v="17" actId="478"/>
          <ac:inkMkLst>
            <pc:docMk/>
            <pc:sldMk cId="2270794384" sldId="356"/>
            <ac:inkMk id="40" creationId="{5D49F502-9F49-F48E-E603-75E956DB073B}"/>
          </ac:inkMkLst>
        </pc:inkChg>
        <pc:inkChg chg="del">
          <ac:chgData name="Mahima Weerasinghe" userId="e11e3f55-42da-4e07-8ead-4d7a1d7ea1c6" providerId="ADAL" clId="{DEC8990C-F1E8-4081-8796-F50D8B9FA883}" dt="2024-10-13T02:27:41.026" v="17" actId="478"/>
          <ac:inkMkLst>
            <pc:docMk/>
            <pc:sldMk cId="2270794384" sldId="356"/>
            <ac:inkMk id="41" creationId="{5F342978-EFAE-9C8B-0709-437BCC9FA004}"/>
          </ac:inkMkLst>
        </pc:inkChg>
        <pc:inkChg chg="add mod">
          <ac:chgData name="Mahima Weerasinghe" userId="e11e3f55-42da-4e07-8ead-4d7a1d7ea1c6" providerId="ADAL" clId="{DEC8990C-F1E8-4081-8796-F50D8B9FA883}" dt="2024-10-13T11:45:40.824" v="871"/>
          <ac:inkMkLst>
            <pc:docMk/>
            <pc:sldMk cId="2270794384" sldId="356"/>
            <ac:inkMk id="41" creationId="{F7FDA4CC-1F98-1F2A-827D-E1BA465A22F5}"/>
          </ac:inkMkLst>
        </pc:inkChg>
        <pc:inkChg chg="del">
          <ac:chgData name="Mahima Weerasinghe" userId="e11e3f55-42da-4e07-8ead-4d7a1d7ea1c6" providerId="ADAL" clId="{DEC8990C-F1E8-4081-8796-F50D8B9FA883}" dt="2024-10-13T02:27:41.026" v="17" actId="478"/>
          <ac:inkMkLst>
            <pc:docMk/>
            <pc:sldMk cId="2270794384" sldId="356"/>
            <ac:inkMk id="42" creationId="{1CE0F89F-E2E3-3B9C-6811-7D740654C904}"/>
          </ac:inkMkLst>
        </pc:inkChg>
        <pc:inkChg chg="add mod">
          <ac:chgData name="Mahima Weerasinghe" userId="e11e3f55-42da-4e07-8ead-4d7a1d7ea1c6" providerId="ADAL" clId="{DEC8990C-F1E8-4081-8796-F50D8B9FA883}" dt="2024-10-13T11:45:40.824" v="871"/>
          <ac:inkMkLst>
            <pc:docMk/>
            <pc:sldMk cId="2270794384" sldId="356"/>
            <ac:inkMk id="42" creationId="{B68A3D77-0ECD-FECD-7DBC-A64B22257753}"/>
          </ac:inkMkLst>
        </pc:inkChg>
        <pc:inkChg chg="add mod">
          <ac:chgData name="Mahima Weerasinghe" userId="e11e3f55-42da-4e07-8ead-4d7a1d7ea1c6" providerId="ADAL" clId="{DEC8990C-F1E8-4081-8796-F50D8B9FA883}" dt="2024-10-13T11:45:40.824" v="871"/>
          <ac:inkMkLst>
            <pc:docMk/>
            <pc:sldMk cId="2270794384" sldId="356"/>
            <ac:inkMk id="43" creationId="{246A0AAC-F291-0A5A-5974-10494783932B}"/>
          </ac:inkMkLst>
        </pc:inkChg>
        <pc:inkChg chg="del">
          <ac:chgData name="Mahima Weerasinghe" userId="e11e3f55-42da-4e07-8ead-4d7a1d7ea1c6" providerId="ADAL" clId="{DEC8990C-F1E8-4081-8796-F50D8B9FA883}" dt="2024-10-13T02:27:41.026" v="17" actId="478"/>
          <ac:inkMkLst>
            <pc:docMk/>
            <pc:sldMk cId="2270794384" sldId="356"/>
            <ac:inkMk id="43" creationId="{D8C91B1B-6564-BDBF-7F6C-533206119EED}"/>
          </ac:inkMkLst>
        </pc:inkChg>
        <pc:inkChg chg="del">
          <ac:chgData name="Mahima Weerasinghe" userId="e11e3f55-42da-4e07-8ead-4d7a1d7ea1c6" providerId="ADAL" clId="{DEC8990C-F1E8-4081-8796-F50D8B9FA883}" dt="2024-10-13T02:27:41.026" v="17" actId="478"/>
          <ac:inkMkLst>
            <pc:docMk/>
            <pc:sldMk cId="2270794384" sldId="356"/>
            <ac:inkMk id="44" creationId="{48DA9BE2-1DC3-2864-21B2-FD3ADB57EBA4}"/>
          </ac:inkMkLst>
        </pc:inkChg>
        <pc:inkChg chg="add">
          <ac:chgData name="Mahima Weerasinghe" userId="e11e3f55-42da-4e07-8ead-4d7a1d7ea1c6" providerId="ADAL" clId="{DEC8990C-F1E8-4081-8796-F50D8B9FA883}" dt="2024-10-13T11:45:10.017" v="863" actId="9405"/>
          <ac:inkMkLst>
            <pc:docMk/>
            <pc:sldMk cId="2270794384" sldId="356"/>
            <ac:inkMk id="45" creationId="{1636A6A9-B414-B40D-17F2-CF2ADA36BBD1}"/>
          </ac:inkMkLst>
        </pc:inkChg>
        <pc:inkChg chg="del">
          <ac:chgData name="Mahima Weerasinghe" userId="e11e3f55-42da-4e07-8ead-4d7a1d7ea1c6" providerId="ADAL" clId="{DEC8990C-F1E8-4081-8796-F50D8B9FA883}" dt="2024-10-13T02:27:41.026" v="17" actId="478"/>
          <ac:inkMkLst>
            <pc:docMk/>
            <pc:sldMk cId="2270794384" sldId="356"/>
            <ac:inkMk id="45" creationId="{E8FF915C-AFFD-5C99-77F0-45B7AFC8AA67}"/>
          </ac:inkMkLst>
        </pc:inkChg>
        <pc:inkChg chg="add mod">
          <ac:chgData name="Mahima Weerasinghe" userId="e11e3f55-42da-4e07-8ead-4d7a1d7ea1c6" providerId="ADAL" clId="{DEC8990C-F1E8-4081-8796-F50D8B9FA883}" dt="2024-10-13T11:45:40.824" v="871"/>
          <ac:inkMkLst>
            <pc:docMk/>
            <pc:sldMk cId="2270794384" sldId="356"/>
            <ac:inkMk id="46" creationId="{63A3B825-2733-DF21-5776-2450CA1A2F2E}"/>
          </ac:inkMkLst>
        </pc:inkChg>
        <pc:inkChg chg="add mod">
          <ac:chgData name="Mahima Weerasinghe" userId="e11e3f55-42da-4e07-8ead-4d7a1d7ea1c6" providerId="ADAL" clId="{DEC8990C-F1E8-4081-8796-F50D8B9FA883}" dt="2024-10-13T11:45:40.824" v="871"/>
          <ac:inkMkLst>
            <pc:docMk/>
            <pc:sldMk cId="2270794384" sldId="356"/>
            <ac:inkMk id="47" creationId="{9FC44558-A79B-4E9B-350E-82D291A126A5}"/>
          </ac:inkMkLst>
        </pc:inkChg>
        <pc:inkChg chg="add mod">
          <ac:chgData name="Mahima Weerasinghe" userId="e11e3f55-42da-4e07-8ead-4d7a1d7ea1c6" providerId="ADAL" clId="{DEC8990C-F1E8-4081-8796-F50D8B9FA883}" dt="2024-10-13T11:45:40.824" v="871"/>
          <ac:inkMkLst>
            <pc:docMk/>
            <pc:sldMk cId="2270794384" sldId="356"/>
            <ac:inkMk id="48" creationId="{705BD8A5-B572-9983-61A2-B4A5952B5B79}"/>
          </ac:inkMkLst>
        </pc:inkChg>
        <pc:inkChg chg="add mod">
          <ac:chgData name="Mahima Weerasinghe" userId="e11e3f55-42da-4e07-8ead-4d7a1d7ea1c6" providerId="ADAL" clId="{DEC8990C-F1E8-4081-8796-F50D8B9FA883}" dt="2024-10-13T11:45:40.824" v="871"/>
          <ac:inkMkLst>
            <pc:docMk/>
            <pc:sldMk cId="2270794384" sldId="356"/>
            <ac:inkMk id="49" creationId="{F1E17F1E-47BA-22DC-6658-CF1102866A54}"/>
          </ac:inkMkLst>
        </pc:inkChg>
        <pc:inkChg chg="add mod">
          <ac:chgData name="Mahima Weerasinghe" userId="e11e3f55-42da-4e07-8ead-4d7a1d7ea1c6" providerId="ADAL" clId="{DEC8990C-F1E8-4081-8796-F50D8B9FA883}" dt="2024-10-13T11:45:40.824" v="871"/>
          <ac:inkMkLst>
            <pc:docMk/>
            <pc:sldMk cId="2270794384" sldId="356"/>
            <ac:inkMk id="50" creationId="{1CF607AB-3B31-6C5A-F974-4F020DFF026D}"/>
          </ac:inkMkLst>
        </pc:inkChg>
        <pc:inkChg chg="add mod">
          <ac:chgData name="Mahima Weerasinghe" userId="e11e3f55-42da-4e07-8ead-4d7a1d7ea1c6" providerId="ADAL" clId="{DEC8990C-F1E8-4081-8796-F50D8B9FA883}" dt="2024-10-13T11:45:40.824" v="871"/>
          <ac:inkMkLst>
            <pc:docMk/>
            <pc:sldMk cId="2270794384" sldId="356"/>
            <ac:inkMk id="52" creationId="{4F879652-B1A0-BE49-A795-FBEC9A96F101}"/>
          </ac:inkMkLst>
        </pc:inkChg>
        <pc:inkChg chg="add">
          <ac:chgData name="Mahima Weerasinghe" userId="e11e3f55-42da-4e07-8ead-4d7a1d7ea1c6" providerId="ADAL" clId="{DEC8990C-F1E8-4081-8796-F50D8B9FA883}" dt="2024-10-13T11:45:54.841" v="872" actId="9405"/>
          <ac:inkMkLst>
            <pc:docMk/>
            <pc:sldMk cId="2270794384" sldId="356"/>
            <ac:inkMk id="54" creationId="{82AB3283-FC8C-2989-6DC1-5B0801D538FB}"/>
          </ac:inkMkLst>
        </pc:inkChg>
        <pc:inkChg chg="add mod">
          <ac:chgData name="Mahima Weerasinghe" userId="e11e3f55-42da-4e07-8ead-4d7a1d7ea1c6" providerId="ADAL" clId="{DEC8990C-F1E8-4081-8796-F50D8B9FA883}" dt="2024-10-13T11:46:14.120" v="883"/>
          <ac:inkMkLst>
            <pc:docMk/>
            <pc:sldMk cId="2270794384" sldId="356"/>
            <ac:inkMk id="55" creationId="{63F049CF-2E22-E268-6E3C-553F1684D673}"/>
          </ac:inkMkLst>
        </pc:inkChg>
        <pc:inkChg chg="add mod">
          <ac:chgData name="Mahima Weerasinghe" userId="e11e3f55-42da-4e07-8ead-4d7a1d7ea1c6" providerId="ADAL" clId="{DEC8990C-F1E8-4081-8796-F50D8B9FA883}" dt="2024-10-13T11:46:14.120" v="883"/>
          <ac:inkMkLst>
            <pc:docMk/>
            <pc:sldMk cId="2270794384" sldId="356"/>
            <ac:inkMk id="56" creationId="{35A5C69A-1EB1-4C4F-7974-2C094C6B4C3A}"/>
          </ac:inkMkLst>
        </pc:inkChg>
        <pc:inkChg chg="add mod">
          <ac:chgData name="Mahima Weerasinghe" userId="e11e3f55-42da-4e07-8ead-4d7a1d7ea1c6" providerId="ADAL" clId="{DEC8990C-F1E8-4081-8796-F50D8B9FA883}" dt="2024-10-13T11:46:14.120" v="883"/>
          <ac:inkMkLst>
            <pc:docMk/>
            <pc:sldMk cId="2270794384" sldId="356"/>
            <ac:inkMk id="57" creationId="{2E2B33AB-570F-03F2-9C2E-A5232B6E5BEA}"/>
          </ac:inkMkLst>
        </pc:inkChg>
        <pc:inkChg chg="add mod">
          <ac:chgData name="Mahima Weerasinghe" userId="e11e3f55-42da-4e07-8ead-4d7a1d7ea1c6" providerId="ADAL" clId="{DEC8990C-F1E8-4081-8796-F50D8B9FA883}" dt="2024-10-13T11:46:14.120" v="883"/>
          <ac:inkMkLst>
            <pc:docMk/>
            <pc:sldMk cId="2270794384" sldId="356"/>
            <ac:inkMk id="58" creationId="{A050A5CC-7B70-077F-41BA-0D2D14ED4A06}"/>
          </ac:inkMkLst>
        </pc:inkChg>
        <pc:inkChg chg="add mod">
          <ac:chgData name="Mahima Weerasinghe" userId="e11e3f55-42da-4e07-8ead-4d7a1d7ea1c6" providerId="ADAL" clId="{DEC8990C-F1E8-4081-8796-F50D8B9FA883}" dt="2024-10-13T11:46:14.120" v="883"/>
          <ac:inkMkLst>
            <pc:docMk/>
            <pc:sldMk cId="2270794384" sldId="356"/>
            <ac:inkMk id="59" creationId="{B6E0CA96-0348-FCF8-7B9C-2024CE1BE377}"/>
          </ac:inkMkLst>
        </pc:inkChg>
        <pc:inkChg chg="del">
          <ac:chgData name="Mahima Weerasinghe" userId="e11e3f55-42da-4e07-8ead-4d7a1d7ea1c6" providerId="ADAL" clId="{DEC8990C-F1E8-4081-8796-F50D8B9FA883}" dt="2024-10-13T02:27:41.026" v="17" actId="478"/>
          <ac:inkMkLst>
            <pc:docMk/>
            <pc:sldMk cId="2270794384" sldId="356"/>
            <ac:inkMk id="61" creationId="{EAF8B0FC-0A36-E9FF-BFEC-F0AFC7242494}"/>
          </ac:inkMkLst>
        </pc:inkChg>
        <pc:inkChg chg="add mod">
          <ac:chgData name="Mahima Weerasinghe" userId="e11e3f55-42da-4e07-8ead-4d7a1d7ea1c6" providerId="ADAL" clId="{DEC8990C-F1E8-4081-8796-F50D8B9FA883}" dt="2024-10-13T11:46:14.120" v="883"/>
          <ac:inkMkLst>
            <pc:docMk/>
            <pc:sldMk cId="2270794384" sldId="356"/>
            <ac:inkMk id="62" creationId="{4E3A62F6-CA03-942B-F78D-4BE3AB65DFAB}"/>
          </ac:inkMkLst>
        </pc:inkChg>
        <pc:inkChg chg="add mod">
          <ac:chgData name="Mahima Weerasinghe" userId="e11e3f55-42da-4e07-8ead-4d7a1d7ea1c6" providerId="ADAL" clId="{DEC8990C-F1E8-4081-8796-F50D8B9FA883}" dt="2024-10-13T11:46:14.120" v="883"/>
          <ac:inkMkLst>
            <pc:docMk/>
            <pc:sldMk cId="2270794384" sldId="356"/>
            <ac:inkMk id="63" creationId="{D96FE24C-DC74-B599-F63C-A65699140F9F}"/>
          </ac:inkMkLst>
        </pc:inkChg>
        <pc:inkChg chg="del">
          <ac:chgData name="Mahima Weerasinghe" userId="e11e3f55-42da-4e07-8ead-4d7a1d7ea1c6" providerId="ADAL" clId="{DEC8990C-F1E8-4081-8796-F50D8B9FA883}" dt="2024-10-13T02:27:41.026" v="17" actId="478"/>
          <ac:inkMkLst>
            <pc:docMk/>
            <pc:sldMk cId="2270794384" sldId="356"/>
            <ac:inkMk id="64" creationId="{5A5CCC06-03A5-E4C6-F745-8617F47A701A}"/>
          </ac:inkMkLst>
        </pc:inkChg>
        <pc:inkChg chg="add mod">
          <ac:chgData name="Mahima Weerasinghe" userId="e11e3f55-42da-4e07-8ead-4d7a1d7ea1c6" providerId="ADAL" clId="{DEC8990C-F1E8-4081-8796-F50D8B9FA883}" dt="2024-10-13T11:46:14.120" v="883"/>
          <ac:inkMkLst>
            <pc:docMk/>
            <pc:sldMk cId="2270794384" sldId="356"/>
            <ac:inkMk id="64" creationId="{9005CD9C-B1B4-9B80-212E-EF3AFD2ACDD6}"/>
          </ac:inkMkLst>
        </pc:inkChg>
        <pc:inkChg chg="add mod">
          <ac:chgData name="Mahima Weerasinghe" userId="e11e3f55-42da-4e07-8ead-4d7a1d7ea1c6" providerId="ADAL" clId="{DEC8990C-F1E8-4081-8796-F50D8B9FA883}" dt="2024-10-13T11:46:14.120" v="883"/>
          <ac:inkMkLst>
            <pc:docMk/>
            <pc:sldMk cId="2270794384" sldId="356"/>
            <ac:inkMk id="65" creationId="{057B405A-9D43-A5BB-7CBB-DF5148302E2F}"/>
          </ac:inkMkLst>
        </pc:inkChg>
        <pc:inkChg chg="del">
          <ac:chgData name="Mahima Weerasinghe" userId="e11e3f55-42da-4e07-8ead-4d7a1d7ea1c6" providerId="ADAL" clId="{DEC8990C-F1E8-4081-8796-F50D8B9FA883}" dt="2024-10-13T02:27:41.026" v="17" actId="478"/>
          <ac:inkMkLst>
            <pc:docMk/>
            <pc:sldMk cId="2270794384" sldId="356"/>
            <ac:inkMk id="66" creationId="{AD570E9D-00A3-59A6-6A53-15B703C6A529}"/>
          </ac:inkMkLst>
        </pc:inkChg>
        <pc:inkChg chg="add">
          <ac:chgData name="Mahima Weerasinghe" userId="e11e3f55-42da-4e07-8ead-4d7a1d7ea1c6" providerId="ADAL" clId="{DEC8990C-F1E8-4081-8796-F50D8B9FA883}" dt="2024-10-13T11:46:25.491" v="884" actId="9405"/>
          <ac:inkMkLst>
            <pc:docMk/>
            <pc:sldMk cId="2270794384" sldId="356"/>
            <ac:inkMk id="67" creationId="{9C6BF148-DECC-9C40-40E7-FB4ABDEC3E80}"/>
          </ac:inkMkLst>
        </pc:inkChg>
        <pc:inkChg chg="del">
          <ac:chgData name="Mahima Weerasinghe" userId="e11e3f55-42da-4e07-8ead-4d7a1d7ea1c6" providerId="ADAL" clId="{DEC8990C-F1E8-4081-8796-F50D8B9FA883}" dt="2024-10-13T02:27:41.026" v="17" actId="478"/>
          <ac:inkMkLst>
            <pc:docMk/>
            <pc:sldMk cId="2270794384" sldId="356"/>
            <ac:inkMk id="68" creationId="{0AEA10F5-0BBF-5D1C-B5A7-1ED46119ECF6}"/>
          </ac:inkMkLst>
        </pc:inkChg>
        <pc:inkChg chg="add">
          <ac:chgData name="Mahima Weerasinghe" userId="e11e3f55-42da-4e07-8ead-4d7a1d7ea1c6" providerId="ADAL" clId="{DEC8990C-F1E8-4081-8796-F50D8B9FA883}" dt="2024-10-13T11:46:30.434" v="885" actId="9405"/>
          <ac:inkMkLst>
            <pc:docMk/>
            <pc:sldMk cId="2270794384" sldId="356"/>
            <ac:inkMk id="68" creationId="{619DE323-811B-5313-C6A8-01347BD871F0}"/>
          </ac:inkMkLst>
        </pc:inkChg>
        <pc:inkChg chg="add">
          <ac:chgData name="Mahima Weerasinghe" userId="e11e3f55-42da-4e07-8ead-4d7a1d7ea1c6" providerId="ADAL" clId="{DEC8990C-F1E8-4081-8796-F50D8B9FA883}" dt="2024-10-13T11:46:46.187" v="886" actId="9405"/>
          <ac:inkMkLst>
            <pc:docMk/>
            <pc:sldMk cId="2270794384" sldId="356"/>
            <ac:inkMk id="69" creationId="{E0A39C3B-2A4D-DE96-85C0-87CCEFC20EA5}"/>
          </ac:inkMkLst>
        </pc:inkChg>
        <pc:inkChg chg="del">
          <ac:chgData name="Mahima Weerasinghe" userId="e11e3f55-42da-4e07-8ead-4d7a1d7ea1c6" providerId="ADAL" clId="{DEC8990C-F1E8-4081-8796-F50D8B9FA883}" dt="2024-10-13T02:27:41.026" v="17" actId="478"/>
          <ac:inkMkLst>
            <pc:docMk/>
            <pc:sldMk cId="2270794384" sldId="356"/>
            <ac:inkMk id="70" creationId="{718311DE-FE11-D95D-74B8-9482F9254C56}"/>
          </ac:inkMkLst>
        </pc:inkChg>
        <pc:inkChg chg="add">
          <ac:chgData name="Mahima Weerasinghe" userId="e11e3f55-42da-4e07-8ead-4d7a1d7ea1c6" providerId="ADAL" clId="{DEC8990C-F1E8-4081-8796-F50D8B9FA883}" dt="2024-10-13T11:46:56.611" v="887" actId="9405"/>
          <ac:inkMkLst>
            <pc:docMk/>
            <pc:sldMk cId="2270794384" sldId="356"/>
            <ac:inkMk id="70" creationId="{A272CCC7-C851-C882-9EFD-E90E3F46CDB3}"/>
          </ac:inkMkLst>
        </pc:inkChg>
        <pc:inkChg chg="del">
          <ac:chgData name="Mahima Weerasinghe" userId="e11e3f55-42da-4e07-8ead-4d7a1d7ea1c6" providerId="ADAL" clId="{DEC8990C-F1E8-4081-8796-F50D8B9FA883}" dt="2024-10-13T02:27:41.026" v="17" actId="478"/>
          <ac:inkMkLst>
            <pc:docMk/>
            <pc:sldMk cId="2270794384" sldId="356"/>
            <ac:inkMk id="71" creationId="{0AA1293C-D6DF-007C-531D-AAACCBC4B7F0}"/>
          </ac:inkMkLst>
        </pc:inkChg>
        <pc:inkChg chg="add">
          <ac:chgData name="Mahima Weerasinghe" userId="e11e3f55-42da-4e07-8ead-4d7a1d7ea1c6" providerId="ADAL" clId="{DEC8990C-F1E8-4081-8796-F50D8B9FA883}" dt="2024-10-13T11:47:17.665" v="888" actId="9405"/>
          <ac:inkMkLst>
            <pc:docMk/>
            <pc:sldMk cId="2270794384" sldId="356"/>
            <ac:inkMk id="71" creationId="{FEFE40DC-D61B-412D-56EA-84768EE1021B}"/>
          </ac:inkMkLst>
        </pc:inkChg>
        <pc:inkChg chg="add mod">
          <ac:chgData name="Mahima Weerasinghe" userId="e11e3f55-42da-4e07-8ead-4d7a1d7ea1c6" providerId="ADAL" clId="{DEC8990C-F1E8-4081-8796-F50D8B9FA883}" dt="2024-10-13T11:48:11.153" v="920"/>
          <ac:inkMkLst>
            <pc:docMk/>
            <pc:sldMk cId="2270794384" sldId="356"/>
            <ac:inkMk id="72" creationId="{1CFA412B-0A55-9E6C-6D5F-25BFEEC0DEB3}"/>
          </ac:inkMkLst>
        </pc:inkChg>
        <pc:inkChg chg="del">
          <ac:chgData name="Mahima Weerasinghe" userId="e11e3f55-42da-4e07-8ead-4d7a1d7ea1c6" providerId="ADAL" clId="{DEC8990C-F1E8-4081-8796-F50D8B9FA883}" dt="2024-10-13T02:27:41.026" v="17" actId="478"/>
          <ac:inkMkLst>
            <pc:docMk/>
            <pc:sldMk cId="2270794384" sldId="356"/>
            <ac:inkMk id="73" creationId="{25C4030C-2519-A9E9-A9D5-0BEA6397CF9E}"/>
          </ac:inkMkLst>
        </pc:inkChg>
        <pc:inkChg chg="add mod">
          <ac:chgData name="Mahima Weerasinghe" userId="e11e3f55-42da-4e07-8ead-4d7a1d7ea1c6" providerId="ADAL" clId="{DEC8990C-F1E8-4081-8796-F50D8B9FA883}" dt="2024-10-13T11:48:11.153" v="920"/>
          <ac:inkMkLst>
            <pc:docMk/>
            <pc:sldMk cId="2270794384" sldId="356"/>
            <ac:inkMk id="73" creationId="{B4828CD4-1E5F-2103-EF95-D357D50E5731}"/>
          </ac:inkMkLst>
        </pc:inkChg>
        <pc:inkChg chg="add mod">
          <ac:chgData name="Mahima Weerasinghe" userId="e11e3f55-42da-4e07-8ead-4d7a1d7ea1c6" providerId="ADAL" clId="{DEC8990C-F1E8-4081-8796-F50D8B9FA883}" dt="2024-10-13T11:48:11.153" v="920"/>
          <ac:inkMkLst>
            <pc:docMk/>
            <pc:sldMk cId="2270794384" sldId="356"/>
            <ac:inkMk id="75" creationId="{05DDDEFC-6EC9-B9CE-7503-B360996D0ACB}"/>
          </ac:inkMkLst>
        </pc:inkChg>
        <pc:inkChg chg="del">
          <ac:chgData name="Mahima Weerasinghe" userId="e11e3f55-42da-4e07-8ead-4d7a1d7ea1c6" providerId="ADAL" clId="{DEC8990C-F1E8-4081-8796-F50D8B9FA883}" dt="2024-10-13T02:27:41.026" v="17" actId="478"/>
          <ac:inkMkLst>
            <pc:docMk/>
            <pc:sldMk cId="2270794384" sldId="356"/>
            <ac:inkMk id="75" creationId="{D7362C26-F5CC-5995-6365-3BF7D7391143}"/>
          </ac:inkMkLst>
        </pc:inkChg>
        <pc:inkChg chg="add mod">
          <ac:chgData name="Mahima Weerasinghe" userId="e11e3f55-42da-4e07-8ead-4d7a1d7ea1c6" providerId="ADAL" clId="{DEC8990C-F1E8-4081-8796-F50D8B9FA883}" dt="2024-10-13T11:48:11.153" v="920"/>
          <ac:inkMkLst>
            <pc:docMk/>
            <pc:sldMk cId="2270794384" sldId="356"/>
            <ac:inkMk id="76" creationId="{197A205F-CE55-2A04-0E75-AC38D6FAB105}"/>
          </ac:inkMkLst>
        </pc:inkChg>
        <pc:inkChg chg="del">
          <ac:chgData name="Mahima Weerasinghe" userId="e11e3f55-42da-4e07-8ead-4d7a1d7ea1c6" providerId="ADAL" clId="{DEC8990C-F1E8-4081-8796-F50D8B9FA883}" dt="2024-10-13T02:27:41.026" v="17" actId="478"/>
          <ac:inkMkLst>
            <pc:docMk/>
            <pc:sldMk cId="2270794384" sldId="356"/>
            <ac:inkMk id="76" creationId="{B37A051B-ADCE-43B8-F6E5-5FAF1BB7AD80}"/>
          </ac:inkMkLst>
        </pc:inkChg>
        <pc:inkChg chg="del">
          <ac:chgData name="Mahima Weerasinghe" userId="e11e3f55-42da-4e07-8ead-4d7a1d7ea1c6" providerId="ADAL" clId="{DEC8990C-F1E8-4081-8796-F50D8B9FA883}" dt="2024-10-13T02:27:41.026" v="17" actId="478"/>
          <ac:inkMkLst>
            <pc:docMk/>
            <pc:sldMk cId="2270794384" sldId="356"/>
            <ac:inkMk id="77" creationId="{45660C87-376F-5250-0277-E7109854D65F}"/>
          </ac:inkMkLst>
        </pc:inkChg>
        <pc:inkChg chg="del">
          <ac:chgData name="Mahima Weerasinghe" userId="e11e3f55-42da-4e07-8ead-4d7a1d7ea1c6" providerId="ADAL" clId="{DEC8990C-F1E8-4081-8796-F50D8B9FA883}" dt="2024-10-13T02:27:41.026" v="17" actId="478"/>
          <ac:inkMkLst>
            <pc:docMk/>
            <pc:sldMk cId="2270794384" sldId="356"/>
            <ac:inkMk id="78" creationId="{AA5AF9B0-F4BC-C5B4-C7A5-CFE31F5C9F73}"/>
          </ac:inkMkLst>
        </pc:inkChg>
        <pc:inkChg chg="add mod">
          <ac:chgData name="Mahima Weerasinghe" userId="e11e3f55-42da-4e07-8ead-4d7a1d7ea1c6" providerId="ADAL" clId="{DEC8990C-F1E8-4081-8796-F50D8B9FA883}" dt="2024-10-13T11:48:11.153" v="920"/>
          <ac:inkMkLst>
            <pc:docMk/>
            <pc:sldMk cId="2270794384" sldId="356"/>
            <ac:inkMk id="78" creationId="{E6F8564F-BAAB-A94E-8413-0524658B701E}"/>
          </ac:inkMkLst>
        </pc:inkChg>
        <pc:inkChg chg="del">
          <ac:chgData name="Mahima Weerasinghe" userId="e11e3f55-42da-4e07-8ead-4d7a1d7ea1c6" providerId="ADAL" clId="{DEC8990C-F1E8-4081-8796-F50D8B9FA883}" dt="2024-10-13T02:27:41.026" v="17" actId="478"/>
          <ac:inkMkLst>
            <pc:docMk/>
            <pc:sldMk cId="2270794384" sldId="356"/>
            <ac:inkMk id="79" creationId="{29B0781A-3FBB-3F5C-BAB4-385FBC45887A}"/>
          </ac:inkMkLst>
        </pc:inkChg>
        <pc:inkChg chg="add mod">
          <ac:chgData name="Mahima Weerasinghe" userId="e11e3f55-42da-4e07-8ead-4d7a1d7ea1c6" providerId="ADAL" clId="{DEC8990C-F1E8-4081-8796-F50D8B9FA883}" dt="2024-10-13T11:48:07.684" v="916"/>
          <ac:inkMkLst>
            <pc:docMk/>
            <pc:sldMk cId="2270794384" sldId="356"/>
            <ac:inkMk id="80" creationId="{6F57F487-14F1-6794-0D96-725EDE97B01A}"/>
          </ac:inkMkLst>
        </pc:inkChg>
        <pc:inkChg chg="del">
          <ac:chgData name="Mahima Weerasinghe" userId="e11e3f55-42da-4e07-8ead-4d7a1d7ea1c6" providerId="ADAL" clId="{DEC8990C-F1E8-4081-8796-F50D8B9FA883}" dt="2024-10-13T02:27:41.026" v="17" actId="478"/>
          <ac:inkMkLst>
            <pc:docMk/>
            <pc:sldMk cId="2270794384" sldId="356"/>
            <ac:inkMk id="80" creationId="{9B35EC69-77F3-862E-103E-CAF75FCBECD7}"/>
          </ac:inkMkLst>
        </pc:inkChg>
        <pc:inkChg chg="del">
          <ac:chgData name="Mahima Weerasinghe" userId="e11e3f55-42da-4e07-8ead-4d7a1d7ea1c6" providerId="ADAL" clId="{DEC8990C-F1E8-4081-8796-F50D8B9FA883}" dt="2024-10-13T02:27:41.026" v="17" actId="478"/>
          <ac:inkMkLst>
            <pc:docMk/>
            <pc:sldMk cId="2270794384" sldId="356"/>
            <ac:inkMk id="81" creationId="{173E297B-7BA7-1C99-BB9E-1BA62287654A}"/>
          </ac:inkMkLst>
        </pc:inkChg>
        <pc:inkChg chg="add mod">
          <ac:chgData name="Mahima Weerasinghe" userId="e11e3f55-42da-4e07-8ead-4d7a1d7ea1c6" providerId="ADAL" clId="{DEC8990C-F1E8-4081-8796-F50D8B9FA883}" dt="2024-10-13T11:48:07.684" v="916"/>
          <ac:inkMkLst>
            <pc:docMk/>
            <pc:sldMk cId="2270794384" sldId="356"/>
            <ac:inkMk id="81" creationId="{6AB14F7D-DE02-77C2-A5EC-DABF3F5F0FAC}"/>
          </ac:inkMkLst>
        </pc:inkChg>
        <pc:inkChg chg="del">
          <ac:chgData name="Mahima Weerasinghe" userId="e11e3f55-42da-4e07-8ead-4d7a1d7ea1c6" providerId="ADAL" clId="{DEC8990C-F1E8-4081-8796-F50D8B9FA883}" dt="2024-10-13T02:27:41.026" v="17" actId="478"/>
          <ac:inkMkLst>
            <pc:docMk/>
            <pc:sldMk cId="2270794384" sldId="356"/>
            <ac:inkMk id="82" creationId="{FF018159-3AA9-0E90-012C-C1DED6837F8F}"/>
          </ac:inkMkLst>
        </pc:inkChg>
        <pc:inkChg chg="del">
          <ac:chgData name="Mahima Weerasinghe" userId="e11e3f55-42da-4e07-8ead-4d7a1d7ea1c6" providerId="ADAL" clId="{DEC8990C-F1E8-4081-8796-F50D8B9FA883}" dt="2024-10-13T02:27:41.026" v="17" actId="478"/>
          <ac:inkMkLst>
            <pc:docMk/>
            <pc:sldMk cId="2270794384" sldId="356"/>
            <ac:inkMk id="83" creationId="{081A8D1F-CCAD-A72F-22DD-16B207029E38}"/>
          </ac:inkMkLst>
        </pc:inkChg>
        <pc:inkChg chg="add mod">
          <ac:chgData name="Mahima Weerasinghe" userId="e11e3f55-42da-4e07-8ead-4d7a1d7ea1c6" providerId="ADAL" clId="{DEC8990C-F1E8-4081-8796-F50D8B9FA883}" dt="2024-10-13T11:48:11.153" v="920"/>
          <ac:inkMkLst>
            <pc:docMk/>
            <pc:sldMk cId="2270794384" sldId="356"/>
            <ac:inkMk id="83" creationId="{EA3A57B2-3411-A5DA-9491-4ECCED09F253}"/>
          </ac:inkMkLst>
        </pc:inkChg>
        <pc:inkChg chg="add mod">
          <ac:chgData name="Mahima Weerasinghe" userId="e11e3f55-42da-4e07-8ead-4d7a1d7ea1c6" providerId="ADAL" clId="{DEC8990C-F1E8-4081-8796-F50D8B9FA883}" dt="2024-10-13T11:48:11.153" v="920"/>
          <ac:inkMkLst>
            <pc:docMk/>
            <pc:sldMk cId="2270794384" sldId="356"/>
            <ac:inkMk id="84" creationId="{675C4AC8-963C-1A3A-6FC3-9AFFE375E53C}"/>
          </ac:inkMkLst>
        </pc:inkChg>
        <pc:inkChg chg="add mod">
          <ac:chgData name="Mahima Weerasinghe" userId="e11e3f55-42da-4e07-8ead-4d7a1d7ea1c6" providerId="ADAL" clId="{DEC8990C-F1E8-4081-8796-F50D8B9FA883}" dt="2024-10-13T11:48:11.153" v="920"/>
          <ac:inkMkLst>
            <pc:docMk/>
            <pc:sldMk cId="2270794384" sldId="356"/>
            <ac:inkMk id="86" creationId="{3ACC3CF2-8205-716D-EF45-B45BC27764AA}"/>
          </ac:inkMkLst>
        </pc:inkChg>
        <pc:inkChg chg="add mod">
          <ac:chgData name="Mahima Weerasinghe" userId="e11e3f55-42da-4e07-8ead-4d7a1d7ea1c6" providerId="ADAL" clId="{DEC8990C-F1E8-4081-8796-F50D8B9FA883}" dt="2024-10-13T11:48:11.153" v="920"/>
          <ac:inkMkLst>
            <pc:docMk/>
            <pc:sldMk cId="2270794384" sldId="356"/>
            <ac:inkMk id="88" creationId="{A34C96FA-E9C7-A3F5-F54F-0A887424C482}"/>
          </ac:inkMkLst>
        </pc:inkChg>
        <pc:inkChg chg="add mod">
          <ac:chgData name="Mahima Weerasinghe" userId="e11e3f55-42da-4e07-8ead-4d7a1d7ea1c6" providerId="ADAL" clId="{DEC8990C-F1E8-4081-8796-F50D8B9FA883}" dt="2024-10-13T11:48:11.153" v="920"/>
          <ac:inkMkLst>
            <pc:docMk/>
            <pc:sldMk cId="2270794384" sldId="356"/>
            <ac:inkMk id="89" creationId="{89727FE1-9327-F04D-8691-15004B3FE733}"/>
          </ac:inkMkLst>
        </pc:inkChg>
        <pc:inkChg chg="add mod">
          <ac:chgData name="Mahima Weerasinghe" userId="e11e3f55-42da-4e07-8ead-4d7a1d7ea1c6" providerId="ADAL" clId="{DEC8990C-F1E8-4081-8796-F50D8B9FA883}" dt="2024-10-13T11:48:11.153" v="920"/>
          <ac:inkMkLst>
            <pc:docMk/>
            <pc:sldMk cId="2270794384" sldId="356"/>
            <ac:inkMk id="91" creationId="{2CDC49C5-5FA3-958F-8C89-55BC5933CE3B}"/>
          </ac:inkMkLst>
        </pc:inkChg>
        <pc:inkChg chg="add mod">
          <ac:chgData name="Mahima Weerasinghe" userId="e11e3f55-42da-4e07-8ead-4d7a1d7ea1c6" providerId="ADAL" clId="{DEC8990C-F1E8-4081-8796-F50D8B9FA883}" dt="2024-10-13T11:48:11.153" v="920"/>
          <ac:inkMkLst>
            <pc:docMk/>
            <pc:sldMk cId="2270794384" sldId="356"/>
            <ac:inkMk id="93" creationId="{2EEFB7A7-1777-BBAF-39CC-753910D904A9}"/>
          </ac:inkMkLst>
        </pc:inkChg>
        <pc:inkChg chg="add mod">
          <ac:chgData name="Mahima Weerasinghe" userId="e11e3f55-42da-4e07-8ead-4d7a1d7ea1c6" providerId="ADAL" clId="{DEC8990C-F1E8-4081-8796-F50D8B9FA883}" dt="2024-10-13T11:48:11.153" v="920"/>
          <ac:inkMkLst>
            <pc:docMk/>
            <pc:sldMk cId="2270794384" sldId="356"/>
            <ac:inkMk id="95" creationId="{FCBCC625-49A7-7150-184D-9A6829ED6BAD}"/>
          </ac:inkMkLst>
        </pc:inkChg>
        <pc:inkChg chg="add mod">
          <ac:chgData name="Mahima Weerasinghe" userId="e11e3f55-42da-4e07-8ead-4d7a1d7ea1c6" providerId="ADAL" clId="{DEC8990C-F1E8-4081-8796-F50D8B9FA883}" dt="2024-10-13T11:48:11.153" v="920"/>
          <ac:inkMkLst>
            <pc:docMk/>
            <pc:sldMk cId="2270794384" sldId="356"/>
            <ac:inkMk id="97" creationId="{D14058E2-E658-80C5-3ADA-A33E3C89D97A}"/>
          </ac:inkMkLst>
        </pc:inkChg>
        <pc:inkChg chg="add mod">
          <ac:chgData name="Mahima Weerasinghe" userId="e11e3f55-42da-4e07-8ead-4d7a1d7ea1c6" providerId="ADAL" clId="{DEC8990C-F1E8-4081-8796-F50D8B9FA883}" dt="2024-10-13T11:48:11.153" v="920"/>
          <ac:inkMkLst>
            <pc:docMk/>
            <pc:sldMk cId="2270794384" sldId="356"/>
            <ac:inkMk id="98" creationId="{A4AE3A30-75ED-FA1C-9000-57A9FB58802A}"/>
          </ac:inkMkLst>
        </pc:inkChg>
        <pc:inkChg chg="add mod">
          <ac:chgData name="Mahima Weerasinghe" userId="e11e3f55-42da-4e07-8ead-4d7a1d7ea1c6" providerId="ADAL" clId="{DEC8990C-F1E8-4081-8796-F50D8B9FA883}" dt="2024-10-13T11:48:11.153" v="920"/>
          <ac:inkMkLst>
            <pc:docMk/>
            <pc:sldMk cId="2270794384" sldId="356"/>
            <ac:inkMk id="100" creationId="{609F7419-D870-614D-AD76-5B0FC5AAD03B}"/>
          </ac:inkMkLst>
        </pc:inkChg>
        <pc:inkChg chg="add mod">
          <ac:chgData name="Mahima Weerasinghe" userId="e11e3f55-42da-4e07-8ead-4d7a1d7ea1c6" providerId="ADAL" clId="{DEC8990C-F1E8-4081-8796-F50D8B9FA883}" dt="2024-10-13T11:48:11.153" v="920"/>
          <ac:inkMkLst>
            <pc:docMk/>
            <pc:sldMk cId="2270794384" sldId="356"/>
            <ac:inkMk id="101" creationId="{7E80585B-987D-567D-994A-E67F5E338D53}"/>
          </ac:inkMkLst>
        </pc:inkChg>
        <pc:inkChg chg="add mod">
          <ac:chgData name="Mahima Weerasinghe" userId="e11e3f55-42da-4e07-8ead-4d7a1d7ea1c6" providerId="ADAL" clId="{DEC8990C-F1E8-4081-8796-F50D8B9FA883}" dt="2024-10-13T11:48:11.153" v="920"/>
          <ac:inkMkLst>
            <pc:docMk/>
            <pc:sldMk cId="2270794384" sldId="356"/>
            <ac:inkMk id="102" creationId="{EB0F2A6B-9102-EFA5-7403-3F54F6411A6F}"/>
          </ac:inkMkLst>
        </pc:inkChg>
        <pc:inkChg chg="add">
          <ac:chgData name="Mahima Weerasinghe" userId="e11e3f55-42da-4e07-8ead-4d7a1d7ea1c6" providerId="ADAL" clId="{DEC8990C-F1E8-4081-8796-F50D8B9FA883}" dt="2024-10-13T11:48:26.853" v="921" actId="9405"/>
          <ac:inkMkLst>
            <pc:docMk/>
            <pc:sldMk cId="2270794384" sldId="356"/>
            <ac:inkMk id="104" creationId="{D41EC35B-30EA-12F6-7F11-0DB9450C9384}"/>
          </ac:inkMkLst>
        </pc:inkChg>
        <pc:inkChg chg="del">
          <ac:chgData name="Mahima Weerasinghe" userId="e11e3f55-42da-4e07-8ead-4d7a1d7ea1c6" providerId="ADAL" clId="{DEC8990C-F1E8-4081-8796-F50D8B9FA883}" dt="2024-10-13T02:27:41.026" v="17" actId="478"/>
          <ac:inkMkLst>
            <pc:docMk/>
            <pc:sldMk cId="2270794384" sldId="356"/>
            <ac:inkMk id="109" creationId="{7D7300F0-5744-971C-2A92-A60B8C488512}"/>
          </ac:inkMkLst>
        </pc:inkChg>
        <pc:inkChg chg="del">
          <ac:chgData name="Mahima Weerasinghe" userId="e11e3f55-42da-4e07-8ead-4d7a1d7ea1c6" providerId="ADAL" clId="{DEC8990C-F1E8-4081-8796-F50D8B9FA883}" dt="2024-10-13T02:27:41.026" v="17" actId="478"/>
          <ac:inkMkLst>
            <pc:docMk/>
            <pc:sldMk cId="2270794384" sldId="356"/>
            <ac:inkMk id="116" creationId="{058310F6-683D-E460-9C69-79244B8234E9}"/>
          </ac:inkMkLst>
        </pc:inkChg>
        <pc:inkChg chg="del">
          <ac:chgData name="Mahima Weerasinghe" userId="e11e3f55-42da-4e07-8ead-4d7a1d7ea1c6" providerId="ADAL" clId="{DEC8990C-F1E8-4081-8796-F50D8B9FA883}" dt="2024-10-13T02:27:41.026" v="17" actId="478"/>
          <ac:inkMkLst>
            <pc:docMk/>
            <pc:sldMk cId="2270794384" sldId="356"/>
            <ac:inkMk id="117" creationId="{DC4F9535-742E-E14A-AB21-FB12601666FE}"/>
          </ac:inkMkLst>
        </pc:inkChg>
        <pc:inkChg chg="del">
          <ac:chgData name="Mahima Weerasinghe" userId="e11e3f55-42da-4e07-8ead-4d7a1d7ea1c6" providerId="ADAL" clId="{DEC8990C-F1E8-4081-8796-F50D8B9FA883}" dt="2024-10-13T02:27:41.026" v="17" actId="478"/>
          <ac:inkMkLst>
            <pc:docMk/>
            <pc:sldMk cId="2270794384" sldId="356"/>
            <ac:inkMk id="118" creationId="{E918B23B-FDDE-DF7C-FFAD-AF88ADA30926}"/>
          </ac:inkMkLst>
        </pc:inkChg>
        <pc:inkChg chg="del">
          <ac:chgData name="Mahima Weerasinghe" userId="e11e3f55-42da-4e07-8ead-4d7a1d7ea1c6" providerId="ADAL" clId="{DEC8990C-F1E8-4081-8796-F50D8B9FA883}" dt="2024-10-13T02:27:41.026" v="17" actId="478"/>
          <ac:inkMkLst>
            <pc:docMk/>
            <pc:sldMk cId="2270794384" sldId="356"/>
            <ac:inkMk id="119" creationId="{74037C2D-563A-491C-599C-75BAE8326A58}"/>
          </ac:inkMkLst>
        </pc:inkChg>
        <pc:inkChg chg="del">
          <ac:chgData name="Mahima Weerasinghe" userId="e11e3f55-42da-4e07-8ead-4d7a1d7ea1c6" providerId="ADAL" clId="{DEC8990C-F1E8-4081-8796-F50D8B9FA883}" dt="2024-10-13T02:27:41.026" v="17" actId="478"/>
          <ac:inkMkLst>
            <pc:docMk/>
            <pc:sldMk cId="2270794384" sldId="356"/>
            <ac:inkMk id="120" creationId="{CAC5489C-C6E1-6959-AB48-7EF7D4D1E4DE}"/>
          </ac:inkMkLst>
        </pc:inkChg>
        <pc:inkChg chg="del">
          <ac:chgData name="Mahima Weerasinghe" userId="e11e3f55-42da-4e07-8ead-4d7a1d7ea1c6" providerId="ADAL" clId="{DEC8990C-F1E8-4081-8796-F50D8B9FA883}" dt="2024-10-13T02:27:41.026" v="17" actId="478"/>
          <ac:inkMkLst>
            <pc:docMk/>
            <pc:sldMk cId="2270794384" sldId="356"/>
            <ac:inkMk id="121" creationId="{121872D3-656F-82F2-5F39-01B58D6B08F4}"/>
          </ac:inkMkLst>
        </pc:inkChg>
        <pc:inkChg chg="del">
          <ac:chgData name="Mahima Weerasinghe" userId="e11e3f55-42da-4e07-8ead-4d7a1d7ea1c6" providerId="ADAL" clId="{DEC8990C-F1E8-4081-8796-F50D8B9FA883}" dt="2024-10-13T02:27:41.026" v="17" actId="478"/>
          <ac:inkMkLst>
            <pc:docMk/>
            <pc:sldMk cId="2270794384" sldId="356"/>
            <ac:inkMk id="122" creationId="{C73C26E6-0090-454D-5C49-0D9D91212AD5}"/>
          </ac:inkMkLst>
        </pc:inkChg>
        <pc:inkChg chg="del">
          <ac:chgData name="Mahima Weerasinghe" userId="e11e3f55-42da-4e07-8ead-4d7a1d7ea1c6" providerId="ADAL" clId="{DEC8990C-F1E8-4081-8796-F50D8B9FA883}" dt="2024-10-13T02:27:41.026" v="17" actId="478"/>
          <ac:inkMkLst>
            <pc:docMk/>
            <pc:sldMk cId="2270794384" sldId="356"/>
            <ac:inkMk id="123" creationId="{7BA6A5C2-8EFB-26B4-B601-D690C1E8754D}"/>
          </ac:inkMkLst>
        </pc:inkChg>
        <pc:inkChg chg="del">
          <ac:chgData name="Mahima Weerasinghe" userId="e11e3f55-42da-4e07-8ead-4d7a1d7ea1c6" providerId="ADAL" clId="{DEC8990C-F1E8-4081-8796-F50D8B9FA883}" dt="2024-10-13T02:27:41.026" v="17" actId="478"/>
          <ac:inkMkLst>
            <pc:docMk/>
            <pc:sldMk cId="2270794384" sldId="356"/>
            <ac:inkMk id="124" creationId="{73F1668B-39ED-304D-1960-458F7DE2AF48}"/>
          </ac:inkMkLst>
        </pc:inkChg>
        <pc:inkChg chg="del">
          <ac:chgData name="Mahima Weerasinghe" userId="e11e3f55-42da-4e07-8ead-4d7a1d7ea1c6" providerId="ADAL" clId="{DEC8990C-F1E8-4081-8796-F50D8B9FA883}" dt="2024-10-13T02:27:41.026" v="17" actId="478"/>
          <ac:inkMkLst>
            <pc:docMk/>
            <pc:sldMk cId="2270794384" sldId="356"/>
            <ac:inkMk id="125" creationId="{B3B7BAB0-B7C2-40DD-16E3-D75311A36488}"/>
          </ac:inkMkLst>
        </pc:inkChg>
        <pc:inkChg chg="del">
          <ac:chgData name="Mahima Weerasinghe" userId="e11e3f55-42da-4e07-8ead-4d7a1d7ea1c6" providerId="ADAL" clId="{DEC8990C-F1E8-4081-8796-F50D8B9FA883}" dt="2024-10-13T02:27:41.026" v="17" actId="478"/>
          <ac:inkMkLst>
            <pc:docMk/>
            <pc:sldMk cId="2270794384" sldId="356"/>
            <ac:inkMk id="126" creationId="{B5A26F24-F79E-BE38-5C63-7078E60A882F}"/>
          </ac:inkMkLst>
        </pc:inkChg>
        <pc:inkChg chg="del">
          <ac:chgData name="Mahima Weerasinghe" userId="e11e3f55-42da-4e07-8ead-4d7a1d7ea1c6" providerId="ADAL" clId="{DEC8990C-F1E8-4081-8796-F50D8B9FA883}" dt="2024-10-13T02:27:41.026" v="17" actId="478"/>
          <ac:inkMkLst>
            <pc:docMk/>
            <pc:sldMk cId="2270794384" sldId="356"/>
            <ac:inkMk id="151" creationId="{BD563665-D151-C50A-EF87-24512AA22DB9}"/>
          </ac:inkMkLst>
        </pc:inkChg>
        <pc:inkChg chg="del">
          <ac:chgData name="Mahima Weerasinghe" userId="e11e3f55-42da-4e07-8ead-4d7a1d7ea1c6" providerId="ADAL" clId="{DEC8990C-F1E8-4081-8796-F50D8B9FA883}" dt="2024-10-13T02:27:41.026" v="17" actId="478"/>
          <ac:inkMkLst>
            <pc:docMk/>
            <pc:sldMk cId="2270794384" sldId="356"/>
            <ac:inkMk id="152" creationId="{1D845AB8-CE62-07DF-C722-2ADA43BF1E8E}"/>
          </ac:inkMkLst>
        </pc:inkChg>
        <pc:inkChg chg="del">
          <ac:chgData name="Mahima Weerasinghe" userId="e11e3f55-42da-4e07-8ead-4d7a1d7ea1c6" providerId="ADAL" clId="{DEC8990C-F1E8-4081-8796-F50D8B9FA883}" dt="2024-10-13T02:27:41.026" v="17" actId="478"/>
          <ac:inkMkLst>
            <pc:docMk/>
            <pc:sldMk cId="2270794384" sldId="356"/>
            <ac:inkMk id="153" creationId="{679649BB-FF7C-003E-8523-CDC5ED31A259}"/>
          </ac:inkMkLst>
        </pc:inkChg>
        <pc:inkChg chg="del">
          <ac:chgData name="Mahima Weerasinghe" userId="e11e3f55-42da-4e07-8ead-4d7a1d7ea1c6" providerId="ADAL" clId="{DEC8990C-F1E8-4081-8796-F50D8B9FA883}" dt="2024-10-13T02:27:41.026" v="17" actId="478"/>
          <ac:inkMkLst>
            <pc:docMk/>
            <pc:sldMk cId="2270794384" sldId="356"/>
            <ac:inkMk id="154" creationId="{0E0CD0FD-0DBA-D328-465F-3DB4BDD45829}"/>
          </ac:inkMkLst>
        </pc:inkChg>
        <pc:inkChg chg="del">
          <ac:chgData name="Mahima Weerasinghe" userId="e11e3f55-42da-4e07-8ead-4d7a1d7ea1c6" providerId="ADAL" clId="{DEC8990C-F1E8-4081-8796-F50D8B9FA883}" dt="2024-10-13T02:27:41.026" v="17" actId="478"/>
          <ac:inkMkLst>
            <pc:docMk/>
            <pc:sldMk cId="2270794384" sldId="356"/>
            <ac:inkMk id="155" creationId="{621E5CEA-48E8-FBA1-5C69-FCE29E0267F7}"/>
          </ac:inkMkLst>
        </pc:inkChg>
        <pc:inkChg chg="del">
          <ac:chgData name="Mahima Weerasinghe" userId="e11e3f55-42da-4e07-8ead-4d7a1d7ea1c6" providerId="ADAL" clId="{DEC8990C-F1E8-4081-8796-F50D8B9FA883}" dt="2024-10-13T02:27:41.026" v="17" actId="478"/>
          <ac:inkMkLst>
            <pc:docMk/>
            <pc:sldMk cId="2270794384" sldId="356"/>
            <ac:inkMk id="156" creationId="{FFDAB4AE-BF77-29BA-ABE1-8A8F5C142A7E}"/>
          </ac:inkMkLst>
        </pc:inkChg>
        <pc:inkChg chg="del">
          <ac:chgData name="Mahima Weerasinghe" userId="e11e3f55-42da-4e07-8ead-4d7a1d7ea1c6" providerId="ADAL" clId="{DEC8990C-F1E8-4081-8796-F50D8B9FA883}" dt="2024-10-13T02:27:41.026" v="17" actId="478"/>
          <ac:inkMkLst>
            <pc:docMk/>
            <pc:sldMk cId="2270794384" sldId="356"/>
            <ac:inkMk id="157" creationId="{4F5CE1EA-E056-27D4-7E77-7CCF173C21D5}"/>
          </ac:inkMkLst>
        </pc:inkChg>
        <pc:inkChg chg="del">
          <ac:chgData name="Mahima Weerasinghe" userId="e11e3f55-42da-4e07-8ead-4d7a1d7ea1c6" providerId="ADAL" clId="{DEC8990C-F1E8-4081-8796-F50D8B9FA883}" dt="2024-10-13T02:27:41.026" v="17" actId="478"/>
          <ac:inkMkLst>
            <pc:docMk/>
            <pc:sldMk cId="2270794384" sldId="356"/>
            <ac:inkMk id="158" creationId="{4572F6E1-04EB-C183-FC47-E3E12B0DA504}"/>
          </ac:inkMkLst>
        </pc:inkChg>
        <pc:inkChg chg="del">
          <ac:chgData name="Mahima Weerasinghe" userId="e11e3f55-42da-4e07-8ead-4d7a1d7ea1c6" providerId="ADAL" clId="{DEC8990C-F1E8-4081-8796-F50D8B9FA883}" dt="2024-10-13T02:27:41.026" v="17" actId="478"/>
          <ac:inkMkLst>
            <pc:docMk/>
            <pc:sldMk cId="2270794384" sldId="356"/>
            <ac:inkMk id="159" creationId="{762F7866-A888-C34C-649D-3CCF2D2CA0B1}"/>
          </ac:inkMkLst>
        </pc:inkChg>
        <pc:inkChg chg="del">
          <ac:chgData name="Mahima Weerasinghe" userId="e11e3f55-42da-4e07-8ead-4d7a1d7ea1c6" providerId="ADAL" clId="{DEC8990C-F1E8-4081-8796-F50D8B9FA883}" dt="2024-10-13T02:27:41.026" v="17" actId="478"/>
          <ac:inkMkLst>
            <pc:docMk/>
            <pc:sldMk cId="2270794384" sldId="356"/>
            <ac:inkMk id="160" creationId="{46407600-6BEF-EE89-4F6A-AAACCD63F533}"/>
          </ac:inkMkLst>
        </pc:inkChg>
        <pc:inkChg chg="del">
          <ac:chgData name="Mahima Weerasinghe" userId="e11e3f55-42da-4e07-8ead-4d7a1d7ea1c6" providerId="ADAL" clId="{DEC8990C-F1E8-4081-8796-F50D8B9FA883}" dt="2024-10-13T02:27:41.026" v="17" actId="478"/>
          <ac:inkMkLst>
            <pc:docMk/>
            <pc:sldMk cId="2270794384" sldId="356"/>
            <ac:inkMk id="162" creationId="{6DE09103-7BAD-2168-A84E-6DE882B0B74D}"/>
          </ac:inkMkLst>
        </pc:inkChg>
        <pc:inkChg chg="del">
          <ac:chgData name="Mahima Weerasinghe" userId="e11e3f55-42da-4e07-8ead-4d7a1d7ea1c6" providerId="ADAL" clId="{DEC8990C-F1E8-4081-8796-F50D8B9FA883}" dt="2024-10-13T02:27:41.026" v="17" actId="478"/>
          <ac:inkMkLst>
            <pc:docMk/>
            <pc:sldMk cId="2270794384" sldId="356"/>
            <ac:inkMk id="163" creationId="{5C28689D-9A49-EE3B-65BA-17C8A36DE5C4}"/>
          </ac:inkMkLst>
        </pc:inkChg>
        <pc:inkChg chg="del">
          <ac:chgData name="Mahima Weerasinghe" userId="e11e3f55-42da-4e07-8ead-4d7a1d7ea1c6" providerId="ADAL" clId="{DEC8990C-F1E8-4081-8796-F50D8B9FA883}" dt="2024-10-13T02:27:41.026" v="17" actId="478"/>
          <ac:inkMkLst>
            <pc:docMk/>
            <pc:sldMk cId="2270794384" sldId="356"/>
            <ac:inkMk id="164" creationId="{4D7C5D3D-E2A6-6D29-CB93-9C8B2B563026}"/>
          </ac:inkMkLst>
        </pc:inkChg>
        <pc:inkChg chg="del">
          <ac:chgData name="Mahima Weerasinghe" userId="e11e3f55-42da-4e07-8ead-4d7a1d7ea1c6" providerId="ADAL" clId="{DEC8990C-F1E8-4081-8796-F50D8B9FA883}" dt="2024-10-13T02:27:41.026" v="17" actId="478"/>
          <ac:inkMkLst>
            <pc:docMk/>
            <pc:sldMk cId="2270794384" sldId="356"/>
            <ac:inkMk id="197" creationId="{FFA45BB7-B468-8796-D5D8-CADF35520326}"/>
          </ac:inkMkLst>
        </pc:inkChg>
        <pc:inkChg chg="del">
          <ac:chgData name="Mahima Weerasinghe" userId="e11e3f55-42da-4e07-8ead-4d7a1d7ea1c6" providerId="ADAL" clId="{DEC8990C-F1E8-4081-8796-F50D8B9FA883}" dt="2024-10-13T02:27:41.026" v="17" actId="478"/>
          <ac:inkMkLst>
            <pc:docMk/>
            <pc:sldMk cId="2270794384" sldId="356"/>
            <ac:inkMk id="220" creationId="{09F57D1B-74C0-E83D-5D76-359D96A84E98}"/>
          </ac:inkMkLst>
        </pc:inkChg>
        <pc:inkChg chg="del">
          <ac:chgData name="Mahima Weerasinghe" userId="e11e3f55-42da-4e07-8ead-4d7a1d7ea1c6" providerId="ADAL" clId="{DEC8990C-F1E8-4081-8796-F50D8B9FA883}" dt="2024-10-13T02:27:41.026" v="17" actId="478"/>
          <ac:inkMkLst>
            <pc:docMk/>
            <pc:sldMk cId="2270794384" sldId="356"/>
            <ac:inkMk id="221" creationId="{F723548B-351A-BD9E-745D-D844CCB8082A}"/>
          </ac:inkMkLst>
        </pc:inkChg>
        <pc:inkChg chg="del">
          <ac:chgData name="Mahima Weerasinghe" userId="e11e3f55-42da-4e07-8ead-4d7a1d7ea1c6" providerId="ADAL" clId="{DEC8990C-F1E8-4081-8796-F50D8B9FA883}" dt="2024-10-13T02:27:41.026" v="17" actId="478"/>
          <ac:inkMkLst>
            <pc:docMk/>
            <pc:sldMk cId="2270794384" sldId="356"/>
            <ac:inkMk id="222" creationId="{414A0168-40CD-E4FC-3509-A411FB401B83}"/>
          </ac:inkMkLst>
        </pc:inkChg>
        <pc:inkChg chg="del">
          <ac:chgData name="Mahima Weerasinghe" userId="e11e3f55-42da-4e07-8ead-4d7a1d7ea1c6" providerId="ADAL" clId="{DEC8990C-F1E8-4081-8796-F50D8B9FA883}" dt="2024-10-13T02:27:41.026" v="17" actId="478"/>
          <ac:inkMkLst>
            <pc:docMk/>
            <pc:sldMk cId="2270794384" sldId="356"/>
            <ac:inkMk id="223" creationId="{F4ADB4B0-FE7F-D410-27C2-FF551118D9F3}"/>
          </ac:inkMkLst>
        </pc:inkChg>
        <pc:inkChg chg="del">
          <ac:chgData name="Mahima Weerasinghe" userId="e11e3f55-42da-4e07-8ead-4d7a1d7ea1c6" providerId="ADAL" clId="{DEC8990C-F1E8-4081-8796-F50D8B9FA883}" dt="2024-10-13T02:27:41.026" v="17" actId="478"/>
          <ac:inkMkLst>
            <pc:docMk/>
            <pc:sldMk cId="2270794384" sldId="356"/>
            <ac:inkMk id="224" creationId="{10A25DF8-998C-34CD-3784-3E52C6422927}"/>
          </ac:inkMkLst>
        </pc:inkChg>
        <pc:inkChg chg="del">
          <ac:chgData name="Mahima Weerasinghe" userId="e11e3f55-42da-4e07-8ead-4d7a1d7ea1c6" providerId="ADAL" clId="{DEC8990C-F1E8-4081-8796-F50D8B9FA883}" dt="2024-10-13T02:27:41.026" v="17" actId="478"/>
          <ac:inkMkLst>
            <pc:docMk/>
            <pc:sldMk cId="2270794384" sldId="356"/>
            <ac:inkMk id="225" creationId="{74C9DBDF-36DB-569B-7AA9-CE0946C971C5}"/>
          </ac:inkMkLst>
        </pc:inkChg>
        <pc:inkChg chg="del">
          <ac:chgData name="Mahima Weerasinghe" userId="e11e3f55-42da-4e07-8ead-4d7a1d7ea1c6" providerId="ADAL" clId="{DEC8990C-F1E8-4081-8796-F50D8B9FA883}" dt="2024-10-13T02:27:41.026" v="17" actId="478"/>
          <ac:inkMkLst>
            <pc:docMk/>
            <pc:sldMk cId="2270794384" sldId="356"/>
            <ac:inkMk id="226" creationId="{C2DF357D-9724-2F79-0DBB-BD308B33AE3E}"/>
          </ac:inkMkLst>
        </pc:inkChg>
        <pc:inkChg chg="del">
          <ac:chgData name="Mahima Weerasinghe" userId="e11e3f55-42da-4e07-8ead-4d7a1d7ea1c6" providerId="ADAL" clId="{DEC8990C-F1E8-4081-8796-F50D8B9FA883}" dt="2024-10-13T02:27:41.026" v="17" actId="478"/>
          <ac:inkMkLst>
            <pc:docMk/>
            <pc:sldMk cId="2270794384" sldId="356"/>
            <ac:inkMk id="228" creationId="{5B8AAAA3-335E-1BFE-5295-30C6C514324F}"/>
          </ac:inkMkLst>
        </pc:inkChg>
        <pc:inkChg chg="del">
          <ac:chgData name="Mahima Weerasinghe" userId="e11e3f55-42da-4e07-8ead-4d7a1d7ea1c6" providerId="ADAL" clId="{DEC8990C-F1E8-4081-8796-F50D8B9FA883}" dt="2024-10-13T02:27:41.026" v="17" actId="478"/>
          <ac:inkMkLst>
            <pc:docMk/>
            <pc:sldMk cId="2270794384" sldId="356"/>
            <ac:inkMk id="229" creationId="{E77B64C6-4362-226E-9494-0596BDE5CD1F}"/>
          </ac:inkMkLst>
        </pc:inkChg>
        <pc:inkChg chg="del">
          <ac:chgData name="Mahima Weerasinghe" userId="e11e3f55-42da-4e07-8ead-4d7a1d7ea1c6" providerId="ADAL" clId="{DEC8990C-F1E8-4081-8796-F50D8B9FA883}" dt="2024-10-13T02:27:41.026" v="17" actId="478"/>
          <ac:inkMkLst>
            <pc:docMk/>
            <pc:sldMk cId="2270794384" sldId="356"/>
            <ac:inkMk id="230" creationId="{43C684AC-4A03-5FB0-2297-0E96FE471E65}"/>
          </ac:inkMkLst>
        </pc:inkChg>
        <pc:inkChg chg="del">
          <ac:chgData name="Mahima Weerasinghe" userId="e11e3f55-42da-4e07-8ead-4d7a1d7ea1c6" providerId="ADAL" clId="{DEC8990C-F1E8-4081-8796-F50D8B9FA883}" dt="2024-10-13T02:27:41.026" v="17" actId="478"/>
          <ac:inkMkLst>
            <pc:docMk/>
            <pc:sldMk cId="2270794384" sldId="356"/>
            <ac:inkMk id="231" creationId="{B73E8CCA-E471-4AF8-AE27-8F806BE3596F}"/>
          </ac:inkMkLst>
        </pc:inkChg>
        <pc:inkChg chg="del">
          <ac:chgData name="Mahima Weerasinghe" userId="e11e3f55-42da-4e07-8ead-4d7a1d7ea1c6" providerId="ADAL" clId="{DEC8990C-F1E8-4081-8796-F50D8B9FA883}" dt="2024-10-13T02:27:41.026" v="17" actId="478"/>
          <ac:inkMkLst>
            <pc:docMk/>
            <pc:sldMk cId="2270794384" sldId="356"/>
            <ac:inkMk id="232" creationId="{B72C3EAC-ABDC-1ED9-76FD-62F5FF68D198}"/>
          </ac:inkMkLst>
        </pc:inkChg>
        <pc:inkChg chg="del">
          <ac:chgData name="Mahima Weerasinghe" userId="e11e3f55-42da-4e07-8ead-4d7a1d7ea1c6" providerId="ADAL" clId="{DEC8990C-F1E8-4081-8796-F50D8B9FA883}" dt="2024-10-13T02:27:41.026" v="17" actId="478"/>
          <ac:inkMkLst>
            <pc:docMk/>
            <pc:sldMk cId="2270794384" sldId="356"/>
            <ac:inkMk id="233" creationId="{3FBE2496-83C5-A126-2C39-AD3FBAEBEEE6}"/>
          </ac:inkMkLst>
        </pc:inkChg>
        <pc:inkChg chg="del">
          <ac:chgData name="Mahima Weerasinghe" userId="e11e3f55-42da-4e07-8ead-4d7a1d7ea1c6" providerId="ADAL" clId="{DEC8990C-F1E8-4081-8796-F50D8B9FA883}" dt="2024-10-13T02:27:41.026" v="17" actId="478"/>
          <ac:inkMkLst>
            <pc:docMk/>
            <pc:sldMk cId="2270794384" sldId="356"/>
            <ac:inkMk id="234" creationId="{3EBFFC59-7983-856D-4A78-CC9BBEE7FB8D}"/>
          </ac:inkMkLst>
        </pc:inkChg>
        <pc:inkChg chg="del">
          <ac:chgData name="Mahima Weerasinghe" userId="e11e3f55-42da-4e07-8ead-4d7a1d7ea1c6" providerId="ADAL" clId="{DEC8990C-F1E8-4081-8796-F50D8B9FA883}" dt="2024-10-13T02:27:41.026" v="17" actId="478"/>
          <ac:inkMkLst>
            <pc:docMk/>
            <pc:sldMk cId="2270794384" sldId="356"/>
            <ac:inkMk id="258" creationId="{C72E9690-CCB8-577A-2B8B-514FF03FB78A}"/>
          </ac:inkMkLst>
        </pc:inkChg>
        <pc:inkChg chg="del">
          <ac:chgData name="Mahima Weerasinghe" userId="e11e3f55-42da-4e07-8ead-4d7a1d7ea1c6" providerId="ADAL" clId="{DEC8990C-F1E8-4081-8796-F50D8B9FA883}" dt="2024-10-13T02:27:41.026" v="17" actId="478"/>
          <ac:inkMkLst>
            <pc:docMk/>
            <pc:sldMk cId="2270794384" sldId="356"/>
            <ac:inkMk id="280" creationId="{FBB37F9F-257C-47C8-FB7B-F04B5F31B9E6}"/>
          </ac:inkMkLst>
        </pc:inkChg>
        <pc:inkChg chg="del">
          <ac:chgData name="Mahima Weerasinghe" userId="e11e3f55-42da-4e07-8ead-4d7a1d7ea1c6" providerId="ADAL" clId="{DEC8990C-F1E8-4081-8796-F50D8B9FA883}" dt="2024-10-13T02:27:41.026" v="17" actId="478"/>
          <ac:inkMkLst>
            <pc:docMk/>
            <pc:sldMk cId="2270794384" sldId="356"/>
            <ac:inkMk id="281" creationId="{FBEABE44-F1D3-9FFA-E1DF-8F5A76000A58}"/>
          </ac:inkMkLst>
        </pc:inkChg>
        <pc:inkChg chg="del">
          <ac:chgData name="Mahima Weerasinghe" userId="e11e3f55-42da-4e07-8ead-4d7a1d7ea1c6" providerId="ADAL" clId="{DEC8990C-F1E8-4081-8796-F50D8B9FA883}" dt="2024-10-13T02:27:41.026" v="17" actId="478"/>
          <ac:inkMkLst>
            <pc:docMk/>
            <pc:sldMk cId="2270794384" sldId="356"/>
            <ac:inkMk id="282" creationId="{924D3451-4520-FA3D-09B6-20289AC47D09}"/>
          </ac:inkMkLst>
        </pc:inkChg>
        <pc:inkChg chg="del">
          <ac:chgData name="Mahima Weerasinghe" userId="e11e3f55-42da-4e07-8ead-4d7a1d7ea1c6" providerId="ADAL" clId="{DEC8990C-F1E8-4081-8796-F50D8B9FA883}" dt="2024-10-13T02:27:41.026" v="17" actId="478"/>
          <ac:inkMkLst>
            <pc:docMk/>
            <pc:sldMk cId="2270794384" sldId="356"/>
            <ac:inkMk id="283" creationId="{179B8436-9C0C-2775-F182-ED855E57D514}"/>
          </ac:inkMkLst>
        </pc:inkChg>
        <pc:inkChg chg="del">
          <ac:chgData name="Mahima Weerasinghe" userId="e11e3f55-42da-4e07-8ead-4d7a1d7ea1c6" providerId="ADAL" clId="{DEC8990C-F1E8-4081-8796-F50D8B9FA883}" dt="2024-10-13T02:27:41.026" v="17" actId="478"/>
          <ac:inkMkLst>
            <pc:docMk/>
            <pc:sldMk cId="2270794384" sldId="356"/>
            <ac:inkMk id="285" creationId="{36679D72-BEE7-8A77-6AE7-3BDA44A6045F}"/>
          </ac:inkMkLst>
        </pc:inkChg>
        <pc:inkChg chg="del">
          <ac:chgData name="Mahima Weerasinghe" userId="e11e3f55-42da-4e07-8ead-4d7a1d7ea1c6" providerId="ADAL" clId="{DEC8990C-F1E8-4081-8796-F50D8B9FA883}" dt="2024-10-13T02:27:41.026" v="17" actId="478"/>
          <ac:inkMkLst>
            <pc:docMk/>
            <pc:sldMk cId="2270794384" sldId="356"/>
            <ac:inkMk id="286" creationId="{5F61E2DD-82E5-BD18-2C1D-5EF4E6A1BE95}"/>
          </ac:inkMkLst>
        </pc:inkChg>
        <pc:inkChg chg="del">
          <ac:chgData name="Mahima Weerasinghe" userId="e11e3f55-42da-4e07-8ead-4d7a1d7ea1c6" providerId="ADAL" clId="{DEC8990C-F1E8-4081-8796-F50D8B9FA883}" dt="2024-10-13T02:27:41.026" v="17" actId="478"/>
          <ac:inkMkLst>
            <pc:docMk/>
            <pc:sldMk cId="2270794384" sldId="356"/>
            <ac:inkMk id="287" creationId="{C93F84B4-A20E-F179-EFE3-16A0B7C09B01}"/>
          </ac:inkMkLst>
        </pc:inkChg>
        <pc:inkChg chg="del">
          <ac:chgData name="Mahima Weerasinghe" userId="e11e3f55-42da-4e07-8ead-4d7a1d7ea1c6" providerId="ADAL" clId="{DEC8990C-F1E8-4081-8796-F50D8B9FA883}" dt="2024-10-13T02:27:41.026" v="17" actId="478"/>
          <ac:inkMkLst>
            <pc:docMk/>
            <pc:sldMk cId="2270794384" sldId="356"/>
            <ac:inkMk id="288" creationId="{126C1E3B-147D-B253-64A3-B303D5A589D1}"/>
          </ac:inkMkLst>
        </pc:inkChg>
        <pc:inkChg chg="del">
          <ac:chgData name="Mahima Weerasinghe" userId="e11e3f55-42da-4e07-8ead-4d7a1d7ea1c6" providerId="ADAL" clId="{DEC8990C-F1E8-4081-8796-F50D8B9FA883}" dt="2024-10-13T02:27:41.026" v="17" actId="478"/>
          <ac:inkMkLst>
            <pc:docMk/>
            <pc:sldMk cId="2270794384" sldId="356"/>
            <ac:inkMk id="289" creationId="{EBC02931-0BB3-2828-211E-40A52B479852}"/>
          </ac:inkMkLst>
        </pc:inkChg>
        <pc:inkChg chg="del">
          <ac:chgData name="Mahima Weerasinghe" userId="e11e3f55-42da-4e07-8ead-4d7a1d7ea1c6" providerId="ADAL" clId="{DEC8990C-F1E8-4081-8796-F50D8B9FA883}" dt="2024-10-13T02:27:41.026" v="17" actId="478"/>
          <ac:inkMkLst>
            <pc:docMk/>
            <pc:sldMk cId="2270794384" sldId="356"/>
            <ac:inkMk id="290" creationId="{0C381075-A2EB-28AB-ED06-3FCB9ADF02C7}"/>
          </ac:inkMkLst>
        </pc:inkChg>
        <pc:inkChg chg="del">
          <ac:chgData name="Mahima Weerasinghe" userId="e11e3f55-42da-4e07-8ead-4d7a1d7ea1c6" providerId="ADAL" clId="{DEC8990C-F1E8-4081-8796-F50D8B9FA883}" dt="2024-10-13T02:27:41.026" v="17" actId="478"/>
          <ac:inkMkLst>
            <pc:docMk/>
            <pc:sldMk cId="2270794384" sldId="356"/>
            <ac:inkMk id="292" creationId="{03A2F1EF-23D5-E4CB-82D5-92992B680FF8}"/>
          </ac:inkMkLst>
        </pc:inkChg>
        <pc:inkChg chg="del">
          <ac:chgData name="Mahima Weerasinghe" userId="e11e3f55-42da-4e07-8ead-4d7a1d7ea1c6" providerId="ADAL" clId="{DEC8990C-F1E8-4081-8796-F50D8B9FA883}" dt="2024-10-13T02:27:41.026" v="17" actId="478"/>
          <ac:inkMkLst>
            <pc:docMk/>
            <pc:sldMk cId="2270794384" sldId="356"/>
            <ac:inkMk id="293" creationId="{C0D5813F-2AB5-E0BB-8085-EFDF8E998936}"/>
          </ac:inkMkLst>
        </pc:inkChg>
        <pc:inkChg chg="del">
          <ac:chgData name="Mahima Weerasinghe" userId="e11e3f55-42da-4e07-8ead-4d7a1d7ea1c6" providerId="ADAL" clId="{DEC8990C-F1E8-4081-8796-F50D8B9FA883}" dt="2024-10-13T02:27:41.026" v="17" actId="478"/>
          <ac:inkMkLst>
            <pc:docMk/>
            <pc:sldMk cId="2270794384" sldId="356"/>
            <ac:inkMk id="294" creationId="{69434A19-BF51-2CCF-098E-2F182F168D6D}"/>
          </ac:inkMkLst>
        </pc:inkChg>
        <pc:inkChg chg="del">
          <ac:chgData name="Mahima Weerasinghe" userId="e11e3f55-42da-4e07-8ead-4d7a1d7ea1c6" providerId="ADAL" clId="{DEC8990C-F1E8-4081-8796-F50D8B9FA883}" dt="2024-10-13T02:27:41.026" v="17" actId="478"/>
          <ac:inkMkLst>
            <pc:docMk/>
            <pc:sldMk cId="2270794384" sldId="356"/>
            <ac:inkMk id="296" creationId="{52E1CABA-0175-7DBE-D7A1-9798B1B56161}"/>
          </ac:inkMkLst>
        </pc:inkChg>
        <pc:inkChg chg="del">
          <ac:chgData name="Mahima Weerasinghe" userId="e11e3f55-42da-4e07-8ead-4d7a1d7ea1c6" providerId="ADAL" clId="{DEC8990C-F1E8-4081-8796-F50D8B9FA883}" dt="2024-10-13T02:27:41.026" v="17" actId="478"/>
          <ac:inkMkLst>
            <pc:docMk/>
            <pc:sldMk cId="2270794384" sldId="356"/>
            <ac:inkMk id="332" creationId="{F02062F0-C62B-4A02-3CF5-92AD47F1A898}"/>
          </ac:inkMkLst>
        </pc:inkChg>
        <pc:inkChg chg="del">
          <ac:chgData name="Mahima Weerasinghe" userId="e11e3f55-42da-4e07-8ead-4d7a1d7ea1c6" providerId="ADAL" clId="{DEC8990C-F1E8-4081-8796-F50D8B9FA883}" dt="2024-10-13T02:27:41.026" v="17" actId="478"/>
          <ac:inkMkLst>
            <pc:docMk/>
            <pc:sldMk cId="2270794384" sldId="356"/>
            <ac:inkMk id="333" creationId="{05FF97BB-22A9-0DC2-FC11-6D0E770CF5EC}"/>
          </ac:inkMkLst>
        </pc:inkChg>
        <pc:inkChg chg="del">
          <ac:chgData name="Mahima Weerasinghe" userId="e11e3f55-42da-4e07-8ead-4d7a1d7ea1c6" providerId="ADAL" clId="{DEC8990C-F1E8-4081-8796-F50D8B9FA883}" dt="2024-10-13T02:27:41.026" v="17" actId="478"/>
          <ac:inkMkLst>
            <pc:docMk/>
            <pc:sldMk cId="2270794384" sldId="356"/>
            <ac:inkMk id="335" creationId="{80C41FA8-21EA-564A-E4C2-ED0621C7D64B}"/>
          </ac:inkMkLst>
        </pc:inkChg>
        <pc:inkChg chg="del">
          <ac:chgData name="Mahima Weerasinghe" userId="e11e3f55-42da-4e07-8ead-4d7a1d7ea1c6" providerId="ADAL" clId="{DEC8990C-F1E8-4081-8796-F50D8B9FA883}" dt="2024-10-13T02:27:41.026" v="17" actId="478"/>
          <ac:inkMkLst>
            <pc:docMk/>
            <pc:sldMk cId="2270794384" sldId="356"/>
            <ac:inkMk id="336" creationId="{0D2F9876-E374-796B-9FB8-E956D9B74B82}"/>
          </ac:inkMkLst>
        </pc:inkChg>
        <pc:inkChg chg="del">
          <ac:chgData name="Mahima Weerasinghe" userId="e11e3f55-42da-4e07-8ead-4d7a1d7ea1c6" providerId="ADAL" clId="{DEC8990C-F1E8-4081-8796-F50D8B9FA883}" dt="2024-10-13T02:27:41.026" v="17" actId="478"/>
          <ac:inkMkLst>
            <pc:docMk/>
            <pc:sldMk cId="2270794384" sldId="356"/>
            <ac:inkMk id="337" creationId="{FF2A5529-009E-0FAC-ADC4-CBF8F498DA39}"/>
          </ac:inkMkLst>
        </pc:inkChg>
        <pc:inkChg chg="del">
          <ac:chgData name="Mahima Weerasinghe" userId="e11e3f55-42da-4e07-8ead-4d7a1d7ea1c6" providerId="ADAL" clId="{DEC8990C-F1E8-4081-8796-F50D8B9FA883}" dt="2024-10-13T02:27:41.026" v="17" actId="478"/>
          <ac:inkMkLst>
            <pc:docMk/>
            <pc:sldMk cId="2270794384" sldId="356"/>
            <ac:inkMk id="338" creationId="{C982F008-E729-8470-86D6-552ED3AE174D}"/>
          </ac:inkMkLst>
        </pc:inkChg>
        <pc:inkChg chg="del">
          <ac:chgData name="Mahima Weerasinghe" userId="e11e3f55-42da-4e07-8ead-4d7a1d7ea1c6" providerId="ADAL" clId="{DEC8990C-F1E8-4081-8796-F50D8B9FA883}" dt="2024-10-13T02:27:41.026" v="17" actId="478"/>
          <ac:inkMkLst>
            <pc:docMk/>
            <pc:sldMk cId="2270794384" sldId="356"/>
            <ac:inkMk id="339" creationId="{887D0715-16BB-8035-B2D9-5AA39D24FB7A}"/>
          </ac:inkMkLst>
        </pc:inkChg>
        <pc:inkChg chg="del">
          <ac:chgData name="Mahima Weerasinghe" userId="e11e3f55-42da-4e07-8ead-4d7a1d7ea1c6" providerId="ADAL" clId="{DEC8990C-F1E8-4081-8796-F50D8B9FA883}" dt="2024-10-13T02:27:41.026" v="17" actId="478"/>
          <ac:inkMkLst>
            <pc:docMk/>
            <pc:sldMk cId="2270794384" sldId="356"/>
            <ac:inkMk id="340" creationId="{EFA26885-5BE1-7EBE-1A06-E9C9511C7C0F}"/>
          </ac:inkMkLst>
        </pc:inkChg>
        <pc:inkChg chg="del">
          <ac:chgData name="Mahima Weerasinghe" userId="e11e3f55-42da-4e07-8ead-4d7a1d7ea1c6" providerId="ADAL" clId="{DEC8990C-F1E8-4081-8796-F50D8B9FA883}" dt="2024-10-13T02:27:41.026" v="17" actId="478"/>
          <ac:inkMkLst>
            <pc:docMk/>
            <pc:sldMk cId="2270794384" sldId="356"/>
            <ac:inkMk id="342" creationId="{32E96A68-1E20-6514-4D91-26F3B6C4CF5C}"/>
          </ac:inkMkLst>
        </pc:inkChg>
        <pc:inkChg chg="del">
          <ac:chgData name="Mahima Weerasinghe" userId="e11e3f55-42da-4e07-8ead-4d7a1d7ea1c6" providerId="ADAL" clId="{DEC8990C-F1E8-4081-8796-F50D8B9FA883}" dt="2024-10-13T02:27:41.026" v="17" actId="478"/>
          <ac:inkMkLst>
            <pc:docMk/>
            <pc:sldMk cId="2270794384" sldId="356"/>
            <ac:inkMk id="343" creationId="{A1763272-2AF3-48CA-BE80-539ADD01BC38}"/>
          </ac:inkMkLst>
        </pc:inkChg>
        <pc:inkChg chg="del">
          <ac:chgData name="Mahima Weerasinghe" userId="e11e3f55-42da-4e07-8ead-4d7a1d7ea1c6" providerId="ADAL" clId="{DEC8990C-F1E8-4081-8796-F50D8B9FA883}" dt="2024-10-13T02:27:41.026" v="17" actId="478"/>
          <ac:inkMkLst>
            <pc:docMk/>
            <pc:sldMk cId="2270794384" sldId="356"/>
            <ac:inkMk id="345" creationId="{D1722B1D-4298-F6F2-AE5C-A3CCB3D6AB94}"/>
          </ac:inkMkLst>
        </pc:inkChg>
        <pc:inkChg chg="del">
          <ac:chgData name="Mahima Weerasinghe" userId="e11e3f55-42da-4e07-8ead-4d7a1d7ea1c6" providerId="ADAL" clId="{DEC8990C-F1E8-4081-8796-F50D8B9FA883}" dt="2024-10-13T02:27:41.026" v="17" actId="478"/>
          <ac:inkMkLst>
            <pc:docMk/>
            <pc:sldMk cId="2270794384" sldId="356"/>
            <ac:inkMk id="347" creationId="{C2C4F884-9CE7-ED5B-66AB-9F02BEFC1FA7}"/>
          </ac:inkMkLst>
        </pc:inkChg>
        <pc:inkChg chg="del">
          <ac:chgData name="Mahima Weerasinghe" userId="e11e3f55-42da-4e07-8ead-4d7a1d7ea1c6" providerId="ADAL" clId="{DEC8990C-F1E8-4081-8796-F50D8B9FA883}" dt="2024-10-13T02:27:41.026" v="17" actId="478"/>
          <ac:inkMkLst>
            <pc:docMk/>
            <pc:sldMk cId="2270794384" sldId="356"/>
            <ac:inkMk id="349" creationId="{8502F4EA-4DEC-8C15-84A7-41BA0E8BF216}"/>
          </ac:inkMkLst>
        </pc:inkChg>
        <pc:inkChg chg="del">
          <ac:chgData name="Mahima Weerasinghe" userId="e11e3f55-42da-4e07-8ead-4d7a1d7ea1c6" providerId="ADAL" clId="{DEC8990C-F1E8-4081-8796-F50D8B9FA883}" dt="2024-10-13T02:27:41.026" v="17" actId="478"/>
          <ac:inkMkLst>
            <pc:docMk/>
            <pc:sldMk cId="2270794384" sldId="356"/>
            <ac:inkMk id="351" creationId="{BEA607DC-A7DE-A6F6-006B-6D062BC8C601}"/>
          </ac:inkMkLst>
        </pc:inkChg>
        <pc:inkChg chg="del">
          <ac:chgData name="Mahima Weerasinghe" userId="e11e3f55-42da-4e07-8ead-4d7a1d7ea1c6" providerId="ADAL" clId="{DEC8990C-F1E8-4081-8796-F50D8B9FA883}" dt="2024-10-13T02:27:41.026" v="17" actId="478"/>
          <ac:inkMkLst>
            <pc:docMk/>
            <pc:sldMk cId="2270794384" sldId="356"/>
            <ac:inkMk id="352" creationId="{69F58E69-876F-4C12-4CDB-496D74517535}"/>
          </ac:inkMkLst>
        </pc:inkChg>
        <pc:inkChg chg="del">
          <ac:chgData name="Mahima Weerasinghe" userId="e11e3f55-42da-4e07-8ead-4d7a1d7ea1c6" providerId="ADAL" clId="{DEC8990C-F1E8-4081-8796-F50D8B9FA883}" dt="2024-10-13T02:27:41.026" v="17" actId="478"/>
          <ac:inkMkLst>
            <pc:docMk/>
            <pc:sldMk cId="2270794384" sldId="356"/>
            <ac:inkMk id="353" creationId="{B81A0E7C-E5BF-4CDE-08DD-E3E9AF8D5955}"/>
          </ac:inkMkLst>
        </pc:inkChg>
        <pc:inkChg chg="del">
          <ac:chgData name="Mahima Weerasinghe" userId="e11e3f55-42da-4e07-8ead-4d7a1d7ea1c6" providerId="ADAL" clId="{DEC8990C-F1E8-4081-8796-F50D8B9FA883}" dt="2024-10-13T02:27:41.026" v="17" actId="478"/>
          <ac:inkMkLst>
            <pc:docMk/>
            <pc:sldMk cId="2270794384" sldId="356"/>
            <ac:inkMk id="354" creationId="{D07E6556-2383-D94A-29E4-85E6CD008586}"/>
          </ac:inkMkLst>
        </pc:inkChg>
        <pc:inkChg chg="del">
          <ac:chgData name="Mahima Weerasinghe" userId="e11e3f55-42da-4e07-8ead-4d7a1d7ea1c6" providerId="ADAL" clId="{DEC8990C-F1E8-4081-8796-F50D8B9FA883}" dt="2024-10-13T02:27:41.026" v="17" actId="478"/>
          <ac:inkMkLst>
            <pc:docMk/>
            <pc:sldMk cId="2270794384" sldId="356"/>
            <ac:inkMk id="355" creationId="{531A1798-813E-9680-67DE-38E796117AF4}"/>
          </ac:inkMkLst>
        </pc:inkChg>
        <pc:inkChg chg="del">
          <ac:chgData name="Mahima Weerasinghe" userId="e11e3f55-42da-4e07-8ead-4d7a1d7ea1c6" providerId="ADAL" clId="{DEC8990C-F1E8-4081-8796-F50D8B9FA883}" dt="2024-10-13T02:27:41.026" v="17" actId="478"/>
          <ac:inkMkLst>
            <pc:docMk/>
            <pc:sldMk cId="2270794384" sldId="356"/>
            <ac:inkMk id="356" creationId="{705AC3F9-8B6F-0564-A2BF-A830D4E4C430}"/>
          </ac:inkMkLst>
        </pc:inkChg>
        <pc:inkChg chg="del">
          <ac:chgData name="Mahima Weerasinghe" userId="e11e3f55-42da-4e07-8ead-4d7a1d7ea1c6" providerId="ADAL" clId="{DEC8990C-F1E8-4081-8796-F50D8B9FA883}" dt="2024-10-13T02:27:41.026" v="17" actId="478"/>
          <ac:inkMkLst>
            <pc:docMk/>
            <pc:sldMk cId="2270794384" sldId="356"/>
            <ac:inkMk id="362" creationId="{E55A7D8C-FFC6-1CDE-7824-A910CCF24232}"/>
          </ac:inkMkLst>
        </pc:inkChg>
        <pc:inkChg chg="del">
          <ac:chgData name="Mahima Weerasinghe" userId="e11e3f55-42da-4e07-8ead-4d7a1d7ea1c6" providerId="ADAL" clId="{DEC8990C-F1E8-4081-8796-F50D8B9FA883}" dt="2024-10-13T02:27:41.026" v="17" actId="478"/>
          <ac:inkMkLst>
            <pc:docMk/>
            <pc:sldMk cId="2270794384" sldId="356"/>
            <ac:inkMk id="363" creationId="{EC91DF43-DE62-6F34-B61C-51CF494ECF67}"/>
          </ac:inkMkLst>
        </pc:inkChg>
        <pc:inkChg chg="del">
          <ac:chgData name="Mahima Weerasinghe" userId="e11e3f55-42da-4e07-8ead-4d7a1d7ea1c6" providerId="ADAL" clId="{DEC8990C-F1E8-4081-8796-F50D8B9FA883}" dt="2024-10-13T02:27:41.026" v="17" actId="478"/>
          <ac:inkMkLst>
            <pc:docMk/>
            <pc:sldMk cId="2270794384" sldId="356"/>
            <ac:inkMk id="364" creationId="{AD667F5D-0555-5DF0-E0F4-01A4129A8189}"/>
          </ac:inkMkLst>
        </pc:inkChg>
        <pc:inkChg chg="del">
          <ac:chgData name="Mahima Weerasinghe" userId="e11e3f55-42da-4e07-8ead-4d7a1d7ea1c6" providerId="ADAL" clId="{DEC8990C-F1E8-4081-8796-F50D8B9FA883}" dt="2024-10-13T02:27:41.026" v="17" actId="478"/>
          <ac:inkMkLst>
            <pc:docMk/>
            <pc:sldMk cId="2270794384" sldId="356"/>
            <ac:inkMk id="377" creationId="{EE034741-72EF-34FA-F067-A76B990F8388}"/>
          </ac:inkMkLst>
        </pc:inkChg>
        <pc:inkChg chg="del">
          <ac:chgData name="Mahima Weerasinghe" userId="e11e3f55-42da-4e07-8ead-4d7a1d7ea1c6" providerId="ADAL" clId="{DEC8990C-F1E8-4081-8796-F50D8B9FA883}" dt="2024-10-13T02:27:41.026" v="17" actId="478"/>
          <ac:inkMkLst>
            <pc:docMk/>
            <pc:sldMk cId="2270794384" sldId="356"/>
            <ac:inkMk id="378" creationId="{A1B8812C-4BD2-56FA-9A69-BD6D71EAE54E}"/>
          </ac:inkMkLst>
        </pc:inkChg>
        <pc:inkChg chg="del">
          <ac:chgData name="Mahima Weerasinghe" userId="e11e3f55-42da-4e07-8ead-4d7a1d7ea1c6" providerId="ADAL" clId="{DEC8990C-F1E8-4081-8796-F50D8B9FA883}" dt="2024-10-13T02:27:41.026" v="17" actId="478"/>
          <ac:inkMkLst>
            <pc:docMk/>
            <pc:sldMk cId="2270794384" sldId="356"/>
            <ac:inkMk id="412" creationId="{40206DDF-7E21-8A70-832E-B6C96FEA3527}"/>
          </ac:inkMkLst>
        </pc:inkChg>
        <pc:inkChg chg="del">
          <ac:chgData name="Mahima Weerasinghe" userId="e11e3f55-42da-4e07-8ead-4d7a1d7ea1c6" providerId="ADAL" clId="{DEC8990C-F1E8-4081-8796-F50D8B9FA883}" dt="2024-10-13T02:27:41.026" v="17" actId="478"/>
          <ac:inkMkLst>
            <pc:docMk/>
            <pc:sldMk cId="2270794384" sldId="356"/>
            <ac:inkMk id="413" creationId="{A2EF35CE-D5BE-11F2-E48C-3339E4871F2D}"/>
          </ac:inkMkLst>
        </pc:inkChg>
      </pc:sldChg>
      <pc:sldChg chg="del">
        <pc:chgData name="Mahima Weerasinghe" userId="e11e3f55-42da-4e07-8ead-4d7a1d7ea1c6" providerId="ADAL" clId="{DEC8990C-F1E8-4081-8796-F50D8B9FA883}" dt="2024-10-13T04:28:18.958" v="437" actId="47"/>
        <pc:sldMkLst>
          <pc:docMk/>
          <pc:sldMk cId="1130117801" sldId="365"/>
        </pc:sldMkLst>
      </pc:sldChg>
      <pc:sldChg chg="del">
        <pc:chgData name="Mahima Weerasinghe" userId="e11e3f55-42da-4e07-8ead-4d7a1d7ea1c6" providerId="ADAL" clId="{DEC8990C-F1E8-4081-8796-F50D8B9FA883}" dt="2024-10-13T04:28:29.969" v="445" actId="47"/>
        <pc:sldMkLst>
          <pc:docMk/>
          <pc:sldMk cId="4187991329" sldId="367"/>
        </pc:sldMkLst>
      </pc:sldChg>
      <pc:sldChg chg="del">
        <pc:chgData name="Mahima Weerasinghe" userId="e11e3f55-42da-4e07-8ead-4d7a1d7ea1c6" providerId="ADAL" clId="{DEC8990C-F1E8-4081-8796-F50D8B9FA883}" dt="2024-10-13T04:28:08.143" v="435" actId="47"/>
        <pc:sldMkLst>
          <pc:docMk/>
          <pc:sldMk cId="3120299242" sldId="375"/>
        </pc:sldMkLst>
      </pc:sldChg>
      <pc:sldChg chg="del">
        <pc:chgData name="Mahima Weerasinghe" userId="e11e3f55-42da-4e07-8ead-4d7a1d7ea1c6" providerId="ADAL" clId="{DEC8990C-F1E8-4081-8796-F50D8B9FA883}" dt="2024-10-13T04:28:10.536" v="436" actId="47"/>
        <pc:sldMkLst>
          <pc:docMk/>
          <pc:sldMk cId="1479006721" sldId="376"/>
        </pc:sldMkLst>
      </pc:sldChg>
      <pc:sldChg chg="del">
        <pc:chgData name="Mahima Weerasinghe" userId="e11e3f55-42da-4e07-8ead-4d7a1d7ea1c6" providerId="ADAL" clId="{DEC8990C-F1E8-4081-8796-F50D8B9FA883}" dt="2024-10-13T04:28:22.100" v="438" actId="47"/>
        <pc:sldMkLst>
          <pc:docMk/>
          <pc:sldMk cId="2119380645" sldId="377"/>
        </pc:sldMkLst>
      </pc:sldChg>
      <pc:sldChg chg="del">
        <pc:chgData name="Mahima Weerasinghe" userId="e11e3f55-42da-4e07-8ead-4d7a1d7ea1c6" providerId="ADAL" clId="{DEC8990C-F1E8-4081-8796-F50D8B9FA883}" dt="2024-10-13T04:28:23.269" v="439" actId="47"/>
        <pc:sldMkLst>
          <pc:docMk/>
          <pc:sldMk cId="4190009076" sldId="378"/>
        </pc:sldMkLst>
      </pc:sldChg>
      <pc:sldChg chg="del">
        <pc:chgData name="Mahima Weerasinghe" userId="e11e3f55-42da-4e07-8ead-4d7a1d7ea1c6" providerId="ADAL" clId="{DEC8990C-F1E8-4081-8796-F50D8B9FA883}" dt="2024-10-13T04:28:24.181" v="440" actId="47"/>
        <pc:sldMkLst>
          <pc:docMk/>
          <pc:sldMk cId="843984928" sldId="379"/>
        </pc:sldMkLst>
      </pc:sldChg>
      <pc:sldChg chg="del">
        <pc:chgData name="Mahima Weerasinghe" userId="e11e3f55-42da-4e07-8ead-4d7a1d7ea1c6" providerId="ADAL" clId="{DEC8990C-F1E8-4081-8796-F50D8B9FA883}" dt="2024-10-13T04:28:25.314" v="441" actId="47"/>
        <pc:sldMkLst>
          <pc:docMk/>
          <pc:sldMk cId="340114689" sldId="381"/>
        </pc:sldMkLst>
      </pc:sldChg>
      <pc:sldChg chg="del">
        <pc:chgData name="Mahima Weerasinghe" userId="e11e3f55-42da-4e07-8ead-4d7a1d7ea1c6" providerId="ADAL" clId="{DEC8990C-F1E8-4081-8796-F50D8B9FA883}" dt="2024-10-13T04:28:26.522" v="442" actId="47"/>
        <pc:sldMkLst>
          <pc:docMk/>
          <pc:sldMk cId="2100807162" sldId="382"/>
        </pc:sldMkLst>
      </pc:sldChg>
      <pc:sldChg chg="del">
        <pc:chgData name="Mahima Weerasinghe" userId="e11e3f55-42da-4e07-8ead-4d7a1d7ea1c6" providerId="ADAL" clId="{DEC8990C-F1E8-4081-8796-F50D8B9FA883}" dt="2024-10-13T04:28:27.626" v="443" actId="47"/>
        <pc:sldMkLst>
          <pc:docMk/>
          <pc:sldMk cId="1260775186" sldId="383"/>
        </pc:sldMkLst>
      </pc:sldChg>
      <pc:sldChg chg="del">
        <pc:chgData name="Mahima Weerasinghe" userId="e11e3f55-42da-4e07-8ead-4d7a1d7ea1c6" providerId="ADAL" clId="{DEC8990C-F1E8-4081-8796-F50D8B9FA883}" dt="2024-10-13T04:28:28.854" v="444" actId="47"/>
        <pc:sldMkLst>
          <pc:docMk/>
          <pc:sldMk cId="274655812" sldId="385"/>
        </pc:sldMkLst>
      </pc:sldChg>
      <pc:sldChg chg="del">
        <pc:chgData name="Mahima Weerasinghe" userId="e11e3f55-42da-4e07-8ead-4d7a1d7ea1c6" providerId="ADAL" clId="{DEC8990C-F1E8-4081-8796-F50D8B9FA883}" dt="2024-10-13T04:28:30.853" v="446" actId="47"/>
        <pc:sldMkLst>
          <pc:docMk/>
          <pc:sldMk cId="2084861705" sldId="386"/>
        </pc:sldMkLst>
      </pc:sldChg>
      <pc:sldChg chg="del">
        <pc:chgData name="Mahima Weerasinghe" userId="e11e3f55-42da-4e07-8ead-4d7a1d7ea1c6" providerId="ADAL" clId="{DEC8990C-F1E8-4081-8796-F50D8B9FA883}" dt="2024-10-13T04:28:31.627" v="447" actId="47"/>
        <pc:sldMkLst>
          <pc:docMk/>
          <pc:sldMk cId="1709392762" sldId="387"/>
        </pc:sldMkLst>
      </pc:sldChg>
      <pc:sldChg chg="addSp delSp modSp mod ord">
        <pc:chgData name="Mahima Weerasinghe" userId="e11e3f55-42da-4e07-8ead-4d7a1d7ea1c6" providerId="ADAL" clId="{DEC8990C-F1E8-4081-8796-F50D8B9FA883}" dt="2024-10-13T11:59:57.310" v="1159"/>
        <pc:sldMkLst>
          <pc:docMk/>
          <pc:sldMk cId="4166615261" sldId="388"/>
        </pc:sldMkLst>
        <pc:spChg chg="del">
          <ac:chgData name="Mahima Weerasinghe" userId="e11e3f55-42da-4e07-8ead-4d7a1d7ea1c6" providerId="ADAL" clId="{DEC8990C-F1E8-4081-8796-F50D8B9FA883}" dt="2024-10-13T02:27:57.150" v="19" actId="478"/>
          <ac:spMkLst>
            <pc:docMk/>
            <pc:sldMk cId="4166615261" sldId="388"/>
            <ac:spMk id="2" creationId="{0E6A3218-1E1B-D242-2095-E9E51CE2CECF}"/>
          </ac:spMkLst>
        </pc:spChg>
        <pc:spChg chg="del mod">
          <ac:chgData name="Mahima Weerasinghe" userId="e11e3f55-42da-4e07-8ead-4d7a1d7ea1c6" providerId="ADAL" clId="{DEC8990C-F1E8-4081-8796-F50D8B9FA883}" dt="2024-10-13T02:27:57.150" v="19" actId="478"/>
          <ac:spMkLst>
            <pc:docMk/>
            <pc:sldMk cId="4166615261" sldId="388"/>
            <ac:spMk id="4" creationId="{8DE4673F-62D9-E055-F177-52C3B8BB95CF}"/>
          </ac:spMkLst>
        </pc:spChg>
        <pc:spChg chg="add mod">
          <ac:chgData name="Mahima Weerasinghe" userId="e11e3f55-42da-4e07-8ead-4d7a1d7ea1c6" providerId="ADAL" clId="{DEC8990C-F1E8-4081-8796-F50D8B9FA883}" dt="2024-10-13T02:47:55.312" v="212" actId="20577"/>
          <ac:spMkLst>
            <pc:docMk/>
            <pc:sldMk cId="4166615261" sldId="388"/>
            <ac:spMk id="250" creationId="{C8319DE6-BC74-DC2A-539A-40936FCCD0CB}"/>
          </ac:spMkLst>
        </pc:spChg>
        <pc:grpChg chg="mod">
          <ac:chgData name="Mahima Weerasinghe" userId="e11e3f55-42da-4e07-8ead-4d7a1d7ea1c6" providerId="ADAL" clId="{DEC8990C-F1E8-4081-8796-F50D8B9FA883}" dt="2024-10-13T11:54:13.876" v="1068"/>
          <ac:grpSpMkLst>
            <pc:docMk/>
            <pc:sldMk cId="4166615261" sldId="388"/>
            <ac:grpSpMk id="14" creationId="{041F708A-B975-E08F-CD63-3559DE0B6654}"/>
          </ac:grpSpMkLst>
        </pc:grpChg>
        <pc:grpChg chg="mod">
          <ac:chgData name="Mahima Weerasinghe" userId="e11e3f55-42da-4e07-8ead-4d7a1d7ea1c6" providerId="ADAL" clId="{DEC8990C-F1E8-4081-8796-F50D8B9FA883}" dt="2024-10-13T11:54:52.444" v="1084"/>
          <ac:grpSpMkLst>
            <pc:docMk/>
            <pc:sldMk cId="4166615261" sldId="388"/>
            <ac:grpSpMk id="30" creationId="{C1654DCC-17D5-501F-7032-51D28F9D4A28}"/>
          </ac:grpSpMkLst>
        </pc:grpChg>
        <pc:grpChg chg="del">
          <ac:chgData name="Mahima Weerasinghe" userId="e11e3f55-42da-4e07-8ead-4d7a1d7ea1c6" providerId="ADAL" clId="{DEC8990C-F1E8-4081-8796-F50D8B9FA883}" dt="2024-10-13T02:27:57.150" v="19" actId="478"/>
          <ac:grpSpMkLst>
            <pc:docMk/>
            <pc:sldMk cId="4166615261" sldId="388"/>
            <ac:grpSpMk id="37" creationId="{FD30B470-6641-E00C-2A49-DAA7091CD641}"/>
          </ac:grpSpMkLst>
        </pc:grpChg>
        <pc:grpChg chg="del">
          <ac:chgData name="Mahima Weerasinghe" userId="e11e3f55-42da-4e07-8ead-4d7a1d7ea1c6" providerId="ADAL" clId="{DEC8990C-F1E8-4081-8796-F50D8B9FA883}" dt="2024-10-13T02:27:57.150" v="19" actId="478"/>
          <ac:grpSpMkLst>
            <pc:docMk/>
            <pc:sldMk cId="4166615261" sldId="388"/>
            <ac:grpSpMk id="56" creationId="{6A2E0322-84C5-5F00-430D-373EEF41794D}"/>
          </ac:grpSpMkLst>
        </pc:grpChg>
        <pc:grpChg chg="del">
          <ac:chgData name="Mahima Weerasinghe" userId="e11e3f55-42da-4e07-8ead-4d7a1d7ea1c6" providerId="ADAL" clId="{DEC8990C-F1E8-4081-8796-F50D8B9FA883}" dt="2024-10-13T02:27:57.150" v="19" actId="478"/>
          <ac:grpSpMkLst>
            <pc:docMk/>
            <pc:sldMk cId="4166615261" sldId="388"/>
            <ac:grpSpMk id="64" creationId="{BDA0CFDF-9BBE-B587-D255-D0BCAC4D6291}"/>
          </ac:grpSpMkLst>
        </pc:grpChg>
        <pc:grpChg chg="del">
          <ac:chgData name="Mahima Weerasinghe" userId="e11e3f55-42da-4e07-8ead-4d7a1d7ea1c6" providerId="ADAL" clId="{DEC8990C-F1E8-4081-8796-F50D8B9FA883}" dt="2024-10-13T02:27:57.150" v="19" actId="478"/>
          <ac:grpSpMkLst>
            <pc:docMk/>
            <pc:sldMk cId="4166615261" sldId="388"/>
            <ac:grpSpMk id="82" creationId="{9616346F-722C-296E-B552-9903E83893F8}"/>
          </ac:grpSpMkLst>
        </pc:grpChg>
        <pc:grpChg chg="del">
          <ac:chgData name="Mahima Weerasinghe" userId="e11e3f55-42da-4e07-8ead-4d7a1d7ea1c6" providerId="ADAL" clId="{DEC8990C-F1E8-4081-8796-F50D8B9FA883}" dt="2024-10-13T02:27:57.150" v="19" actId="478"/>
          <ac:grpSpMkLst>
            <pc:docMk/>
            <pc:sldMk cId="4166615261" sldId="388"/>
            <ac:grpSpMk id="93" creationId="{4E72B3DB-133D-CBA0-DFCE-C2592FACB7A2}"/>
          </ac:grpSpMkLst>
        </pc:grpChg>
        <pc:grpChg chg="del">
          <ac:chgData name="Mahima Weerasinghe" userId="e11e3f55-42da-4e07-8ead-4d7a1d7ea1c6" providerId="ADAL" clId="{DEC8990C-F1E8-4081-8796-F50D8B9FA883}" dt="2024-10-13T02:27:57.150" v="19" actId="478"/>
          <ac:grpSpMkLst>
            <pc:docMk/>
            <pc:sldMk cId="4166615261" sldId="388"/>
            <ac:grpSpMk id="95" creationId="{AE299883-3AB4-E6D9-CEC4-4047707B8BD9}"/>
          </ac:grpSpMkLst>
        </pc:grpChg>
        <pc:grpChg chg="del">
          <ac:chgData name="Mahima Weerasinghe" userId="e11e3f55-42da-4e07-8ead-4d7a1d7ea1c6" providerId="ADAL" clId="{DEC8990C-F1E8-4081-8796-F50D8B9FA883}" dt="2024-10-13T02:27:57.150" v="19" actId="478"/>
          <ac:grpSpMkLst>
            <pc:docMk/>
            <pc:sldMk cId="4166615261" sldId="388"/>
            <ac:grpSpMk id="98" creationId="{B8A418D8-2A2C-5BFC-01D6-7673D5E2400E}"/>
          </ac:grpSpMkLst>
        </pc:grpChg>
        <pc:grpChg chg="del">
          <ac:chgData name="Mahima Weerasinghe" userId="e11e3f55-42da-4e07-8ead-4d7a1d7ea1c6" providerId="ADAL" clId="{DEC8990C-F1E8-4081-8796-F50D8B9FA883}" dt="2024-10-13T02:27:57.150" v="19" actId="478"/>
          <ac:grpSpMkLst>
            <pc:docMk/>
            <pc:sldMk cId="4166615261" sldId="388"/>
            <ac:grpSpMk id="107" creationId="{954B839A-BDE7-85BD-A397-F81578D44DC4}"/>
          </ac:grpSpMkLst>
        </pc:grpChg>
        <pc:grpChg chg="del mod">
          <ac:chgData name="Mahima Weerasinghe" userId="e11e3f55-42da-4e07-8ead-4d7a1d7ea1c6" providerId="ADAL" clId="{DEC8990C-F1E8-4081-8796-F50D8B9FA883}" dt="2024-10-13T11:59:23.737" v="1136"/>
          <ac:grpSpMkLst>
            <pc:docMk/>
            <pc:sldMk cId="4166615261" sldId="388"/>
            <ac:grpSpMk id="110" creationId="{D2BFF693-60D0-DA40-C192-E14E533EF507}"/>
          </ac:grpSpMkLst>
        </pc:grpChg>
        <pc:grpChg chg="del">
          <ac:chgData name="Mahima Weerasinghe" userId="e11e3f55-42da-4e07-8ead-4d7a1d7ea1c6" providerId="ADAL" clId="{DEC8990C-F1E8-4081-8796-F50D8B9FA883}" dt="2024-10-13T02:27:57.150" v="19" actId="478"/>
          <ac:grpSpMkLst>
            <pc:docMk/>
            <pc:sldMk cId="4166615261" sldId="388"/>
            <ac:grpSpMk id="116" creationId="{38F7FB7D-4B8C-F548-DAD2-6BBF62E9FDC0}"/>
          </ac:grpSpMkLst>
        </pc:grpChg>
        <pc:grpChg chg="del mod">
          <ac:chgData name="Mahima Weerasinghe" userId="e11e3f55-42da-4e07-8ead-4d7a1d7ea1c6" providerId="ADAL" clId="{DEC8990C-F1E8-4081-8796-F50D8B9FA883}" dt="2024-10-13T11:59:34.165" v="1141"/>
          <ac:grpSpMkLst>
            <pc:docMk/>
            <pc:sldMk cId="4166615261" sldId="388"/>
            <ac:grpSpMk id="116" creationId="{B90B5512-033E-EF01-8E95-D3A18CD35886}"/>
          </ac:grpSpMkLst>
        </pc:grpChg>
        <pc:grpChg chg="del mod">
          <ac:chgData name="Mahima Weerasinghe" userId="e11e3f55-42da-4e07-8ead-4d7a1d7ea1c6" providerId="ADAL" clId="{DEC8990C-F1E8-4081-8796-F50D8B9FA883}" dt="2024-10-13T11:59:57.310" v="1159"/>
          <ac:grpSpMkLst>
            <pc:docMk/>
            <pc:sldMk cId="4166615261" sldId="388"/>
            <ac:grpSpMk id="122" creationId="{07531D6D-C9C4-4FAE-8FA4-85BB09606A7D}"/>
          </ac:grpSpMkLst>
        </pc:grpChg>
        <pc:grpChg chg="del">
          <ac:chgData name="Mahima Weerasinghe" userId="e11e3f55-42da-4e07-8ead-4d7a1d7ea1c6" providerId="ADAL" clId="{DEC8990C-F1E8-4081-8796-F50D8B9FA883}" dt="2024-10-13T02:27:57.150" v="19" actId="478"/>
          <ac:grpSpMkLst>
            <pc:docMk/>
            <pc:sldMk cId="4166615261" sldId="388"/>
            <ac:grpSpMk id="128" creationId="{C3DEC00D-A4F1-CD92-A0CE-D7EAC5AADA8A}"/>
          </ac:grpSpMkLst>
        </pc:grpChg>
        <pc:grpChg chg="del">
          <ac:chgData name="Mahima Weerasinghe" userId="e11e3f55-42da-4e07-8ead-4d7a1d7ea1c6" providerId="ADAL" clId="{DEC8990C-F1E8-4081-8796-F50D8B9FA883}" dt="2024-10-13T02:27:57.150" v="19" actId="478"/>
          <ac:grpSpMkLst>
            <pc:docMk/>
            <pc:sldMk cId="4166615261" sldId="388"/>
            <ac:grpSpMk id="131" creationId="{BE825462-6102-DC35-4D9C-BCD37F392088}"/>
          </ac:grpSpMkLst>
        </pc:grpChg>
        <pc:grpChg chg="del">
          <ac:chgData name="Mahima Weerasinghe" userId="e11e3f55-42da-4e07-8ead-4d7a1d7ea1c6" providerId="ADAL" clId="{DEC8990C-F1E8-4081-8796-F50D8B9FA883}" dt="2024-10-13T02:27:57.150" v="19" actId="478"/>
          <ac:grpSpMkLst>
            <pc:docMk/>
            <pc:sldMk cId="4166615261" sldId="388"/>
            <ac:grpSpMk id="157" creationId="{9869C9D6-C8B8-B797-29B5-1FAEA76E4DD9}"/>
          </ac:grpSpMkLst>
        </pc:grpChg>
        <pc:grpChg chg="del">
          <ac:chgData name="Mahima Weerasinghe" userId="e11e3f55-42da-4e07-8ead-4d7a1d7ea1c6" providerId="ADAL" clId="{DEC8990C-F1E8-4081-8796-F50D8B9FA883}" dt="2024-10-13T02:27:57.150" v="19" actId="478"/>
          <ac:grpSpMkLst>
            <pc:docMk/>
            <pc:sldMk cId="4166615261" sldId="388"/>
            <ac:grpSpMk id="165" creationId="{66F1B534-6C22-32CA-59D4-F9EBA42F7B9F}"/>
          </ac:grpSpMkLst>
        </pc:grpChg>
        <pc:grpChg chg="del">
          <ac:chgData name="Mahima Weerasinghe" userId="e11e3f55-42da-4e07-8ead-4d7a1d7ea1c6" providerId="ADAL" clId="{DEC8990C-F1E8-4081-8796-F50D8B9FA883}" dt="2024-10-13T02:27:57.150" v="19" actId="478"/>
          <ac:grpSpMkLst>
            <pc:docMk/>
            <pc:sldMk cId="4166615261" sldId="388"/>
            <ac:grpSpMk id="174" creationId="{A03A39EE-6FFA-B62B-C189-9196DB0B3033}"/>
          </ac:grpSpMkLst>
        </pc:grpChg>
        <pc:grpChg chg="del">
          <ac:chgData name="Mahima Weerasinghe" userId="e11e3f55-42da-4e07-8ead-4d7a1d7ea1c6" providerId="ADAL" clId="{DEC8990C-F1E8-4081-8796-F50D8B9FA883}" dt="2024-10-13T02:27:57.150" v="19" actId="478"/>
          <ac:grpSpMkLst>
            <pc:docMk/>
            <pc:sldMk cId="4166615261" sldId="388"/>
            <ac:grpSpMk id="184" creationId="{8C587466-A794-BF84-5FCB-57DF3938B187}"/>
          </ac:grpSpMkLst>
        </pc:grpChg>
        <pc:grpChg chg="del">
          <ac:chgData name="Mahima Weerasinghe" userId="e11e3f55-42da-4e07-8ead-4d7a1d7ea1c6" providerId="ADAL" clId="{DEC8990C-F1E8-4081-8796-F50D8B9FA883}" dt="2024-10-13T02:27:57.150" v="19" actId="478"/>
          <ac:grpSpMkLst>
            <pc:docMk/>
            <pc:sldMk cId="4166615261" sldId="388"/>
            <ac:grpSpMk id="187" creationId="{A84CD7A7-4D7D-3B26-F2F1-471A3A8A09A4}"/>
          </ac:grpSpMkLst>
        </pc:grpChg>
        <pc:grpChg chg="del">
          <ac:chgData name="Mahima Weerasinghe" userId="e11e3f55-42da-4e07-8ead-4d7a1d7ea1c6" providerId="ADAL" clId="{DEC8990C-F1E8-4081-8796-F50D8B9FA883}" dt="2024-10-13T02:27:57.150" v="19" actId="478"/>
          <ac:grpSpMkLst>
            <pc:docMk/>
            <pc:sldMk cId="4166615261" sldId="388"/>
            <ac:grpSpMk id="197" creationId="{1ACCEB2C-069B-3B96-D2B1-DAA5A214B479}"/>
          </ac:grpSpMkLst>
        </pc:grpChg>
        <pc:grpChg chg="del">
          <ac:chgData name="Mahima Weerasinghe" userId="e11e3f55-42da-4e07-8ead-4d7a1d7ea1c6" providerId="ADAL" clId="{DEC8990C-F1E8-4081-8796-F50D8B9FA883}" dt="2024-10-13T02:27:57.150" v="19" actId="478"/>
          <ac:grpSpMkLst>
            <pc:docMk/>
            <pc:sldMk cId="4166615261" sldId="388"/>
            <ac:grpSpMk id="202" creationId="{3D06E1F0-567F-80F6-1551-DE08C3F0E8A5}"/>
          </ac:grpSpMkLst>
        </pc:grpChg>
        <pc:grpChg chg="del">
          <ac:chgData name="Mahima Weerasinghe" userId="e11e3f55-42da-4e07-8ead-4d7a1d7ea1c6" providerId="ADAL" clId="{DEC8990C-F1E8-4081-8796-F50D8B9FA883}" dt="2024-10-13T02:27:57.150" v="19" actId="478"/>
          <ac:grpSpMkLst>
            <pc:docMk/>
            <pc:sldMk cId="4166615261" sldId="388"/>
            <ac:grpSpMk id="203" creationId="{04E4B21E-D746-159C-A421-EC5BA01EC30A}"/>
          </ac:grpSpMkLst>
        </pc:grpChg>
        <pc:grpChg chg="mod">
          <ac:chgData name="Mahima Weerasinghe" userId="e11e3f55-42da-4e07-8ead-4d7a1d7ea1c6" providerId="ADAL" clId="{DEC8990C-F1E8-4081-8796-F50D8B9FA883}" dt="2024-10-13T11:55:04.958" v="1094"/>
          <ac:grpSpMkLst>
            <pc:docMk/>
            <pc:sldMk cId="4166615261" sldId="388"/>
            <ac:grpSpMk id="232" creationId="{0BFF5714-1E07-1A02-A332-1B07E9E50039}"/>
          </ac:grpSpMkLst>
        </pc:grpChg>
        <pc:grpChg chg="mod">
          <ac:chgData name="Mahima Weerasinghe" userId="e11e3f55-42da-4e07-8ead-4d7a1d7ea1c6" providerId="ADAL" clId="{DEC8990C-F1E8-4081-8796-F50D8B9FA883}" dt="2024-10-13T11:55:10.996" v="1103"/>
          <ac:grpSpMkLst>
            <pc:docMk/>
            <pc:sldMk cId="4166615261" sldId="388"/>
            <ac:grpSpMk id="241" creationId="{DEC5D7C2-F593-D8D1-3106-FA3E20DB00C7}"/>
          </ac:grpSpMkLst>
        </pc:grpChg>
        <pc:grpChg chg="del">
          <ac:chgData name="Mahima Weerasinghe" userId="e11e3f55-42da-4e07-8ead-4d7a1d7ea1c6" providerId="ADAL" clId="{DEC8990C-F1E8-4081-8796-F50D8B9FA883}" dt="2024-10-13T02:27:57.150" v="19" actId="478"/>
          <ac:grpSpMkLst>
            <pc:docMk/>
            <pc:sldMk cId="4166615261" sldId="388"/>
            <ac:grpSpMk id="244" creationId="{E21C43E0-7E31-FBDD-C631-F0C55B8C9DDC}"/>
          </ac:grpSpMkLst>
        </pc:grpChg>
        <pc:grpChg chg="del">
          <ac:chgData name="Mahima Weerasinghe" userId="e11e3f55-42da-4e07-8ead-4d7a1d7ea1c6" providerId="ADAL" clId="{DEC8990C-F1E8-4081-8796-F50D8B9FA883}" dt="2024-10-13T02:27:57.150" v="19" actId="478"/>
          <ac:grpSpMkLst>
            <pc:docMk/>
            <pc:sldMk cId="4166615261" sldId="388"/>
            <ac:grpSpMk id="252" creationId="{93D97093-BB7D-5F90-4015-26A5D1013F87}"/>
          </ac:grpSpMkLst>
        </pc:grpChg>
        <pc:grpChg chg="del">
          <ac:chgData name="Mahima Weerasinghe" userId="e11e3f55-42da-4e07-8ead-4d7a1d7ea1c6" providerId="ADAL" clId="{DEC8990C-F1E8-4081-8796-F50D8B9FA883}" dt="2024-10-13T02:27:57.150" v="19" actId="478"/>
          <ac:grpSpMkLst>
            <pc:docMk/>
            <pc:sldMk cId="4166615261" sldId="388"/>
            <ac:grpSpMk id="254" creationId="{3E868365-2C3D-403F-278F-216821E7579C}"/>
          </ac:grpSpMkLst>
        </pc:grpChg>
        <pc:grpChg chg="del mod">
          <ac:chgData name="Mahima Weerasinghe" userId="e11e3f55-42da-4e07-8ead-4d7a1d7ea1c6" providerId="ADAL" clId="{DEC8990C-F1E8-4081-8796-F50D8B9FA883}" dt="2024-10-13T11:59:23.737" v="1136"/>
          <ac:grpSpMkLst>
            <pc:docMk/>
            <pc:sldMk cId="4166615261" sldId="388"/>
            <ac:grpSpMk id="254" creationId="{9751D52E-A72E-D150-FB3C-85A9E440D8FB}"/>
          </ac:grpSpMkLst>
        </pc:grpChg>
        <pc:grpChg chg="del mod">
          <ac:chgData name="Mahima Weerasinghe" userId="e11e3f55-42da-4e07-8ead-4d7a1d7ea1c6" providerId="ADAL" clId="{DEC8990C-F1E8-4081-8796-F50D8B9FA883}" dt="2024-10-13T11:59:23.737" v="1136"/>
          <ac:grpSpMkLst>
            <pc:docMk/>
            <pc:sldMk cId="4166615261" sldId="388"/>
            <ac:grpSpMk id="255" creationId="{76F74F5C-BAF1-5B13-4076-9B78502416BE}"/>
          </ac:grpSpMkLst>
        </pc:grpChg>
        <pc:grpChg chg="del mod">
          <ac:chgData name="Mahima Weerasinghe" userId="e11e3f55-42da-4e07-8ead-4d7a1d7ea1c6" providerId="ADAL" clId="{DEC8990C-F1E8-4081-8796-F50D8B9FA883}" dt="2024-10-13T11:59:50.116" v="1151"/>
          <ac:grpSpMkLst>
            <pc:docMk/>
            <pc:sldMk cId="4166615261" sldId="388"/>
            <ac:grpSpMk id="258" creationId="{0F267DE2-D752-9A80-A1F5-305FE80AE3AE}"/>
          </ac:grpSpMkLst>
        </pc:grpChg>
        <pc:grpChg chg="del mod">
          <ac:chgData name="Mahima Weerasinghe" userId="e11e3f55-42da-4e07-8ead-4d7a1d7ea1c6" providerId="ADAL" clId="{DEC8990C-F1E8-4081-8796-F50D8B9FA883}" dt="2024-10-13T11:59:51.090" v="1154"/>
          <ac:grpSpMkLst>
            <pc:docMk/>
            <pc:sldMk cId="4166615261" sldId="388"/>
            <ac:grpSpMk id="260" creationId="{3DC0523C-C035-35E5-6EC6-DB8D5724F783}"/>
          </ac:grpSpMkLst>
        </pc:grpChg>
        <pc:grpChg chg="del mod">
          <ac:chgData name="Mahima Weerasinghe" userId="e11e3f55-42da-4e07-8ead-4d7a1d7ea1c6" providerId="ADAL" clId="{DEC8990C-F1E8-4081-8796-F50D8B9FA883}" dt="2024-10-13T11:59:57.310" v="1159"/>
          <ac:grpSpMkLst>
            <pc:docMk/>
            <pc:sldMk cId="4166615261" sldId="388"/>
            <ac:grpSpMk id="263" creationId="{41F96E40-DC14-6F41-A5EF-70EA4C557D15}"/>
          </ac:grpSpMkLst>
        </pc:grpChg>
        <pc:grpChg chg="mod">
          <ac:chgData name="Mahima Weerasinghe" userId="e11e3f55-42da-4e07-8ead-4d7a1d7ea1c6" providerId="ADAL" clId="{DEC8990C-F1E8-4081-8796-F50D8B9FA883}" dt="2024-10-13T11:59:57.310" v="1159"/>
          <ac:grpSpMkLst>
            <pc:docMk/>
            <pc:sldMk cId="4166615261" sldId="388"/>
            <ac:grpSpMk id="268" creationId="{B0464993-F398-8F9E-0BBE-6D8FF22BF3CF}"/>
          </ac:grpSpMkLst>
        </pc:grpChg>
        <pc:picChg chg="del">
          <ac:chgData name="Mahima Weerasinghe" userId="e11e3f55-42da-4e07-8ead-4d7a1d7ea1c6" providerId="ADAL" clId="{DEC8990C-F1E8-4081-8796-F50D8B9FA883}" dt="2024-10-13T02:27:57.150" v="19" actId="478"/>
          <ac:picMkLst>
            <pc:docMk/>
            <pc:sldMk cId="4166615261" sldId="388"/>
            <ac:picMk id="75" creationId="{F36F72F5-28BB-6AE6-498A-51BD49FEC47B}"/>
          </ac:picMkLst>
        </pc:picChg>
        <pc:picChg chg="add mod">
          <ac:chgData name="Mahima Weerasinghe" userId="e11e3f55-42da-4e07-8ead-4d7a1d7ea1c6" providerId="ADAL" clId="{DEC8990C-F1E8-4081-8796-F50D8B9FA883}" dt="2024-10-13T03:17:27.740" v="221"/>
          <ac:picMkLst>
            <pc:docMk/>
            <pc:sldMk cId="4166615261" sldId="388"/>
            <ac:picMk id="118" creationId="{C2F317C3-79CC-6768-3474-D2CAB4C1A20E}"/>
          </ac:picMkLst>
        </pc:picChg>
        <pc:picChg chg="add del mod">
          <ac:chgData name="Mahima Weerasinghe" userId="e11e3f55-42da-4e07-8ead-4d7a1d7ea1c6" providerId="ADAL" clId="{DEC8990C-F1E8-4081-8796-F50D8B9FA883}" dt="2024-10-13T03:17:19.714" v="218" actId="21"/>
          <ac:picMkLst>
            <pc:docMk/>
            <pc:sldMk cId="4166615261" sldId="388"/>
            <ac:picMk id="1026" creationId="{C2F317C3-79CC-6768-3474-D2CAB4C1A20E}"/>
          </ac:picMkLst>
        </pc:picChg>
        <pc:inkChg chg="add">
          <ac:chgData name="Mahima Weerasinghe" userId="e11e3f55-42da-4e07-8ead-4d7a1d7ea1c6" providerId="ADAL" clId="{DEC8990C-F1E8-4081-8796-F50D8B9FA883}" dt="2024-10-13T11:53:49.911" v="1056" actId="9405"/>
          <ac:inkMkLst>
            <pc:docMk/>
            <pc:sldMk cId="4166615261" sldId="388"/>
            <ac:inkMk id="2" creationId="{5E6D1BD8-A2BB-3332-4012-C94D05DE1C21}"/>
          </ac:inkMkLst>
        </pc:inkChg>
        <pc:inkChg chg="del">
          <ac:chgData name="Mahima Weerasinghe" userId="e11e3f55-42da-4e07-8ead-4d7a1d7ea1c6" providerId="ADAL" clId="{DEC8990C-F1E8-4081-8796-F50D8B9FA883}" dt="2024-10-13T02:27:57.150" v="19" actId="478"/>
          <ac:inkMkLst>
            <pc:docMk/>
            <pc:sldMk cId="4166615261" sldId="388"/>
            <ac:inkMk id="3" creationId="{1A1ABB0C-D499-AA3A-8162-FE9ECB1F3E6E}"/>
          </ac:inkMkLst>
        </pc:inkChg>
        <pc:inkChg chg="add">
          <ac:chgData name="Mahima Weerasinghe" userId="e11e3f55-42da-4e07-8ead-4d7a1d7ea1c6" providerId="ADAL" clId="{DEC8990C-F1E8-4081-8796-F50D8B9FA883}" dt="2024-10-13T11:53:59.160" v="1057" actId="9405"/>
          <ac:inkMkLst>
            <pc:docMk/>
            <pc:sldMk cId="4166615261" sldId="388"/>
            <ac:inkMk id="3" creationId="{E5DADB5D-D04B-2657-70F1-255F4C31307E}"/>
          </ac:inkMkLst>
        </pc:inkChg>
        <pc:inkChg chg="add">
          <ac:chgData name="Mahima Weerasinghe" userId="e11e3f55-42da-4e07-8ead-4d7a1d7ea1c6" providerId="ADAL" clId="{DEC8990C-F1E8-4081-8796-F50D8B9FA883}" dt="2024-10-13T11:54:00.097" v="1058" actId="9405"/>
          <ac:inkMkLst>
            <pc:docMk/>
            <pc:sldMk cId="4166615261" sldId="388"/>
            <ac:inkMk id="4" creationId="{5311D600-9546-36E5-7365-E88CEBA6B093}"/>
          </ac:inkMkLst>
        </pc:inkChg>
        <pc:inkChg chg="add">
          <ac:chgData name="Mahima Weerasinghe" userId="e11e3f55-42da-4e07-8ead-4d7a1d7ea1c6" providerId="ADAL" clId="{DEC8990C-F1E8-4081-8796-F50D8B9FA883}" dt="2024-10-13T11:54:01.155" v="1059" actId="9405"/>
          <ac:inkMkLst>
            <pc:docMk/>
            <pc:sldMk cId="4166615261" sldId="388"/>
            <ac:inkMk id="5" creationId="{BF69D306-982D-B6D3-491A-D2402EA4778C}"/>
          </ac:inkMkLst>
        </pc:inkChg>
        <pc:inkChg chg="add">
          <ac:chgData name="Mahima Weerasinghe" userId="e11e3f55-42da-4e07-8ead-4d7a1d7ea1c6" providerId="ADAL" clId="{DEC8990C-F1E8-4081-8796-F50D8B9FA883}" dt="2024-10-13T11:54:02.086" v="1060" actId="9405"/>
          <ac:inkMkLst>
            <pc:docMk/>
            <pc:sldMk cId="4166615261" sldId="388"/>
            <ac:inkMk id="6" creationId="{2C3C603A-5DB3-AFA7-8B60-CA5676B159D1}"/>
          </ac:inkMkLst>
        </pc:inkChg>
        <pc:inkChg chg="add">
          <ac:chgData name="Mahima Weerasinghe" userId="e11e3f55-42da-4e07-8ead-4d7a1d7ea1c6" providerId="ADAL" clId="{DEC8990C-F1E8-4081-8796-F50D8B9FA883}" dt="2024-10-13T11:54:02.972" v="1061" actId="9405"/>
          <ac:inkMkLst>
            <pc:docMk/>
            <pc:sldMk cId="4166615261" sldId="388"/>
            <ac:inkMk id="7" creationId="{F365F2C1-C2C6-335A-D44E-96A11206B746}"/>
          </ac:inkMkLst>
        </pc:inkChg>
        <pc:inkChg chg="add">
          <ac:chgData name="Mahima Weerasinghe" userId="e11e3f55-42da-4e07-8ead-4d7a1d7ea1c6" providerId="ADAL" clId="{DEC8990C-F1E8-4081-8796-F50D8B9FA883}" dt="2024-10-13T11:54:03.675" v="1062" actId="9405"/>
          <ac:inkMkLst>
            <pc:docMk/>
            <pc:sldMk cId="4166615261" sldId="388"/>
            <ac:inkMk id="8" creationId="{F40455C4-6047-907D-5641-5F31F9C2C2AA}"/>
          </ac:inkMkLst>
        </pc:inkChg>
        <pc:inkChg chg="add mod">
          <ac:chgData name="Mahima Weerasinghe" userId="e11e3f55-42da-4e07-8ead-4d7a1d7ea1c6" providerId="ADAL" clId="{DEC8990C-F1E8-4081-8796-F50D8B9FA883}" dt="2024-10-13T11:54:13.876" v="1068"/>
          <ac:inkMkLst>
            <pc:docMk/>
            <pc:sldMk cId="4166615261" sldId="388"/>
            <ac:inkMk id="9" creationId="{9270C457-AB9C-39F4-7858-C7E80807E856}"/>
          </ac:inkMkLst>
        </pc:inkChg>
        <pc:inkChg chg="add mod">
          <ac:chgData name="Mahima Weerasinghe" userId="e11e3f55-42da-4e07-8ead-4d7a1d7ea1c6" providerId="ADAL" clId="{DEC8990C-F1E8-4081-8796-F50D8B9FA883}" dt="2024-10-13T11:54:13.876" v="1068"/>
          <ac:inkMkLst>
            <pc:docMk/>
            <pc:sldMk cId="4166615261" sldId="388"/>
            <ac:inkMk id="10" creationId="{D881E0C4-AC93-06DD-9D81-27B5E20A76E1}"/>
          </ac:inkMkLst>
        </pc:inkChg>
        <pc:inkChg chg="add mod">
          <ac:chgData name="Mahima Weerasinghe" userId="e11e3f55-42da-4e07-8ead-4d7a1d7ea1c6" providerId="ADAL" clId="{DEC8990C-F1E8-4081-8796-F50D8B9FA883}" dt="2024-10-13T11:54:13.876" v="1068"/>
          <ac:inkMkLst>
            <pc:docMk/>
            <pc:sldMk cId="4166615261" sldId="388"/>
            <ac:inkMk id="11" creationId="{4484D9B1-9B0F-2EDE-ED5F-46FBE2464014}"/>
          </ac:inkMkLst>
        </pc:inkChg>
        <pc:inkChg chg="add mod">
          <ac:chgData name="Mahima Weerasinghe" userId="e11e3f55-42da-4e07-8ead-4d7a1d7ea1c6" providerId="ADAL" clId="{DEC8990C-F1E8-4081-8796-F50D8B9FA883}" dt="2024-10-13T11:54:13.876" v="1068"/>
          <ac:inkMkLst>
            <pc:docMk/>
            <pc:sldMk cId="4166615261" sldId="388"/>
            <ac:inkMk id="12" creationId="{E2E94DAE-8FF9-8FA1-D8E1-11AC9811FCE1}"/>
          </ac:inkMkLst>
        </pc:inkChg>
        <pc:inkChg chg="add">
          <ac:chgData name="Mahima Weerasinghe" userId="e11e3f55-42da-4e07-8ead-4d7a1d7ea1c6" providerId="ADAL" clId="{DEC8990C-F1E8-4081-8796-F50D8B9FA883}" dt="2024-10-13T11:54:13.209" v="1067" actId="9405"/>
          <ac:inkMkLst>
            <pc:docMk/>
            <pc:sldMk cId="4166615261" sldId="388"/>
            <ac:inkMk id="13" creationId="{A3125A29-68B3-78D3-62E0-9CDB203466EB}"/>
          </ac:inkMkLst>
        </pc:inkChg>
        <pc:inkChg chg="add">
          <ac:chgData name="Mahima Weerasinghe" userId="e11e3f55-42da-4e07-8ead-4d7a1d7ea1c6" providerId="ADAL" clId="{DEC8990C-F1E8-4081-8796-F50D8B9FA883}" dt="2024-10-13T11:54:29.449" v="1069" actId="9405"/>
          <ac:inkMkLst>
            <pc:docMk/>
            <pc:sldMk cId="4166615261" sldId="388"/>
            <ac:inkMk id="15" creationId="{A9663402-C0F8-5411-5651-B304F4C4A430}"/>
          </ac:inkMkLst>
        </pc:inkChg>
        <pc:inkChg chg="add">
          <ac:chgData name="Mahima Weerasinghe" userId="e11e3f55-42da-4e07-8ead-4d7a1d7ea1c6" providerId="ADAL" clId="{DEC8990C-F1E8-4081-8796-F50D8B9FA883}" dt="2024-10-13T11:54:30.948" v="1070" actId="9405"/>
          <ac:inkMkLst>
            <pc:docMk/>
            <pc:sldMk cId="4166615261" sldId="388"/>
            <ac:inkMk id="16" creationId="{24614D5C-4D48-4176-BAF8-58A52550CB37}"/>
          </ac:inkMkLst>
        </pc:inkChg>
        <pc:inkChg chg="add">
          <ac:chgData name="Mahima Weerasinghe" userId="e11e3f55-42da-4e07-8ead-4d7a1d7ea1c6" providerId="ADAL" clId="{DEC8990C-F1E8-4081-8796-F50D8B9FA883}" dt="2024-10-13T11:54:38.075" v="1071" actId="9405"/>
          <ac:inkMkLst>
            <pc:docMk/>
            <pc:sldMk cId="4166615261" sldId="388"/>
            <ac:inkMk id="17" creationId="{9735FC9A-E754-A4C3-4EC7-3BBCC02F42AF}"/>
          </ac:inkMkLst>
        </pc:inkChg>
        <pc:inkChg chg="add">
          <ac:chgData name="Mahima Weerasinghe" userId="e11e3f55-42da-4e07-8ead-4d7a1d7ea1c6" providerId="ADAL" clId="{DEC8990C-F1E8-4081-8796-F50D8B9FA883}" dt="2024-10-13T11:54:39.259" v="1072" actId="9405"/>
          <ac:inkMkLst>
            <pc:docMk/>
            <pc:sldMk cId="4166615261" sldId="388"/>
            <ac:inkMk id="18" creationId="{63D66BFC-4013-7FC6-189D-21E278B709F5}"/>
          </ac:inkMkLst>
        </pc:inkChg>
        <pc:inkChg chg="add">
          <ac:chgData name="Mahima Weerasinghe" userId="e11e3f55-42da-4e07-8ead-4d7a1d7ea1c6" providerId="ADAL" clId="{DEC8990C-F1E8-4081-8796-F50D8B9FA883}" dt="2024-10-13T11:54:40.256" v="1073" actId="9405"/>
          <ac:inkMkLst>
            <pc:docMk/>
            <pc:sldMk cId="4166615261" sldId="388"/>
            <ac:inkMk id="19" creationId="{90752BDD-F816-1FC5-AFCF-CE7D8E0DA00C}"/>
          </ac:inkMkLst>
        </pc:inkChg>
        <pc:inkChg chg="add">
          <ac:chgData name="Mahima Weerasinghe" userId="e11e3f55-42da-4e07-8ead-4d7a1d7ea1c6" providerId="ADAL" clId="{DEC8990C-F1E8-4081-8796-F50D8B9FA883}" dt="2024-10-13T11:54:41.195" v="1074" actId="9405"/>
          <ac:inkMkLst>
            <pc:docMk/>
            <pc:sldMk cId="4166615261" sldId="388"/>
            <ac:inkMk id="20" creationId="{3365868E-956F-2649-B6C7-E66C17E3F143}"/>
          </ac:inkMkLst>
        </pc:inkChg>
        <pc:inkChg chg="add">
          <ac:chgData name="Mahima Weerasinghe" userId="e11e3f55-42da-4e07-8ead-4d7a1d7ea1c6" providerId="ADAL" clId="{DEC8990C-F1E8-4081-8796-F50D8B9FA883}" dt="2024-10-13T11:54:41.994" v="1075" actId="9405"/>
          <ac:inkMkLst>
            <pc:docMk/>
            <pc:sldMk cId="4166615261" sldId="388"/>
            <ac:inkMk id="21" creationId="{1BD099FC-7390-D9A7-DCEA-504E20B0AC94}"/>
          </ac:inkMkLst>
        </pc:inkChg>
        <pc:inkChg chg="add">
          <ac:chgData name="Mahima Weerasinghe" userId="e11e3f55-42da-4e07-8ead-4d7a1d7ea1c6" providerId="ADAL" clId="{DEC8990C-F1E8-4081-8796-F50D8B9FA883}" dt="2024-10-13T11:54:42.551" v="1076" actId="9405"/>
          <ac:inkMkLst>
            <pc:docMk/>
            <pc:sldMk cId="4166615261" sldId="388"/>
            <ac:inkMk id="22" creationId="{614A1263-F6BA-6226-70FC-53BAD025F778}"/>
          </ac:inkMkLst>
        </pc:inkChg>
        <pc:inkChg chg="add mod">
          <ac:chgData name="Mahima Weerasinghe" userId="e11e3f55-42da-4e07-8ead-4d7a1d7ea1c6" providerId="ADAL" clId="{DEC8990C-F1E8-4081-8796-F50D8B9FA883}" dt="2024-10-13T11:54:52.444" v="1084"/>
          <ac:inkMkLst>
            <pc:docMk/>
            <pc:sldMk cId="4166615261" sldId="388"/>
            <ac:inkMk id="23" creationId="{54E331C5-D8BF-77DF-3689-AC9C6CB6C7BE}"/>
          </ac:inkMkLst>
        </pc:inkChg>
        <pc:inkChg chg="add mod">
          <ac:chgData name="Mahima Weerasinghe" userId="e11e3f55-42da-4e07-8ead-4d7a1d7ea1c6" providerId="ADAL" clId="{DEC8990C-F1E8-4081-8796-F50D8B9FA883}" dt="2024-10-13T11:54:52.444" v="1084"/>
          <ac:inkMkLst>
            <pc:docMk/>
            <pc:sldMk cId="4166615261" sldId="388"/>
            <ac:inkMk id="24" creationId="{760E1583-AF72-E1C2-9FEF-B8CCD8D09EBB}"/>
          </ac:inkMkLst>
        </pc:inkChg>
        <pc:inkChg chg="add mod">
          <ac:chgData name="Mahima Weerasinghe" userId="e11e3f55-42da-4e07-8ead-4d7a1d7ea1c6" providerId="ADAL" clId="{DEC8990C-F1E8-4081-8796-F50D8B9FA883}" dt="2024-10-13T11:54:52.444" v="1084"/>
          <ac:inkMkLst>
            <pc:docMk/>
            <pc:sldMk cId="4166615261" sldId="388"/>
            <ac:inkMk id="25" creationId="{0100E827-A0D6-9494-0D2A-50898581310B}"/>
          </ac:inkMkLst>
        </pc:inkChg>
        <pc:inkChg chg="add mod">
          <ac:chgData name="Mahima Weerasinghe" userId="e11e3f55-42da-4e07-8ead-4d7a1d7ea1c6" providerId="ADAL" clId="{DEC8990C-F1E8-4081-8796-F50D8B9FA883}" dt="2024-10-13T11:54:52.444" v="1084"/>
          <ac:inkMkLst>
            <pc:docMk/>
            <pc:sldMk cId="4166615261" sldId="388"/>
            <ac:inkMk id="26" creationId="{4C5EE9CD-741C-81D2-01B7-8466FD2F22EC}"/>
          </ac:inkMkLst>
        </pc:inkChg>
        <pc:inkChg chg="add mod">
          <ac:chgData name="Mahima Weerasinghe" userId="e11e3f55-42da-4e07-8ead-4d7a1d7ea1c6" providerId="ADAL" clId="{DEC8990C-F1E8-4081-8796-F50D8B9FA883}" dt="2024-10-13T11:54:52.444" v="1084"/>
          <ac:inkMkLst>
            <pc:docMk/>
            <pc:sldMk cId="4166615261" sldId="388"/>
            <ac:inkMk id="27" creationId="{E120AEB6-7C4B-DF5A-B8E4-E671AC67341F}"/>
          </ac:inkMkLst>
        </pc:inkChg>
        <pc:inkChg chg="add mod">
          <ac:chgData name="Mahima Weerasinghe" userId="e11e3f55-42da-4e07-8ead-4d7a1d7ea1c6" providerId="ADAL" clId="{DEC8990C-F1E8-4081-8796-F50D8B9FA883}" dt="2024-10-13T11:54:52.444" v="1084"/>
          <ac:inkMkLst>
            <pc:docMk/>
            <pc:sldMk cId="4166615261" sldId="388"/>
            <ac:inkMk id="28" creationId="{0EA01A84-E032-041B-E8F0-AC19C6E8892A}"/>
          </ac:inkMkLst>
        </pc:inkChg>
        <pc:inkChg chg="add mod">
          <ac:chgData name="Mahima Weerasinghe" userId="e11e3f55-42da-4e07-8ead-4d7a1d7ea1c6" providerId="ADAL" clId="{DEC8990C-F1E8-4081-8796-F50D8B9FA883}" dt="2024-10-13T11:54:52.444" v="1084"/>
          <ac:inkMkLst>
            <pc:docMk/>
            <pc:sldMk cId="4166615261" sldId="388"/>
            <ac:inkMk id="29" creationId="{AFB6743E-C10F-9B92-DFE9-59015EB7DD45}"/>
          </ac:inkMkLst>
        </pc:inkChg>
        <pc:inkChg chg="add">
          <ac:chgData name="Mahima Weerasinghe" userId="e11e3f55-42da-4e07-8ead-4d7a1d7ea1c6" providerId="ADAL" clId="{DEC8990C-F1E8-4081-8796-F50D8B9FA883}" dt="2024-10-13T11:54:54.044" v="1085" actId="9405"/>
          <ac:inkMkLst>
            <pc:docMk/>
            <pc:sldMk cId="4166615261" sldId="388"/>
            <ac:inkMk id="31" creationId="{0BA22B8D-174C-C993-F7F7-AF571F909BE0}"/>
          </ac:inkMkLst>
        </pc:inkChg>
        <pc:inkChg chg="del">
          <ac:chgData name="Mahima Weerasinghe" userId="e11e3f55-42da-4e07-8ead-4d7a1d7ea1c6" providerId="ADAL" clId="{DEC8990C-F1E8-4081-8796-F50D8B9FA883}" dt="2024-10-13T02:27:57.150" v="19" actId="478"/>
          <ac:inkMkLst>
            <pc:docMk/>
            <pc:sldMk cId="4166615261" sldId="388"/>
            <ac:inkMk id="38" creationId="{AE9B51F3-A3F8-FACD-0F84-53AED375828F}"/>
          </ac:inkMkLst>
        </pc:inkChg>
        <pc:inkChg chg="del">
          <ac:chgData name="Mahima Weerasinghe" userId="e11e3f55-42da-4e07-8ead-4d7a1d7ea1c6" providerId="ADAL" clId="{DEC8990C-F1E8-4081-8796-F50D8B9FA883}" dt="2024-10-13T02:27:57.150" v="19" actId="478"/>
          <ac:inkMkLst>
            <pc:docMk/>
            <pc:sldMk cId="4166615261" sldId="388"/>
            <ac:inkMk id="39" creationId="{26FAA290-7A7A-DA8A-2822-F16862048315}"/>
          </ac:inkMkLst>
        </pc:inkChg>
        <pc:inkChg chg="del">
          <ac:chgData name="Mahima Weerasinghe" userId="e11e3f55-42da-4e07-8ead-4d7a1d7ea1c6" providerId="ADAL" clId="{DEC8990C-F1E8-4081-8796-F50D8B9FA883}" dt="2024-10-13T02:27:57.150" v="19" actId="478"/>
          <ac:inkMkLst>
            <pc:docMk/>
            <pc:sldMk cId="4166615261" sldId="388"/>
            <ac:inkMk id="41" creationId="{8C8FAB63-05D0-317B-E5CA-9765F1EE1E23}"/>
          </ac:inkMkLst>
        </pc:inkChg>
        <pc:inkChg chg="del">
          <ac:chgData name="Mahima Weerasinghe" userId="e11e3f55-42da-4e07-8ead-4d7a1d7ea1c6" providerId="ADAL" clId="{DEC8990C-F1E8-4081-8796-F50D8B9FA883}" dt="2024-10-13T02:27:57.150" v="19" actId="478"/>
          <ac:inkMkLst>
            <pc:docMk/>
            <pc:sldMk cId="4166615261" sldId="388"/>
            <ac:inkMk id="42" creationId="{1FA1CFF7-9BC8-C3B8-71F7-99397E8587F1}"/>
          </ac:inkMkLst>
        </pc:inkChg>
        <pc:inkChg chg="del">
          <ac:chgData name="Mahima Weerasinghe" userId="e11e3f55-42da-4e07-8ead-4d7a1d7ea1c6" providerId="ADAL" clId="{DEC8990C-F1E8-4081-8796-F50D8B9FA883}" dt="2024-10-13T02:27:57.150" v="19" actId="478"/>
          <ac:inkMkLst>
            <pc:docMk/>
            <pc:sldMk cId="4166615261" sldId="388"/>
            <ac:inkMk id="43" creationId="{D7FAAF04-5B76-A302-FF2A-E04AABF68F17}"/>
          </ac:inkMkLst>
        </pc:inkChg>
        <pc:inkChg chg="del">
          <ac:chgData name="Mahima Weerasinghe" userId="e11e3f55-42da-4e07-8ead-4d7a1d7ea1c6" providerId="ADAL" clId="{DEC8990C-F1E8-4081-8796-F50D8B9FA883}" dt="2024-10-13T02:27:57.150" v="19" actId="478"/>
          <ac:inkMkLst>
            <pc:docMk/>
            <pc:sldMk cId="4166615261" sldId="388"/>
            <ac:inkMk id="45" creationId="{129B21B5-21F0-F524-6F29-AE0D12C300E0}"/>
          </ac:inkMkLst>
        </pc:inkChg>
        <pc:inkChg chg="del">
          <ac:chgData name="Mahima Weerasinghe" userId="e11e3f55-42da-4e07-8ead-4d7a1d7ea1c6" providerId="ADAL" clId="{DEC8990C-F1E8-4081-8796-F50D8B9FA883}" dt="2024-10-13T02:27:57.150" v="19" actId="478"/>
          <ac:inkMkLst>
            <pc:docMk/>
            <pc:sldMk cId="4166615261" sldId="388"/>
            <ac:inkMk id="46" creationId="{76164172-1A63-E159-4A9E-15E08B9DA39C}"/>
          </ac:inkMkLst>
        </pc:inkChg>
        <pc:inkChg chg="del">
          <ac:chgData name="Mahima Weerasinghe" userId="e11e3f55-42da-4e07-8ead-4d7a1d7ea1c6" providerId="ADAL" clId="{DEC8990C-F1E8-4081-8796-F50D8B9FA883}" dt="2024-10-13T02:27:57.150" v="19" actId="478"/>
          <ac:inkMkLst>
            <pc:docMk/>
            <pc:sldMk cId="4166615261" sldId="388"/>
            <ac:inkMk id="48" creationId="{538B7FB5-7491-E80E-4A65-7401C9471D0A}"/>
          </ac:inkMkLst>
        </pc:inkChg>
        <pc:inkChg chg="del">
          <ac:chgData name="Mahima Weerasinghe" userId="e11e3f55-42da-4e07-8ead-4d7a1d7ea1c6" providerId="ADAL" clId="{DEC8990C-F1E8-4081-8796-F50D8B9FA883}" dt="2024-10-13T02:27:57.150" v="19" actId="478"/>
          <ac:inkMkLst>
            <pc:docMk/>
            <pc:sldMk cId="4166615261" sldId="388"/>
            <ac:inkMk id="49" creationId="{308E2110-BED4-D3D7-5BDE-A8481D1190EE}"/>
          </ac:inkMkLst>
        </pc:inkChg>
        <pc:inkChg chg="del">
          <ac:chgData name="Mahima Weerasinghe" userId="e11e3f55-42da-4e07-8ead-4d7a1d7ea1c6" providerId="ADAL" clId="{DEC8990C-F1E8-4081-8796-F50D8B9FA883}" dt="2024-10-13T02:27:57.150" v="19" actId="478"/>
          <ac:inkMkLst>
            <pc:docMk/>
            <pc:sldMk cId="4166615261" sldId="388"/>
            <ac:inkMk id="50" creationId="{3C835E42-7AFD-E259-93D0-6E4E69259213}"/>
          </ac:inkMkLst>
        </pc:inkChg>
        <pc:inkChg chg="del">
          <ac:chgData name="Mahima Weerasinghe" userId="e11e3f55-42da-4e07-8ead-4d7a1d7ea1c6" providerId="ADAL" clId="{DEC8990C-F1E8-4081-8796-F50D8B9FA883}" dt="2024-10-13T02:27:57.150" v="19" actId="478"/>
          <ac:inkMkLst>
            <pc:docMk/>
            <pc:sldMk cId="4166615261" sldId="388"/>
            <ac:inkMk id="51" creationId="{F2130037-17F2-9994-AC93-2801EAA9AE63}"/>
          </ac:inkMkLst>
        </pc:inkChg>
        <pc:inkChg chg="del">
          <ac:chgData name="Mahima Weerasinghe" userId="e11e3f55-42da-4e07-8ead-4d7a1d7ea1c6" providerId="ADAL" clId="{DEC8990C-F1E8-4081-8796-F50D8B9FA883}" dt="2024-10-13T02:27:57.150" v="19" actId="478"/>
          <ac:inkMkLst>
            <pc:docMk/>
            <pc:sldMk cId="4166615261" sldId="388"/>
            <ac:inkMk id="52" creationId="{7F9D5B4F-4033-CF7E-5374-D17E0BEA2BBC}"/>
          </ac:inkMkLst>
        </pc:inkChg>
        <pc:inkChg chg="del">
          <ac:chgData name="Mahima Weerasinghe" userId="e11e3f55-42da-4e07-8ead-4d7a1d7ea1c6" providerId="ADAL" clId="{DEC8990C-F1E8-4081-8796-F50D8B9FA883}" dt="2024-10-13T02:27:57.150" v="19" actId="478"/>
          <ac:inkMkLst>
            <pc:docMk/>
            <pc:sldMk cId="4166615261" sldId="388"/>
            <ac:inkMk id="53" creationId="{932FF57E-C444-9BD4-EE04-66706A2393E3}"/>
          </ac:inkMkLst>
        </pc:inkChg>
        <pc:inkChg chg="del">
          <ac:chgData name="Mahima Weerasinghe" userId="e11e3f55-42da-4e07-8ead-4d7a1d7ea1c6" providerId="ADAL" clId="{DEC8990C-F1E8-4081-8796-F50D8B9FA883}" dt="2024-10-13T02:27:57.150" v="19" actId="478"/>
          <ac:inkMkLst>
            <pc:docMk/>
            <pc:sldMk cId="4166615261" sldId="388"/>
            <ac:inkMk id="54" creationId="{A14B92B3-8E62-F5BF-B5DF-9E4150279A94}"/>
          </ac:inkMkLst>
        </pc:inkChg>
        <pc:inkChg chg="del">
          <ac:chgData name="Mahima Weerasinghe" userId="e11e3f55-42da-4e07-8ead-4d7a1d7ea1c6" providerId="ADAL" clId="{DEC8990C-F1E8-4081-8796-F50D8B9FA883}" dt="2024-10-13T02:27:57.150" v="19" actId="478"/>
          <ac:inkMkLst>
            <pc:docMk/>
            <pc:sldMk cId="4166615261" sldId="388"/>
            <ac:inkMk id="55" creationId="{18DA8C97-4A3E-C418-1C09-CEB22567C1EC}"/>
          </ac:inkMkLst>
        </pc:inkChg>
        <pc:inkChg chg="del">
          <ac:chgData name="Mahima Weerasinghe" userId="e11e3f55-42da-4e07-8ead-4d7a1d7ea1c6" providerId="ADAL" clId="{DEC8990C-F1E8-4081-8796-F50D8B9FA883}" dt="2024-10-13T02:27:57.150" v="19" actId="478"/>
          <ac:inkMkLst>
            <pc:docMk/>
            <pc:sldMk cId="4166615261" sldId="388"/>
            <ac:inkMk id="57" creationId="{427893AE-41D4-F480-BE40-D32A5E99CD14}"/>
          </ac:inkMkLst>
        </pc:inkChg>
        <pc:inkChg chg="del">
          <ac:chgData name="Mahima Weerasinghe" userId="e11e3f55-42da-4e07-8ead-4d7a1d7ea1c6" providerId="ADAL" clId="{DEC8990C-F1E8-4081-8796-F50D8B9FA883}" dt="2024-10-13T02:27:57.150" v="19" actId="478"/>
          <ac:inkMkLst>
            <pc:docMk/>
            <pc:sldMk cId="4166615261" sldId="388"/>
            <ac:inkMk id="58" creationId="{24CC173A-D74F-2B93-A05E-7F2BC7A29763}"/>
          </ac:inkMkLst>
        </pc:inkChg>
        <pc:inkChg chg="del">
          <ac:chgData name="Mahima Weerasinghe" userId="e11e3f55-42da-4e07-8ead-4d7a1d7ea1c6" providerId="ADAL" clId="{DEC8990C-F1E8-4081-8796-F50D8B9FA883}" dt="2024-10-13T02:27:57.150" v="19" actId="478"/>
          <ac:inkMkLst>
            <pc:docMk/>
            <pc:sldMk cId="4166615261" sldId="388"/>
            <ac:inkMk id="59" creationId="{F62C1FBF-0620-D20A-ABE7-F6A9EF21902C}"/>
          </ac:inkMkLst>
        </pc:inkChg>
        <pc:inkChg chg="del">
          <ac:chgData name="Mahima Weerasinghe" userId="e11e3f55-42da-4e07-8ead-4d7a1d7ea1c6" providerId="ADAL" clId="{DEC8990C-F1E8-4081-8796-F50D8B9FA883}" dt="2024-10-13T02:27:57.150" v="19" actId="478"/>
          <ac:inkMkLst>
            <pc:docMk/>
            <pc:sldMk cId="4166615261" sldId="388"/>
            <ac:inkMk id="60" creationId="{8541EAF7-AEC7-E0F5-2177-A0B6BAE40EEC}"/>
          </ac:inkMkLst>
        </pc:inkChg>
        <pc:inkChg chg="del">
          <ac:chgData name="Mahima Weerasinghe" userId="e11e3f55-42da-4e07-8ead-4d7a1d7ea1c6" providerId="ADAL" clId="{DEC8990C-F1E8-4081-8796-F50D8B9FA883}" dt="2024-10-13T02:27:57.150" v="19" actId="478"/>
          <ac:inkMkLst>
            <pc:docMk/>
            <pc:sldMk cId="4166615261" sldId="388"/>
            <ac:inkMk id="61" creationId="{BFD388F0-D717-13B2-8246-0D795C8132BB}"/>
          </ac:inkMkLst>
        </pc:inkChg>
        <pc:inkChg chg="add mod">
          <ac:chgData name="Mahima Weerasinghe" userId="e11e3f55-42da-4e07-8ead-4d7a1d7ea1c6" providerId="ADAL" clId="{DEC8990C-F1E8-4081-8796-F50D8B9FA883}" dt="2024-10-13T11:59:57.310" v="1159"/>
          <ac:inkMkLst>
            <pc:docMk/>
            <pc:sldMk cId="4166615261" sldId="388"/>
            <ac:inkMk id="96" creationId="{3DE07F6B-4615-88DD-933F-F316692ED09B}"/>
          </ac:inkMkLst>
        </pc:inkChg>
        <pc:inkChg chg="add mod">
          <ac:chgData name="Mahima Weerasinghe" userId="e11e3f55-42da-4e07-8ead-4d7a1d7ea1c6" providerId="ADAL" clId="{DEC8990C-F1E8-4081-8796-F50D8B9FA883}" dt="2024-10-13T11:59:57.310" v="1159"/>
          <ac:inkMkLst>
            <pc:docMk/>
            <pc:sldMk cId="4166615261" sldId="388"/>
            <ac:inkMk id="97" creationId="{A81AD8AF-B0A0-98B1-457B-5DCBD2E9C5CF}"/>
          </ac:inkMkLst>
        </pc:inkChg>
        <pc:inkChg chg="add mod">
          <ac:chgData name="Mahima Weerasinghe" userId="e11e3f55-42da-4e07-8ead-4d7a1d7ea1c6" providerId="ADAL" clId="{DEC8990C-F1E8-4081-8796-F50D8B9FA883}" dt="2024-10-13T11:59:57.310" v="1159"/>
          <ac:inkMkLst>
            <pc:docMk/>
            <pc:sldMk cId="4166615261" sldId="388"/>
            <ac:inkMk id="98" creationId="{44234A6A-AB25-5BCF-1A07-2C925120ECA6}"/>
          </ac:inkMkLst>
        </pc:inkChg>
        <pc:inkChg chg="del">
          <ac:chgData name="Mahima Weerasinghe" userId="e11e3f55-42da-4e07-8ead-4d7a1d7ea1c6" providerId="ADAL" clId="{DEC8990C-F1E8-4081-8796-F50D8B9FA883}" dt="2024-10-13T02:27:57.150" v="19" actId="478"/>
          <ac:inkMkLst>
            <pc:docMk/>
            <pc:sldMk cId="4166615261" sldId="388"/>
            <ac:inkMk id="99" creationId="{2BB036B0-A054-E51E-01ED-F00AB078F07A}"/>
          </ac:inkMkLst>
        </pc:inkChg>
        <pc:inkChg chg="add mod">
          <ac:chgData name="Mahima Weerasinghe" userId="e11e3f55-42da-4e07-8ead-4d7a1d7ea1c6" providerId="ADAL" clId="{DEC8990C-F1E8-4081-8796-F50D8B9FA883}" dt="2024-10-13T11:59:57.310" v="1159"/>
          <ac:inkMkLst>
            <pc:docMk/>
            <pc:sldMk cId="4166615261" sldId="388"/>
            <ac:inkMk id="99" creationId="{CB557120-A6FD-F4BC-131D-C84EC15D0E3F}"/>
          </ac:inkMkLst>
        </pc:inkChg>
        <pc:inkChg chg="add mod">
          <ac:chgData name="Mahima Weerasinghe" userId="e11e3f55-42da-4e07-8ead-4d7a1d7ea1c6" providerId="ADAL" clId="{DEC8990C-F1E8-4081-8796-F50D8B9FA883}" dt="2024-10-13T11:59:57.310" v="1159"/>
          <ac:inkMkLst>
            <pc:docMk/>
            <pc:sldMk cId="4166615261" sldId="388"/>
            <ac:inkMk id="100" creationId="{9229ECE2-8158-9DCC-A030-8C9A9583306F}"/>
          </ac:inkMkLst>
        </pc:inkChg>
        <pc:inkChg chg="add mod">
          <ac:chgData name="Mahima Weerasinghe" userId="e11e3f55-42da-4e07-8ead-4d7a1d7ea1c6" providerId="ADAL" clId="{DEC8990C-F1E8-4081-8796-F50D8B9FA883}" dt="2024-10-13T11:59:57.310" v="1159"/>
          <ac:inkMkLst>
            <pc:docMk/>
            <pc:sldMk cId="4166615261" sldId="388"/>
            <ac:inkMk id="101" creationId="{9B1E25BC-C148-A6E9-5834-61CA1AF6D0AE}"/>
          </ac:inkMkLst>
        </pc:inkChg>
        <pc:inkChg chg="add mod">
          <ac:chgData name="Mahima Weerasinghe" userId="e11e3f55-42da-4e07-8ead-4d7a1d7ea1c6" providerId="ADAL" clId="{DEC8990C-F1E8-4081-8796-F50D8B9FA883}" dt="2024-10-13T11:59:57.310" v="1159"/>
          <ac:inkMkLst>
            <pc:docMk/>
            <pc:sldMk cId="4166615261" sldId="388"/>
            <ac:inkMk id="102" creationId="{29168B77-9C57-EA4B-FBF9-5A7F5CFD83DE}"/>
          </ac:inkMkLst>
        </pc:inkChg>
        <pc:inkChg chg="add mod">
          <ac:chgData name="Mahima Weerasinghe" userId="e11e3f55-42da-4e07-8ead-4d7a1d7ea1c6" providerId="ADAL" clId="{DEC8990C-F1E8-4081-8796-F50D8B9FA883}" dt="2024-10-13T11:59:57.310" v="1159"/>
          <ac:inkMkLst>
            <pc:docMk/>
            <pc:sldMk cId="4166615261" sldId="388"/>
            <ac:inkMk id="103" creationId="{CB3C3590-25FB-4D31-7D06-B2078CE9571D}"/>
          </ac:inkMkLst>
        </pc:inkChg>
        <pc:inkChg chg="add mod">
          <ac:chgData name="Mahima Weerasinghe" userId="e11e3f55-42da-4e07-8ead-4d7a1d7ea1c6" providerId="ADAL" clId="{DEC8990C-F1E8-4081-8796-F50D8B9FA883}" dt="2024-10-13T11:59:57.310" v="1159"/>
          <ac:inkMkLst>
            <pc:docMk/>
            <pc:sldMk cId="4166615261" sldId="388"/>
            <ac:inkMk id="104" creationId="{A81F5A30-AF09-02DE-8368-BF4506B33520}"/>
          </ac:inkMkLst>
        </pc:inkChg>
        <pc:inkChg chg="add mod">
          <ac:chgData name="Mahima Weerasinghe" userId="e11e3f55-42da-4e07-8ead-4d7a1d7ea1c6" providerId="ADAL" clId="{DEC8990C-F1E8-4081-8796-F50D8B9FA883}" dt="2024-10-13T11:59:57.310" v="1159"/>
          <ac:inkMkLst>
            <pc:docMk/>
            <pc:sldMk cId="4166615261" sldId="388"/>
            <ac:inkMk id="105" creationId="{72759E5A-B746-7D94-40A6-6246A9DC872E}"/>
          </ac:inkMkLst>
        </pc:inkChg>
        <pc:inkChg chg="add mod">
          <ac:chgData name="Mahima Weerasinghe" userId="e11e3f55-42da-4e07-8ead-4d7a1d7ea1c6" providerId="ADAL" clId="{DEC8990C-F1E8-4081-8796-F50D8B9FA883}" dt="2024-10-13T11:59:57.310" v="1159"/>
          <ac:inkMkLst>
            <pc:docMk/>
            <pc:sldMk cId="4166615261" sldId="388"/>
            <ac:inkMk id="106" creationId="{694E5B3D-8922-4707-E9CB-0BBF1A419F1B}"/>
          </ac:inkMkLst>
        </pc:inkChg>
        <pc:inkChg chg="add mod">
          <ac:chgData name="Mahima Weerasinghe" userId="e11e3f55-42da-4e07-8ead-4d7a1d7ea1c6" providerId="ADAL" clId="{DEC8990C-F1E8-4081-8796-F50D8B9FA883}" dt="2024-10-13T11:59:57.310" v="1159"/>
          <ac:inkMkLst>
            <pc:docMk/>
            <pc:sldMk cId="4166615261" sldId="388"/>
            <ac:inkMk id="107" creationId="{3CDAF19F-B6B5-30FD-88BC-ED92E5D05BEA}"/>
          </ac:inkMkLst>
        </pc:inkChg>
        <pc:inkChg chg="del">
          <ac:chgData name="Mahima Weerasinghe" userId="e11e3f55-42da-4e07-8ead-4d7a1d7ea1c6" providerId="ADAL" clId="{DEC8990C-F1E8-4081-8796-F50D8B9FA883}" dt="2024-10-13T02:27:57.150" v="19" actId="478"/>
          <ac:inkMkLst>
            <pc:docMk/>
            <pc:sldMk cId="4166615261" sldId="388"/>
            <ac:inkMk id="108" creationId="{3B87F3F9-FBE9-54FA-6FD0-983BA19D0BD9}"/>
          </ac:inkMkLst>
        </pc:inkChg>
        <pc:inkChg chg="add mod">
          <ac:chgData name="Mahima Weerasinghe" userId="e11e3f55-42da-4e07-8ead-4d7a1d7ea1c6" providerId="ADAL" clId="{DEC8990C-F1E8-4081-8796-F50D8B9FA883}" dt="2024-10-13T11:59:57.310" v="1159"/>
          <ac:inkMkLst>
            <pc:docMk/>
            <pc:sldMk cId="4166615261" sldId="388"/>
            <ac:inkMk id="108" creationId="{62E7F2C5-E7F6-6D49-6FE8-113C09ABCAD1}"/>
          </ac:inkMkLst>
        </pc:inkChg>
        <pc:inkChg chg="del">
          <ac:chgData name="Mahima Weerasinghe" userId="e11e3f55-42da-4e07-8ead-4d7a1d7ea1c6" providerId="ADAL" clId="{DEC8990C-F1E8-4081-8796-F50D8B9FA883}" dt="2024-10-13T02:27:57.150" v="19" actId="478"/>
          <ac:inkMkLst>
            <pc:docMk/>
            <pc:sldMk cId="4166615261" sldId="388"/>
            <ac:inkMk id="109" creationId="{2147880A-AA2C-A864-84A1-1C7D05A23F24}"/>
          </ac:inkMkLst>
        </pc:inkChg>
        <pc:inkChg chg="add mod">
          <ac:chgData name="Mahima Weerasinghe" userId="e11e3f55-42da-4e07-8ead-4d7a1d7ea1c6" providerId="ADAL" clId="{DEC8990C-F1E8-4081-8796-F50D8B9FA883}" dt="2024-10-13T11:59:57.310" v="1159"/>
          <ac:inkMkLst>
            <pc:docMk/>
            <pc:sldMk cId="4166615261" sldId="388"/>
            <ac:inkMk id="109" creationId="{53590762-83C3-3480-C5F6-53BD2B009818}"/>
          </ac:inkMkLst>
        </pc:inkChg>
        <pc:inkChg chg="del">
          <ac:chgData name="Mahima Weerasinghe" userId="e11e3f55-42da-4e07-8ead-4d7a1d7ea1c6" providerId="ADAL" clId="{DEC8990C-F1E8-4081-8796-F50D8B9FA883}" dt="2024-10-13T02:27:57.150" v="19" actId="478"/>
          <ac:inkMkLst>
            <pc:docMk/>
            <pc:sldMk cId="4166615261" sldId="388"/>
            <ac:inkMk id="111" creationId="{157E9875-D078-7E27-196D-40779985278E}"/>
          </ac:inkMkLst>
        </pc:inkChg>
        <pc:inkChg chg="add mod">
          <ac:chgData name="Mahima Weerasinghe" userId="e11e3f55-42da-4e07-8ead-4d7a1d7ea1c6" providerId="ADAL" clId="{DEC8990C-F1E8-4081-8796-F50D8B9FA883}" dt="2024-10-13T11:59:57.310" v="1159"/>
          <ac:inkMkLst>
            <pc:docMk/>
            <pc:sldMk cId="4166615261" sldId="388"/>
            <ac:inkMk id="111" creationId="{288456A5-C5B5-79FA-6F29-D51F221BBEE1}"/>
          </ac:inkMkLst>
        </pc:inkChg>
        <pc:inkChg chg="add mod">
          <ac:chgData name="Mahima Weerasinghe" userId="e11e3f55-42da-4e07-8ead-4d7a1d7ea1c6" providerId="ADAL" clId="{DEC8990C-F1E8-4081-8796-F50D8B9FA883}" dt="2024-10-13T11:59:57.310" v="1159"/>
          <ac:inkMkLst>
            <pc:docMk/>
            <pc:sldMk cId="4166615261" sldId="388"/>
            <ac:inkMk id="112" creationId="{4D876897-24A6-CC4B-7999-D584654BC2DC}"/>
          </ac:inkMkLst>
        </pc:inkChg>
        <pc:inkChg chg="del">
          <ac:chgData name="Mahima Weerasinghe" userId="e11e3f55-42da-4e07-8ead-4d7a1d7ea1c6" providerId="ADAL" clId="{DEC8990C-F1E8-4081-8796-F50D8B9FA883}" dt="2024-10-13T02:27:57.150" v="19" actId="478"/>
          <ac:inkMkLst>
            <pc:docMk/>
            <pc:sldMk cId="4166615261" sldId="388"/>
            <ac:inkMk id="112" creationId="{6A0A4B8E-D76F-E1C2-DFE2-76369800D6FF}"/>
          </ac:inkMkLst>
        </pc:inkChg>
        <pc:inkChg chg="add mod">
          <ac:chgData name="Mahima Weerasinghe" userId="e11e3f55-42da-4e07-8ead-4d7a1d7ea1c6" providerId="ADAL" clId="{DEC8990C-F1E8-4081-8796-F50D8B9FA883}" dt="2024-10-13T11:59:57.310" v="1159"/>
          <ac:inkMkLst>
            <pc:docMk/>
            <pc:sldMk cId="4166615261" sldId="388"/>
            <ac:inkMk id="113" creationId="{8D5604C6-A64C-8E30-B01A-FD8E380C02CB}"/>
          </ac:inkMkLst>
        </pc:inkChg>
        <pc:inkChg chg="del">
          <ac:chgData name="Mahima Weerasinghe" userId="e11e3f55-42da-4e07-8ead-4d7a1d7ea1c6" providerId="ADAL" clId="{DEC8990C-F1E8-4081-8796-F50D8B9FA883}" dt="2024-10-13T02:27:57.150" v="19" actId="478"/>
          <ac:inkMkLst>
            <pc:docMk/>
            <pc:sldMk cId="4166615261" sldId="388"/>
            <ac:inkMk id="113" creationId="{DEDB9058-8E3E-C6E4-27B8-ACD2C4ED8435}"/>
          </ac:inkMkLst>
        </pc:inkChg>
        <pc:inkChg chg="add mod">
          <ac:chgData name="Mahima Weerasinghe" userId="e11e3f55-42da-4e07-8ead-4d7a1d7ea1c6" providerId="ADAL" clId="{DEC8990C-F1E8-4081-8796-F50D8B9FA883}" dt="2024-10-13T11:59:57.310" v="1159"/>
          <ac:inkMkLst>
            <pc:docMk/>
            <pc:sldMk cId="4166615261" sldId="388"/>
            <ac:inkMk id="114" creationId="{1F5239ED-3C00-3B7A-6DAF-F1F67C38601B}"/>
          </ac:inkMkLst>
        </pc:inkChg>
        <pc:inkChg chg="del">
          <ac:chgData name="Mahima Weerasinghe" userId="e11e3f55-42da-4e07-8ead-4d7a1d7ea1c6" providerId="ADAL" clId="{DEC8990C-F1E8-4081-8796-F50D8B9FA883}" dt="2024-10-13T02:27:57.150" v="19" actId="478"/>
          <ac:inkMkLst>
            <pc:docMk/>
            <pc:sldMk cId="4166615261" sldId="388"/>
            <ac:inkMk id="114" creationId="{6747C6D6-9C7A-B22C-2F8E-F7698E26ACD6}"/>
          </ac:inkMkLst>
        </pc:inkChg>
        <pc:inkChg chg="del">
          <ac:chgData name="Mahima Weerasinghe" userId="e11e3f55-42da-4e07-8ead-4d7a1d7ea1c6" providerId="ADAL" clId="{DEC8990C-F1E8-4081-8796-F50D8B9FA883}" dt="2024-10-13T02:27:57.150" v="19" actId="478"/>
          <ac:inkMkLst>
            <pc:docMk/>
            <pc:sldMk cId="4166615261" sldId="388"/>
            <ac:inkMk id="115" creationId="{4EC99C5F-8F90-6F7B-9C9C-E704159CA29F}"/>
          </ac:inkMkLst>
        </pc:inkChg>
        <pc:inkChg chg="add mod">
          <ac:chgData name="Mahima Weerasinghe" userId="e11e3f55-42da-4e07-8ead-4d7a1d7ea1c6" providerId="ADAL" clId="{DEC8990C-F1E8-4081-8796-F50D8B9FA883}" dt="2024-10-13T11:59:57.310" v="1159"/>
          <ac:inkMkLst>
            <pc:docMk/>
            <pc:sldMk cId="4166615261" sldId="388"/>
            <ac:inkMk id="115" creationId="{599258C4-6107-21D2-1A8B-C1BF1344ACF0}"/>
          </ac:inkMkLst>
        </pc:inkChg>
        <pc:inkChg chg="add mod">
          <ac:chgData name="Mahima Weerasinghe" userId="e11e3f55-42da-4e07-8ead-4d7a1d7ea1c6" providerId="ADAL" clId="{DEC8990C-F1E8-4081-8796-F50D8B9FA883}" dt="2024-10-13T11:59:57.310" v="1159"/>
          <ac:inkMkLst>
            <pc:docMk/>
            <pc:sldMk cId="4166615261" sldId="388"/>
            <ac:inkMk id="117" creationId="{054E6F9F-0DDE-6167-9131-3562FB6A6F5E}"/>
          </ac:inkMkLst>
        </pc:inkChg>
        <pc:inkChg chg="del">
          <ac:chgData name="Mahima Weerasinghe" userId="e11e3f55-42da-4e07-8ead-4d7a1d7ea1c6" providerId="ADAL" clId="{DEC8990C-F1E8-4081-8796-F50D8B9FA883}" dt="2024-10-13T02:27:57.150" v="19" actId="478"/>
          <ac:inkMkLst>
            <pc:docMk/>
            <pc:sldMk cId="4166615261" sldId="388"/>
            <ac:inkMk id="117" creationId="{81185E31-2629-1496-2ECF-A02CB07B7C73}"/>
          </ac:inkMkLst>
        </pc:inkChg>
        <pc:inkChg chg="add mod">
          <ac:chgData name="Mahima Weerasinghe" userId="e11e3f55-42da-4e07-8ead-4d7a1d7ea1c6" providerId="ADAL" clId="{DEC8990C-F1E8-4081-8796-F50D8B9FA883}" dt="2024-10-13T11:59:57.310" v="1159"/>
          <ac:inkMkLst>
            <pc:docMk/>
            <pc:sldMk cId="4166615261" sldId="388"/>
            <ac:inkMk id="119" creationId="{5D5A7064-5BD0-EA07-72D1-095979EB2FF4}"/>
          </ac:inkMkLst>
        </pc:inkChg>
        <pc:inkChg chg="add mod">
          <ac:chgData name="Mahima Weerasinghe" userId="e11e3f55-42da-4e07-8ead-4d7a1d7ea1c6" providerId="ADAL" clId="{DEC8990C-F1E8-4081-8796-F50D8B9FA883}" dt="2024-10-13T11:59:57.310" v="1159"/>
          <ac:inkMkLst>
            <pc:docMk/>
            <pc:sldMk cId="4166615261" sldId="388"/>
            <ac:inkMk id="120" creationId="{5B1D9375-93CA-9783-244B-904FBD68E13C}"/>
          </ac:inkMkLst>
        </pc:inkChg>
        <pc:inkChg chg="add mod">
          <ac:chgData name="Mahima Weerasinghe" userId="e11e3f55-42da-4e07-8ead-4d7a1d7ea1c6" providerId="ADAL" clId="{DEC8990C-F1E8-4081-8796-F50D8B9FA883}" dt="2024-10-13T11:59:57.310" v="1159"/>
          <ac:inkMkLst>
            <pc:docMk/>
            <pc:sldMk cId="4166615261" sldId="388"/>
            <ac:inkMk id="121" creationId="{A826FDF1-E5DA-1720-97DF-2759D975D32D}"/>
          </ac:inkMkLst>
        </pc:inkChg>
        <pc:inkChg chg="del">
          <ac:chgData name="Mahima Weerasinghe" userId="e11e3f55-42da-4e07-8ead-4d7a1d7ea1c6" providerId="ADAL" clId="{DEC8990C-F1E8-4081-8796-F50D8B9FA883}" dt="2024-10-13T02:27:57.150" v="19" actId="478"/>
          <ac:inkMkLst>
            <pc:docMk/>
            <pc:sldMk cId="4166615261" sldId="388"/>
            <ac:inkMk id="122" creationId="{A26D451A-3A73-7340-D2A0-D13C74EBE50E}"/>
          </ac:inkMkLst>
        </pc:inkChg>
        <pc:inkChg chg="add mod">
          <ac:chgData name="Mahima Weerasinghe" userId="e11e3f55-42da-4e07-8ead-4d7a1d7ea1c6" providerId="ADAL" clId="{DEC8990C-F1E8-4081-8796-F50D8B9FA883}" dt="2024-10-13T11:59:57.310" v="1159"/>
          <ac:inkMkLst>
            <pc:docMk/>
            <pc:sldMk cId="4166615261" sldId="388"/>
            <ac:inkMk id="123" creationId="{61BAE54C-032B-CD4B-3C67-CD4E4A25733F}"/>
          </ac:inkMkLst>
        </pc:inkChg>
        <pc:inkChg chg="add mod">
          <ac:chgData name="Mahima Weerasinghe" userId="e11e3f55-42da-4e07-8ead-4d7a1d7ea1c6" providerId="ADAL" clId="{DEC8990C-F1E8-4081-8796-F50D8B9FA883}" dt="2024-10-13T11:59:57.310" v="1159"/>
          <ac:inkMkLst>
            <pc:docMk/>
            <pc:sldMk cId="4166615261" sldId="388"/>
            <ac:inkMk id="124" creationId="{40C2F8B8-4915-6C8A-A28B-240A746985B2}"/>
          </ac:inkMkLst>
        </pc:inkChg>
        <pc:inkChg chg="del">
          <ac:chgData name="Mahima Weerasinghe" userId="e11e3f55-42da-4e07-8ead-4d7a1d7ea1c6" providerId="ADAL" clId="{DEC8990C-F1E8-4081-8796-F50D8B9FA883}" dt="2024-10-13T02:27:57.150" v="19" actId="478"/>
          <ac:inkMkLst>
            <pc:docMk/>
            <pc:sldMk cId="4166615261" sldId="388"/>
            <ac:inkMk id="124" creationId="{AF5D02E7-DC1B-7BE5-8550-EC8457996D08}"/>
          </ac:inkMkLst>
        </pc:inkChg>
        <pc:inkChg chg="add mod">
          <ac:chgData name="Mahima Weerasinghe" userId="e11e3f55-42da-4e07-8ead-4d7a1d7ea1c6" providerId="ADAL" clId="{DEC8990C-F1E8-4081-8796-F50D8B9FA883}" dt="2024-10-13T11:59:57.310" v="1159"/>
          <ac:inkMkLst>
            <pc:docMk/>
            <pc:sldMk cId="4166615261" sldId="388"/>
            <ac:inkMk id="125" creationId="{785C6102-4017-300D-9F40-003B94014C8D}"/>
          </ac:inkMkLst>
        </pc:inkChg>
        <pc:inkChg chg="add mod">
          <ac:chgData name="Mahima Weerasinghe" userId="e11e3f55-42da-4e07-8ead-4d7a1d7ea1c6" providerId="ADAL" clId="{DEC8990C-F1E8-4081-8796-F50D8B9FA883}" dt="2024-10-13T11:59:57.310" v="1159"/>
          <ac:inkMkLst>
            <pc:docMk/>
            <pc:sldMk cId="4166615261" sldId="388"/>
            <ac:inkMk id="126" creationId="{80CC51B4-E707-3AE2-9725-AFEE2AB98AF2}"/>
          </ac:inkMkLst>
        </pc:inkChg>
        <pc:inkChg chg="add mod">
          <ac:chgData name="Mahima Weerasinghe" userId="e11e3f55-42da-4e07-8ead-4d7a1d7ea1c6" providerId="ADAL" clId="{DEC8990C-F1E8-4081-8796-F50D8B9FA883}" dt="2024-10-13T11:59:57.310" v="1159"/>
          <ac:inkMkLst>
            <pc:docMk/>
            <pc:sldMk cId="4166615261" sldId="388"/>
            <ac:inkMk id="127" creationId="{827DC7FC-5765-88C6-4609-9D59F66BA2B8}"/>
          </ac:inkMkLst>
        </pc:inkChg>
        <pc:inkChg chg="del">
          <ac:chgData name="Mahima Weerasinghe" userId="e11e3f55-42da-4e07-8ead-4d7a1d7ea1c6" providerId="ADAL" clId="{DEC8990C-F1E8-4081-8796-F50D8B9FA883}" dt="2024-10-13T02:27:57.150" v="19" actId="478"/>
          <ac:inkMkLst>
            <pc:docMk/>
            <pc:sldMk cId="4166615261" sldId="388"/>
            <ac:inkMk id="188" creationId="{81490115-8C79-19E7-2245-0AAA4129B4D8}"/>
          </ac:inkMkLst>
        </pc:inkChg>
        <pc:inkChg chg="add mod">
          <ac:chgData name="Mahima Weerasinghe" userId="e11e3f55-42da-4e07-8ead-4d7a1d7ea1c6" providerId="ADAL" clId="{DEC8990C-F1E8-4081-8796-F50D8B9FA883}" dt="2024-10-13T11:55:04.958" v="1094"/>
          <ac:inkMkLst>
            <pc:docMk/>
            <pc:sldMk cId="4166615261" sldId="388"/>
            <ac:inkMk id="224" creationId="{0F0093B1-0AC8-406B-AB7E-E2341404E85F}"/>
          </ac:inkMkLst>
        </pc:inkChg>
        <pc:inkChg chg="add mod">
          <ac:chgData name="Mahima Weerasinghe" userId="e11e3f55-42da-4e07-8ead-4d7a1d7ea1c6" providerId="ADAL" clId="{DEC8990C-F1E8-4081-8796-F50D8B9FA883}" dt="2024-10-13T11:55:04.958" v="1094"/>
          <ac:inkMkLst>
            <pc:docMk/>
            <pc:sldMk cId="4166615261" sldId="388"/>
            <ac:inkMk id="225" creationId="{706F46C4-6C77-02FD-424A-EADEC26B9F40}"/>
          </ac:inkMkLst>
        </pc:inkChg>
        <pc:inkChg chg="add mod">
          <ac:chgData name="Mahima Weerasinghe" userId="e11e3f55-42da-4e07-8ead-4d7a1d7ea1c6" providerId="ADAL" clId="{DEC8990C-F1E8-4081-8796-F50D8B9FA883}" dt="2024-10-13T11:55:04.958" v="1094"/>
          <ac:inkMkLst>
            <pc:docMk/>
            <pc:sldMk cId="4166615261" sldId="388"/>
            <ac:inkMk id="226" creationId="{83B6C846-E32B-AB22-1772-6EB2F14C8FAC}"/>
          </ac:inkMkLst>
        </pc:inkChg>
        <pc:inkChg chg="add mod">
          <ac:chgData name="Mahima Weerasinghe" userId="e11e3f55-42da-4e07-8ead-4d7a1d7ea1c6" providerId="ADAL" clId="{DEC8990C-F1E8-4081-8796-F50D8B9FA883}" dt="2024-10-13T11:55:04.958" v="1094"/>
          <ac:inkMkLst>
            <pc:docMk/>
            <pc:sldMk cId="4166615261" sldId="388"/>
            <ac:inkMk id="227" creationId="{D27DD2AC-0037-1A4C-7CA4-387242755BD1}"/>
          </ac:inkMkLst>
        </pc:inkChg>
        <pc:inkChg chg="add mod">
          <ac:chgData name="Mahima Weerasinghe" userId="e11e3f55-42da-4e07-8ead-4d7a1d7ea1c6" providerId="ADAL" clId="{DEC8990C-F1E8-4081-8796-F50D8B9FA883}" dt="2024-10-13T11:55:04.958" v="1094"/>
          <ac:inkMkLst>
            <pc:docMk/>
            <pc:sldMk cId="4166615261" sldId="388"/>
            <ac:inkMk id="228" creationId="{D1FB8D99-5987-C593-CF37-AA80051C4A85}"/>
          </ac:inkMkLst>
        </pc:inkChg>
        <pc:inkChg chg="add mod">
          <ac:chgData name="Mahima Weerasinghe" userId="e11e3f55-42da-4e07-8ead-4d7a1d7ea1c6" providerId="ADAL" clId="{DEC8990C-F1E8-4081-8796-F50D8B9FA883}" dt="2024-10-13T11:55:04.958" v="1094"/>
          <ac:inkMkLst>
            <pc:docMk/>
            <pc:sldMk cId="4166615261" sldId="388"/>
            <ac:inkMk id="229" creationId="{0B396226-FC25-6637-A724-6037D40A1F08}"/>
          </ac:inkMkLst>
        </pc:inkChg>
        <pc:inkChg chg="add mod">
          <ac:chgData name="Mahima Weerasinghe" userId="e11e3f55-42da-4e07-8ead-4d7a1d7ea1c6" providerId="ADAL" clId="{DEC8990C-F1E8-4081-8796-F50D8B9FA883}" dt="2024-10-13T11:55:04.958" v="1094"/>
          <ac:inkMkLst>
            <pc:docMk/>
            <pc:sldMk cId="4166615261" sldId="388"/>
            <ac:inkMk id="230" creationId="{FB3F6E5A-7CE6-B8DB-C251-9F203C86A18E}"/>
          </ac:inkMkLst>
        </pc:inkChg>
        <pc:inkChg chg="add mod">
          <ac:chgData name="Mahima Weerasinghe" userId="e11e3f55-42da-4e07-8ead-4d7a1d7ea1c6" providerId="ADAL" clId="{DEC8990C-F1E8-4081-8796-F50D8B9FA883}" dt="2024-10-13T11:55:04.958" v="1094"/>
          <ac:inkMkLst>
            <pc:docMk/>
            <pc:sldMk cId="4166615261" sldId="388"/>
            <ac:inkMk id="231" creationId="{E86B7C3E-B432-88F1-0458-E0212F868CBE}"/>
          </ac:inkMkLst>
        </pc:inkChg>
        <pc:inkChg chg="add mod">
          <ac:chgData name="Mahima Weerasinghe" userId="e11e3f55-42da-4e07-8ead-4d7a1d7ea1c6" providerId="ADAL" clId="{DEC8990C-F1E8-4081-8796-F50D8B9FA883}" dt="2024-10-13T11:55:10.996" v="1103"/>
          <ac:inkMkLst>
            <pc:docMk/>
            <pc:sldMk cId="4166615261" sldId="388"/>
            <ac:inkMk id="233" creationId="{8852C408-7C01-47C4-B63B-2C8941F237EB}"/>
          </ac:inkMkLst>
        </pc:inkChg>
        <pc:inkChg chg="add mod">
          <ac:chgData name="Mahima Weerasinghe" userId="e11e3f55-42da-4e07-8ead-4d7a1d7ea1c6" providerId="ADAL" clId="{DEC8990C-F1E8-4081-8796-F50D8B9FA883}" dt="2024-10-13T11:55:10.996" v="1103"/>
          <ac:inkMkLst>
            <pc:docMk/>
            <pc:sldMk cId="4166615261" sldId="388"/>
            <ac:inkMk id="234" creationId="{7D3ED969-4ACD-2880-11E3-5B8D46A6CE8D}"/>
          </ac:inkMkLst>
        </pc:inkChg>
        <pc:inkChg chg="add mod">
          <ac:chgData name="Mahima Weerasinghe" userId="e11e3f55-42da-4e07-8ead-4d7a1d7ea1c6" providerId="ADAL" clId="{DEC8990C-F1E8-4081-8796-F50D8B9FA883}" dt="2024-10-13T11:55:10.996" v="1103"/>
          <ac:inkMkLst>
            <pc:docMk/>
            <pc:sldMk cId="4166615261" sldId="388"/>
            <ac:inkMk id="235" creationId="{3F537D78-E42D-61A8-A6B8-CB11B2DAAF63}"/>
          </ac:inkMkLst>
        </pc:inkChg>
        <pc:inkChg chg="add mod">
          <ac:chgData name="Mahima Weerasinghe" userId="e11e3f55-42da-4e07-8ead-4d7a1d7ea1c6" providerId="ADAL" clId="{DEC8990C-F1E8-4081-8796-F50D8B9FA883}" dt="2024-10-13T11:55:10.996" v="1103"/>
          <ac:inkMkLst>
            <pc:docMk/>
            <pc:sldMk cId="4166615261" sldId="388"/>
            <ac:inkMk id="236" creationId="{5CE70780-F6D6-363A-C665-5B26635C9E1D}"/>
          </ac:inkMkLst>
        </pc:inkChg>
        <pc:inkChg chg="add mod">
          <ac:chgData name="Mahima Weerasinghe" userId="e11e3f55-42da-4e07-8ead-4d7a1d7ea1c6" providerId="ADAL" clId="{DEC8990C-F1E8-4081-8796-F50D8B9FA883}" dt="2024-10-13T11:55:10.996" v="1103"/>
          <ac:inkMkLst>
            <pc:docMk/>
            <pc:sldMk cId="4166615261" sldId="388"/>
            <ac:inkMk id="237" creationId="{72C543F5-0932-F89A-E27E-41B7FE217FDE}"/>
          </ac:inkMkLst>
        </pc:inkChg>
        <pc:inkChg chg="add mod">
          <ac:chgData name="Mahima Weerasinghe" userId="e11e3f55-42da-4e07-8ead-4d7a1d7ea1c6" providerId="ADAL" clId="{DEC8990C-F1E8-4081-8796-F50D8B9FA883}" dt="2024-10-13T11:55:10.996" v="1103"/>
          <ac:inkMkLst>
            <pc:docMk/>
            <pc:sldMk cId="4166615261" sldId="388"/>
            <ac:inkMk id="238" creationId="{9428667E-ED98-317C-CAFC-528FD23A9E29}"/>
          </ac:inkMkLst>
        </pc:inkChg>
        <pc:inkChg chg="add mod">
          <ac:chgData name="Mahima Weerasinghe" userId="e11e3f55-42da-4e07-8ead-4d7a1d7ea1c6" providerId="ADAL" clId="{DEC8990C-F1E8-4081-8796-F50D8B9FA883}" dt="2024-10-13T11:55:10.996" v="1103"/>
          <ac:inkMkLst>
            <pc:docMk/>
            <pc:sldMk cId="4166615261" sldId="388"/>
            <ac:inkMk id="239" creationId="{F76163D1-3D09-1869-DE97-04000F9D1950}"/>
          </ac:inkMkLst>
        </pc:inkChg>
        <pc:inkChg chg="add mod">
          <ac:chgData name="Mahima Weerasinghe" userId="e11e3f55-42da-4e07-8ead-4d7a1d7ea1c6" providerId="ADAL" clId="{DEC8990C-F1E8-4081-8796-F50D8B9FA883}" dt="2024-10-13T11:55:10.996" v="1103"/>
          <ac:inkMkLst>
            <pc:docMk/>
            <pc:sldMk cId="4166615261" sldId="388"/>
            <ac:inkMk id="240" creationId="{17E67526-3E74-D176-865B-7BFB59F1AC43}"/>
          </ac:inkMkLst>
        </pc:inkChg>
        <pc:inkChg chg="add mod">
          <ac:chgData name="Mahima Weerasinghe" userId="e11e3f55-42da-4e07-8ead-4d7a1d7ea1c6" providerId="ADAL" clId="{DEC8990C-F1E8-4081-8796-F50D8B9FA883}" dt="2024-10-13T11:59:57.310" v="1159"/>
          <ac:inkMkLst>
            <pc:docMk/>
            <pc:sldMk cId="4166615261" sldId="388"/>
            <ac:inkMk id="242" creationId="{26AE1FA5-675B-52FE-2B6C-CD52AFE55371}"/>
          </ac:inkMkLst>
        </pc:inkChg>
        <pc:inkChg chg="add mod">
          <ac:chgData name="Mahima Weerasinghe" userId="e11e3f55-42da-4e07-8ead-4d7a1d7ea1c6" providerId="ADAL" clId="{DEC8990C-F1E8-4081-8796-F50D8B9FA883}" dt="2024-10-13T11:59:57.310" v="1159"/>
          <ac:inkMkLst>
            <pc:docMk/>
            <pc:sldMk cId="4166615261" sldId="388"/>
            <ac:inkMk id="243" creationId="{1E50A8FB-854E-26DB-CE2C-C1A3BE6ADBBF}"/>
          </ac:inkMkLst>
        </pc:inkChg>
        <pc:inkChg chg="add mod">
          <ac:chgData name="Mahima Weerasinghe" userId="e11e3f55-42da-4e07-8ead-4d7a1d7ea1c6" providerId="ADAL" clId="{DEC8990C-F1E8-4081-8796-F50D8B9FA883}" dt="2024-10-13T11:59:57.310" v="1159"/>
          <ac:inkMkLst>
            <pc:docMk/>
            <pc:sldMk cId="4166615261" sldId="388"/>
            <ac:inkMk id="244" creationId="{3A6C992B-990B-95BE-CFE4-1A5550831CB9}"/>
          </ac:inkMkLst>
        </pc:inkChg>
        <pc:inkChg chg="add mod">
          <ac:chgData name="Mahima Weerasinghe" userId="e11e3f55-42da-4e07-8ead-4d7a1d7ea1c6" providerId="ADAL" clId="{DEC8990C-F1E8-4081-8796-F50D8B9FA883}" dt="2024-10-13T11:59:57.310" v="1159"/>
          <ac:inkMkLst>
            <pc:docMk/>
            <pc:sldMk cId="4166615261" sldId="388"/>
            <ac:inkMk id="245" creationId="{8F9C001D-F253-F98F-4C28-D5907628A108}"/>
          </ac:inkMkLst>
        </pc:inkChg>
        <pc:inkChg chg="add mod">
          <ac:chgData name="Mahima Weerasinghe" userId="e11e3f55-42da-4e07-8ead-4d7a1d7ea1c6" providerId="ADAL" clId="{DEC8990C-F1E8-4081-8796-F50D8B9FA883}" dt="2024-10-13T11:59:57.310" v="1159"/>
          <ac:inkMkLst>
            <pc:docMk/>
            <pc:sldMk cId="4166615261" sldId="388"/>
            <ac:inkMk id="246" creationId="{9207FD33-A340-451C-D4D9-A32EE3D95613}"/>
          </ac:inkMkLst>
        </pc:inkChg>
        <pc:inkChg chg="add mod">
          <ac:chgData name="Mahima Weerasinghe" userId="e11e3f55-42da-4e07-8ead-4d7a1d7ea1c6" providerId="ADAL" clId="{DEC8990C-F1E8-4081-8796-F50D8B9FA883}" dt="2024-10-13T11:59:57.310" v="1159"/>
          <ac:inkMkLst>
            <pc:docMk/>
            <pc:sldMk cId="4166615261" sldId="388"/>
            <ac:inkMk id="247" creationId="{87FE6F5A-A3E5-26F0-BFCC-58876C60BF66}"/>
          </ac:inkMkLst>
        </pc:inkChg>
        <pc:inkChg chg="add mod">
          <ac:chgData name="Mahima Weerasinghe" userId="e11e3f55-42da-4e07-8ead-4d7a1d7ea1c6" providerId="ADAL" clId="{DEC8990C-F1E8-4081-8796-F50D8B9FA883}" dt="2024-10-13T11:59:57.310" v="1159"/>
          <ac:inkMkLst>
            <pc:docMk/>
            <pc:sldMk cId="4166615261" sldId="388"/>
            <ac:inkMk id="248" creationId="{810623A7-9EA1-CED0-0B46-68C2249F1B50}"/>
          </ac:inkMkLst>
        </pc:inkChg>
        <pc:inkChg chg="add mod">
          <ac:chgData name="Mahima Weerasinghe" userId="e11e3f55-42da-4e07-8ead-4d7a1d7ea1c6" providerId="ADAL" clId="{DEC8990C-F1E8-4081-8796-F50D8B9FA883}" dt="2024-10-13T11:59:57.310" v="1159"/>
          <ac:inkMkLst>
            <pc:docMk/>
            <pc:sldMk cId="4166615261" sldId="388"/>
            <ac:inkMk id="249" creationId="{AC4B4A5D-15C7-2566-A4AA-46E477943C32}"/>
          </ac:inkMkLst>
        </pc:inkChg>
        <pc:inkChg chg="add mod">
          <ac:chgData name="Mahima Weerasinghe" userId="e11e3f55-42da-4e07-8ead-4d7a1d7ea1c6" providerId="ADAL" clId="{DEC8990C-F1E8-4081-8796-F50D8B9FA883}" dt="2024-10-13T11:59:57.310" v="1159"/>
          <ac:inkMkLst>
            <pc:docMk/>
            <pc:sldMk cId="4166615261" sldId="388"/>
            <ac:inkMk id="251" creationId="{F8D92475-66B3-6482-AAC7-427E0F017496}"/>
          </ac:inkMkLst>
        </pc:inkChg>
        <pc:inkChg chg="add mod">
          <ac:chgData name="Mahima Weerasinghe" userId="e11e3f55-42da-4e07-8ead-4d7a1d7ea1c6" providerId="ADAL" clId="{DEC8990C-F1E8-4081-8796-F50D8B9FA883}" dt="2024-10-13T11:59:57.310" v="1159"/>
          <ac:inkMkLst>
            <pc:docMk/>
            <pc:sldMk cId="4166615261" sldId="388"/>
            <ac:inkMk id="252" creationId="{CC3271AE-8A1E-3F0B-6093-EC3C27AE997F}"/>
          </ac:inkMkLst>
        </pc:inkChg>
        <pc:inkChg chg="add mod">
          <ac:chgData name="Mahima Weerasinghe" userId="e11e3f55-42da-4e07-8ead-4d7a1d7ea1c6" providerId="ADAL" clId="{DEC8990C-F1E8-4081-8796-F50D8B9FA883}" dt="2024-10-13T11:59:57.310" v="1159"/>
          <ac:inkMkLst>
            <pc:docMk/>
            <pc:sldMk cId="4166615261" sldId="388"/>
            <ac:inkMk id="253" creationId="{C767DA93-3D70-E716-1855-D27CB216D420}"/>
          </ac:inkMkLst>
        </pc:inkChg>
        <pc:inkChg chg="add mod">
          <ac:chgData name="Mahima Weerasinghe" userId="e11e3f55-42da-4e07-8ead-4d7a1d7ea1c6" providerId="ADAL" clId="{DEC8990C-F1E8-4081-8796-F50D8B9FA883}" dt="2024-10-13T11:59:57.310" v="1159"/>
          <ac:inkMkLst>
            <pc:docMk/>
            <pc:sldMk cId="4166615261" sldId="388"/>
            <ac:inkMk id="256" creationId="{D89B3163-FE63-5059-6289-40B683ADAE3C}"/>
          </ac:inkMkLst>
        </pc:inkChg>
        <pc:inkChg chg="add mod">
          <ac:chgData name="Mahima Weerasinghe" userId="e11e3f55-42da-4e07-8ead-4d7a1d7ea1c6" providerId="ADAL" clId="{DEC8990C-F1E8-4081-8796-F50D8B9FA883}" dt="2024-10-13T11:59:57.310" v="1159"/>
          <ac:inkMkLst>
            <pc:docMk/>
            <pc:sldMk cId="4166615261" sldId="388"/>
            <ac:inkMk id="257" creationId="{FDCA0B2B-3425-0282-6A6C-3CD0E89955E8}"/>
          </ac:inkMkLst>
        </pc:inkChg>
        <pc:inkChg chg="add mod">
          <ac:chgData name="Mahima Weerasinghe" userId="e11e3f55-42da-4e07-8ead-4d7a1d7ea1c6" providerId="ADAL" clId="{DEC8990C-F1E8-4081-8796-F50D8B9FA883}" dt="2024-10-13T11:59:57.310" v="1159"/>
          <ac:inkMkLst>
            <pc:docMk/>
            <pc:sldMk cId="4166615261" sldId="388"/>
            <ac:inkMk id="259" creationId="{D768163C-9BC1-F3D8-F2CA-948C3E73B057}"/>
          </ac:inkMkLst>
        </pc:inkChg>
        <pc:inkChg chg="add mod">
          <ac:chgData name="Mahima Weerasinghe" userId="e11e3f55-42da-4e07-8ead-4d7a1d7ea1c6" providerId="ADAL" clId="{DEC8990C-F1E8-4081-8796-F50D8B9FA883}" dt="2024-10-13T11:59:57.310" v="1159"/>
          <ac:inkMkLst>
            <pc:docMk/>
            <pc:sldMk cId="4166615261" sldId="388"/>
            <ac:inkMk id="261" creationId="{D88198EC-36C9-FFB0-2B66-A4DAD91A847E}"/>
          </ac:inkMkLst>
        </pc:inkChg>
        <pc:inkChg chg="add mod">
          <ac:chgData name="Mahima Weerasinghe" userId="e11e3f55-42da-4e07-8ead-4d7a1d7ea1c6" providerId="ADAL" clId="{DEC8990C-F1E8-4081-8796-F50D8B9FA883}" dt="2024-10-13T11:59:57.310" v="1159"/>
          <ac:inkMkLst>
            <pc:docMk/>
            <pc:sldMk cId="4166615261" sldId="388"/>
            <ac:inkMk id="262" creationId="{D883087E-09F9-DCC4-3329-88BD6B1D4282}"/>
          </ac:inkMkLst>
        </pc:inkChg>
        <pc:inkChg chg="add mod">
          <ac:chgData name="Mahima Weerasinghe" userId="e11e3f55-42da-4e07-8ead-4d7a1d7ea1c6" providerId="ADAL" clId="{DEC8990C-F1E8-4081-8796-F50D8B9FA883}" dt="2024-10-13T11:59:57.310" v="1159"/>
          <ac:inkMkLst>
            <pc:docMk/>
            <pc:sldMk cId="4166615261" sldId="388"/>
            <ac:inkMk id="264" creationId="{9E1C2F8D-D94F-646D-A34E-1DA553AFD945}"/>
          </ac:inkMkLst>
        </pc:inkChg>
        <pc:inkChg chg="add mod">
          <ac:chgData name="Mahima Weerasinghe" userId="e11e3f55-42da-4e07-8ead-4d7a1d7ea1c6" providerId="ADAL" clId="{DEC8990C-F1E8-4081-8796-F50D8B9FA883}" dt="2024-10-13T11:59:57.310" v="1159"/>
          <ac:inkMkLst>
            <pc:docMk/>
            <pc:sldMk cId="4166615261" sldId="388"/>
            <ac:inkMk id="265" creationId="{B88B035F-A087-76B7-8213-03B6E72A78A0}"/>
          </ac:inkMkLst>
        </pc:inkChg>
        <pc:inkChg chg="add mod">
          <ac:chgData name="Mahima Weerasinghe" userId="e11e3f55-42da-4e07-8ead-4d7a1d7ea1c6" providerId="ADAL" clId="{DEC8990C-F1E8-4081-8796-F50D8B9FA883}" dt="2024-10-13T11:59:57.310" v="1159"/>
          <ac:inkMkLst>
            <pc:docMk/>
            <pc:sldMk cId="4166615261" sldId="388"/>
            <ac:inkMk id="266" creationId="{9EDCF3A5-8A1D-081A-1838-3CA09FBE9D5B}"/>
          </ac:inkMkLst>
        </pc:inkChg>
        <pc:inkChg chg="add mod">
          <ac:chgData name="Mahima Weerasinghe" userId="e11e3f55-42da-4e07-8ead-4d7a1d7ea1c6" providerId="ADAL" clId="{DEC8990C-F1E8-4081-8796-F50D8B9FA883}" dt="2024-10-13T11:59:57.310" v="1159"/>
          <ac:inkMkLst>
            <pc:docMk/>
            <pc:sldMk cId="4166615261" sldId="388"/>
            <ac:inkMk id="267" creationId="{087E3528-DA4F-AECC-4765-5BD8E5AE720A}"/>
          </ac:inkMkLst>
        </pc:inkChg>
      </pc:sldChg>
      <pc:sldChg chg="addSp delSp modSp mod">
        <pc:chgData name="Mahima Weerasinghe" userId="e11e3f55-42da-4e07-8ead-4d7a1d7ea1c6" providerId="ADAL" clId="{DEC8990C-F1E8-4081-8796-F50D8B9FA883}" dt="2024-10-13T12:27:25.797" v="1636"/>
        <pc:sldMkLst>
          <pc:docMk/>
          <pc:sldMk cId="1547844152" sldId="389"/>
        </pc:sldMkLst>
        <pc:spChg chg="del">
          <ac:chgData name="Mahima Weerasinghe" userId="e11e3f55-42da-4e07-8ead-4d7a1d7ea1c6" providerId="ADAL" clId="{DEC8990C-F1E8-4081-8796-F50D8B9FA883}" dt="2024-10-13T04:21:41.042" v="386" actId="478"/>
          <ac:spMkLst>
            <pc:docMk/>
            <pc:sldMk cId="1547844152" sldId="389"/>
            <ac:spMk id="2" creationId="{52D48AAE-1403-45C6-8120-50E89803503F}"/>
          </ac:spMkLst>
        </pc:spChg>
        <pc:spChg chg="add del">
          <ac:chgData name="Mahima Weerasinghe" userId="e11e3f55-42da-4e07-8ead-4d7a1d7ea1c6" providerId="ADAL" clId="{DEC8990C-F1E8-4081-8796-F50D8B9FA883}" dt="2024-10-13T04:22:04.619" v="388" actId="22"/>
          <ac:spMkLst>
            <pc:docMk/>
            <pc:sldMk cId="1547844152" sldId="389"/>
            <ac:spMk id="8" creationId="{9F287FC4-C644-981A-DD0C-9B845EDC9A06}"/>
          </ac:spMkLst>
        </pc:spChg>
        <pc:spChg chg="add mod">
          <ac:chgData name="Mahima Weerasinghe" userId="e11e3f55-42da-4e07-8ead-4d7a1d7ea1c6" providerId="ADAL" clId="{DEC8990C-F1E8-4081-8796-F50D8B9FA883}" dt="2024-10-13T04:22:32.548" v="402" actId="6549"/>
          <ac:spMkLst>
            <pc:docMk/>
            <pc:sldMk cId="1547844152" sldId="389"/>
            <ac:spMk id="14" creationId="{8469F3A4-CF0B-5E26-808C-0ED1EE9EAB40}"/>
          </ac:spMkLst>
        </pc:spChg>
        <pc:grpChg chg="del mod">
          <ac:chgData name="Mahima Weerasinghe" userId="e11e3f55-42da-4e07-8ead-4d7a1d7ea1c6" providerId="ADAL" clId="{DEC8990C-F1E8-4081-8796-F50D8B9FA883}" dt="2024-10-13T12:25:04.441" v="1601"/>
          <ac:grpSpMkLst>
            <pc:docMk/>
            <pc:sldMk cId="1547844152" sldId="389"/>
            <ac:grpSpMk id="7" creationId="{07165D32-79B1-0BF2-6813-A7DC695146D6}"/>
          </ac:grpSpMkLst>
        </pc:grpChg>
        <pc:grpChg chg="mod">
          <ac:chgData name="Mahima Weerasinghe" userId="e11e3f55-42da-4e07-8ead-4d7a1d7ea1c6" providerId="ADAL" clId="{DEC8990C-F1E8-4081-8796-F50D8B9FA883}" dt="2024-10-13T12:25:04.441" v="1601"/>
          <ac:grpSpMkLst>
            <pc:docMk/>
            <pc:sldMk cId="1547844152" sldId="389"/>
            <ac:grpSpMk id="13" creationId="{5C04532E-3BFD-0613-4243-7B670D33E930}"/>
          </ac:grpSpMkLst>
        </pc:grpChg>
        <pc:grpChg chg="mod">
          <ac:chgData name="Mahima Weerasinghe" userId="e11e3f55-42da-4e07-8ead-4d7a1d7ea1c6" providerId="ADAL" clId="{DEC8990C-F1E8-4081-8796-F50D8B9FA883}" dt="2024-10-13T12:25:04.441" v="1601"/>
          <ac:grpSpMkLst>
            <pc:docMk/>
            <pc:sldMk cId="1547844152" sldId="389"/>
            <ac:grpSpMk id="15" creationId="{7DFC5C28-B257-53BE-154A-B00E1F2F5A8C}"/>
          </ac:grpSpMkLst>
        </pc:grpChg>
        <pc:grpChg chg="del mod">
          <ac:chgData name="Mahima Weerasinghe" userId="e11e3f55-42da-4e07-8ead-4d7a1d7ea1c6" providerId="ADAL" clId="{DEC8990C-F1E8-4081-8796-F50D8B9FA883}" dt="2024-10-13T12:26:02.542" v="1609"/>
          <ac:grpSpMkLst>
            <pc:docMk/>
            <pc:sldMk cId="1547844152" sldId="389"/>
            <ac:grpSpMk id="19" creationId="{AD73665F-668F-57F6-FBA1-101FAC4B1D37}"/>
          </ac:grpSpMkLst>
        </pc:grpChg>
        <pc:grpChg chg="del">
          <ac:chgData name="Mahima Weerasinghe" userId="e11e3f55-42da-4e07-8ead-4d7a1d7ea1c6" providerId="ADAL" clId="{DEC8990C-F1E8-4081-8796-F50D8B9FA883}" dt="2024-10-13T04:21:41.042" v="386" actId="478"/>
          <ac:grpSpMkLst>
            <pc:docMk/>
            <pc:sldMk cId="1547844152" sldId="389"/>
            <ac:grpSpMk id="20" creationId="{14AAD218-BC55-07D3-648D-0223C33FF50F}"/>
          </ac:grpSpMkLst>
        </pc:grpChg>
        <pc:grpChg chg="del mod">
          <ac:chgData name="Mahima Weerasinghe" userId="e11e3f55-42da-4e07-8ead-4d7a1d7ea1c6" providerId="ADAL" clId="{DEC8990C-F1E8-4081-8796-F50D8B9FA883}" dt="2024-10-13T12:26:09.575" v="1611"/>
          <ac:grpSpMkLst>
            <pc:docMk/>
            <pc:sldMk cId="1547844152" sldId="389"/>
            <ac:grpSpMk id="23" creationId="{6C3D482E-B4FF-E009-531B-A1C2481C0CEA}"/>
          </ac:grpSpMkLst>
        </pc:grpChg>
        <pc:grpChg chg="del mod">
          <ac:chgData name="Mahima Weerasinghe" userId="e11e3f55-42da-4e07-8ead-4d7a1d7ea1c6" providerId="ADAL" clId="{DEC8990C-F1E8-4081-8796-F50D8B9FA883}" dt="2024-10-13T12:26:16.539" v="1616"/>
          <ac:grpSpMkLst>
            <pc:docMk/>
            <pc:sldMk cId="1547844152" sldId="389"/>
            <ac:grpSpMk id="25" creationId="{EB8F4A09-E4F9-2EA2-72CA-6B20B743A4A7}"/>
          </ac:grpSpMkLst>
        </pc:grpChg>
        <pc:grpChg chg="del mod">
          <ac:chgData name="Mahima Weerasinghe" userId="e11e3f55-42da-4e07-8ead-4d7a1d7ea1c6" providerId="ADAL" clId="{DEC8990C-F1E8-4081-8796-F50D8B9FA883}" dt="2024-10-13T12:26:20.380" v="1618"/>
          <ac:grpSpMkLst>
            <pc:docMk/>
            <pc:sldMk cId="1547844152" sldId="389"/>
            <ac:grpSpMk id="30" creationId="{75DFAD03-DC81-B723-A6F7-E4BCE120CDF7}"/>
          </ac:grpSpMkLst>
        </pc:grpChg>
        <pc:grpChg chg="mod">
          <ac:chgData name="Mahima Weerasinghe" userId="e11e3f55-42da-4e07-8ead-4d7a1d7ea1c6" providerId="ADAL" clId="{DEC8990C-F1E8-4081-8796-F50D8B9FA883}" dt="2024-10-13T12:26:20.380" v="1618"/>
          <ac:grpSpMkLst>
            <pc:docMk/>
            <pc:sldMk cId="1547844152" sldId="389"/>
            <ac:grpSpMk id="32" creationId="{EB327654-6087-A924-3D7B-10D8A291F38F}"/>
          </ac:grpSpMkLst>
        </pc:grpChg>
        <pc:grpChg chg="del mod">
          <ac:chgData name="Mahima Weerasinghe" userId="e11e3f55-42da-4e07-8ead-4d7a1d7ea1c6" providerId="ADAL" clId="{DEC8990C-F1E8-4081-8796-F50D8B9FA883}" dt="2024-10-13T12:27:00.798" v="1628"/>
          <ac:grpSpMkLst>
            <pc:docMk/>
            <pc:sldMk cId="1547844152" sldId="389"/>
            <ac:grpSpMk id="39" creationId="{2676BD05-8D08-1E01-0B72-C3644D6DB835}"/>
          </ac:grpSpMkLst>
        </pc:grpChg>
        <pc:grpChg chg="mod">
          <ac:chgData name="Mahima Weerasinghe" userId="e11e3f55-42da-4e07-8ead-4d7a1d7ea1c6" providerId="ADAL" clId="{DEC8990C-F1E8-4081-8796-F50D8B9FA883}" dt="2024-10-13T12:27:00.798" v="1628"/>
          <ac:grpSpMkLst>
            <pc:docMk/>
            <pc:sldMk cId="1547844152" sldId="389"/>
            <ac:grpSpMk id="42" creationId="{26AF8A57-9307-F6B1-A96E-37F63DF867D8}"/>
          </ac:grpSpMkLst>
        </pc:grpChg>
        <pc:grpChg chg="mod">
          <ac:chgData name="Mahima Weerasinghe" userId="e11e3f55-42da-4e07-8ead-4d7a1d7ea1c6" providerId="ADAL" clId="{DEC8990C-F1E8-4081-8796-F50D8B9FA883}" dt="2024-10-13T12:27:25.797" v="1636"/>
          <ac:grpSpMkLst>
            <pc:docMk/>
            <pc:sldMk cId="1547844152" sldId="389"/>
            <ac:grpSpMk id="50" creationId="{149A32EA-E23C-98E6-E45F-2E9A57CA8E45}"/>
          </ac:grpSpMkLst>
        </pc:grpChg>
        <pc:grpChg chg="del">
          <ac:chgData name="Mahima Weerasinghe" userId="e11e3f55-42da-4e07-8ead-4d7a1d7ea1c6" providerId="ADAL" clId="{DEC8990C-F1E8-4081-8796-F50D8B9FA883}" dt="2024-10-13T04:21:41.042" v="386" actId="478"/>
          <ac:grpSpMkLst>
            <pc:docMk/>
            <pc:sldMk cId="1547844152" sldId="389"/>
            <ac:grpSpMk id="64" creationId="{52B269BB-5ACC-4771-E4D1-B2D6E399D1BD}"/>
          </ac:grpSpMkLst>
        </pc:grpChg>
        <pc:grpChg chg="del">
          <ac:chgData name="Mahima Weerasinghe" userId="e11e3f55-42da-4e07-8ead-4d7a1d7ea1c6" providerId="ADAL" clId="{DEC8990C-F1E8-4081-8796-F50D8B9FA883}" dt="2024-10-13T04:21:41.042" v="386" actId="478"/>
          <ac:grpSpMkLst>
            <pc:docMk/>
            <pc:sldMk cId="1547844152" sldId="389"/>
            <ac:grpSpMk id="114" creationId="{7DCD90C8-016F-3126-7DE0-F9C3DA63401B}"/>
          </ac:grpSpMkLst>
        </pc:grpChg>
        <pc:grpChg chg="del">
          <ac:chgData name="Mahima Weerasinghe" userId="e11e3f55-42da-4e07-8ead-4d7a1d7ea1c6" providerId="ADAL" clId="{DEC8990C-F1E8-4081-8796-F50D8B9FA883}" dt="2024-10-13T04:21:41.042" v="386" actId="478"/>
          <ac:grpSpMkLst>
            <pc:docMk/>
            <pc:sldMk cId="1547844152" sldId="389"/>
            <ac:grpSpMk id="155" creationId="{DF09EEE3-E758-208B-EB6F-27059A9408C3}"/>
          </ac:grpSpMkLst>
        </pc:grpChg>
        <pc:grpChg chg="del">
          <ac:chgData name="Mahima Weerasinghe" userId="e11e3f55-42da-4e07-8ead-4d7a1d7ea1c6" providerId="ADAL" clId="{DEC8990C-F1E8-4081-8796-F50D8B9FA883}" dt="2024-10-13T04:21:41.042" v="386" actId="478"/>
          <ac:grpSpMkLst>
            <pc:docMk/>
            <pc:sldMk cId="1547844152" sldId="389"/>
            <ac:grpSpMk id="179" creationId="{8EA045E5-DA8A-0CEF-C725-957BF303E5DD}"/>
          </ac:grpSpMkLst>
        </pc:grpChg>
        <pc:grpChg chg="del">
          <ac:chgData name="Mahima Weerasinghe" userId="e11e3f55-42da-4e07-8ead-4d7a1d7ea1c6" providerId="ADAL" clId="{DEC8990C-F1E8-4081-8796-F50D8B9FA883}" dt="2024-10-13T04:21:41.042" v="386" actId="478"/>
          <ac:grpSpMkLst>
            <pc:docMk/>
            <pc:sldMk cId="1547844152" sldId="389"/>
            <ac:grpSpMk id="185" creationId="{72A8FAD6-87DD-6C9F-6693-FFBB0EED923E}"/>
          </ac:grpSpMkLst>
        </pc:grpChg>
        <pc:grpChg chg="del">
          <ac:chgData name="Mahima Weerasinghe" userId="e11e3f55-42da-4e07-8ead-4d7a1d7ea1c6" providerId="ADAL" clId="{DEC8990C-F1E8-4081-8796-F50D8B9FA883}" dt="2024-10-13T04:21:41.042" v="386" actId="478"/>
          <ac:grpSpMkLst>
            <pc:docMk/>
            <pc:sldMk cId="1547844152" sldId="389"/>
            <ac:grpSpMk id="189" creationId="{AA09047B-8DD0-4CE7-EE5A-5566578AB79F}"/>
          </ac:grpSpMkLst>
        </pc:grpChg>
        <pc:grpChg chg="del">
          <ac:chgData name="Mahima Weerasinghe" userId="e11e3f55-42da-4e07-8ead-4d7a1d7ea1c6" providerId="ADAL" clId="{DEC8990C-F1E8-4081-8796-F50D8B9FA883}" dt="2024-10-13T04:21:41.042" v="386" actId="478"/>
          <ac:grpSpMkLst>
            <pc:docMk/>
            <pc:sldMk cId="1547844152" sldId="389"/>
            <ac:grpSpMk id="193" creationId="{9593397D-9821-0A79-1714-1B3A089A0C6B}"/>
          </ac:grpSpMkLst>
        </pc:grpChg>
        <pc:grpChg chg="del">
          <ac:chgData name="Mahima Weerasinghe" userId="e11e3f55-42da-4e07-8ead-4d7a1d7ea1c6" providerId="ADAL" clId="{DEC8990C-F1E8-4081-8796-F50D8B9FA883}" dt="2024-10-13T04:21:41.042" v="386" actId="478"/>
          <ac:grpSpMkLst>
            <pc:docMk/>
            <pc:sldMk cId="1547844152" sldId="389"/>
            <ac:grpSpMk id="199" creationId="{EB5D37C1-2EDD-2CEE-CD45-E889AF6D2BA9}"/>
          </ac:grpSpMkLst>
        </pc:grpChg>
        <pc:grpChg chg="del">
          <ac:chgData name="Mahima Weerasinghe" userId="e11e3f55-42da-4e07-8ead-4d7a1d7ea1c6" providerId="ADAL" clId="{DEC8990C-F1E8-4081-8796-F50D8B9FA883}" dt="2024-10-13T04:21:41.042" v="386" actId="478"/>
          <ac:grpSpMkLst>
            <pc:docMk/>
            <pc:sldMk cId="1547844152" sldId="389"/>
            <ac:grpSpMk id="202" creationId="{07E86820-5CE2-E495-AD08-936329FB67F5}"/>
          </ac:grpSpMkLst>
        </pc:grpChg>
        <pc:grpChg chg="del">
          <ac:chgData name="Mahima Weerasinghe" userId="e11e3f55-42da-4e07-8ead-4d7a1d7ea1c6" providerId="ADAL" clId="{DEC8990C-F1E8-4081-8796-F50D8B9FA883}" dt="2024-10-13T04:21:41.042" v="386" actId="478"/>
          <ac:grpSpMkLst>
            <pc:docMk/>
            <pc:sldMk cId="1547844152" sldId="389"/>
            <ac:grpSpMk id="207" creationId="{78AA66F3-4252-E771-11C7-3B562354A0B3}"/>
          </ac:grpSpMkLst>
        </pc:grpChg>
        <pc:grpChg chg="del">
          <ac:chgData name="Mahima Weerasinghe" userId="e11e3f55-42da-4e07-8ead-4d7a1d7ea1c6" providerId="ADAL" clId="{DEC8990C-F1E8-4081-8796-F50D8B9FA883}" dt="2024-10-13T04:21:41.042" v="386" actId="478"/>
          <ac:grpSpMkLst>
            <pc:docMk/>
            <pc:sldMk cId="1547844152" sldId="389"/>
            <ac:grpSpMk id="216" creationId="{7B23820B-B15E-81A7-B442-9F30EF840A39}"/>
          </ac:grpSpMkLst>
        </pc:grpChg>
        <pc:grpChg chg="del">
          <ac:chgData name="Mahima Weerasinghe" userId="e11e3f55-42da-4e07-8ead-4d7a1d7ea1c6" providerId="ADAL" clId="{DEC8990C-F1E8-4081-8796-F50D8B9FA883}" dt="2024-10-13T04:21:41.042" v="386" actId="478"/>
          <ac:grpSpMkLst>
            <pc:docMk/>
            <pc:sldMk cId="1547844152" sldId="389"/>
            <ac:grpSpMk id="217" creationId="{525941F8-A4BF-0BC4-3C37-0AA530852874}"/>
          </ac:grpSpMkLst>
        </pc:grpChg>
        <pc:grpChg chg="del">
          <ac:chgData name="Mahima Weerasinghe" userId="e11e3f55-42da-4e07-8ead-4d7a1d7ea1c6" providerId="ADAL" clId="{DEC8990C-F1E8-4081-8796-F50D8B9FA883}" dt="2024-10-13T04:21:41.042" v="386" actId="478"/>
          <ac:grpSpMkLst>
            <pc:docMk/>
            <pc:sldMk cId="1547844152" sldId="389"/>
            <ac:grpSpMk id="232" creationId="{E3070BAC-2772-B31B-283D-5809FA3D62A7}"/>
          </ac:grpSpMkLst>
        </pc:grpChg>
        <pc:grpChg chg="del">
          <ac:chgData name="Mahima Weerasinghe" userId="e11e3f55-42da-4e07-8ead-4d7a1d7ea1c6" providerId="ADAL" clId="{DEC8990C-F1E8-4081-8796-F50D8B9FA883}" dt="2024-10-13T04:21:41.042" v="386" actId="478"/>
          <ac:grpSpMkLst>
            <pc:docMk/>
            <pc:sldMk cId="1547844152" sldId="389"/>
            <ac:grpSpMk id="238" creationId="{9EB27CBB-D991-6AA2-C441-7842971820E5}"/>
          </ac:grpSpMkLst>
        </pc:grpChg>
        <pc:grpChg chg="del">
          <ac:chgData name="Mahima Weerasinghe" userId="e11e3f55-42da-4e07-8ead-4d7a1d7ea1c6" providerId="ADAL" clId="{DEC8990C-F1E8-4081-8796-F50D8B9FA883}" dt="2024-10-13T04:21:41.042" v="386" actId="478"/>
          <ac:grpSpMkLst>
            <pc:docMk/>
            <pc:sldMk cId="1547844152" sldId="389"/>
            <ac:grpSpMk id="247" creationId="{1465ACDF-9140-1A67-B441-2052D2EF7CEB}"/>
          </ac:grpSpMkLst>
        </pc:grpChg>
        <pc:grpChg chg="del">
          <ac:chgData name="Mahima Weerasinghe" userId="e11e3f55-42da-4e07-8ead-4d7a1d7ea1c6" providerId="ADAL" clId="{DEC8990C-F1E8-4081-8796-F50D8B9FA883}" dt="2024-10-13T04:21:41.042" v="386" actId="478"/>
          <ac:grpSpMkLst>
            <pc:docMk/>
            <pc:sldMk cId="1547844152" sldId="389"/>
            <ac:grpSpMk id="252" creationId="{DB969D5A-89BD-4E16-DB1F-59F18326F896}"/>
          </ac:grpSpMkLst>
        </pc:grpChg>
        <pc:grpChg chg="del">
          <ac:chgData name="Mahima Weerasinghe" userId="e11e3f55-42da-4e07-8ead-4d7a1d7ea1c6" providerId="ADAL" clId="{DEC8990C-F1E8-4081-8796-F50D8B9FA883}" dt="2024-10-13T04:21:41.042" v="386" actId="478"/>
          <ac:grpSpMkLst>
            <pc:docMk/>
            <pc:sldMk cId="1547844152" sldId="389"/>
            <ac:grpSpMk id="331" creationId="{0B638874-8D4E-22E7-4AA0-3177130BB5E7}"/>
          </ac:grpSpMkLst>
        </pc:grpChg>
        <pc:grpChg chg="del">
          <ac:chgData name="Mahima Weerasinghe" userId="e11e3f55-42da-4e07-8ead-4d7a1d7ea1c6" providerId="ADAL" clId="{DEC8990C-F1E8-4081-8796-F50D8B9FA883}" dt="2024-10-13T04:21:41.042" v="386" actId="478"/>
          <ac:grpSpMkLst>
            <pc:docMk/>
            <pc:sldMk cId="1547844152" sldId="389"/>
            <ac:grpSpMk id="343" creationId="{D1AB5E25-C03E-7B6A-256F-3BA7517FC4A0}"/>
          </ac:grpSpMkLst>
        </pc:grpChg>
        <pc:grpChg chg="del">
          <ac:chgData name="Mahima Weerasinghe" userId="e11e3f55-42da-4e07-8ead-4d7a1d7ea1c6" providerId="ADAL" clId="{DEC8990C-F1E8-4081-8796-F50D8B9FA883}" dt="2024-10-13T04:21:41.042" v="386" actId="478"/>
          <ac:grpSpMkLst>
            <pc:docMk/>
            <pc:sldMk cId="1547844152" sldId="389"/>
            <ac:grpSpMk id="364" creationId="{CF221EF9-7C65-77E5-10B8-5C3C980A43CB}"/>
          </ac:grpSpMkLst>
        </pc:grpChg>
        <pc:grpChg chg="del">
          <ac:chgData name="Mahima Weerasinghe" userId="e11e3f55-42da-4e07-8ead-4d7a1d7ea1c6" providerId="ADAL" clId="{DEC8990C-F1E8-4081-8796-F50D8B9FA883}" dt="2024-10-13T04:21:41.042" v="386" actId="478"/>
          <ac:grpSpMkLst>
            <pc:docMk/>
            <pc:sldMk cId="1547844152" sldId="389"/>
            <ac:grpSpMk id="369" creationId="{6B3BD7DF-7040-81D2-B9B7-BD9D8AD3EEC8}"/>
          </ac:grpSpMkLst>
        </pc:grpChg>
        <pc:grpChg chg="del">
          <ac:chgData name="Mahima Weerasinghe" userId="e11e3f55-42da-4e07-8ead-4d7a1d7ea1c6" providerId="ADAL" clId="{DEC8990C-F1E8-4081-8796-F50D8B9FA883}" dt="2024-10-13T04:21:41.042" v="386" actId="478"/>
          <ac:grpSpMkLst>
            <pc:docMk/>
            <pc:sldMk cId="1547844152" sldId="389"/>
            <ac:grpSpMk id="375" creationId="{53CD7547-E82E-547C-D162-501709343F45}"/>
          </ac:grpSpMkLst>
        </pc:grpChg>
        <pc:grpChg chg="del">
          <ac:chgData name="Mahima Weerasinghe" userId="e11e3f55-42da-4e07-8ead-4d7a1d7ea1c6" providerId="ADAL" clId="{DEC8990C-F1E8-4081-8796-F50D8B9FA883}" dt="2024-10-13T04:21:41.042" v="386" actId="478"/>
          <ac:grpSpMkLst>
            <pc:docMk/>
            <pc:sldMk cId="1547844152" sldId="389"/>
            <ac:grpSpMk id="395" creationId="{1BEE396C-FE0E-4163-9546-B6CEEFC72663}"/>
          </ac:grpSpMkLst>
        </pc:grpChg>
        <pc:grpChg chg="del">
          <ac:chgData name="Mahima Weerasinghe" userId="e11e3f55-42da-4e07-8ead-4d7a1d7ea1c6" providerId="ADAL" clId="{DEC8990C-F1E8-4081-8796-F50D8B9FA883}" dt="2024-10-13T04:21:41.042" v="386" actId="478"/>
          <ac:grpSpMkLst>
            <pc:docMk/>
            <pc:sldMk cId="1547844152" sldId="389"/>
            <ac:grpSpMk id="419" creationId="{E0F102C8-D005-C25E-C086-F72C29015069}"/>
          </ac:grpSpMkLst>
        </pc:grpChg>
        <pc:grpChg chg="del">
          <ac:chgData name="Mahima Weerasinghe" userId="e11e3f55-42da-4e07-8ead-4d7a1d7ea1c6" providerId="ADAL" clId="{DEC8990C-F1E8-4081-8796-F50D8B9FA883}" dt="2024-10-13T04:21:41.042" v="386" actId="478"/>
          <ac:grpSpMkLst>
            <pc:docMk/>
            <pc:sldMk cId="1547844152" sldId="389"/>
            <ac:grpSpMk id="422" creationId="{4983C66A-7583-D558-F54D-C14772BA8683}"/>
          </ac:grpSpMkLst>
        </pc:grpChg>
        <pc:grpChg chg="del">
          <ac:chgData name="Mahima Weerasinghe" userId="e11e3f55-42da-4e07-8ead-4d7a1d7ea1c6" providerId="ADAL" clId="{DEC8990C-F1E8-4081-8796-F50D8B9FA883}" dt="2024-10-13T04:21:41.042" v="386" actId="478"/>
          <ac:grpSpMkLst>
            <pc:docMk/>
            <pc:sldMk cId="1547844152" sldId="389"/>
            <ac:grpSpMk id="433" creationId="{593E2463-6FA3-FAE5-7087-3E1ADF09C87C}"/>
          </ac:grpSpMkLst>
        </pc:grpChg>
        <pc:grpChg chg="del">
          <ac:chgData name="Mahima Weerasinghe" userId="e11e3f55-42da-4e07-8ead-4d7a1d7ea1c6" providerId="ADAL" clId="{DEC8990C-F1E8-4081-8796-F50D8B9FA883}" dt="2024-10-13T04:21:41.042" v="386" actId="478"/>
          <ac:grpSpMkLst>
            <pc:docMk/>
            <pc:sldMk cId="1547844152" sldId="389"/>
            <ac:grpSpMk id="434" creationId="{C3872A42-6DBF-95EF-ACA1-A6C1AA03D066}"/>
          </ac:grpSpMkLst>
        </pc:grpChg>
        <pc:grpChg chg="del">
          <ac:chgData name="Mahima Weerasinghe" userId="e11e3f55-42da-4e07-8ead-4d7a1d7ea1c6" providerId="ADAL" clId="{DEC8990C-F1E8-4081-8796-F50D8B9FA883}" dt="2024-10-13T04:21:41.042" v="386" actId="478"/>
          <ac:grpSpMkLst>
            <pc:docMk/>
            <pc:sldMk cId="1547844152" sldId="389"/>
            <ac:grpSpMk id="437" creationId="{C72BE1AA-8DE3-61B1-0E1C-A6F9086101AB}"/>
          </ac:grpSpMkLst>
        </pc:grpChg>
        <pc:inkChg chg="add mod">
          <ac:chgData name="Mahima Weerasinghe" userId="e11e3f55-42da-4e07-8ead-4d7a1d7ea1c6" providerId="ADAL" clId="{DEC8990C-F1E8-4081-8796-F50D8B9FA883}" dt="2024-10-13T12:25:04.441" v="1601"/>
          <ac:inkMkLst>
            <pc:docMk/>
            <pc:sldMk cId="1547844152" sldId="389"/>
            <ac:inkMk id="2" creationId="{B2239C9A-C1DD-8D45-90FC-25C15A3CDF7F}"/>
          </ac:inkMkLst>
        </pc:inkChg>
        <pc:inkChg chg="add mod">
          <ac:chgData name="Mahima Weerasinghe" userId="e11e3f55-42da-4e07-8ead-4d7a1d7ea1c6" providerId="ADAL" clId="{DEC8990C-F1E8-4081-8796-F50D8B9FA883}" dt="2024-10-13T12:25:04.441" v="1601"/>
          <ac:inkMkLst>
            <pc:docMk/>
            <pc:sldMk cId="1547844152" sldId="389"/>
            <ac:inkMk id="3" creationId="{DC3866BD-9A18-6946-C18D-27132BB4C014}"/>
          </ac:inkMkLst>
        </pc:inkChg>
        <pc:inkChg chg="add mod">
          <ac:chgData name="Mahima Weerasinghe" userId="e11e3f55-42da-4e07-8ead-4d7a1d7ea1c6" providerId="ADAL" clId="{DEC8990C-F1E8-4081-8796-F50D8B9FA883}" dt="2024-10-13T12:25:04.441" v="1601"/>
          <ac:inkMkLst>
            <pc:docMk/>
            <pc:sldMk cId="1547844152" sldId="389"/>
            <ac:inkMk id="4" creationId="{E1C31297-0A51-673F-1D89-66B6B9E9F9CA}"/>
          </ac:inkMkLst>
        </pc:inkChg>
        <pc:inkChg chg="add mod">
          <ac:chgData name="Mahima Weerasinghe" userId="e11e3f55-42da-4e07-8ead-4d7a1d7ea1c6" providerId="ADAL" clId="{DEC8990C-F1E8-4081-8796-F50D8B9FA883}" dt="2024-10-13T12:25:04.441" v="1601"/>
          <ac:inkMkLst>
            <pc:docMk/>
            <pc:sldMk cId="1547844152" sldId="389"/>
            <ac:inkMk id="5" creationId="{B565991C-9EC3-E56F-238D-1064F8713E60}"/>
          </ac:inkMkLst>
        </pc:inkChg>
        <pc:inkChg chg="add mod">
          <ac:chgData name="Mahima Weerasinghe" userId="e11e3f55-42da-4e07-8ead-4d7a1d7ea1c6" providerId="ADAL" clId="{DEC8990C-F1E8-4081-8796-F50D8B9FA883}" dt="2024-10-13T12:25:04.441" v="1601"/>
          <ac:inkMkLst>
            <pc:docMk/>
            <pc:sldMk cId="1547844152" sldId="389"/>
            <ac:inkMk id="6" creationId="{81CD51DE-42F3-220E-4C7C-B89F9A4D5A42}"/>
          </ac:inkMkLst>
        </pc:inkChg>
        <pc:inkChg chg="add mod">
          <ac:chgData name="Mahima Weerasinghe" userId="e11e3f55-42da-4e07-8ead-4d7a1d7ea1c6" providerId="ADAL" clId="{DEC8990C-F1E8-4081-8796-F50D8B9FA883}" dt="2024-10-13T12:25:04.441" v="1601"/>
          <ac:inkMkLst>
            <pc:docMk/>
            <pc:sldMk cId="1547844152" sldId="389"/>
            <ac:inkMk id="8" creationId="{1EE0160F-8F2A-EC45-D97A-9D103CF4FBDF}"/>
          </ac:inkMkLst>
        </pc:inkChg>
        <pc:inkChg chg="add mod">
          <ac:chgData name="Mahima Weerasinghe" userId="e11e3f55-42da-4e07-8ead-4d7a1d7ea1c6" providerId="ADAL" clId="{DEC8990C-F1E8-4081-8796-F50D8B9FA883}" dt="2024-10-13T12:25:04.441" v="1601"/>
          <ac:inkMkLst>
            <pc:docMk/>
            <pc:sldMk cId="1547844152" sldId="389"/>
            <ac:inkMk id="9" creationId="{2C719D29-A37A-6534-CAF2-D443ADA13E78}"/>
          </ac:inkMkLst>
        </pc:inkChg>
        <pc:inkChg chg="add mod">
          <ac:chgData name="Mahima Weerasinghe" userId="e11e3f55-42da-4e07-8ead-4d7a1d7ea1c6" providerId="ADAL" clId="{DEC8990C-F1E8-4081-8796-F50D8B9FA883}" dt="2024-10-13T12:25:04.441" v="1601"/>
          <ac:inkMkLst>
            <pc:docMk/>
            <pc:sldMk cId="1547844152" sldId="389"/>
            <ac:inkMk id="10" creationId="{E62406CC-05E6-6AC2-0576-3B985677C4AF}"/>
          </ac:inkMkLst>
        </pc:inkChg>
        <pc:inkChg chg="add mod">
          <ac:chgData name="Mahima Weerasinghe" userId="e11e3f55-42da-4e07-8ead-4d7a1d7ea1c6" providerId="ADAL" clId="{DEC8990C-F1E8-4081-8796-F50D8B9FA883}" dt="2024-10-13T12:25:04.441" v="1601"/>
          <ac:inkMkLst>
            <pc:docMk/>
            <pc:sldMk cId="1547844152" sldId="389"/>
            <ac:inkMk id="11" creationId="{136F9506-1FA4-3F48-F7CD-609F4287C596}"/>
          </ac:inkMkLst>
        </pc:inkChg>
        <pc:inkChg chg="add mod">
          <ac:chgData name="Mahima Weerasinghe" userId="e11e3f55-42da-4e07-8ead-4d7a1d7ea1c6" providerId="ADAL" clId="{DEC8990C-F1E8-4081-8796-F50D8B9FA883}" dt="2024-10-13T12:25:04.441" v="1601"/>
          <ac:inkMkLst>
            <pc:docMk/>
            <pc:sldMk cId="1547844152" sldId="389"/>
            <ac:inkMk id="12" creationId="{D1067B11-D178-7952-FCFE-0343A5E9FA1D}"/>
          </ac:inkMkLst>
        </pc:inkChg>
        <pc:inkChg chg="add">
          <ac:chgData name="Mahima Weerasinghe" userId="e11e3f55-42da-4e07-8ead-4d7a1d7ea1c6" providerId="ADAL" clId="{DEC8990C-F1E8-4081-8796-F50D8B9FA883}" dt="2024-10-13T12:25:40.435" v="1602" actId="9405"/>
          <ac:inkMkLst>
            <pc:docMk/>
            <pc:sldMk cId="1547844152" sldId="389"/>
            <ac:inkMk id="16" creationId="{4B340730-E7EE-6B03-5EB9-A8031FB8F2FC}"/>
          </ac:inkMkLst>
        </pc:inkChg>
        <pc:inkChg chg="add mod">
          <ac:chgData name="Mahima Weerasinghe" userId="e11e3f55-42da-4e07-8ead-4d7a1d7ea1c6" providerId="ADAL" clId="{DEC8990C-F1E8-4081-8796-F50D8B9FA883}" dt="2024-10-13T12:26:20.380" v="1618"/>
          <ac:inkMkLst>
            <pc:docMk/>
            <pc:sldMk cId="1547844152" sldId="389"/>
            <ac:inkMk id="17" creationId="{8E8C0B25-D22F-DA6E-0B47-A5FBE5ED09C9}"/>
          </ac:inkMkLst>
        </pc:inkChg>
        <pc:inkChg chg="add mod">
          <ac:chgData name="Mahima Weerasinghe" userId="e11e3f55-42da-4e07-8ead-4d7a1d7ea1c6" providerId="ADAL" clId="{DEC8990C-F1E8-4081-8796-F50D8B9FA883}" dt="2024-10-13T12:26:20.380" v="1618"/>
          <ac:inkMkLst>
            <pc:docMk/>
            <pc:sldMk cId="1547844152" sldId="389"/>
            <ac:inkMk id="18" creationId="{80198508-998E-E1D9-2433-589DD36CE15D}"/>
          </ac:inkMkLst>
        </pc:inkChg>
        <pc:inkChg chg="add mod">
          <ac:chgData name="Mahima Weerasinghe" userId="e11e3f55-42da-4e07-8ead-4d7a1d7ea1c6" providerId="ADAL" clId="{DEC8990C-F1E8-4081-8796-F50D8B9FA883}" dt="2024-10-13T12:26:20.380" v="1618"/>
          <ac:inkMkLst>
            <pc:docMk/>
            <pc:sldMk cId="1547844152" sldId="389"/>
            <ac:inkMk id="20" creationId="{A6D94642-4477-8417-B84C-270FAEF712B7}"/>
          </ac:inkMkLst>
        </pc:inkChg>
        <pc:inkChg chg="del">
          <ac:chgData name="Mahima Weerasinghe" userId="e11e3f55-42da-4e07-8ead-4d7a1d7ea1c6" providerId="ADAL" clId="{DEC8990C-F1E8-4081-8796-F50D8B9FA883}" dt="2024-10-13T04:21:41.042" v="386" actId="478"/>
          <ac:inkMkLst>
            <pc:docMk/>
            <pc:sldMk cId="1547844152" sldId="389"/>
            <ac:inkMk id="21" creationId="{17A19C2D-DDC1-D8D0-1228-5084DC17D0AD}"/>
          </ac:inkMkLst>
        </pc:inkChg>
        <pc:inkChg chg="add mod">
          <ac:chgData name="Mahima Weerasinghe" userId="e11e3f55-42da-4e07-8ead-4d7a1d7ea1c6" providerId="ADAL" clId="{DEC8990C-F1E8-4081-8796-F50D8B9FA883}" dt="2024-10-13T12:26:20.380" v="1618"/>
          <ac:inkMkLst>
            <pc:docMk/>
            <pc:sldMk cId="1547844152" sldId="389"/>
            <ac:inkMk id="21" creationId="{9EEE90E1-65F9-3B86-8089-7AB5F98C7756}"/>
          </ac:inkMkLst>
        </pc:inkChg>
        <pc:inkChg chg="del">
          <ac:chgData name="Mahima Weerasinghe" userId="e11e3f55-42da-4e07-8ead-4d7a1d7ea1c6" providerId="ADAL" clId="{DEC8990C-F1E8-4081-8796-F50D8B9FA883}" dt="2024-10-13T04:21:41.042" v="386" actId="478"/>
          <ac:inkMkLst>
            <pc:docMk/>
            <pc:sldMk cId="1547844152" sldId="389"/>
            <ac:inkMk id="22" creationId="{263CE006-F7FA-B2A1-0BF8-4C54B9EC739C}"/>
          </ac:inkMkLst>
        </pc:inkChg>
        <pc:inkChg chg="add mod">
          <ac:chgData name="Mahima Weerasinghe" userId="e11e3f55-42da-4e07-8ead-4d7a1d7ea1c6" providerId="ADAL" clId="{DEC8990C-F1E8-4081-8796-F50D8B9FA883}" dt="2024-10-13T12:26:20.380" v="1618"/>
          <ac:inkMkLst>
            <pc:docMk/>
            <pc:sldMk cId="1547844152" sldId="389"/>
            <ac:inkMk id="22" creationId="{CBD75DFC-874E-58DD-5242-6AA9FAC962FA}"/>
          </ac:inkMkLst>
        </pc:inkChg>
        <pc:inkChg chg="del">
          <ac:chgData name="Mahima Weerasinghe" userId="e11e3f55-42da-4e07-8ead-4d7a1d7ea1c6" providerId="ADAL" clId="{DEC8990C-F1E8-4081-8796-F50D8B9FA883}" dt="2024-10-13T04:21:41.042" v="386" actId="478"/>
          <ac:inkMkLst>
            <pc:docMk/>
            <pc:sldMk cId="1547844152" sldId="389"/>
            <ac:inkMk id="24" creationId="{2FE12840-A50F-4C31-F59B-D4FF4B71F440}"/>
          </ac:inkMkLst>
        </pc:inkChg>
        <pc:inkChg chg="add mod">
          <ac:chgData name="Mahima Weerasinghe" userId="e11e3f55-42da-4e07-8ead-4d7a1d7ea1c6" providerId="ADAL" clId="{DEC8990C-F1E8-4081-8796-F50D8B9FA883}" dt="2024-10-13T12:26:16.539" v="1616"/>
          <ac:inkMkLst>
            <pc:docMk/>
            <pc:sldMk cId="1547844152" sldId="389"/>
            <ac:inkMk id="24" creationId="{EF496E47-0896-F064-A258-1BCF2232B741}"/>
          </ac:inkMkLst>
        </pc:inkChg>
        <pc:inkChg chg="del">
          <ac:chgData name="Mahima Weerasinghe" userId="e11e3f55-42da-4e07-8ead-4d7a1d7ea1c6" providerId="ADAL" clId="{DEC8990C-F1E8-4081-8796-F50D8B9FA883}" dt="2024-10-13T04:21:41.042" v="386" actId="478"/>
          <ac:inkMkLst>
            <pc:docMk/>
            <pc:sldMk cId="1547844152" sldId="389"/>
            <ac:inkMk id="25" creationId="{BE4410E4-F41C-A1DB-692E-A62167530C2D}"/>
          </ac:inkMkLst>
        </pc:inkChg>
        <pc:inkChg chg="add mod">
          <ac:chgData name="Mahima Weerasinghe" userId="e11e3f55-42da-4e07-8ead-4d7a1d7ea1c6" providerId="ADAL" clId="{DEC8990C-F1E8-4081-8796-F50D8B9FA883}" dt="2024-10-13T12:26:20.380" v="1618"/>
          <ac:inkMkLst>
            <pc:docMk/>
            <pc:sldMk cId="1547844152" sldId="389"/>
            <ac:inkMk id="26" creationId="{BC869199-3591-AD90-D24C-64C0AC4A76E7}"/>
          </ac:inkMkLst>
        </pc:inkChg>
        <pc:inkChg chg="del">
          <ac:chgData name="Mahima Weerasinghe" userId="e11e3f55-42da-4e07-8ead-4d7a1d7ea1c6" providerId="ADAL" clId="{DEC8990C-F1E8-4081-8796-F50D8B9FA883}" dt="2024-10-13T04:21:41.042" v="386" actId="478"/>
          <ac:inkMkLst>
            <pc:docMk/>
            <pc:sldMk cId="1547844152" sldId="389"/>
            <ac:inkMk id="26" creationId="{CE959003-01EF-B4D8-F65C-3BCED76E19F9}"/>
          </ac:inkMkLst>
        </pc:inkChg>
        <pc:inkChg chg="add mod">
          <ac:chgData name="Mahima Weerasinghe" userId="e11e3f55-42da-4e07-8ead-4d7a1d7ea1c6" providerId="ADAL" clId="{DEC8990C-F1E8-4081-8796-F50D8B9FA883}" dt="2024-10-13T12:26:20.380" v="1618"/>
          <ac:inkMkLst>
            <pc:docMk/>
            <pc:sldMk cId="1547844152" sldId="389"/>
            <ac:inkMk id="27" creationId="{30145938-F083-7528-7B87-D60D3A9E6185}"/>
          </ac:inkMkLst>
        </pc:inkChg>
        <pc:inkChg chg="del">
          <ac:chgData name="Mahima Weerasinghe" userId="e11e3f55-42da-4e07-8ead-4d7a1d7ea1c6" providerId="ADAL" clId="{DEC8990C-F1E8-4081-8796-F50D8B9FA883}" dt="2024-10-13T04:21:41.042" v="386" actId="478"/>
          <ac:inkMkLst>
            <pc:docMk/>
            <pc:sldMk cId="1547844152" sldId="389"/>
            <ac:inkMk id="27" creationId="{886DCD72-8744-928C-98D6-89A9D71DE97C}"/>
          </ac:inkMkLst>
        </pc:inkChg>
        <pc:inkChg chg="del">
          <ac:chgData name="Mahima Weerasinghe" userId="e11e3f55-42da-4e07-8ead-4d7a1d7ea1c6" providerId="ADAL" clId="{DEC8990C-F1E8-4081-8796-F50D8B9FA883}" dt="2024-10-13T04:21:41.042" v="386" actId="478"/>
          <ac:inkMkLst>
            <pc:docMk/>
            <pc:sldMk cId="1547844152" sldId="389"/>
            <ac:inkMk id="28" creationId="{66A9C8A7-052B-780A-41FC-48C87B0DB5E9}"/>
          </ac:inkMkLst>
        </pc:inkChg>
        <pc:inkChg chg="add mod">
          <ac:chgData name="Mahima Weerasinghe" userId="e11e3f55-42da-4e07-8ead-4d7a1d7ea1c6" providerId="ADAL" clId="{DEC8990C-F1E8-4081-8796-F50D8B9FA883}" dt="2024-10-13T12:26:20.380" v="1618"/>
          <ac:inkMkLst>
            <pc:docMk/>
            <pc:sldMk cId="1547844152" sldId="389"/>
            <ac:inkMk id="28" creationId="{7197B776-8E61-FB72-EB7F-F42804F6C83A}"/>
          </ac:inkMkLst>
        </pc:inkChg>
        <pc:inkChg chg="add mod">
          <ac:chgData name="Mahima Weerasinghe" userId="e11e3f55-42da-4e07-8ead-4d7a1d7ea1c6" providerId="ADAL" clId="{DEC8990C-F1E8-4081-8796-F50D8B9FA883}" dt="2024-10-13T12:26:20.380" v="1618"/>
          <ac:inkMkLst>
            <pc:docMk/>
            <pc:sldMk cId="1547844152" sldId="389"/>
            <ac:inkMk id="29" creationId="{C972A3FC-52D7-6DE4-F15C-BF1111472015}"/>
          </ac:inkMkLst>
        </pc:inkChg>
        <pc:inkChg chg="del">
          <ac:chgData name="Mahima Weerasinghe" userId="e11e3f55-42da-4e07-8ead-4d7a1d7ea1c6" providerId="ADAL" clId="{DEC8990C-F1E8-4081-8796-F50D8B9FA883}" dt="2024-10-13T04:21:41.042" v="386" actId="478"/>
          <ac:inkMkLst>
            <pc:docMk/>
            <pc:sldMk cId="1547844152" sldId="389"/>
            <ac:inkMk id="30" creationId="{813D4F4A-1BD7-1BEC-8408-D19F02B7215C}"/>
          </ac:inkMkLst>
        </pc:inkChg>
        <pc:inkChg chg="add mod">
          <ac:chgData name="Mahima Weerasinghe" userId="e11e3f55-42da-4e07-8ead-4d7a1d7ea1c6" providerId="ADAL" clId="{DEC8990C-F1E8-4081-8796-F50D8B9FA883}" dt="2024-10-13T12:26:20.380" v="1618"/>
          <ac:inkMkLst>
            <pc:docMk/>
            <pc:sldMk cId="1547844152" sldId="389"/>
            <ac:inkMk id="31" creationId="{308CF0EF-F1DE-42A1-F93F-A599F08FDFBB}"/>
          </ac:inkMkLst>
        </pc:inkChg>
        <pc:inkChg chg="del">
          <ac:chgData name="Mahima Weerasinghe" userId="e11e3f55-42da-4e07-8ead-4d7a1d7ea1c6" providerId="ADAL" clId="{DEC8990C-F1E8-4081-8796-F50D8B9FA883}" dt="2024-10-13T04:21:41.042" v="386" actId="478"/>
          <ac:inkMkLst>
            <pc:docMk/>
            <pc:sldMk cId="1547844152" sldId="389"/>
            <ac:inkMk id="31" creationId="{7E976443-ABCD-799E-F906-30497E232B40}"/>
          </ac:inkMkLst>
        </pc:inkChg>
        <pc:inkChg chg="del">
          <ac:chgData name="Mahima Weerasinghe" userId="e11e3f55-42da-4e07-8ead-4d7a1d7ea1c6" providerId="ADAL" clId="{DEC8990C-F1E8-4081-8796-F50D8B9FA883}" dt="2024-10-13T04:21:41.042" v="386" actId="478"/>
          <ac:inkMkLst>
            <pc:docMk/>
            <pc:sldMk cId="1547844152" sldId="389"/>
            <ac:inkMk id="32" creationId="{3707C18B-940B-6544-676D-8126B2E3D83A}"/>
          </ac:inkMkLst>
        </pc:inkChg>
        <pc:inkChg chg="del">
          <ac:chgData name="Mahima Weerasinghe" userId="e11e3f55-42da-4e07-8ead-4d7a1d7ea1c6" providerId="ADAL" clId="{DEC8990C-F1E8-4081-8796-F50D8B9FA883}" dt="2024-10-13T04:21:41.042" v="386" actId="478"/>
          <ac:inkMkLst>
            <pc:docMk/>
            <pc:sldMk cId="1547844152" sldId="389"/>
            <ac:inkMk id="33" creationId="{2B9F3187-5F2F-92E9-2E94-AF3F735C740C}"/>
          </ac:inkMkLst>
        </pc:inkChg>
        <pc:inkChg chg="add">
          <ac:chgData name="Mahima Weerasinghe" userId="e11e3f55-42da-4e07-8ead-4d7a1d7ea1c6" providerId="ADAL" clId="{DEC8990C-F1E8-4081-8796-F50D8B9FA883}" dt="2024-10-13T12:26:52.481" v="1619" actId="9405"/>
          <ac:inkMkLst>
            <pc:docMk/>
            <pc:sldMk cId="1547844152" sldId="389"/>
            <ac:inkMk id="33" creationId="{320DC109-9E0E-AECB-62D1-7FB32B0C2356}"/>
          </ac:inkMkLst>
        </pc:inkChg>
        <pc:inkChg chg="del">
          <ac:chgData name="Mahima Weerasinghe" userId="e11e3f55-42da-4e07-8ead-4d7a1d7ea1c6" providerId="ADAL" clId="{DEC8990C-F1E8-4081-8796-F50D8B9FA883}" dt="2024-10-13T04:21:41.042" v="386" actId="478"/>
          <ac:inkMkLst>
            <pc:docMk/>
            <pc:sldMk cId="1547844152" sldId="389"/>
            <ac:inkMk id="34" creationId="{30797B8F-E64A-839C-10CA-F2B638FB460C}"/>
          </ac:inkMkLst>
        </pc:inkChg>
        <pc:inkChg chg="add mod">
          <ac:chgData name="Mahima Weerasinghe" userId="e11e3f55-42da-4e07-8ead-4d7a1d7ea1c6" providerId="ADAL" clId="{DEC8990C-F1E8-4081-8796-F50D8B9FA883}" dt="2024-10-13T12:27:00.798" v="1628"/>
          <ac:inkMkLst>
            <pc:docMk/>
            <pc:sldMk cId="1547844152" sldId="389"/>
            <ac:inkMk id="34" creationId="{E6966C6C-3F5C-21BE-A327-5F8484328B45}"/>
          </ac:inkMkLst>
        </pc:inkChg>
        <pc:inkChg chg="add mod">
          <ac:chgData name="Mahima Weerasinghe" userId="e11e3f55-42da-4e07-8ead-4d7a1d7ea1c6" providerId="ADAL" clId="{DEC8990C-F1E8-4081-8796-F50D8B9FA883}" dt="2024-10-13T12:27:00.798" v="1628"/>
          <ac:inkMkLst>
            <pc:docMk/>
            <pc:sldMk cId="1547844152" sldId="389"/>
            <ac:inkMk id="35" creationId="{E2D90172-6416-F36F-6A8A-FE6E16746B92}"/>
          </ac:inkMkLst>
        </pc:inkChg>
        <pc:inkChg chg="del">
          <ac:chgData name="Mahima Weerasinghe" userId="e11e3f55-42da-4e07-8ead-4d7a1d7ea1c6" providerId="ADAL" clId="{DEC8990C-F1E8-4081-8796-F50D8B9FA883}" dt="2024-10-13T04:21:41.042" v="386" actId="478"/>
          <ac:inkMkLst>
            <pc:docMk/>
            <pc:sldMk cId="1547844152" sldId="389"/>
            <ac:inkMk id="35" creationId="{E9863FCE-5BBC-0870-A18D-43D2C1CDCE4B}"/>
          </ac:inkMkLst>
        </pc:inkChg>
        <pc:inkChg chg="add mod">
          <ac:chgData name="Mahima Weerasinghe" userId="e11e3f55-42da-4e07-8ead-4d7a1d7ea1c6" providerId="ADAL" clId="{DEC8990C-F1E8-4081-8796-F50D8B9FA883}" dt="2024-10-13T12:27:00.798" v="1628"/>
          <ac:inkMkLst>
            <pc:docMk/>
            <pc:sldMk cId="1547844152" sldId="389"/>
            <ac:inkMk id="36" creationId="{896B9E5D-151B-B612-C18B-A0D8B388136F}"/>
          </ac:inkMkLst>
        </pc:inkChg>
        <pc:inkChg chg="del">
          <ac:chgData name="Mahima Weerasinghe" userId="e11e3f55-42da-4e07-8ead-4d7a1d7ea1c6" providerId="ADAL" clId="{DEC8990C-F1E8-4081-8796-F50D8B9FA883}" dt="2024-10-13T04:21:41.042" v="386" actId="478"/>
          <ac:inkMkLst>
            <pc:docMk/>
            <pc:sldMk cId="1547844152" sldId="389"/>
            <ac:inkMk id="36" creationId="{F4042AB6-6115-81D2-6550-FEE84BDD4184}"/>
          </ac:inkMkLst>
        </pc:inkChg>
        <pc:inkChg chg="add mod">
          <ac:chgData name="Mahima Weerasinghe" userId="e11e3f55-42da-4e07-8ead-4d7a1d7ea1c6" providerId="ADAL" clId="{DEC8990C-F1E8-4081-8796-F50D8B9FA883}" dt="2024-10-13T12:27:00.798" v="1628"/>
          <ac:inkMkLst>
            <pc:docMk/>
            <pc:sldMk cId="1547844152" sldId="389"/>
            <ac:inkMk id="37" creationId="{2219B1B8-CA86-615C-024E-14C7F9884579}"/>
          </ac:inkMkLst>
        </pc:inkChg>
        <pc:inkChg chg="del">
          <ac:chgData name="Mahima Weerasinghe" userId="e11e3f55-42da-4e07-8ead-4d7a1d7ea1c6" providerId="ADAL" clId="{DEC8990C-F1E8-4081-8796-F50D8B9FA883}" dt="2024-10-13T04:21:41.042" v="386" actId="478"/>
          <ac:inkMkLst>
            <pc:docMk/>
            <pc:sldMk cId="1547844152" sldId="389"/>
            <ac:inkMk id="38" creationId="{1D5F8D88-67DB-F532-DB5C-615AA381E3C3}"/>
          </ac:inkMkLst>
        </pc:inkChg>
        <pc:inkChg chg="add mod">
          <ac:chgData name="Mahima Weerasinghe" userId="e11e3f55-42da-4e07-8ead-4d7a1d7ea1c6" providerId="ADAL" clId="{DEC8990C-F1E8-4081-8796-F50D8B9FA883}" dt="2024-10-13T12:27:00.798" v="1628"/>
          <ac:inkMkLst>
            <pc:docMk/>
            <pc:sldMk cId="1547844152" sldId="389"/>
            <ac:inkMk id="38" creationId="{B9A36A10-0BD3-96D7-76D4-B6136E658112}"/>
          </ac:inkMkLst>
        </pc:inkChg>
        <pc:inkChg chg="del">
          <ac:chgData name="Mahima Weerasinghe" userId="e11e3f55-42da-4e07-8ead-4d7a1d7ea1c6" providerId="ADAL" clId="{DEC8990C-F1E8-4081-8796-F50D8B9FA883}" dt="2024-10-13T04:21:41.042" v="386" actId="478"/>
          <ac:inkMkLst>
            <pc:docMk/>
            <pc:sldMk cId="1547844152" sldId="389"/>
            <ac:inkMk id="39" creationId="{C2C9F389-B202-DD1A-D80C-66ADA2DDBC70}"/>
          </ac:inkMkLst>
        </pc:inkChg>
        <pc:inkChg chg="add mod">
          <ac:chgData name="Mahima Weerasinghe" userId="e11e3f55-42da-4e07-8ead-4d7a1d7ea1c6" providerId="ADAL" clId="{DEC8990C-F1E8-4081-8796-F50D8B9FA883}" dt="2024-10-13T12:27:00.798" v="1628"/>
          <ac:inkMkLst>
            <pc:docMk/>
            <pc:sldMk cId="1547844152" sldId="389"/>
            <ac:inkMk id="40" creationId="{3A12CD5E-630F-39DA-85DB-8D56949E1F4F}"/>
          </ac:inkMkLst>
        </pc:inkChg>
        <pc:inkChg chg="del">
          <ac:chgData name="Mahima Weerasinghe" userId="e11e3f55-42da-4e07-8ead-4d7a1d7ea1c6" providerId="ADAL" clId="{DEC8990C-F1E8-4081-8796-F50D8B9FA883}" dt="2024-10-13T04:21:41.042" v="386" actId="478"/>
          <ac:inkMkLst>
            <pc:docMk/>
            <pc:sldMk cId="1547844152" sldId="389"/>
            <ac:inkMk id="40" creationId="{6798F881-CD07-F456-8CF6-53FC090D9685}"/>
          </ac:inkMkLst>
        </pc:inkChg>
        <pc:inkChg chg="del">
          <ac:chgData name="Mahima Weerasinghe" userId="e11e3f55-42da-4e07-8ead-4d7a1d7ea1c6" providerId="ADAL" clId="{DEC8990C-F1E8-4081-8796-F50D8B9FA883}" dt="2024-10-13T04:21:41.042" v="386" actId="478"/>
          <ac:inkMkLst>
            <pc:docMk/>
            <pc:sldMk cId="1547844152" sldId="389"/>
            <ac:inkMk id="41" creationId="{609A2C7E-A874-9FD2-ECFE-B1F5BCABB197}"/>
          </ac:inkMkLst>
        </pc:inkChg>
        <pc:inkChg chg="add mod">
          <ac:chgData name="Mahima Weerasinghe" userId="e11e3f55-42da-4e07-8ead-4d7a1d7ea1c6" providerId="ADAL" clId="{DEC8990C-F1E8-4081-8796-F50D8B9FA883}" dt="2024-10-13T12:27:00.798" v="1628"/>
          <ac:inkMkLst>
            <pc:docMk/>
            <pc:sldMk cId="1547844152" sldId="389"/>
            <ac:inkMk id="41" creationId="{64142817-AD04-DE93-11AE-289ADAC0A922}"/>
          </ac:inkMkLst>
        </pc:inkChg>
        <pc:inkChg chg="del">
          <ac:chgData name="Mahima Weerasinghe" userId="e11e3f55-42da-4e07-8ead-4d7a1d7ea1c6" providerId="ADAL" clId="{DEC8990C-F1E8-4081-8796-F50D8B9FA883}" dt="2024-10-13T04:21:41.042" v="386" actId="478"/>
          <ac:inkMkLst>
            <pc:docMk/>
            <pc:sldMk cId="1547844152" sldId="389"/>
            <ac:inkMk id="42" creationId="{76372E0A-195C-795D-B0E4-F65ECF5BF310}"/>
          </ac:inkMkLst>
        </pc:inkChg>
        <pc:inkChg chg="add">
          <ac:chgData name="Mahima Weerasinghe" userId="e11e3f55-42da-4e07-8ead-4d7a1d7ea1c6" providerId="ADAL" clId="{DEC8990C-F1E8-4081-8796-F50D8B9FA883}" dt="2024-10-13T12:27:02.473" v="1629" actId="9405"/>
          <ac:inkMkLst>
            <pc:docMk/>
            <pc:sldMk cId="1547844152" sldId="389"/>
            <ac:inkMk id="43" creationId="{9FD24FE0-1C07-ACEC-F3DA-2563F5E48DFF}"/>
          </ac:inkMkLst>
        </pc:inkChg>
        <pc:inkChg chg="del">
          <ac:chgData name="Mahima Weerasinghe" userId="e11e3f55-42da-4e07-8ead-4d7a1d7ea1c6" providerId="ADAL" clId="{DEC8990C-F1E8-4081-8796-F50D8B9FA883}" dt="2024-10-13T04:21:41.042" v="386" actId="478"/>
          <ac:inkMkLst>
            <pc:docMk/>
            <pc:sldMk cId="1547844152" sldId="389"/>
            <ac:inkMk id="43" creationId="{D4732165-741D-D2F6-5B27-75A97F447FAB}"/>
          </ac:inkMkLst>
        </pc:inkChg>
        <pc:inkChg chg="add">
          <ac:chgData name="Mahima Weerasinghe" userId="e11e3f55-42da-4e07-8ead-4d7a1d7ea1c6" providerId="ADAL" clId="{DEC8990C-F1E8-4081-8796-F50D8B9FA883}" dt="2024-10-13T12:27:04.869" v="1630" actId="9405"/>
          <ac:inkMkLst>
            <pc:docMk/>
            <pc:sldMk cId="1547844152" sldId="389"/>
            <ac:inkMk id="44" creationId="{1447625D-3BCC-2FE1-556B-50F78D1719FC}"/>
          </ac:inkMkLst>
        </pc:inkChg>
        <pc:inkChg chg="del">
          <ac:chgData name="Mahima Weerasinghe" userId="e11e3f55-42da-4e07-8ead-4d7a1d7ea1c6" providerId="ADAL" clId="{DEC8990C-F1E8-4081-8796-F50D8B9FA883}" dt="2024-10-13T04:21:41.042" v="386" actId="478"/>
          <ac:inkMkLst>
            <pc:docMk/>
            <pc:sldMk cId="1547844152" sldId="389"/>
            <ac:inkMk id="44" creationId="{A3E7CA11-E7A3-C642-98EC-3EA1BE3C974C}"/>
          </ac:inkMkLst>
        </pc:inkChg>
        <pc:inkChg chg="del">
          <ac:chgData name="Mahima Weerasinghe" userId="e11e3f55-42da-4e07-8ead-4d7a1d7ea1c6" providerId="ADAL" clId="{DEC8990C-F1E8-4081-8796-F50D8B9FA883}" dt="2024-10-13T04:21:41.042" v="386" actId="478"/>
          <ac:inkMkLst>
            <pc:docMk/>
            <pc:sldMk cId="1547844152" sldId="389"/>
            <ac:inkMk id="45" creationId="{178990F6-B3AC-51BA-1A01-0D373170627C}"/>
          </ac:inkMkLst>
        </pc:inkChg>
        <pc:inkChg chg="add mod">
          <ac:chgData name="Mahima Weerasinghe" userId="e11e3f55-42da-4e07-8ead-4d7a1d7ea1c6" providerId="ADAL" clId="{DEC8990C-F1E8-4081-8796-F50D8B9FA883}" dt="2024-10-13T12:27:25.797" v="1636"/>
          <ac:inkMkLst>
            <pc:docMk/>
            <pc:sldMk cId="1547844152" sldId="389"/>
            <ac:inkMk id="45" creationId="{67A42CB0-EB90-4477-9AA6-E68975DC0047}"/>
          </ac:inkMkLst>
        </pc:inkChg>
        <pc:inkChg chg="add mod">
          <ac:chgData name="Mahima Weerasinghe" userId="e11e3f55-42da-4e07-8ead-4d7a1d7ea1c6" providerId="ADAL" clId="{DEC8990C-F1E8-4081-8796-F50D8B9FA883}" dt="2024-10-13T12:27:25.797" v="1636"/>
          <ac:inkMkLst>
            <pc:docMk/>
            <pc:sldMk cId="1547844152" sldId="389"/>
            <ac:inkMk id="46" creationId="{422207D3-EE1A-C2C7-EA48-A2D98A5C0EA7}"/>
          </ac:inkMkLst>
        </pc:inkChg>
        <pc:inkChg chg="del">
          <ac:chgData name="Mahima Weerasinghe" userId="e11e3f55-42da-4e07-8ead-4d7a1d7ea1c6" providerId="ADAL" clId="{DEC8990C-F1E8-4081-8796-F50D8B9FA883}" dt="2024-10-13T04:21:41.042" v="386" actId="478"/>
          <ac:inkMkLst>
            <pc:docMk/>
            <pc:sldMk cId="1547844152" sldId="389"/>
            <ac:inkMk id="46" creationId="{AB5FCB22-EA21-CAAB-7BE5-AFD33EC5E821}"/>
          </ac:inkMkLst>
        </pc:inkChg>
        <pc:inkChg chg="del">
          <ac:chgData name="Mahima Weerasinghe" userId="e11e3f55-42da-4e07-8ead-4d7a1d7ea1c6" providerId="ADAL" clId="{DEC8990C-F1E8-4081-8796-F50D8B9FA883}" dt="2024-10-13T04:21:41.042" v="386" actId="478"/>
          <ac:inkMkLst>
            <pc:docMk/>
            <pc:sldMk cId="1547844152" sldId="389"/>
            <ac:inkMk id="47" creationId="{2CCBEC78-F438-5006-BF58-26216B62C027}"/>
          </ac:inkMkLst>
        </pc:inkChg>
        <pc:inkChg chg="add mod">
          <ac:chgData name="Mahima Weerasinghe" userId="e11e3f55-42da-4e07-8ead-4d7a1d7ea1c6" providerId="ADAL" clId="{DEC8990C-F1E8-4081-8796-F50D8B9FA883}" dt="2024-10-13T12:27:25.797" v="1636"/>
          <ac:inkMkLst>
            <pc:docMk/>
            <pc:sldMk cId="1547844152" sldId="389"/>
            <ac:inkMk id="47" creationId="{79F07417-63C2-1028-32B9-5FB247203955}"/>
          </ac:inkMkLst>
        </pc:inkChg>
        <pc:inkChg chg="add mod">
          <ac:chgData name="Mahima Weerasinghe" userId="e11e3f55-42da-4e07-8ead-4d7a1d7ea1c6" providerId="ADAL" clId="{DEC8990C-F1E8-4081-8796-F50D8B9FA883}" dt="2024-10-13T12:27:25.797" v="1636"/>
          <ac:inkMkLst>
            <pc:docMk/>
            <pc:sldMk cId="1547844152" sldId="389"/>
            <ac:inkMk id="48" creationId="{AA7CE8E5-26AE-3EBC-D359-D77921E07C75}"/>
          </ac:inkMkLst>
        </pc:inkChg>
        <pc:inkChg chg="del">
          <ac:chgData name="Mahima Weerasinghe" userId="e11e3f55-42da-4e07-8ead-4d7a1d7ea1c6" providerId="ADAL" clId="{DEC8990C-F1E8-4081-8796-F50D8B9FA883}" dt="2024-10-13T04:21:41.042" v="386" actId="478"/>
          <ac:inkMkLst>
            <pc:docMk/>
            <pc:sldMk cId="1547844152" sldId="389"/>
            <ac:inkMk id="48" creationId="{F995B459-2D51-3B86-85C4-B4E4CF185A44}"/>
          </ac:inkMkLst>
        </pc:inkChg>
        <pc:inkChg chg="add mod">
          <ac:chgData name="Mahima Weerasinghe" userId="e11e3f55-42da-4e07-8ead-4d7a1d7ea1c6" providerId="ADAL" clId="{DEC8990C-F1E8-4081-8796-F50D8B9FA883}" dt="2024-10-13T12:27:25.797" v="1636"/>
          <ac:inkMkLst>
            <pc:docMk/>
            <pc:sldMk cId="1547844152" sldId="389"/>
            <ac:inkMk id="49" creationId="{D9F6734E-D90B-4645-BE00-2B56FCE78827}"/>
          </ac:inkMkLst>
        </pc:inkChg>
        <pc:inkChg chg="del">
          <ac:chgData name="Mahima Weerasinghe" userId="e11e3f55-42da-4e07-8ead-4d7a1d7ea1c6" providerId="ADAL" clId="{DEC8990C-F1E8-4081-8796-F50D8B9FA883}" dt="2024-10-13T04:21:41.042" v="386" actId="478"/>
          <ac:inkMkLst>
            <pc:docMk/>
            <pc:sldMk cId="1547844152" sldId="389"/>
            <ac:inkMk id="49" creationId="{F5B8D8CC-A41B-5FE8-6C46-05A1DCD11A76}"/>
          </ac:inkMkLst>
        </pc:inkChg>
        <pc:inkChg chg="del">
          <ac:chgData name="Mahima Weerasinghe" userId="e11e3f55-42da-4e07-8ead-4d7a1d7ea1c6" providerId="ADAL" clId="{DEC8990C-F1E8-4081-8796-F50D8B9FA883}" dt="2024-10-13T04:21:41.042" v="386" actId="478"/>
          <ac:inkMkLst>
            <pc:docMk/>
            <pc:sldMk cId="1547844152" sldId="389"/>
            <ac:inkMk id="50" creationId="{4753356A-4A62-100B-C689-43497BA1B10A}"/>
          </ac:inkMkLst>
        </pc:inkChg>
        <pc:inkChg chg="del">
          <ac:chgData name="Mahima Weerasinghe" userId="e11e3f55-42da-4e07-8ead-4d7a1d7ea1c6" providerId="ADAL" clId="{DEC8990C-F1E8-4081-8796-F50D8B9FA883}" dt="2024-10-13T04:21:41.042" v="386" actId="478"/>
          <ac:inkMkLst>
            <pc:docMk/>
            <pc:sldMk cId="1547844152" sldId="389"/>
            <ac:inkMk id="51" creationId="{57DA8024-A277-C654-0122-64FDE806DB3C}"/>
          </ac:inkMkLst>
        </pc:inkChg>
        <pc:inkChg chg="del">
          <ac:chgData name="Mahima Weerasinghe" userId="e11e3f55-42da-4e07-8ead-4d7a1d7ea1c6" providerId="ADAL" clId="{DEC8990C-F1E8-4081-8796-F50D8B9FA883}" dt="2024-10-13T04:21:41.042" v="386" actId="478"/>
          <ac:inkMkLst>
            <pc:docMk/>
            <pc:sldMk cId="1547844152" sldId="389"/>
            <ac:inkMk id="52" creationId="{96885B54-12EA-4F6A-C21F-AC7406A5E22A}"/>
          </ac:inkMkLst>
        </pc:inkChg>
        <pc:inkChg chg="del">
          <ac:chgData name="Mahima Weerasinghe" userId="e11e3f55-42da-4e07-8ead-4d7a1d7ea1c6" providerId="ADAL" clId="{DEC8990C-F1E8-4081-8796-F50D8B9FA883}" dt="2024-10-13T04:21:41.042" v="386" actId="478"/>
          <ac:inkMkLst>
            <pc:docMk/>
            <pc:sldMk cId="1547844152" sldId="389"/>
            <ac:inkMk id="57" creationId="{5C477878-62E6-5635-45D1-673DC584E3B6}"/>
          </ac:inkMkLst>
        </pc:inkChg>
        <pc:inkChg chg="del">
          <ac:chgData name="Mahima Weerasinghe" userId="e11e3f55-42da-4e07-8ead-4d7a1d7ea1c6" providerId="ADAL" clId="{DEC8990C-F1E8-4081-8796-F50D8B9FA883}" dt="2024-10-13T04:21:41.042" v="386" actId="478"/>
          <ac:inkMkLst>
            <pc:docMk/>
            <pc:sldMk cId="1547844152" sldId="389"/>
            <ac:inkMk id="58" creationId="{C5C8FE16-3FBF-C5DE-0863-DD2B27187009}"/>
          </ac:inkMkLst>
        </pc:inkChg>
        <pc:inkChg chg="del">
          <ac:chgData name="Mahima Weerasinghe" userId="e11e3f55-42da-4e07-8ead-4d7a1d7ea1c6" providerId="ADAL" clId="{DEC8990C-F1E8-4081-8796-F50D8B9FA883}" dt="2024-10-13T04:21:41.042" v="386" actId="478"/>
          <ac:inkMkLst>
            <pc:docMk/>
            <pc:sldMk cId="1547844152" sldId="389"/>
            <ac:inkMk id="59" creationId="{2A80B60D-08A6-9F2D-D785-988C4C86A22C}"/>
          </ac:inkMkLst>
        </pc:inkChg>
        <pc:inkChg chg="del">
          <ac:chgData name="Mahima Weerasinghe" userId="e11e3f55-42da-4e07-8ead-4d7a1d7ea1c6" providerId="ADAL" clId="{DEC8990C-F1E8-4081-8796-F50D8B9FA883}" dt="2024-10-13T04:21:41.042" v="386" actId="478"/>
          <ac:inkMkLst>
            <pc:docMk/>
            <pc:sldMk cId="1547844152" sldId="389"/>
            <ac:inkMk id="156" creationId="{0C330EE9-6BC8-6512-1FDF-48DFAB495327}"/>
          </ac:inkMkLst>
        </pc:inkChg>
        <pc:inkChg chg="del">
          <ac:chgData name="Mahima Weerasinghe" userId="e11e3f55-42da-4e07-8ead-4d7a1d7ea1c6" providerId="ADAL" clId="{DEC8990C-F1E8-4081-8796-F50D8B9FA883}" dt="2024-10-13T04:21:41.042" v="386" actId="478"/>
          <ac:inkMkLst>
            <pc:docMk/>
            <pc:sldMk cId="1547844152" sldId="389"/>
            <ac:inkMk id="180" creationId="{9041C576-C18C-33AF-18A8-76CF96A298CB}"/>
          </ac:inkMkLst>
        </pc:inkChg>
        <pc:inkChg chg="del">
          <ac:chgData name="Mahima Weerasinghe" userId="e11e3f55-42da-4e07-8ead-4d7a1d7ea1c6" providerId="ADAL" clId="{DEC8990C-F1E8-4081-8796-F50D8B9FA883}" dt="2024-10-13T04:21:41.042" v="386" actId="478"/>
          <ac:inkMkLst>
            <pc:docMk/>
            <pc:sldMk cId="1547844152" sldId="389"/>
            <ac:inkMk id="194" creationId="{E5CC8616-99AB-168F-5926-EA384E792CBB}"/>
          </ac:inkMkLst>
        </pc:inkChg>
        <pc:inkChg chg="del">
          <ac:chgData name="Mahima Weerasinghe" userId="e11e3f55-42da-4e07-8ead-4d7a1d7ea1c6" providerId="ADAL" clId="{DEC8990C-F1E8-4081-8796-F50D8B9FA883}" dt="2024-10-13T04:21:41.042" v="386" actId="478"/>
          <ac:inkMkLst>
            <pc:docMk/>
            <pc:sldMk cId="1547844152" sldId="389"/>
            <ac:inkMk id="203" creationId="{EC4AD776-FA65-4892-2646-F6F4409A646A}"/>
          </ac:inkMkLst>
        </pc:inkChg>
        <pc:inkChg chg="del">
          <ac:chgData name="Mahima Weerasinghe" userId="e11e3f55-42da-4e07-8ead-4d7a1d7ea1c6" providerId="ADAL" clId="{DEC8990C-F1E8-4081-8796-F50D8B9FA883}" dt="2024-10-13T04:21:41.042" v="386" actId="478"/>
          <ac:inkMkLst>
            <pc:docMk/>
            <pc:sldMk cId="1547844152" sldId="389"/>
            <ac:inkMk id="218" creationId="{C7C3331F-98F9-8DB1-EBE5-8658393BA80C}"/>
          </ac:inkMkLst>
        </pc:inkChg>
        <pc:inkChg chg="del">
          <ac:chgData name="Mahima Weerasinghe" userId="e11e3f55-42da-4e07-8ead-4d7a1d7ea1c6" providerId="ADAL" clId="{DEC8990C-F1E8-4081-8796-F50D8B9FA883}" dt="2024-10-13T04:21:41.042" v="386" actId="478"/>
          <ac:inkMkLst>
            <pc:docMk/>
            <pc:sldMk cId="1547844152" sldId="389"/>
            <ac:inkMk id="219" creationId="{3E1B93B7-29A8-86F3-061B-44FEA4E5DA9D}"/>
          </ac:inkMkLst>
        </pc:inkChg>
        <pc:inkChg chg="del">
          <ac:chgData name="Mahima Weerasinghe" userId="e11e3f55-42da-4e07-8ead-4d7a1d7ea1c6" providerId="ADAL" clId="{DEC8990C-F1E8-4081-8796-F50D8B9FA883}" dt="2024-10-13T04:21:41.042" v="386" actId="478"/>
          <ac:inkMkLst>
            <pc:docMk/>
            <pc:sldMk cId="1547844152" sldId="389"/>
            <ac:inkMk id="220" creationId="{24C4AF21-D441-7D2F-2310-9170703BD1BE}"/>
          </ac:inkMkLst>
        </pc:inkChg>
        <pc:inkChg chg="del">
          <ac:chgData name="Mahima Weerasinghe" userId="e11e3f55-42da-4e07-8ead-4d7a1d7ea1c6" providerId="ADAL" clId="{DEC8990C-F1E8-4081-8796-F50D8B9FA883}" dt="2024-10-13T04:21:41.042" v="386" actId="478"/>
          <ac:inkMkLst>
            <pc:docMk/>
            <pc:sldMk cId="1547844152" sldId="389"/>
            <ac:inkMk id="296" creationId="{F5957FDD-E545-136D-54FE-4048538EC969}"/>
          </ac:inkMkLst>
        </pc:inkChg>
        <pc:inkChg chg="del">
          <ac:chgData name="Mahima Weerasinghe" userId="e11e3f55-42da-4e07-8ead-4d7a1d7ea1c6" providerId="ADAL" clId="{DEC8990C-F1E8-4081-8796-F50D8B9FA883}" dt="2024-10-13T04:21:41.042" v="386" actId="478"/>
          <ac:inkMkLst>
            <pc:docMk/>
            <pc:sldMk cId="1547844152" sldId="389"/>
            <ac:inkMk id="297" creationId="{1C72CFD4-91D6-CEBB-BC72-5CB646D88D62}"/>
          </ac:inkMkLst>
        </pc:inkChg>
        <pc:inkChg chg="del">
          <ac:chgData name="Mahima Weerasinghe" userId="e11e3f55-42da-4e07-8ead-4d7a1d7ea1c6" providerId="ADAL" clId="{DEC8990C-F1E8-4081-8796-F50D8B9FA883}" dt="2024-10-13T04:21:41.042" v="386" actId="478"/>
          <ac:inkMkLst>
            <pc:docMk/>
            <pc:sldMk cId="1547844152" sldId="389"/>
            <ac:inkMk id="298" creationId="{F6CCBB3C-466F-780D-3BD8-07DA0FF58561}"/>
          </ac:inkMkLst>
        </pc:inkChg>
        <pc:inkChg chg="del">
          <ac:chgData name="Mahima Weerasinghe" userId="e11e3f55-42da-4e07-8ead-4d7a1d7ea1c6" providerId="ADAL" clId="{DEC8990C-F1E8-4081-8796-F50D8B9FA883}" dt="2024-10-13T04:21:41.042" v="386" actId="478"/>
          <ac:inkMkLst>
            <pc:docMk/>
            <pc:sldMk cId="1547844152" sldId="389"/>
            <ac:inkMk id="340" creationId="{868B7530-44CA-FF3D-63D4-28287FB1C8FF}"/>
          </ac:inkMkLst>
        </pc:inkChg>
        <pc:inkChg chg="del">
          <ac:chgData name="Mahima Weerasinghe" userId="e11e3f55-42da-4e07-8ead-4d7a1d7ea1c6" providerId="ADAL" clId="{DEC8990C-F1E8-4081-8796-F50D8B9FA883}" dt="2024-10-13T04:21:41.042" v="386" actId="478"/>
          <ac:inkMkLst>
            <pc:docMk/>
            <pc:sldMk cId="1547844152" sldId="389"/>
            <ac:inkMk id="420" creationId="{8F904378-4F97-00F7-90A0-42F56DE6194C}"/>
          </ac:inkMkLst>
        </pc:inkChg>
        <pc:inkChg chg="del">
          <ac:chgData name="Mahima Weerasinghe" userId="e11e3f55-42da-4e07-8ead-4d7a1d7ea1c6" providerId="ADAL" clId="{DEC8990C-F1E8-4081-8796-F50D8B9FA883}" dt="2024-10-13T04:21:41.042" v="386" actId="478"/>
          <ac:inkMkLst>
            <pc:docMk/>
            <pc:sldMk cId="1547844152" sldId="389"/>
            <ac:inkMk id="438" creationId="{92BA26C3-099C-5039-9D5A-A7E007B6653F}"/>
          </ac:inkMkLst>
        </pc:inkChg>
      </pc:sldChg>
      <pc:sldChg chg="del">
        <pc:chgData name="Mahima Weerasinghe" userId="e11e3f55-42da-4e07-8ead-4d7a1d7ea1c6" providerId="ADAL" clId="{DEC8990C-F1E8-4081-8796-F50D8B9FA883}" dt="2024-10-13T03:17:05.246" v="217" actId="47"/>
        <pc:sldMkLst>
          <pc:docMk/>
          <pc:sldMk cId="4106278319" sldId="390"/>
        </pc:sldMkLst>
      </pc:sldChg>
      <pc:sldChg chg="addSp delSp modSp new mod">
        <pc:chgData name="Mahima Weerasinghe" userId="e11e3f55-42da-4e07-8ead-4d7a1d7ea1c6" providerId="ADAL" clId="{DEC8990C-F1E8-4081-8796-F50D8B9FA883}" dt="2024-10-13T11:53:26.746" v="1055"/>
        <pc:sldMkLst>
          <pc:docMk/>
          <pc:sldMk cId="483726689" sldId="391"/>
        </pc:sldMkLst>
        <pc:spChg chg="mod">
          <ac:chgData name="Mahima Weerasinghe" userId="e11e3f55-42da-4e07-8ead-4d7a1d7ea1c6" providerId="ADAL" clId="{DEC8990C-F1E8-4081-8796-F50D8B9FA883}" dt="2024-10-13T04:10:06.058" v="249" actId="20577"/>
          <ac:spMkLst>
            <pc:docMk/>
            <pc:sldMk cId="483726689" sldId="391"/>
            <ac:spMk id="2" creationId="{C9DF2226-E355-149F-B840-74AF88AC49FF}"/>
          </ac:spMkLst>
        </pc:spChg>
        <pc:grpChg chg="del mod">
          <ac:chgData name="Mahima Weerasinghe" userId="e11e3f55-42da-4e07-8ead-4d7a1d7ea1c6" providerId="ADAL" clId="{DEC8990C-F1E8-4081-8796-F50D8B9FA883}" dt="2024-10-13T11:52:00.038" v="1007"/>
          <ac:grpSpMkLst>
            <pc:docMk/>
            <pc:sldMk cId="483726689" sldId="391"/>
            <ac:grpSpMk id="16" creationId="{A62A1DBA-8F77-81BD-5E52-E7E476EC6EC9}"/>
          </ac:grpSpMkLst>
        </pc:grpChg>
        <pc:grpChg chg="mod">
          <ac:chgData name="Mahima Weerasinghe" userId="e11e3f55-42da-4e07-8ead-4d7a1d7ea1c6" providerId="ADAL" clId="{DEC8990C-F1E8-4081-8796-F50D8B9FA883}" dt="2024-10-13T11:52:00.038" v="1007"/>
          <ac:grpSpMkLst>
            <pc:docMk/>
            <pc:sldMk cId="483726689" sldId="391"/>
            <ac:grpSpMk id="19" creationId="{A8077127-7668-3743-8ED9-00D6BD4C2342}"/>
          </ac:grpSpMkLst>
        </pc:grpChg>
        <pc:grpChg chg="mod">
          <ac:chgData name="Mahima Weerasinghe" userId="e11e3f55-42da-4e07-8ead-4d7a1d7ea1c6" providerId="ADAL" clId="{DEC8990C-F1E8-4081-8796-F50D8B9FA883}" dt="2024-10-13T11:52:07.260" v="1010"/>
          <ac:grpSpMkLst>
            <pc:docMk/>
            <pc:sldMk cId="483726689" sldId="391"/>
            <ac:grpSpMk id="22" creationId="{2860E0D0-D373-F549-2E6C-F57EDFFD6E6F}"/>
          </ac:grpSpMkLst>
        </pc:grpChg>
        <pc:grpChg chg="mod">
          <ac:chgData name="Mahima Weerasinghe" userId="e11e3f55-42da-4e07-8ead-4d7a1d7ea1c6" providerId="ADAL" clId="{DEC8990C-F1E8-4081-8796-F50D8B9FA883}" dt="2024-10-13T11:52:10.367" v="1013"/>
          <ac:grpSpMkLst>
            <pc:docMk/>
            <pc:sldMk cId="483726689" sldId="391"/>
            <ac:grpSpMk id="25" creationId="{37467B21-1410-B4E8-E15C-75029E0CD4DA}"/>
          </ac:grpSpMkLst>
        </pc:grpChg>
        <pc:grpChg chg="del mod">
          <ac:chgData name="Mahima Weerasinghe" userId="e11e3f55-42da-4e07-8ead-4d7a1d7ea1c6" providerId="ADAL" clId="{DEC8990C-F1E8-4081-8796-F50D8B9FA883}" dt="2024-10-13T11:52:22.718" v="1024"/>
          <ac:grpSpMkLst>
            <pc:docMk/>
            <pc:sldMk cId="483726689" sldId="391"/>
            <ac:grpSpMk id="2051" creationId="{C6D2AF26-E7DC-34FC-D6A1-18FCC40A9B3D}"/>
          </ac:grpSpMkLst>
        </pc:grpChg>
        <pc:grpChg chg="del mod">
          <ac:chgData name="Mahima Weerasinghe" userId="e11e3f55-42da-4e07-8ead-4d7a1d7ea1c6" providerId="ADAL" clId="{DEC8990C-F1E8-4081-8796-F50D8B9FA883}" dt="2024-10-13T11:52:29.476" v="1026"/>
          <ac:grpSpMkLst>
            <pc:docMk/>
            <pc:sldMk cId="483726689" sldId="391"/>
            <ac:grpSpMk id="2053" creationId="{EDEDDAA2-C54E-97F4-8136-C7F0464E75D9}"/>
          </ac:grpSpMkLst>
        </pc:grpChg>
        <pc:grpChg chg="mod">
          <ac:chgData name="Mahima Weerasinghe" userId="e11e3f55-42da-4e07-8ead-4d7a1d7ea1c6" providerId="ADAL" clId="{DEC8990C-F1E8-4081-8796-F50D8B9FA883}" dt="2024-10-13T11:52:29.476" v="1026"/>
          <ac:grpSpMkLst>
            <pc:docMk/>
            <pc:sldMk cId="483726689" sldId="391"/>
            <ac:grpSpMk id="2055" creationId="{08A49E0C-4E49-06F9-078C-AB5FA9D0F795}"/>
          </ac:grpSpMkLst>
        </pc:grpChg>
        <pc:grpChg chg="del mod">
          <ac:chgData name="Mahima Weerasinghe" userId="e11e3f55-42da-4e07-8ead-4d7a1d7ea1c6" providerId="ADAL" clId="{DEC8990C-F1E8-4081-8796-F50D8B9FA883}" dt="2024-10-13T11:52:41.316" v="1033"/>
          <ac:grpSpMkLst>
            <pc:docMk/>
            <pc:sldMk cId="483726689" sldId="391"/>
            <ac:grpSpMk id="2059" creationId="{17BA3329-A8B0-7636-64BA-2F3314EFC3C7}"/>
          </ac:grpSpMkLst>
        </pc:grpChg>
        <pc:grpChg chg="del mod">
          <ac:chgData name="Mahima Weerasinghe" userId="e11e3f55-42da-4e07-8ead-4d7a1d7ea1c6" providerId="ADAL" clId="{DEC8990C-F1E8-4081-8796-F50D8B9FA883}" dt="2024-10-13T11:52:44.792" v="1036"/>
          <ac:grpSpMkLst>
            <pc:docMk/>
            <pc:sldMk cId="483726689" sldId="391"/>
            <ac:grpSpMk id="2062" creationId="{055FF91C-77FD-9A5F-95AA-07EA25E2372B}"/>
          </ac:grpSpMkLst>
        </pc:grpChg>
        <pc:grpChg chg="mod">
          <ac:chgData name="Mahima Weerasinghe" userId="e11e3f55-42da-4e07-8ead-4d7a1d7ea1c6" providerId="ADAL" clId="{DEC8990C-F1E8-4081-8796-F50D8B9FA883}" dt="2024-10-13T11:52:44.792" v="1036"/>
          <ac:grpSpMkLst>
            <pc:docMk/>
            <pc:sldMk cId="483726689" sldId="391"/>
            <ac:grpSpMk id="2065" creationId="{F3FEC1DE-8FC3-93C5-A6F3-80E78CE72798}"/>
          </ac:grpSpMkLst>
        </pc:grpChg>
        <pc:grpChg chg="mod">
          <ac:chgData name="Mahima Weerasinghe" userId="e11e3f55-42da-4e07-8ead-4d7a1d7ea1c6" providerId="ADAL" clId="{DEC8990C-F1E8-4081-8796-F50D8B9FA883}" dt="2024-10-13T11:53:18.450" v="1048"/>
          <ac:grpSpMkLst>
            <pc:docMk/>
            <pc:sldMk cId="483726689" sldId="391"/>
            <ac:grpSpMk id="2077" creationId="{19CA57EB-5899-A917-197E-C63C96F42A35}"/>
          </ac:grpSpMkLst>
        </pc:grpChg>
        <pc:grpChg chg="mod">
          <ac:chgData name="Mahima Weerasinghe" userId="e11e3f55-42da-4e07-8ead-4d7a1d7ea1c6" providerId="ADAL" clId="{DEC8990C-F1E8-4081-8796-F50D8B9FA883}" dt="2024-10-13T11:53:26.746" v="1055"/>
          <ac:grpSpMkLst>
            <pc:docMk/>
            <pc:sldMk cId="483726689" sldId="391"/>
            <ac:grpSpMk id="2084" creationId="{33B76E55-6BFA-C1E9-AE44-FBF30F396834}"/>
          </ac:grpSpMkLst>
        </pc:grpChg>
        <pc:picChg chg="add mod">
          <ac:chgData name="Mahima Weerasinghe" userId="e11e3f55-42da-4e07-8ead-4d7a1d7ea1c6" providerId="ADAL" clId="{DEC8990C-F1E8-4081-8796-F50D8B9FA883}" dt="2024-10-13T04:09:59.669" v="237" actId="1076"/>
          <ac:picMkLst>
            <pc:docMk/>
            <pc:sldMk cId="483726689" sldId="391"/>
            <ac:picMk id="2050" creationId="{9FCE3769-5EF9-A7B1-ACD5-304DA54ABF47}"/>
          </ac:picMkLst>
        </pc:picChg>
        <pc:inkChg chg="add">
          <ac:chgData name="Mahima Weerasinghe" userId="e11e3f55-42da-4e07-8ead-4d7a1d7ea1c6" providerId="ADAL" clId="{DEC8990C-F1E8-4081-8796-F50D8B9FA883}" dt="2024-10-13T11:51:40.523" v="991" actId="9405"/>
          <ac:inkMkLst>
            <pc:docMk/>
            <pc:sldMk cId="483726689" sldId="391"/>
            <ac:inkMk id="3" creationId="{4CC70586-3B08-2C23-8953-35C5A398AACC}"/>
          </ac:inkMkLst>
        </pc:inkChg>
        <pc:inkChg chg="add mod">
          <ac:chgData name="Mahima Weerasinghe" userId="e11e3f55-42da-4e07-8ead-4d7a1d7ea1c6" providerId="ADAL" clId="{DEC8990C-F1E8-4081-8796-F50D8B9FA883}" dt="2024-10-13T11:52:00.038" v="1007"/>
          <ac:inkMkLst>
            <pc:docMk/>
            <pc:sldMk cId="483726689" sldId="391"/>
            <ac:inkMk id="4" creationId="{9EDC7FF8-043A-B326-063E-4B65DAE9C2E5}"/>
          </ac:inkMkLst>
        </pc:inkChg>
        <pc:inkChg chg="add mod">
          <ac:chgData name="Mahima Weerasinghe" userId="e11e3f55-42da-4e07-8ead-4d7a1d7ea1c6" providerId="ADAL" clId="{DEC8990C-F1E8-4081-8796-F50D8B9FA883}" dt="2024-10-13T11:52:00.038" v="1007"/>
          <ac:inkMkLst>
            <pc:docMk/>
            <pc:sldMk cId="483726689" sldId="391"/>
            <ac:inkMk id="5" creationId="{183CF34D-2C60-56D2-374E-D63BCEB866EB}"/>
          </ac:inkMkLst>
        </pc:inkChg>
        <pc:inkChg chg="add mod">
          <ac:chgData name="Mahima Weerasinghe" userId="e11e3f55-42da-4e07-8ead-4d7a1d7ea1c6" providerId="ADAL" clId="{DEC8990C-F1E8-4081-8796-F50D8B9FA883}" dt="2024-10-13T11:52:00.038" v="1007"/>
          <ac:inkMkLst>
            <pc:docMk/>
            <pc:sldMk cId="483726689" sldId="391"/>
            <ac:inkMk id="6" creationId="{263E4CA2-B98E-BCAF-CF31-162AC6523EA2}"/>
          </ac:inkMkLst>
        </pc:inkChg>
        <pc:inkChg chg="add mod">
          <ac:chgData name="Mahima Weerasinghe" userId="e11e3f55-42da-4e07-8ead-4d7a1d7ea1c6" providerId="ADAL" clId="{DEC8990C-F1E8-4081-8796-F50D8B9FA883}" dt="2024-10-13T11:52:00.038" v="1007"/>
          <ac:inkMkLst>
            <pc:docMk/>
            <pc:sldMk cId="483726689" sldId="391"/>
            <ac:inkMk id="7" creationId="{01C32FCA-57B2-3B6D-21C1-0B0038D2A23F}"/>
          </ac:inkMkLst>
        </pc:inkChg>
        <pc:inkChg chg="add mod">
          <ac:chgData name="Mahima Weerasinghe" userId="e11e3f55-42da-4e07-8ead-4d7a1d7ea1c6" providerId="ADAL" clId="{DEC8990C-F1E8-4081-8796-F50D8B9FA883}" dt="2024-10-13T11:52:00.038" v="1007"/>
          <ac:inkMkLst>
            <pc:docMk/>
            <pc:sldMk cId="483726689" sldId="391"/>
            <ac:inkMk id="8" creationId="{DC9DEA88-E6DC-8729-9650-6B741DECBA93}"/>
          </ac:inkMkLst>
        </pc:inkChg>
        <pc:inkChg chg="add mod">
          <ac:chgData name="Mahima Weerasinghe" userId="e11e3f55-42da-4e07-8ead-4d7a1d7ea1c6" providerId="ADAL" clId="{DEC8990C-F1E8-4081-8796-F50D8B9FA883}" dt="2024-10-13T11:52:00.038" v="1007"/>
          <ac:inkMkLst>
            <pc:docMk/>
            <pc:sldMk cId="483726689" sldId="391"/>
            <ac:inkMk id="9" creationId="{61F1B03B-5C7A-F45C-F041-8CA10F3B5C93}"/>
          </ac:inkMkLst>
        </pc:inkChg>
        <pc:inkChg chg="add mod">
          <ac:chgData name="Mahima Weerasinghe" userId="e11e3f55-42da-4e07-8ead-4d7a1d7ea1c6" providerId="ADAL" clId="{DEC8990C-F1E8-4081-8796-F50D8B9FA883}" dt="2024-10-13T11:52:00.038" v="1007"/>
          <ac:inkMkLst>
            <pc:docMk/>
            <pc:sldMk cId="483726689" sldId="391"/>
            <ac:inkMk id="10" creationId="{45C2286C-F954-45EF-5FCE-7819B28D6F6E}"/>
          </ac:inkMkLst>
        </pc:inkChg>
        <pc:inkChg chg="add mod">
          <ac:chgData name="Mahima Weerasinghe" userId="e11e3f55-42da-4e07-8ead-4d7a1d7ea1c6" providerId="ADAL" clId="{DEC8990C-F1E8-4081-8796-F50D8B9FA883}" dt="2024-10-13T11:52:00.038" v="1007"/>
          <ac:inkMkLst>
            <pc:docMk/>
            <pc:sldMk cId="483726689" sldId="391"/>
            <ac:inkMk id="11" creationId="{48861D19-950B-FADD-4607-48676D8AE947}"/>
          </ac:inkMkLst>
        </pc:inkChg>
        <pc:inkChg chg="add mod">
          <ac:chgData name="Mahima Weerasinghe" userId="e11e3f55-42da-4e07-8ead-4d7a1d7ea1c6" providerId="ADAL" clId="{DEC8990C-F1E8-4081-8796-F50D8B9FA883}" dt="2024-10-13T11:52:00.038" v="1007"/>
          <ac:inkMkLst>
            <pc:docMk/>
            <pc:sldMk cId="483726689" sldId="391"/>
            <ac:inkMk id="12" creationId="{B5DE6DA8-6FF6-3F5E-24B7-9E789233F7B2}"/>
          </ac:inkMkLst>
        </pc:inkChg>
        <pc:inkChg chg="add mod">
          <ac:chgData name="Mahima Weerasinghe" userId="e11e3f55-42da-4e07-8ead-4d7a1d7ea1c6" providerId="ADAL" clId="{DEC8990C-F1E8-4081-8796-F50D8B9FA883}" dt="2024-10-13T11:52:00.038" v="1007"/>
          <ac:inkMkLst>
            <pc:docMk/>
            <pc:sldMk cId="483726689" sldId="391"/>
            <ac:inkMk id="13" creationId="{FF06602A-07A1-1591-E178-722CAD6C0F3E}"/>
          </ac:inkMkLst>
        </pc:inkChg>
        <pc:inkChg chg="add mod">
          <ac:chgData name="Mahima Weerasinghe" userId="e11e3f55-42da-4e07-8ead-4d7a1d7ea1c6" providerId="ADAL" clId="{DEC8990C-F1E8-4081-8796-F50D8B9FA883}" dt="2024-10-13T11:52:00.038" v="1007"/>
          <ac:inkMkLst>
            <pc:docMk/>
            <pc:sldMk cId="483726689" sldId="391"/>
            <ac:inkMk id="14" creationId="{43940A7F-036D-117E-D300-8CD6185420CE}"/>
          </ac:inkMkLst>
        </pc:inkChg>
        <pc:inkChg chg="add mod">
          <ac:chgData name="Mahima Weerasinghe" userId="e11e3f55-42da-4e07-8ead-4d7a1d7ea1c6" providerId="ADAL" clId="{DEC8990C-F1E8-4081-8796-F50D8B9FA883}" dt="2024-10-13T11:52:00.038" v="1007"/>
          <ac:inkMkLst>
            <pc:docMk/>
            <pc:sldMk cId="483726689" sldId="391"/>
            <ac:inkMk id="15" creationId="{7EB91FBE-E6F0-E1F2-E771-36541EAC9A96}"/>
          </ac:inkMkLst>
        </pc:inkChg>
        <pc:inkChg chg="add mod">
          <ac:chgData name="Mahima Weerasinghe" userId="e11e3f55-42da-4e07-8ead-4d7a1d7ea1c6" providerId="ADAL" clId="{DEC8990C-F1E8-4081-8796-F50D8B9FA883}" dt="2024-10-13T11:52:00.038" v="1007"/>
          <ac:inkMkLst>
            <pc:docMk/>
            <pc:sldMk cId="483726689" sldId="391"/>
            <ac:inkMk id="17" creationId="{10B367E0-BEB4-D095-E73E-C4AA6F3A78E3}"/>
          </ac:inkMkLst>
        </pc:inkChg>
        <pc:inkChg chg="add mod">
          <ac:chgData name="Mahima Weerasinghe" userId="e11e3f55-42da-4e07-8ead-4d7a1d7ea1c6" providerId="ADAL" clId="{DEC8990C-F1E8-4081-8796-F50D8B9FA883}" dt="2024-10-13T11:52:00.038" v="1007"/>
          <ac:inkMkLst>
            <pc:docMk/>
            <pc:sldMk cId="483726689" sldId="391"/>
            <ac:inkMk id="18" creationId="{59E4FAD7-51E5-3B79-7F8B-71A8A6099C96}"/>
          </ac:inkMkLst>
        </pc:inkChg>
        <pc:inkChg chg="add mod">
          <ac:chgData name="Mahima Weerasinghe" userId="e11e3f55-42da-4e07-8ead-4d7a1d7ea1c6" providerId="ADAL" clId="{DEC8990C-F1E8-4081-8796-F50D8B9FA883}" dt="2024-10-13T11:52:07.260" v="1010"/>
          <ac:inkMkLst>
            <pc:docMk/>
            <pc:sldMk cId="483726689" sldId="391"/>
            <ac:inkMk id="20" creationId="{1D555E73-9185-02CA-28FA-1ACAF1C75778}"/>
          </ac:inkMkLst>
        </pc:inkChg>
        <pc:inkChg chg="add mod">
          <ac:chgData name="Mahima Weerasinghe" userId="e11e3f55-42da-4e07-8ead-4d7a1d7ea1c6" providerId="ADAL" clId="{DEC8990C-F1E8-4081-8796-F50D8B9FA883}" dt="2024-10-13T11:52:07.260" v="1010"/>
          <ac:inkMkLst>
            <pc:docMk/>
            <pc:sldMk cId="483726689" sldId="391"/>
            <ac:inkMk id="21" creationId="{FBA0A418-B9EC-1A0B-3683-FCE70B864C09}"/>
          </ac:inkMkLst>
        </pc:inkChg>
        <pc:inkChg chg="add mod">
          <ac:chgData name="Mahima Weerasinghe" userId="e11e3f55-42da-4e07-8ead-4d7a1d7ea1c6" providerId="ADAL" clId="{DEC8990C-F1E8-4081-8796-F50D8B9FA883}" dt="2024-10-13T11:52:10.367" v="1013"/>
          <ac:inkMkLst>
            <pc:docMk/>
            <pc:sldMk cId="483726689" sldId="391"/>
            <ac:inkMk id="23" creationId="{3E635235-2DEB-0188-FC96-55C70478D5E9}"/>
          </ac:inkMkLst>
        </pc:inkChg>
        <pc:inkChg chg="add mod">
          <ac:chgData name="Mahima Weerasinghe" userId="e11e3f55-42da-4e07-8ead-4d7a1d7ea1c6" providerId="ADAL" clId="{DEC8990C-F1E8-4081-8796-F50D8B9FA883}" dt="2024-10-13T11:52:10.367" v="1013"/>
          <ac:inkMkLst>
            <pc:docMk/>
            <pc:sldMk cId="483726689" sldId="391"/>
            <ac:inkMk id="24" creationId="{D3F69C05-2B1A-14AC-95E1-29298C891F4E}"/>
          </ac:inkMkLst>
        </pc:inkChg>
        <pc:inkChg chg="add">
          <ac:chgData name="Mahima Weerasinghe" userId="e11e3f55-42da-4e07-8ead-4d7a1d7ea1c6" providerId="ADAL" clId="{DEC8990C-F1E8-4081-8796-F50D8B9FA883}" dt="2024-10-13T11:52:13.326" v="1014" actId="9405"/>
          <ac:inkMkLst>
            <pc:docMk/>
            <pc:sldMk cId="483726689" sldId="391"/>
            <ac:inkMk id="26" creationId="{487D84F0-6ADA-B276-BDF0-7A6425E597DB}"/>
          </ac:inkMkLst>
        </pc:inkChg>
        <pc:inkChg chg="add mod">
          <ac:chgData name="Mahima Weerasinghe" userId="e11e3f55-42da-4e07-8ead-4d7a1d7ea1c6" providerId="ADAL" clId="{DEC8990C-F1E8-4081-8796-F50D8B9FA883}" dt="2024-10-13T11:52:29.476" v="1026"/>
          <ac:inkMkLst>
            <pc:docMk/>
            <pc:sldMk cId="483726689" sldId="391"/>
            <ac:inkMk id="27" creationId="{4A342759-90CC-8B54-C56D-DEBF908C699A}"/>
          </ac:inkMkLst>
        </pc:inkChg>
        <pc:inkChg chg="add mod">
          <ac:chgData name="Mahima Weerasinghe" userId="e11e3f55-42da-4e07-8ead-4d7a1d7ea1c6" providerId="ADAL" clId="{DEC8990C-F1E8-4081-8796-F50D8B9FA883}" dt="2024-10-13T11:52:29.476" v="1026"/>
          <ac:inkMkLst>
            <pc:docMk/>
            <pc:sldMk cId="483726689" sldId="391"/>
            <ac:inkMk id="28" creationId="{E136AAF0-CD49-B089-2645-49F501CF79BB}"/>
          </ac:inkMkLst>
        </pc:inkChg>
        <pc:inkChg chg="add mod">
          <ac:chgData name="Mahima Weerasinghe" userId="e11e3f55-42da-4e07-8ead-4d7a1d7ea1c6" providerId="ADAL" clId="{DEC8990C-F1E8-4081-8796-F50D8B9FA883}" dt="2024-10-13T11:52:29.476" v="1026"/>
          <ac:inkMkLst>
            <pc:docMk/>
            <pc:sldMk cId="483726689" sldId="391"/>
            <ac:inkMk id="29" creationId="{D6F2E38F-1FBE-6287-2ABB-DD95BFC26633}"/>
          </ac:inkMkLst>
        </pc:inkChg>
        <pc:inkChg chg="add mod">
          <ac:chgData name="Mahima Weerasinghe" userId="e11e3f55-42da-4e07-8ead-4d7a1d7ea1c6" providerId="ADAL" clId="{DEC8990C-F1E8-4081-8796-F50D8B9FA883}" dt="2024-10-13T11:52:29.476" v="1026"/>
          <ac:inkMkLst>
            <pc:docMk/>
            <pc:sldMk cId="483726689" sldId="391"/>
            <ac:inkMk id="30" creationId="{69560A32-EC2B-67C4-BF20-237105C1EA52}"/>
          </ac:inkMkLst>
        </pc:inkChg>
        <pc:inkChg chg="add mod">
          <ac:chgData name="Mahima Weerasinghe" userId="e11e3f55-42da-4e07-8ead-4d7a1d7ea1c6" providerId="ADAL" clId="{DEC8990C-F1E8-4081-8796-F50D8B9FA883}" dt="2024-10-13T11:52:29.476" v="1026"/>
          <ac:inkMkLst>
            <pc:docMk/>
            <pc:sldMk cId="483726689" sldId="391"/>
            <ac:inkMk id="31" creationId="{65FAC5A0-715A-CDDD-BB21-FA51BFD4004A}"/>
          </ac:inkMkLst>
        </pc:inkChg>
        <pc:inkChg chg="add mod">
          <ac:chgData name="Mahima Weerasinghe" userId="e11e3f55-42da-4e07-8ead-4d7a1d7ea1c6" providerId="ADAL" clId="{DEC8990C-F1E8-4081-8796-F50D8B9FA883}" dt="2024-10-13T11:52:29.476" v="1026"/>
          <ac:inkMkLst>
            <pc:docMk/>
            <pc:sldMk cId="483726689" sldId="391"/>
            <ac:inkMk id="2048" creationId="{73B00C51-C836-20C2-B57C-2C96D7812A2B}"/>
          </ac:inkMkLst>
        </pc:inkChg>
        <pc:inkChg chg="add mod">
          <ac:chgData name="Mahima Weerasinghe" userId="e11e3f55-42da-4e07-8ead-4d7a1d7ea1c6" providerId="ADAL" clId="{DEC8990C-F1E8-4081-8796-F50D8B9FA883}" dt="2024-10-13T11:52:29.476" v="1026"/>
          <ac:inkMkLst>
            <pc:docMk/>
            <pc:sldMk cId="483726689" sldId="391"/>
            <ac:inkMk id="2049" creationId="{2255EC3F-C2B2-0C55-E50C-E3CCED622A03}"/>
          </ac:inkMkLst>
        </pc:inkChg>
        <pc:inkChg chg="add mod">
          <ac:chgData name="Mahima Weerasinghe" userId="e11e3f55-42da-4e07-8ead-4d7a1d7ea1c6" providerId="ADAL" clId="{DEC8990C-F1E8-4081-8796-F50D8B9FA883}" dt="2024-10-13T11:52:29.476" v="1026"/>
          <ac:inkMkLst>
            <pc:docMk/>
            <pc:sldMk cId="483726689" sldId="391"/>
            <ac:inkMk id="2052" creationId="{07786914-7DF8-366F-54E5-94F2472F03D1}"/>
          </ac:inkMkLst>
        </pc:inkChg>
        <pc:inkChg chg="add mod">
          <ac:chgData name="Mahima Weerasinghe" userId="e11e3f55-42da-4e07-8ead-4d7a1d7ea1c6" providerId="ADAL" clId="{DEC8990C-F1E8-4081-8796-F50D8B9FA883}" dt="2024-10-13T11:52:29.476" v="1026"/>
          <ac:inkMkLst>
            <pc:docMk/>
            <pc:sldMk cId="483726689" sldId="391"/>
            <ac:inkMk id="2054" creationId="{FBCB31D2-1609-F1D2-F33D-2FD2E13C3D35}"/>
          </ac:inkMkLst>
        </pc:inkChg>
        <pc:inkChg chg="add">
          <ac:chgData name="Mahima Weerasinghe" userId="e11e3f55-42da-4e07-8ead-4d7a1d7ea1c6" providerId="ADAL" clId="{DEC8990C-F1E8-4081-8796-F50D8B9FA883}" dt="2024-10-13T11:52:31.687" v="1027" actId="9405"/>
          <ac:inkMkLst>
            <pc:docMk/>
            <pc:sldMk cId="483726689" sldId="391"/>
            <ac:inkMk id="2056" creationId="{9B2F2F01-6F49-635E-8096-E0E9CC60169B}"/>
          </ac:inkMkLst>
        </pc:inkChg>
        <pc:inkChg chg="add mod">
          <ac:chgData name="Mahima Weerasinghe" userId="e11e3f55-42da-4e07-8ead-4d7a1d7ea1c6" providerId="ADAL" clId="{DEC8990C-F1E8-4081-8796-F50D8B9FA883}" dt="2024-10-13T11:52:44.792" v="1036"/>
          <ac:inkMkLst>
            <pc:docMk/>
            <pc:sldMk cId="483726689" sldId="391"/>
            <ac:inkMk id="2057" creationId="{945BBDD1-64F4-0256-AFF6-B27F05975649}"/>
          </ac:inkMkLst>
        </pc:inkChg>
        <pc:inkChg chg="add mod">
          <ac:chgData name="Mahima Weerasinghe" userId="e11e3f55-42da-4e07-8ead-4d7a1d7ea1c6" providerId="ADAL" clId="{DEC8990C-F1E8-4081-8796-F50D8B9FA883}" dt="2024-10-13T11:52:44.792" v="1036"/>
          <ac:inkMkLst>
            <pc:docMk/>
            <pc:sldMk cId="483726689" sldId="391"/>
            <ac:inkMk id="2058" creationId="{00889AE8-AA84-4602-5AE5-AF2FBF1217E6}"/>
          </ac:inkMkLst>
        </pc:inkChg>
        <pc:inkChg chg="add mod">
          <ac:chgData name="Mahima Weerasinghe" userId="e11e3f55-42da-4e07-8ead-4d7a1d7ea1c6" providerId="ADAL" clId="{DEC8990C-F1E8-4081-8796-F50D8B9FA883}" dt="2024-10-13T11:52:44.792" v="1036"/>
          <ac:inkMkLst>
            <pc:docMk/>
            <pc:sldMk cId="483726689" sldId="391"/>
            <ac:inkMk id="2060" creationId="{A8AB53F0-DCA2-59D0-2588-1AAE8E6523EA}"/>
          </ac:inkMkLst>
        </pc:inkChg>
        <pc:inkChg chg="add mod">
          <ac:chgData name="Mahima Weerasinghe" userId="e11e3f55-42da-4e07-8ead-4d7a1d7ea1c6" providerId="ADAL" clId="{DEC8990C-F1E8-4081-8796-F50D8B9FA883}" dt="2024-10-13T11:52:44.792" v="1036"/>
          <ac:inkMkLst>
            <pc:docMk/>
            <pc:sldMk cId="483726689" sldId="391"/>
            <ac:inkMk id="2061" creationId="{736A5828-8D33-A88B-15EB-F2EC532E51C4}"/>
          </ac:inkMkLst>
        </pc:inkChg>
        <pc:inkChg chg="add mod">
          <ac:chgData name="Mahima Weerasinghe" userId="e11e3f55-42da-4e07-8ead-4d7a1d7ea1c6" providerId="ADAL" clId="{DEC8990C-F1E8-4081-8796-F50D8B9FA883}" dt="2024-10-13T11:52:44.792" v="1036"/>
          <ac:inkMkLst>
            <pc:docMk/>
            <pc:sldMk cId="483726689" sldId="391"/>
            <ac:inkMk id="2063" creationId="{E38867A5-23E1-5FED-E69E-CA2B81CFCCAD}"/>
          </ac:inkMkLst>
        </pc:inkChg>
        <pc:inkChg chg="add mod">
          <ac:chgData name="Mahima Weerasinghe" userId="e11e3f55-42da-4e07-8ead-4d7a1d7ea1c6" providerId="ADAL" clId="{DEC8990C-F1E8-4081-8796-F50D8B9FA883}" dt="2024-10-13T11:52:44.792" v="1036"/>
          <ac:inkMkLst>
            <pc:docMk/>
            <pc:sldMk cId="483726689" sldId="391"/>
            <ac:inkMk id="2064" creationId="{1505E1EC-E223-3D80-65B7-4CB866CD714C}"/>
          </ac:inkMkLst>
        </pc:inkChg>
        <pc:inkChg chg="add mod">
          <ac:chgData name="Mahima Weerasinghe" userId="e11e3f55-42da-4e07-8ead-4d7a1d7ea1c6" providerId="ADAL" clId="{DEC8990C-F1E8-4081-8796-F50D8B9FA883}" dt="2024-10-13T11:53:18.450" v="1048"/>
          <ac:inkMkLst>
            <pc:docMk/>
            <pc:sldMk cId="483726689" sldId="391"/>
            <ac:inkMk id="2066" creationId="{2232C608-186B-143B-5654-8EA8C307C5C4}"/>
          </ac:inkMkLst>
        </pc:inkChg>
        <pc:inkChg chg="add mod">
          <ac:chgData name="Mahima Weerasinghe" userId="e11e3f55-42da-4e07-8ead-4d7a1d7ea1c6" providerId="ADAL" clId="{DEC8990C-F1E8-4081-8796-F50D8B9FA883}" dt="2024-10-13T11:53:18.450" v="1048"/>
          <ac:inkMkLst>
            <pc:docMk/>
            <pc:sldMk cId="483726689" sldId="391"/>
            <ac:inkMk id="2067" creationId="{826931A9-632D-4341-E42C-A504682E9C4A}"/>
          </ac:inkMkLst>
        </pc:inkChg>
        <pc:inkChg chg="add mod">
          <ac:chgData name="Mahima Weerasinghe" userId="e11e3f55-42da-4e07-8ead-4d7a1d7ea1c6" providerId="ADAL" clId="{DEC8990C-F1E8-4081-8796-F50D8B9FA883}" dt="2024-10-13T11:53:18.450" v="1048"/>
          <ac:inkMkLst>
            <pc:docMk/>
            <pc:sldMk cId="483726689" sldId="391"/>
            <ac:inkMk id="2068" creationId="{B2FC58E1-CC83-964B-5E44-503CADC40F71}"/>
          </ac:inkMkLst>
        </pc:inkChg>
        <pc:inkChg chg="add mod">
          <ac:chgData name="Mahima Weerasinghe" userId="e11e3f55-42da-4e07-8ead-4d7a1d7ea1c6" providerId="ADAL" clId="{DEC8990C-F1E8-4081-8796-F50D8B9FA883}" dt="2024-10-13T11:53:18.450" v="1048"/>
          <ac:inkMkLst>
            <pc:docMk/>
            <pc:sldMk cId="483726689" sldId="391"/>
            <ac:inkMk id="2069" creationId="{47BDB095-CE69-B0CE-BAFD-4D44230128E7}"/>
          </ac:inkMkLst>
        </pc:inkChg>
        <pc:inkChg chg="add mod">
          <ac:chgData name="Mahima Weerasinghe" userId="e11e3f55-42da-4e07-8ead-4d7a1d7ea1c6" providerId="ADAL" clId="{DEC8990C-F1E8-4081-8796-F50D8B9FA883}" dt="2024-10-13T11:53:18.450" v="1048"/>
          <ac:inkMkLst>
            <pc:docMk/>
            <pc:sldMk cId="483726689" sldId="391"/>
            <ac:inkMk id="2070" creationId="{64A5AA29-A9D1-B731-1FA9-D4B18CA5DAB8}"/>
          </ac:inkMkLst>
        </pc:inkChg>
        <pc:inkChg chg="add mod">
          <ac:chgData name="Mahima Weerasinghe" userId="e11e3f55-42da-4e07-8ead-4d7a1d7ea1c6" providerId="ADAL" clId="{DEC8990C-F1E8-4081-8796-F50D8B9FA883}" dt="2024-10-13T11:53:18.450" v="1048"/>
          <ac:inkMkLst>
            <pc:docMk/>
            <pc:sldMk cId="483726689" sldId="391"/>
            <ac:inkMk id="2071" creationId="{AE43061B-D2BA-8F98-4285-7AB5A2F63875}"/>
          </ac:inkMkLst>
        </pc:inkChg>
        <pc:inkChg chg="add mod">
          <ac:chgData name="Mahima Weerasinghe" userId="e11e3f55-42da-4e07-8ead-4d7a1d7ea1c6" providerId="ADAL" clId="{DEC8990C-F1E8-4081-8796-F50D8B9FA883}" dt="2024-10-13T11:53:18.450" v="1048"/>
          <ac:inkMkLst>
            <pc:docMk/>
            <pc:sldMk cId="483726689" sldId="391"/>
            <ac:inkMk id="2072" creationId="{5BC229F5-AC7B-3A7F-65F7-808F7A723DC6}"/>
          </ac:inkMkLst>
        </pc:inkChg>
        <pc:inkChg chg="add mod">
          <ac:chgData name="Mahima Weerasinghe" userId="e11e3f55-42da-4e07-8ead-4d7a1d7ea1c6" providerId="ADAL" clId="{DEC8990C-F1E8-4081-8796-F50D8B9FA883}" dt="2024-10-13T11:53:18.450" v="1048"/>
          <ac:inkMkLst>
            <pc:docMk/>
            <pc:sldMk cId="483726689" sldId="391"/>
            <ac:inkMk id="2073" creationId="{B0F90DC7-FB26-7DB1-6AF3-3E9FD4E3D12B}"/>
          </ac:inkMkLst>
        </pc:inkChg>
        <pc:inkChg chg="add mod">
          <ac:chgData name="Mahima Weerasinghe" userId="e11e3f55-42da-4e07-8ead-4d7a1d7ea1c6" providerId="ADAL" clId="{DEC8990C-F1E8-4081-8796-F50D8B9FA883}" dt="2024-10-13T11:53:18.450" v="1048"/>
          <ac:inkMkLst>
            <pc:docMk/>
            <pc:sldMk cId="483726689" sldId="391"/>
            <ac:inkMk id="2074" creationId="{27AEBB4A-926A-C09D-19CD-35E3E8103F93}"/>
          </ac:inkMkLst>
        </pc:inkChg>
        <pc:inkChg chg="add mod">
          <ac:chgData name="Mahima Weerasinghe" userId="e11e3f55-42da-4e07-8ead-4d7a1d7ea1c6" providerId="ADAL" clId="{DEC8990C-F1E8-4081-8796-F50D8B9FA883}" dt="2024-10-13T11:53:18.450" v="1048"/>
          <ac:inkMkLst>
            <pc:docMk/>
            <pc:sldMk cId="483726689" sldId="391"/>
            <ac:inkMk id="2075" creationId="{C8DC70FE-B327-0FA3-F837-3F4D2891FEED}"/>
          </ac:inkMkLst>
        </pc:inkChg>
        <pc:inkChg chg="add mod">
          <ac:chgData name="Mahima Weerasinghe" userId="e11e3f55-42da-4e07-8ead-4d7a1d7ea1c6" providerId="ADAL" clId="{DEC8990C-F1E8-4081-8796-F50D8B9FA883}" dt="2024-10-13T11:53:18.450" v="1048"/>
          <ac:inkMkLst>
            <pc:docMk/>
            <pc:sldMk cId="483726689" sldId="391"/>
            <ac:inkMk id="2076" creationId="{C09537BF-5394-9BC8-4171-2D5800367111}"/>
          </ac:inkMkLst>
        </pc:inkChg>
        <pc:inkChg chg="add mod">
          <ac:chgData name="Mahima Weerasinghe" userId="e11e3f55-42da-4e07-8ead-4d7a1d7ea1c6" providerId="ADAL" clId="{DEC8990C-F1E8-4081-8796-F50D8B9FA883}" dt="2024-10-13T11:53:26.746" v="1055"/>
          <ac:inkMkLst>
            <pc:docMk/>
            <pc:sldMk cId="483726689" sldId="391"/>
            <ac:inkMk id="2078" creationId="{601AFDA1-49A6-823E-2BB0-956CAC947EA6}"/>
          </ac:inkMkLst>
        </pc:inkChg>
        <pc:inkChg chg="add mod">
          <ac:chgData name="Mahima Weerasinghe" userId="e11e3f55-42da-4e07-8ead-4d7a1d7ea1c6" providerId="ADAL" clId="{DEC8990C-F1E8-4081-8796-F50D8B9FA883}" dt="2024-10-13T11:53:26.746" v="1055"/>
          <ac:inkMkLst>
            <pc:docMk/>
            <pc:sldMk cId="483726689" sldId="391"/>
            <ac:inkMk id="2079" creationId="{77DDE8FE-9CB1-B6EC-22A2-182CDF86600C}"/>
          </ac:inkMkLst>
        </pc:inkChg>
        <pc:inkChg chg="add mod">
          <ac:chgData name="Mahima Weerasinghe" userId="e11e3f55-42da-4e07-8ead-4d7a1d7ea1c6" providerId="ADAL" clId="{DEC8990C-F1E8-4081-8796-F50D8B9FA883}" dt="2024-10-13T11:53:26.746" v="1055"/>
          <ac:inkMkLst>
            <pc:docMk/>
            <pc:sldMk cId="483726689" sldId="391"/>
            <ac:inkMk id="2080" creationId="{ABD9AB70-59BD-B8AD-4E48-E1F170BF2243}"/>
          </ac:inkMkLst>
        </pc:inkChg>
        <pc:inkChg chg="add mod">
          <ac:chgData name="Mahima Weerasinghe" userId="e11e3f55-42da-4e07-8ead-4d7a1d7ea1c6" providerId="ADAL" clId="{DEC8990C-F1E8-4081-8796-F50D8B9FA883}" dt="2024-10-13T11:53:26.746" v="1055"/>
          <ac:inkMkLst>
            <pc:docMk/>
            <pc:sldMk cId="483726689" sldId="391"/>
            <ac:inkMk id="2081" creationId="{756B8F2A-C055-3511-1C3D-86ABFECA5110}"/>
          </ac:inkMkLst>
        </pc:inkChg>
        <pc:inkChg chg="add mod">
          <ac:chgData name="Mahima Weerasinghe" userId="e11e3f55-42da-4e07-8ead-4d7a1d7ea1c6" providerId="ADAL" clId="{DEC8990C-F1E8-4081-8796-F50D8B9FA883}" dt="2024-10-13T11:53:26.746" v="1055"/>
          <ac:inkMkLst>
            <pc:docMk/>
            <pc:sldMk cId="483726689" sldId="391"/>
            <ac:inkMk id="2082" creationId="{EBDFF5EA-ED10-0779-B3B1-8CE6E18900EC}"/>
          </ac:inkMkLst>
        </pc:inkChg>
        <pc:inkChg chg="add mod">
          <ac:chgData name="Mahima Weerasinghe" userId="e11e3f55-42da-4e07-8ead-4d7a1d7ea1c6" providerId="ADAL" clId="{DEC8990C-F1E8-4081-8796-F50D8B9FA883}" dt="2024-10-13T11:53:26.746" v="1055"/>
          <ac:inkMkLst>
            <pc:docMk/>
            <pc:sldMk cId="483726689" sldId="391"/>
            <ac:inkMk id="2083" creationId="{5302297A-842E-FEA1-ACAA-86ADFB6C56C7}"/>
          </ac:inkMkLst>
        </pc:inkChg>
      </pc:sldChg>
      <pc:sldChg chg="addSp delSp modSp new mod">
        <pc:chgData name="Mahima Weerasinghe" userId="e11e3f55-42da-4e07-8ead-4d7a1d7ea1c6" providerId="ADAL" clId="{DEC8990C-F1E8-4081-8796-F50D8B9FA883}" dt="2024-10-13T12:24:14.499" v="1589"/>
        <pc:sldMkLst>
          <pc:docMk/>
          <pc:sldMk cId="3753930777" sldId="392"/>
        </pc:sldMkLst>
        <pc:spChg chg="mod">
          <ac:chgData name="Mahima Weerasinghe" userId="e11e3f55-42da-4e07-8ead-4d7a1d7ea1c6" providerId="ADAL" clId="{DEC8990C-F1E8-4081-8796-F50D8B9FA883}" dt="2024-10-13T04:12:17.016" v="301" actId="20577"/>
          <ac:spMkLst>
            <pc:docMk/>
            <pc:sldMk cId="3753930777" sldId="392"/>
            <ac:spMk id="2" creationId="{0ECD7BE7-F494-CFF3-31C8-6DE2D23C66F6}"/>
          </ac:spMkLst>
        </pc:spChg>
        <pc:spChg chg="add del">
          <ac:chgData name="Mahima Weerasinghe" userId="e11e3f55-42da-4e07-8ead-4d7a1d7ea1c6" providerId="ADAL" clId="{DEC8990C-F1E8-4081-8796-F50D8B9FA883}" dt="2024-10-13T04:14:20.993" v="305" actId="22"/>
          <ac:spMkLst>
            <pc:docMk/>
            <pc:sldMk cId="3753930777" sldId="392"/>
            <ac:spMk id="4" creationId="{4FE3A4DF-BB8A-CA18-9055-C59F2A7CF655}"/>
          </ac:spMkLst>
        </pc:spChg>
        <pc:spChg chg="add mod">
          <ac:chgData name="Mahima Weerasinghe" userId="e11e3f55-42da-4e07-8ead-4d7a1d7ea1c6" providerId="ADAL" clId="{DEC8990C-F1E8-4081-8796-F50D8B9FA883}" dt="2024-10-13T04:14:30.738" v="309" actId="20577"/>
          <ac:spMkLst>
            <pc:docMk/>
            <pc:sldMk cId="3753930777" sldId="392"/>
            <ac:spMk id="6" creationId="{E4D0366A-2F9B-3953-C46E-6D6A71615065}"/>
          </ac:spMkLst>
        </pc:spChg>
        <pc:grpChg chg="del mod">
          <ac:chgData name="Mahima Weerasinghe" userId="e11e3f55-42da-4e07-8ead-4d7a1d7ea1c6" providerId="ADAL" clId="{DEC8990C-F1E8-4081-8796-F50D8B9FA883}" dt="2024-10-13T12:10:25.089" v="1349"/>
          <ac:grpSpMkLst>
            <pc:docMk/>
            <pc:sldMk cId="3753930777" sldId="392"/>
            <ac:grpSpMk id="17" creationId="{DCD02067-B58A-3226-5D8C-60C4970B61D8}"/>
          </ac:grpSpMkLst>
        </pc:grpChg>
        <pc:grpChg chg="del mod">
          <ac:chgData name="Mahima Weerasinghe" userId="e11e3f55-42da-4e07-8ead-4d7a1d7ea1c6" providerId="ADAL" clId="{DEC8990C-F1E8-4081-8796-F50D8B9FA883}" dt="2024-10-13T12:10:25.090" v="1351"/>
          <ac:grpSpMkLst>
            <pc:docMk/>
            <pc:sldMk cId="3753930777" sldId="392"/>
            <ac:grpSpMk id="18" creationId="{5E0C3B5F-7001-D3B0-2F62-EA048B643720}"/>
          </ac:grpSpMkLst>
        </pc:grpChg>
        <pc:grpChg chg="del mod">
          <ac:chgData name="Mahima Weerasinghe" userId="e11e3f55-42da-4e07-8ead-4d7a1d7ea1c6" providerId="ADAL" clId="{DEC8990C-F1E8-4081-8796-F50D8B9FA883}" dt="2024-10-13T12:06:28.565" v="1186"/>
          <ac:grpSpMkLst>
            <pc:docMk/>
            <pc:sldMk cId="3753930777" sldId="392"/>
            <ac:grpSpMk id="26" creationId="{73586824-FBD6-5D8E-1566-C471D09CB409}"/>
          </ac:grpSpMkLst>
        </pc:grpChg>
        <pc:grpChg chg="del mod">
          <ac:chgData name="Mahima Weerasinghe" userId="e11e3f55-42da-4e07-8ead-4d7a1d7ea1c6" providerId="ADAL" clId="{DEC8990C-F1E8-4081-8796-F50D8B9FA883}" dt="2024-10-13T12:06:35.276" v="1188"/>
          <ac:grpSpMkLst>
            <pc:docMk/>
            <pc:sldMk cId="3753930777" sldId="392"/>
            <ac:grpSpMk id="31" creationId="{DEDC2B12-AEEB-ECED-CDF9-6DFB4CF88B9D}"/>
          </ac:grpSpMkLst>
        </pc:grpChg>
        <pc:grpChg chg="del mod">
          <ac:chgData name="Mahima Weerasinghe" userId="e11e3f55-42da-4e07-8ead-4d7a1d7ea1c6" providerId="ADAL" clId="{DEC8990C-F1E8-4081-8796-F50D8B9FA883}" dt="2024-10-13T12:06:52.159" v="1201"/>
          <ac:grpSpMkLst>
            <pc:docMk/>
            <pc:sldMk cId="3753930777" sldId="392"/>
            <ac:grpSpMk id="4097" creationId="{13916A08-9ADE-1F8B-A79C-4CD18009F9AF}"/>
          </ac:grpSpMkLst>
        </pc:grpChg>
        <pc:grpChg chg="del mod">
          <ac:chgData name="Mahima Weerasinghe" userId="e11e3f55-42da-4e07-8ead-4d7a1d7ea1c6" providerId="ADAL" clId="{DEC8990C-F1E8-4081-8796-F50D8B9FA883}" dt="2024-10-13T12:07:30.407" v="1247"/>
          <ac:grpSpMkLst>
            <pc:docMk/>
            <pc:sldMk cId="3753930777" sldId="392"/>
            <ac:grpSpMk id="4111" creationId="{6D0CD1E2-11CD-0FDB-CF29-54D57084D608}"/>
          </ac:grpSpMkLst>
        </pc:grpChg>
        <pc:grpChg chg="del mod">
          <ac:chgData name="Mahima Weerasinghe" userId="e11e3f55-42da-4e07-8ead-4d7a1d7ea1c6" providerId="ADAL" clId="{DEC8990C-F1E8-4081-8796-F50D8B9FA883}" dt="2024-10-13T12:06:59.890" v="1209"/>
          <ac:grpSpMkLst>
            <pc:docMk/>
            <pc:sldMk cId="3753930777" sldId="392"/>
            <ac:grpSpMk id="4114" creationId="{4075FD9A-76F8-34E2-95DD-F61574342F14}"/>
          </ac:grpSpMkLst>
        </pc:grpChg>
        <pc:grpChg chg="del mod">
          <ac:chgData name="Mahima Weerasinghe" userId="e11e3f55-42da-4e07-8ead-4d7a1d7ea1c6" providerId="ADAL" clId="{DEC8990C-F1E8-4081-8796-F50D8B9FA883}" dt="2024-10-13T12:07:04.045" v="1216"/>
          <ac:grpSpMkLst>
            <pc:docMk/>
            <pc:sldMk cId="3753930777" sldId="392"/>
            <ac:grpSpMk id="4119" creationId="{FB51C47F-79E0-C707-27AE-F4D9085B5570}"/>
          </ac:grpSpMkLst>
        </pc:grpChg>
        <pc:grpChg chg="del mod">
          <ac:chgData name="Mahima Weerasinghe" userId="e11e3f55-42da-4e07-8ead-4d7a1d7ea1c6" providerId="ADAL" clId="{DEC8990C-F1E8-4081-8796-F50D8B9FA883}" dt="2024-10-13T12:07:09.491" v="1229"/>
          <ac:grpSpMkLst>
            <pc:docMk/>
            <pc:sldMk cId="3753930777" sldId="392"/>
            <ac:grpSpMk id="4126" creationId="{E78A7878-D1AC-6F9E-5C53-6D1B62E75DED}"/>
          </ac:grpSpMkLst>
        </pc:grpChg>
        <pc:grpChg chg="del mod">
          <ac:chgData name="Mahima Weerasinghe" userId="e11e3f55-42da-4e07-8ead-4d7a1d7ea1c6" providerId="ADAL" clId="{DEC8990C-F1E8-4081-8796-F50D8B9FA883}" dt="2024-10-13T12:07:30.407" v="1247"/>
          <ac:grpSpMkLst>
            <pc:docMk/>
            <pc:sldMk cId="3753930777" sldId="392"/>
            <ac:grpSpMk id="4139" creationId="{C07C71EF-9C35-4E4B-63EA-CA3A6A25A5D1}"/>
          </ac:grpSpMkLst>
        </pc:grpChg>
        <pc:grpChg chg="del mod">
          <ac:chgData name="Mahima Weerasinghe" userId="e11e3f55-42da-4e07-8ead-4d7a1d7ea1c6" providerId="ADAL" clId="{DEC8990C-F1E8-4081-8796-F50D8B9FA883}" dt="2024-10-13T12:07:30.407" v="1247"/>
          <ac:grpSpMkLst>
            <pc:docMk/>
            <pc:sldMk cId="3753930777" sldId="392"/>
            <ac:grpSpMk id="4150" creationId="{FA1C6799-DFB8-FAFA-E4B5-4CBA67F07E77}"/>
          </ac:grpSpMkLst>
        </pc:grpChg>
        <pc:grpChg chg="del mod">
          <ac:chgData name="Mahima Weerasinghe" userId="e11e3f55-42da-4e07-8ead-4d7a1d7ea1c6" providerId="ADAL" clId="{DEC8990C-F1E8-4081-8796-F50D8B9FA883}" dt="2024-10-13T12:07:33.533" v="1252"/>
          <ac:grpSpMkLst>
            <pc:docMk/>
            <pc:sldMk cId="3753930777" sldId="392"/>
            <ac:grpSpMk id="4157" creationId="{CB0893C0-0D9F-5296-42CA-DFFD51D5E005}"/>
          </ac:grpSpMkLst>
        </pc:grpChg>
        <pc:grpChg chg="del mod">
          <ac:chgData name="Mahima Weerasinghe" userId="e11e3f55-42da-4e07-8ead-4d7a1d7ea1c6" providerId="ADAL" clId="{DEC8990C-F1E8-4081-8796-F50D8B9FA883}" dt="2024-10-13T12:08:07.277" v="1275"/>
          <ac:grpSpMkLst>
            <pc:docMk/>
            <pc:sldMk cId="3753930777" sldId="392"/>
            <ac:grpSpMk id="4162" creationId="{B1E81E5A-8BC2-F873-04B5-AB6E9BE41E2C}"/>
          </ac:grpSpMkLst>
        </pc:grpChg>
        <pc:grpChg chg="del mod">
          <ac:chgData name="Mahima Weerasinghe" userId="e11e3f55-42da-4e07-8ead-4d7a1d7ea1c6" providerId="ADAL" clId="{DEC8990C-F1E8-4081-8796-F50D8B9FA883}" dt="2024-10-13T12:08:07.277" v="1275"/>
          <ac:grpSpMkLst>
            <pc:docMk/>
            <pc:sldMk cId="3753930777" sldId="392"/>
            <ac:grpSpMk id="4167" creationId="{4E3A4196-0B18-836E-0F0F-20284D8D0CDD}"/>
          </ac:grpSpMkLst>
        </pc:grpChg>
        <pc:grpChg chg="del mod">
          <ac:chgData name="Mahima Weerasinghe" userId="e11e3f55-42da-4e07-8ead-4d7a1d7ea1c6" providerId="ADAL" clId="{DEC8990C-F1E8-4081-8796-F50D8B9FA883}" dt="2024-10-13T12:08:07.277" v="1275"/>
          <ac:grpSpMkLst>
            <pc:docMk/>
            <pc:sldMk cId="3753930777" sldId="392"/>
            <ac:grpSpMk id="4176" creationId="{7E1BB17C-06F1-FC3C-6B73-24AB1FFE0C7F}"/>
          </ac:grpSpMkLst>
        </pc:grpChg>
        <pc:grpChg chg="del mod">
          <ac:chgData name="Mahima Weerasinghe" userId="e11e3f55-42da-4e07-8ead-4d7a1d7ea1c6" providerId="ADAL" clId="{DEC8990C-F1E8-4081-8796-F50D8B9FA883}" dt="2024-10-13T12:08:09.678" v="1277"/>
          <ac:grpSpMkLst>
            <pc:docMk/>
            <pc:sldMk cId="3753930777" sldId="392"/>
            <ac:grpSpMk id="4185" creationId="{7B686DAF-C035-3E55-AAE4-9877176E8D9E}"/>
          </ac:grpSpMkLst>
        </pc:grpChg>
        <pc:grpChg chg="del mod">
          <ac:chgData name="Mahima Weerasinghe" userId="e11e3f55-42da-4e07-8ead-4d7a1d7ea1c6" providerId="ADAL" clId="{DEC8990C-F1E8-4081-8796-F50D8B9FA883}" dt="2024-10-13T12:08:11.194" v="1280"/>
          <ac:grpSpMkLst>
            <pc:docMk/>
            <pc:sldMk cId="3753930777" sldId="392"/>
            <ac:grpSpMk id="4187" creationId="{0D80BB91-F027-3069-918D-8A3E22627A1A}"/>
          </ac:grpSpMkLst>
        </pc:grpChg>
        <pc:grpChg chg="del mod">
          <ac:chgData name="Mahima Weerasinghe" userId="e11e3f55-42da-4e07-8ead-4d7a1d7ea1c6" providerId="ADAL" clId="{DEC8990C-F1E8-4081-8796-F50D8B9FA883}" dt="2024-10-13T12:08:15.521" v="1283"/>
          <ac:grpSpMkLst>
            <pc:docMk/>
            <pc:sldMk cId="3753930777" sldId="392"/>
            <ac:grpSpMk id="4190" creationId="{0E38F074-841A-431D-16CE-E56485D215B5}"/>
          </ac:grpSpMkLst>
        </pc:grpChg>
        <pc:grpChg chg="del mod">
          <ac:chgData name="Mahima Weerasinghe" userId="e11e3f55-42da-4e07-8ead-4d7a1d7ea1c6" providerId="ADAL" clId="{DEC8990C-F1E8-4081-8796-F50D8B9FA883}" dt="2024-10-13T12:08:18.147" v="1285"/>
          <ac:grpSpMkLst>
            <pc:docMk/>
            <pc:sldMk cId="3753930777" sldId="392"/>
            <ac:grpSpMk id="4193" creationId="{FA7FF8DF-FB65-EF34-6B10-E43EB93506A2}"/>
          </ac:grpSpMkLst>
        </pc:grpChg>
        <pc:grpChg chg="del mod">
          <ac:chgData name="Mahima Weerasinghe" userId="e11e3f55-42da-4e07-8ead-4d7a1d7ea1c6" providerId="ADAL" clId="{DEC8990C-F1E8-4081-8796-F50D8B9FA883}" dt="2024-10-13T12:08:24.999" v="1288"/>
          <ac:grpSpMkLst>
            <pc:docMk/>
            <pc:sldMk cId="3753930777" sldId="392"/>
            <ac:grpSpMk id="4195" creationId="{ACD176A6-3E92-2DD1-199D-F530A1AA2D3F}"/>
          </ac:grpSpMkLst>
        </pc:grpChg>
        <pc:grpChg chg="del mod">
          <ac:chgData name="Mahima Weerasinghe" userId="e11e3f55-42da-4e07-8ead-4d7a1d7ea1c6" providerId="ADAL" clId="{DEC8990C-F1E8-4081-8796-F50D8B9FA883}" dt="2024-10-13T12:08:31.610" v="1294"/>
          <ac:grpSpMkLst>
            <pc:docMk/>
            <pc:sldMk cId="3753930777" sldId="392"/>
            <ac:grpSpMk id="4198" creationId="{8DDA591E-CD8F-EE94-7096-BE7456E030CE}"/>
          </ac:grpSpMkLst>
        </pc:grpChg>
        <pc:grpChg chg="del mod">
          <ac:chgData name="Mahima Weerasinghe" userId="e11e3f55-42da-4e07-8ead-4d7a1d7ea1c6" providerId="ADAL" clId="{DEC8990C-F1E8-4081-8796-F50D8B9FA883}" dt="2024-10-13T12:08:46.310" v="1304"/>
          <ac:grpSpMkLst>
            <pc:docMk/>
            <pc:sldMk cId="3753930777" sldId="392"/>
            <ac:grpSpMk id="4201" creationId="{F725C4EF-DF30-C5E5-B1DC-D42E5FD19439}"/>
          </ac:grpSpMkLst>
        </pc:grpChg>
        <pc:grpChg chg="del mod">
          <ac:chgData name="Mahima Weerasinghe" userId="e11e3f55-42da-4e07-8ead-4d7a1d7ea1c6" providerId="ADAL" clId="{DEC8990C-F1E8-4081-8796-F50D8B9FA883}" dt="2024-10-13T12:10:07.111" v="1324" actId="478"/>
          <ac:grpSpMkLst>
            <pc:docMk/>
            <pc:sldMk cId="3753930777" sldId="392"/>
            <ac:grpSpMk id="4204" creationId="{F12EBB96-2DFF-69F8-2D33-E74969B337DA}"/>
          </ac:grpSpMkLst>
        </pc:grpChg>
        <pc:grpChg chg="del mod">
          <ac:chgData name="Mahima Weerasinghe" userId="e11e3f55-42da-4e07-8ead-4d7a1d7ea1c6" providerId="ADAL" clId="{DEC8990C-F1E8-4081-8796-F50D8B9FA883}" dt="2024-10-13T12:08:41.658" v="1299"/>
          <ac:grpSpMkLst>
            <pc:docMk/>
            <pc:sldMk cId="3753930777" sldId="392"/>
            <ac:grpSpMk id="4207" creationId="{9984023E-F8D9-FB26-0E90-7EBF52B6FD89}"/>
          </ac:grpSpMkLst>
        </pc:grpChg>
        <pc:grpChg chg="del mod">
          <ac:chgData name="Mahima Weerasinghe" userId="e11e3f55-42da-4e07-8ead-4d7a1d7ea1c6" providerId="ADAL" clId="{DEC8990C-F1E8-4081-8796-F50D8B9FA883}" dt="2024-10-13T12:08:46.310" v="1304"/>
          <ac:grpSpMkLst>
            <pc:docMk/>
            <pc:sldMk cId="3753930777" sldId="392"/>
            <ac:grpSpMk id="4209" creationId="{02743832-9DEB-1A82-B785-12D7896FD786}"/>
          </ac:grpSpMkLst>
        </pc:grpChg>
        <pc:grpChg chg="del mod">
          <ac:chgData name="Mahima Weerasinghe" userId="e11e3f55-42da-4e07-8ead-4d7a1d7ea1c6" providerId="ADAL" clId="{DEC8990C-F1E8-4081-8796-F50D8B9FA883}" dt="2024-10-13T12:08:52.563" v="1313"/>
          <ac:grpSpMkLst>
            <pc:docMk/>
            <pc:sldMk cId="3753930777" sldId="392"/>
            <ac:grpSpMk id="4214" creationId="{2F765B49-CBD5-735B-C24E-8CA33F03CF58}"/>
          </ac:grpSpMkLst>
        </pc:grpChg>
        <pc:grpChg chg="del mod">
          <ac:chgData name="Mahima Weerasinghe" userId="e11e3f55-42da-4e07-8ead-4d7a1d7ea1c6" providerId="ADAL" clId="{DEC8990C-F1E8-4081-8796-F50D8B9FA883}" dt="2024-10-13T12:08:52.563" v="1313"/>
          <ac:grpSpMkLst>
            <pc:docMk/>
            <pc:sldMk cId="3753930777" sldId="392"/>
            <ac:grpSpMk id="4218" creationId="{FBEB05FD-8969-4A3A-3A6B-7433F4C31EC2}"/>
          </ac:grpSpMkLst>
        </pc:grpChg>
        <pc:grpChg chg="del mod">
          <ac:chgData name="Mahima Weerasinghe" userId="e11e3f55-42da-4e07-8ead-4d7a1d7ea1c6" providerId="ADAL" clId="{DEC8990C-F1E8-4081-8796-F50D8B9FA883}" dt="2024-10-13T12:10:19.812" v="1339"/>
          <ac:grpSpMkLst>
            <pc:docMk/>
            <pc:sldMk cId="3753930777" sldId="392"/>
            <ac:grpSpMk id="4223" creationId="{ECB2A1E7-2E16-2073-613D-9B69CF6602BF}"/>
          </ac:grpSpMkLst>
        </pc:grpChg>
        <pc:grpChg chg="del mod">
          <ac:chgData name="Mahima Weerasinghe" userId="e11e3f55-42da-4e07-8ead-4d7a1d7ea1c6" providerId="ADAL" clId="{DEC8990C-F1E8-4081-8796-F50D8B9FA883}" dt="2024-10-13T12:10:07.111" v="1324" actId="478"/>
          <ac:grpSpMkLst>
            <pc:docMk/>
            <pc:sldMk cId="3753930777" sldId="392"/>
            <ac:grpSpMk id="4228" creationId="{B67E75F1-1694-FB93-5DA7-5B88CA0DE1A5}"/>
          </ac:grpSpMkLst>
        </pc:grpChg>
        <pc:grpChg chg="del mod">
          <ac:chgData name="Mahima Weerasinghe" userId="e11e3f55-42da-4e07-8ead-4d7a1d7ea1c6" providerId="ADAL" clId="{DEC8990C-F1E8-4081-8796-F50D8B9FA883}" dt="2024-10-13T12:09:55.163" v="1322"/>
          <ac:grpSpMkLst>
            <pc:docMk/>
            <pc:sldMk cId="3753930777" sldId="392"/>
            <ac:grpSpMk id="4230" creationId="{92D6F84D-944B-FCAD-239E-D8157D2468A3}"/>
          </ac:grpSpMkLst>
        </pc:grpChg>
        <pc:grpChg chg="del mod">
          <ac:chgData name="Mahima Weerasinghe" userId="e11e3f55-42da-4e07-8ead-4d7a1d7ea1c6" providerId="ADAL" clId="{DEC8990C-F1E8-4081-8796-F50D8B9FA883}" dt="2024-10-13T12:10:02.621" v="1323" actId="478"/>
          <ac:grpSpMkLst>
            <pc:docMk/>
            <pc:sldMk cId="3753930777" sldId="392"/>
            <ac:grpSpMk id="4232" creationId="{9FE0677D-51E1-B146-E1AC-529E68779133}"/>
          </ac:grpSpMkLst>
        </pc:grpChg>
        <pc:grpChg chg="mod">
          <ac:chgData name="Mahima Weerasinghe" userId="e11e3f55-42da-4e07-8ead-4d7a1d7ea1c6" providerId="ADAL" clId="{DEC8990C-F1E8-4081-8796-F50D8B9FA883}" dt="2024-10-13T12:11:25.129" v="1362"/>
          <ac:grpSpMkLst>
            <pc:docMk/>
            <pc:sldMk cId="3753930777" sldId="392"/>
            <ac:grpSpMk id="4241" creationId="{F3EAE369-4C20-4160-B845-B4409EC9F9A8}"/>
          </ac:grpSpMkLst>
        </pc:grpChg>
        <pc:grpChg chg="del mod">
          <ac:chgData name="Mahima Weerasinghe" userId="e11e3f55-42da-4e07-8ead-4d7a1d7ea1c6" providerId="ADAL" clId="{DEC8990C-F1E8-4081-8796-F50D8B9FA883}" dt="2024-10-13T12:11:35.060" v="1372"/>
          <ac:grpSpMkLst>
            <pc:docMk/>
            <pc:sldMk cId="3753930777" sldId="392"/>
            <ac:grpSpMk id="4247" creationId="{53C193DA-583F-8B7F-9956-35704DED05C5}"/>
          </ac:grpSpMkLst>
        </pc:grpChg>
        <pc:grpChg chg="del mod">
          <ac:chgData name="Mahima Weerasinghe" userId="e11e3f55-42da-4e07-8ead-4d7a1d7ea1c6" providerId="ADAL" clId="{DEC8990C-F1E8-4081-8796-F50D8B9FA883}" dt="2024-10-13T12:11:38.424" v="1376"/>
          <ac:grpSpMkLst>
            <pc:docMk/>
            <pc:sldMk cId="3753930777" sldId="392"/>
            <ac:grpSpMk id="4251" creationId="{E6128867-D995-F9B9-2153-D5B4356F1298}"/>
          </ac:grpSpMkLst>
        </pc:grpChg>
        <pc:grpChg chg="del mod">
          <ac:chgData name="Mahima Weerasinghe" userId="e11e3f55-42da-4e07-8ead-4d7a1d7ea1c6" providerId="ADAL" clId="{DEC8990C-F1E8-4081-8796-F50D8B9FA883}" dt="2024-10-13T12:12:00.036" v="1387"/>
          <ac:grpSpMkLst>
            <pc:docMk/>
            <pc:sldMk cId="3753930777" sldId="392"/>
            <ac:grpSpMk id="4252" creationId="{E3870016-C555-02B3-520A-12DAC537DCAC}"/>
          </ac:grpSpMkLst>
        </pc:grpChg>
        <pc:grpChg chg="del mod">
          <ac:chgData name="Mahima Weerasinghe" userId="e11e3f55-42da-4e07-8ead-4d7a1d7ea1c6" providerId="ADAL" clId="{DEC8990C-F1E8-4081-8796-F50D8B9FA883}" dt="2024-10-13T12:11:40.834" v="1380"/>
          <ac:grpSpMkLst>
            <pc:docMk/>
            <pc:sldMk cId="3753930777" sldId="392"/>
            <ac:grpSpMk id="4256" creationId="{0557C7C1-FE2F-5BDC-6711-1314D5BC8CC0}"/>
          </ac:grpSpMkLst>
        </pc:grpChg>
        <pc:grpChg chg="del mod">
          <ac:chgData name="Mahima Weerasinghe" userId="e11e3f55-42da-4e07-8ead-4d7a1d7ea1c6" providerId="ADAL" clId="{DEC8990C-F1E8-4081-8796-F50D8B9FA883}" dt="2024-10-13T12:12:03.370" v="1393"/>
          <ac:grpSpMkLst>
            <pc:docMk/>
            <pc:sldMk cId="3753930777" sldId="392"/>
            <ac:grpSpMk id="4260" creationId="{2FBEB692-5F2F-35D8-6EB6-B7812B6AF0B2}"/>
          </ac:grpSpMkLst>
        </pc:grpChg>
        <pc:grpChg chg="del mod">
          <ac:chgData name="Mahima Weerasinghe" userId="e11e3f55-42da-4e07-8ead-4d7a1d7ea1c6" providerId="ADAL" clId="{DEC8990C-F1E8-4081-8796-F50D8B9FA883}" dt="2024-10-13T12:12:03.370" v="1393"/>
          <ac:grpSpMkLst>
            <pc:docMk/>
            <pc:sldMk cId="3753930777" sldId="392"/>
            <ac:grpSpMk id="4263" creationId="{C9FEC91B-53CB-198F-2481-FAB26A15133F}"/>
          </ac:grpSpMkLst>
        </pc:grpChg>
        <pc:grpChg chg="del mod">
          <ac:chgData name="Mahima Weerasinghe" userId="e11e3f55-42da-4e07-8ead-4d7a1d7ea1c6" providerId="ADAL" clId="{DEC8990C-F1E8-4081-8796-F50D8B9FA883}" dt="2024-10-13T12:12:03.370" v="1393"/>
          <ac:grpSpMkLst>
            <pc:docMk/>
            <pc:sldMk cId="3753930777" sldId="392"/>
            <ac:grpSpMk id="4267" creationId="{37D419AB-E332-C0A6-7268-8B4C2B11488B}"/>
          </ac:grpSpMkLst>
        </pc:grpChg>
        <pc:grpChg chg="mod">
          <ac:chgData name="Mahima Weerasinghe" userId="e11e3f55-42da-4e07-8ead-4d7a1d7ea1c6" providerId="ADAL" clId="{DEC8990C-F1E8-4081-8796-F50D8B9FA883}" dt="2024-10-13T12:12:03.370" v="1393"/>
          <ac:grpSpMkLst>
            <pc:docMk/>
            <pc:sldMk cId="3753930777" sldId="392"/>
            <ac:grpSpMk id="4273" creationId="{0EA0FFA9-F1EA-028A-0846-F836EEF6CF05}"/>
          </ac:grpSpMkLst>
        </pc:grpChg>
        <pc:grpChg chg="mod">
          <ac:chgData name="Mahima Weerasinghe" userId="e11e3f55-42da-4e07-8ead-4d7a1d7ea1c6" providerId="ADAL" clId="{DEC8990C-F1E8-4081-8796-F50D8B9FA883}" dt="2024-10-13T12:12:28.771" v="1406"/>
          <ac:grpSpMkLst>
            <pc:docMk/>
            <pc:sldMk cId="3753930777" sldId="392"/>
            <ac:grpSpMk id="4286" creationId="{41CFE81F-DD98-16A9-8AE1-8EFDA3A18425}"/>
          </ac:grpSpMkLst>
        </pc:grpChg>
        <pc:grpChg chg="mod">
          <ac:chgData name="Mahima Weerasinghe" userId="e11e3f55-42da-4e07-8ead-4d7a1d7ea1c6" providerId="ADAL" clId="{DEC8990C-F1E8-4081-8796-F50D8B9FA883}" dt="2024-10-13T12:12:46.196" v="1411"/>
          <ac:grpSpMkLst>
            <pc:docMk/>
            <pc:sldMk cId="3753930777" sldId="392"/>
            <ac:grpSpMk id="4291" creationId="{25C0B699-512C-E38D-7BAD-151CAA68A5E7}"/>
          </ac:grpSpMkLst>
        </pc:grpChg>
        <pc:grpChg chg="mod">
          <ac:chgData name="Mahima Weerasinghe" userId="e11e3f55-42da-4e07-8ead-4d7a1d7ea1c6" providerId="ADAL" clId="{DEC8990C-F1E8-4081-8796-F50D8B9FA883}" dt="2024-10-13T12:14:23.732" v="1416"/>
          <ac:grpSpMkLst>
            <pc:docMk/>
            <pc:sldMk cId="3753930777" sldId="392"/>
            <ac:grpSpMk id="4296" creationId="{E62D6C6A-C9DD-6A39-EB13-B4B3CB156468}"/>
          </ac:grpSpMkLst>
        </pc:grpChg>
        <pc:grpChg chg="del mod">
          <ac:chgData name="Mahima Weerasinghe" userId="e11e3f55-42da-4e07-8ead-4d7a1d7ea1c6" providerId="ADAL" clId="{DEC8990C-F1E8-4081-8796-F50D8B9FA883}" dt="2024-10-13T12:17:16.433" v="1511"/>
          <ac:grpSpMkLst>
            <pc:docMk/>
            <pc:sldMk cId="3753930777" sldId="392"/>
            <ac:grpSpMk id="4325" creationId="{67D12F5E-608D-09BA-FF1A-F7CA2A554C5C}"/>
          </ac:grpSpMkLst>
        </pc:grpChg>
        <pc:grpChg chg="del mod">
          <ac:chgData name="Mahima Weerasinghe" userId="e11e3f55-42da-4e07-8ead-4d7a1d7ea1c6" providerId="ADAL" clId="{DEC8990C-F1E8-4081-8796-F50D8B9FA883}" dt="2024-10-13T12:15:23.863" v="1460"/>
          <ac:grpSpMkLst>
            <pc:docMk/>
            <pc:sldMk cId="3753930777" sldId="392"/>
            <ac:grpSpMk id="4336" creationId="{3EAA7068-8087-968A-16C7-FC52163D0A6A}"/>
          </ac:grpSpMkLst>
        </pc:grpChg>
        <pc:grpChg chg="mod">
          <ac:chgData name="Mahima Weerasinghe" userId="e11e3f55-42da-4e07-8ead-4d7a1d7ea1c6" providerId="ADAL" clId="{DEC8990C-F1E8-4081-8796-F50D8B9FA883}" dt="2024-10-13T12:15:22.393" v="1456"/>
          <ac:grpSpMkLst>
            <pc:docMk/>
            <pc:sldMk cId="3753930777" sldId="392"/>
            <ac:grpSpMk id="4337" creationId="{5C9F0CA5-9BF5-3DA5-62D1-D892449EFC94}"/>
          </ac:grpSpMkLst>
        </pc:grpChg>
        <pc:grpChg chg="del mod">
          <ac:chgData name="Mahima Weerasinghe" userId="e11e3f55-42da-4e07-8ead-4d7a1d7ea1c6" providerId="ADAL" clId="{DEC8990C-F1E8-4081-8796-F50D8B9FA883}" dt="2024-10-13T12:15:27.738" v="1469"/>
          <ac:grpSpMkLst>
            <pc:docMk/>
            <pc:sldMk cId="3753930777" sldId="392"/>
            <ac:grpSpMk id="4341" creationId="{68E39D7B-85FD-3531-25F9-8E05B2EEBE00}"/>
          </ac:grpSpMkLst>
        </pc:grpChg>
        <pc:grpChg chg="del mod">
          <ac:chgData name="Mahima Weerasinghe" userId="e11e3f55-42da-4e07-8ead-4d7a1d7ea1c6" providerId="ADAL" clId="{DEC8990C-F1E8-4081-8796-F50D8B9FA883}" dt="2024-10-13T12:21:25.794" v="1554"/>
          <ac:grpSpMkLst>
            <pc:docMk/>
            <pc:sldMk cId="3753930777" sldId="392"/>
            <ac:grpSpMk id="4350" creationId="{51D49F3B-98E7-7CA4-C274-3C632B33285B}"/>
          </ac:grpSpMkLst>
        </pc:grpChg>
        <pc:grpChg chg="mod">
          <ac:chgData name="Mahima Weerasinghe" userId="e11e3f55-42da-4e07-8ead-4d7a1d7ea1c6" providerId="ADAL" clId="{DEC8990C-F1E8-4081-8796-F50D8B9FA883}" dt="2024-10-13T12:15:48.448" v="1474"/>
          <ac:grpSpMkLst>
            <pc:docMk/>
            <pc:sldMk cId="3753930777" sldId="392"/>
            <ac:grpSpMk id="4355" creationId="{81CDEF86-6809-E7BB-AD87-C492C8321B3D}"/>
          </ac:grpSpMkLst>
        </pc:grpChg>
        <pc:grpChg chg="mod">
          <ac:chgData name="Mahima Weerasinghe" userId="e11e3f55-42da-4e07-8ead-4d7a1d7ea1c6" providerId="ADAL" clId="{DEC8990C-F1E8-4081-8796-F50D8B9FA883}" dt="2024-10-13T12:16:41.087" v="1488"/>
          <ac:grpSpMkLst>
            <pc:docMk/>
            <pc:sldMk cId="3753930777" sldId="392"/>
            <ac:grpSpMk id="4369" creationId="{853B9963-E618-F4BD-7C86-E420D36174C7}"/>
          </ac:grpSpMkLst>
        </pc:grpChg>
        <pc:grpChg chg="mod">
          <ac:chgData name="Mahima Weerasinghe" userId="e11e3f55-42da-4e07-8ead-4d7a1d7ea1c6" providerId="ADAL" clId="{DEC8990C-F1E8-4081-8796-F50D8B9FA883}" dt="2024-10-13T12:16:41.087" v="1488"/>
          <ac:grpSpMkLst>
            <pc:docMk/>
            <pc:sldMk cId="3753930777" sldId="392"/>
            <ac:grpSpMk id="4370" creationId="{21C08823-F0E6-3291-27EB-25E7E2E8C283}"/>
          </ac:grpSpMkLst>
        </pc:grpChg>
        <pc:grpChg chg="del mod">
          <ac:chgData name="Mahima Weerasinghe" userId="e11e3f55-42da-4e07-8ead-4d7a1d7ea1c6" providerId="ADAL" clId="{DEC8990C-F1E8-4081-8796-F50D8B9FA883}" dt="2024-10-13T12:17:07.779" v="1506"/>
          <ac:grpSpMkLst>
            <pc:docMk/>
            <pc:sldMk cId="3753930777" sldId="392"/>
            <ac:grpSpMk id="4375" creationId="{4079D620-5672-0857-4A5A-8650E620663D}"/>
          </ac:grpSpMkLst>
        </pc:grpChg>
        <pc:grpChg chg="del mod">
          <ac:chgData name="Mahima Weerasinghe" userId="e11e3f55-42da-4e07-8ead-4d7a1d7ea1c6" providerId="ADAL" clId="{DEC8990C-F1E8-4081-8796-F50D8B9FA883}" dt="2024-10-13T12:17:13.073" v="1508"/>
          <ac:grpSpMkLst>
            <pc:docMk/>
            <pc:sldMk cId="3753930777" sldId="392"/>
            <ac:grpSpMk id="4388" creationId="{261A73F1-EB56-68F5-F788-BEDE9748B803}"/>
          </ac:grpSpMkLst>
        </pc:grpChg>
        <pc:grpChg chg="mod">
          <ac:chgData name="Mahima Weerasinghe" userId="e11e3f55-42da-4e07-8ead-4d7a1d7ea1c6" providerId="ADAL" clId="{DEC8990C-F1E8-4081-8796-F50D8B9FA883}" dt="2024-10-13T12:17:13.073" v="1508"/>
          <ac:grpSpMkLst>
            <pc:docMk/>
            <pc:sldMk cId="3753930777" sldId="392"/>
            <ac:grpSpMk id="4390" creationId="{E0A08472-D35B-531C-930D-0E5C0BD39D48}"/>
          </ac:grpSpMkLst>
        </pc:grpChg>
        <pc:grpChg chg="mod">
          <ac:chgData name="Mahima Weerasinghe" userId="e11e3f55-42da-4e07-8ead-4d7a1d7ea1c6" providerId="ADAL" clId="{DEC8990C-F1E8-4081-8796-F50D8B9FA883}" dt="2024-10-13T12:17:16.433" v="1511"/>
          <ac:grpSpMkLst>
            <pc:docMk/>
            <pc:sldMk cId="3753930777" sldId="392"/>
            <ac:grpSpMk id="4393" creationId="{DD818655-7D4E-65C4-4400-E1375C04A6E2}"/>
          </ac:grpSpMkLst>
        </pc:grpChg>
        <pc:grpChg chg="del mod">
          <ac:chgData name="Mahima Weerasinghe" userId="e11e3f55-42da-4e07-8ead-4d7a1d7ea1c6" providerId="ADAL" clId="{DEC8990C-F1E8-4081-8796-F50D8B9FA883}" dt="2024-10-13T12:20:06.118" v="1522"/>
          <ac:grpSpMkLst>
            <pc:docMk/>
            <pc:sldMk cId="3753930777" sldId="392"/>
            <ac:grpSpMk id="4398" creationId="{EBF7FF77-4800-4125-8E95-A825D615FD4D}"/>
          </ac:grpSpMkLst>
        </pc:grpChg>
        <pc:grpChg chg="del mod">
          <ac:chgData name="Mahima Weerasinghe" userId="e11e3f55-42da-4e07-8ead-4d7a1d7ea1c6" providerId="ADAL" clId="{DEC8990C-F1E8-4081-8796-F50D8B9FA883}" dt="2024-10-13T12:20:06.660" v="1524"/>
          <ac:grpSpMkLst>
            <pc:docMk/>
            <pc:sldMk cId="3753930777" sldId="392"/>
            <ac:grpSpMk id="4404" creationId="{27D0B42A-028E-BE25-43EA-3A6F24265197}"/>
          </ac:grpSpMkLst>
        </pc:grpChg>
        <pc:grpChg chg="del mod">
          <ac:chgData name="Mahima Weerasinghe" userId="e11e3f55-42da-4e07-8ead-4d7a1d7ea1c6" providerId="ADAL" clId="{DEC8990C-F1E8-4081-8796-F50D8B9FA883}" dt="2024-10-13T12:20:18.565" v="1529"/>
          <ac:grpSpMkLst>
            <pc:docMk/>
            <pc:sldMk cId="3753930777" sldId="392"/>
            <ac:grpSpMk id="4406" creationId="{FFB402B9-8DF5-36EA-02D7-2E40557B8251}"/>
          </ac:grpSpMkLst>
        </pc:grpChg>
        <pc:grpChg chg="del mod">
          <ac:chgData name="Mahima Weerasinghe" userId="e11e3f55-42da-4e07-8ead-4d7a1d7ea1c6" providerId="ADAL" clId="{DEC8990C-F1E8-4081-8796-F50D8B9FA883}" dt="2024-10-13T12:20:22.987" v="1537"/>
          <ac:grpSpMkLst>
            <pc:docMk/>
            <pc:sldMk cId="3753930777" sldId="392"/>
            <ac:grpSpMk id="4411" creationId="{004EAB72-ED8D-7755-E835-83D7177DDF6F}"/>
          </ac:grpSpMkLst>
        </pc:grpChg>
        <pc:grpChg chg="mod">
          <ac:chgData name="Mahima Weerasinghe" userId="e11e3f55-42da-4e07-8ead-4d7a1d7ea1c6" providerId="ADAL" clId="{DEC8990C-F1E8-4081-8796-F50D8B9FA883}" dt="2024-10-13T12:20:22.987" v="1537"/>
          <ac:grpSpMkLst>
            <pc:docMk/>
            <pc:sldMk cId="3753930777" sldId="392"/>
            <ac:grpSpMk id="4419" creationId="{25CAC669-8BC3-A9DA-669C-70929F9519BD}"/>
          </ac:grpSpMkLst>
        </pc:grpChg>
        <pc:grpChg chg="mod">
          <ac:chgData name="Mahima Weerasinghe" userId="e11e3f55-42da-4e07-8ead-4d7a1d7ea1c6" providerId="ADAL" clId="{DEC8990C-F1E8-4081-8796-F50D8B9FA883}" dt="2024-10-13T12:20:49.494" v="1539"/>
          <ac:grpSpMkLst>
            <pc:docMk/>
            <pc:sldMk cId="3753930777" sldId="392"/>
            <ac:grpSpMk id="4421" creationId="{5DA7482C-9C53-7F34-AD5E-2F801454FD15}"/>
          </ac:grpSpMkLst>
        </pc:grpChg>
        <pc:grpChg chg="mod">
          <ac:chgData name="Mahima Weerasinghe" userId="e11e3f55-42da-4e07-8ead-4d7a1d7ea1c6" providerId="ADAL" clId="{DEC8990C-F1E8-4081-8796-F50D8B9FA883}" dt="2024-10-13T12:20:58.051" v="1546"/>
          <ac:grpSpMkLst>
            <pc:docMk/>
            <pc:sldMk cId="3753930777" sldId="392"/>
            <ac:grpSpMk id="4428" creationId="{6D9BDF89-3D41-B830-CD43-ACCE5E7F0113}"/>
          </ac:grpSpMkLst>
        </pc:grpChg>
        <pc:grpChg chg="mod">
          <ac:chgData name="Mahima Weerasinghe" userId="e11e3f55-42da-4e07-8ead-4d7a1d7ea1c6" providerId="ADAL" clId="{DEC8990C-F1E8-4081-8796-F50D8B9FA883}" dt="2024-10-13T12:21:25.794" v="1554"/>
          <ac:grpSpMkLst>
            <pc:docMk/>
            <pc:sldMk cId="3753930777" sldId="392"/>
            <ac:grpSpMk id="4436" creationId="{F8DAC312-1FA1-0E9E-E9FC-5180315C1A40}"/>
          </ac:grpSpMkLst>
        </pc:grpChg>
        <pc:grpChg chg="mod">
          <ac:chgData name="Mahima Weerasinghe" userId="e11e3f55-42da-4e07-8ead-4d7a1d7ea1c6" providerId="ADAL" clId="{DEC8990C-F1E8-4081-8796-F50D8B9FA883}" dt="2024-10-13T12:21:42.087" v="1557"/>
          <ac:grpSpMkLst>
            <pc:docMk/>
            <pc:sldMk cId="3753930777" sldId="392"/>
            <ac:grpSpMk id="4439" creationId="{04F07863-F771-D7A3-96C7-85704C0A6AA0}"/>
          </ac:grpSpMkLst>
        </pc:grpChg>
        <pc:grpChg chg="mod">
          <ac:chgData name="Mahima Weerasinghe" userId="e11e3f55-42da-4e07-8ead-4d7a1d7ea1c6" providerId="ADAL" clId="{DEC8990C-F1E8-4081-8796-F50D8B9FA883}" dt="2024-10-13T12:23:31.179" v="1561"/>
          <ac:grpSpMkLst>
            <pc:docMk/>
            <pc:sldMk cId="3753930777" sldId="392"/>
            <ac:grpSpMk id="4443" creationId="{34B57D6C-565F-716F-2139-8F05B0204925}"/>
          </ac:grpSpMkLst>
        </pc:grpChg>
        <pc:grpChg chg="mod">
          <ac:chgData name="Mahima Weerasinghe" userId="e11e3f55-42da-4e07-8ead-4d7a1d7ea1c6" providerId="ADAL" clId="{DEC8990C-F1E8-4081-8796-F50D8B9FA883}" dt="2024-10-13T12:23:38.677" v="1576"/>
          <ac:grpSpMkLst>
            <pc:docMk/>
            <pc:sldMk cId="3753930777" sldId="392"/>
            <ac:grpSpMk id="4458" creationId="{EAB7C6F1-EF8F-5800-98BD-3F8A372060B1}"/>
          </ac:grpSpMkLst>
        </pc:grpChg>
        <pc:grpChg chg="mod">
          <ac:chgData name="Mahima Weerasinghe" userId="e11e3f55-42da-4e07-8ead-4d7a1d7ea1c6" providerId="ADAL" clId="{DEC8990C-F1E8-4081-8796-F50D8B9FA883}" dt="2024-10-13T12:23:38.677" v="1576"/>
          <ac:grpSpMkLst>
            <pc:docMk/>
            <pc:sldMk cId="3753930777" sldId="392"/>
            <ac:grpSpMk id="4459" creationId="{DC4C4F0A-872A-2BB8-5893-A1D23766560B}"/>
          </ac:grpSpMkLst>
        </pc:grpChg>
        <pc:grpChg chg="mod">
          <ac:chgData name="Mahima Weerasinghe" userId="e11e3f55-42da-4e07-8ead-4d7a1d7ea1c6" providerId="ADAL" clId="{DEC8990C-F1E8-4081-8796-F50D8B9FA883}" dt="2024-10-13T12:23:38.677" v="1576"/>
          <ac:grpSpMkLst>
            <pc:docMk/>
            <pc:sldMk cId="3753930777" sldId="392"/>
            <ac:grpSpMk id="4460" creationId="{564CF67E-C0C9-7E99-7305-CAB02B36C6A9}"/>
          </ac:grpSpMkLst>
        </pc:grpChg>
        <pc:grpChg chg="del mod">
          <ac:chgData name="Mahima Weerasinghe" userId="e11e3f55-42da-4e07-8ead-4d7a1d7ea1c6" providerId="ADAL" clId="{DEC8990C-F1E8-4081-8796-F50D8B9FA883}" dt="2024-10-13T12:23:50.868" v="1586"/>
          <ac:grpSpMkLst>
            <pc:docMk/>
            <pc:sldMk cId="3753930777" sldId="392"/>
            <ac:grpSpMk id="4468" creationId="{BD9FEE4B-DC62-5056-5B17-30E0FAA6FEB1}"/>
          </ac:grpSpMkLst>
        </pc:grpChg>
        <pc:grpChg chg="mod">
          <ac:chgData name="Mahima Weerasinghe" userId="e11e3f55-42da-4e07-8ead-4d7a1d7ea1c6" providerId="ADAL" clId="{DEC8990C-F1E8-4081-8796-F50D8B9FA883}" dt="2024-10-13T12:23:50.349" v="1584"/>
          <ac:grpSpMkLst>
            <pc:docMk/>
            <pc:sldMk cId="3753930777" sldId="392"/>
            <ac:grpSpMk id="4469" creationId="{C4F533D8-0B50-C7A5-6015-C40A54F62F90}"/>
          </ac:grpSpMkLst>
        </pc:grpChg>
        <pc:grpChg chg="mod">
          <ac:chgData name="Mahima Weerasinghe" userId="e11e3f55-42da-4e07-8ead-4d7a1d7ea1c6" providerId="ADAL" clId="{DEC8990C-F1E8-4081-8796-F50D8B9FA883}" dt="2024-10-13T12:23:50.868" v="1586"/>
          <ac:grpSpMkLst>
            <pc:docMk/>
            <pc:sldMk cId="3753930777" sldId="392"/>
            <ac:grpSpMk id="4471" creationId="{829D5814-FA8B-3CB6-41CD-00DF4F507B69}"/>
          </ac:grpSpMkLst>
        </pc:grpChg>
        <pc:grpChg chg="mod">
          <ac:chgData name="Mahima Weerasinghe" userId="e11e3f55-42da-4e07-8ead-4d7a1d7ea1c6" providerId="ADAL" clId="{DEC8990C-F1E8-4081-8796-F50D8B9FA883}" dt="2024-10-13T12:24:14.499" v="1589"/>
          <ac:grpSpMkLst>
            <pc:docMk/>
            <pc:sldMk cId="3753930777" sldId="392"/>
            <ac:grpSpMk id="4474" creationId="{D4FE2C2A-EE64-2A5F-6BA4-8A250CB63EDB}"/>
          </ac:grpSpMkLst>
        </pc:grpChg>
        <pc:picChg chg="add mod">
          <ac:chgData name="Mahima Weerasinghe" userId="e11e3f55-42da-4e07-8ead-4d7a1d7ea1c6" providerId="ADAL" clId="{DEC8990C-F1E8-4081-8796-F50D8B9FA883}" dt="2024-10-13T04:18:39.310" v="312" actId="1076"/>
          <ac:picMkLst>
            <pc:docMk/>
            <pc:sldMk cId="3753930777" sldId="392"/>
            <ac:picMk id="4098" creationId="{00107BF2-CD49-581D-3EE4-7942F917633E}"/>
          </ac:picMkLst>
        </pc:picChg>
        <pc:inkChg chg="add del mod">
          <ac:chgData name="Mahima Weerasinghe" userId="e11e3f55-42da-4e07-8ead-4d7a1d7ea1c6" providerId="ADAL" clId="{DEC8990C-F1E8-4081-8796-F50D8B9FA883}" dt="2024-10-13T12:10:25.090" v="1351"/>
          <ac:inkMkLst>
            <pc:docMk/>
            <pc:sldMk cId="3753930777" sldId="392"/>
            <ac:inkMk id="3" creationId="{1A95AE9F-1512-6570-E202-D7EC0ACA9439}"/>
          </ac:inkMkLst>
        </pc:inkChg>
        <pc:inkChg chg="add del mod">
          <ac:chgData name="Mahima Weerasinghe" userId="e11e3f55-42da-4e07-8ead-4d7a1d7ea1c6" providerId="ADAL" clId="{DEC8990C-F1E8-4081-8796-F50D8B9FA883}" dt="2024-10-13T12:10:25.089" v="1348"/>
          <ac:inkMkLst>
            <pc:docMk/>
            <pc:sldMk cId="3753930777" sldId="392"/>
            <ac:inkMk id="4" creationId="{90926805-AD1C-0E09-8A5D-E7E9F0D51DB6}"/>
          </ac:inkMkLst>
        </pc:inkChg>
        <pc:inkChg chg="add del mod">
          <ac:chgData name="Mahima Weerasinghe" userId="e11e3f55-42da-4e07-8ead-4d7a1d7ea1c6" providerId="ADAL" clId="{DEC8990C-F1E8-4081-8796-F50D8B9FA883}" dt="2024-10-13T12:10:25.089" v="1347"/>
          <ac:inkMkLst>
            <pc:docMk/>
            <pc:sldMk cId="3753930777" sldId="392"/>
            <ac:inkMk id="5" creationId="{02DC1E38-917B-E4DE-3762-69A9D0B1DBEF}"/>
          </ac:inkMkLst>
        </pc:inkChg>
        <pc:inkChg chg="add del mod">
          <ac:chgData name="Mahima Weerasinghe" userId="e11e3f55-42da-4e07-8ead-4d7a1d7ea1c6" providerId="ADAL" clId="{DEC8990C-F1E8-4081-8796-F50D8B9FA883}" dt="2024-10-13T12:10:25.089" v="1346"/>
          <ac:inkMkLst>
            <pc:docMk/>
            <pc:sldMk cId="3753930777" sldId="392"/>
            <ac:inkMk id="7" creationId="{986E0A2F-C36F-C76E-1320-093E06F937BA}"/>
          </ac:inkMkLst>
        </pc:inkChg>
        <pc:inkChg chg="add del mod">
          <ac:chgData name="Mahima Weerasinghe" userId="e11e3f55-42da-4e07-8ead-4d7a1d7ea1c6" providerId="ADAL" clId="{DEC8990C-F1E8-4081-8796-F50D8B9FA883}" dt="2024-10-13T12:10:25.088" v="1342"/>
          <ac:inkMkLst>
            <pc:docMk/>
            <pc:sldMk cId="3753930777" sldId="392"/>
            <ac:inkMk id="8" creationId="{BF0DFB2E-FCE6-6AF5-C62F-08B1C398E70F}"/>
          </ac:inkMkLst>
        </pc:inkChg>
        <pc:inkChg chg="add del mod">
          <ac:chgData name="Mahima Weerasinghe" userId="e11e3f55-42da-4e07-8ead-4d7a1d7ea1c6" providerId="ADAL" clId="{DEC8990C-F1E8-4081-8796-F50D8B9FA883}" dt="2024-10-13T12:10:25.090" v="1353"/>
          <ac:inkMkLst>
            <pc:docMk/>
            <pc:sldMk cId="3753930777" sldId="392"/>
            <ac:inkMk id="9" creationId="{F9C42FEA-501D-103D-BA26-7B4214EE32DA}"/>
          </ac:inkMkLst>
        </pc:inkChg>
        <pc:inkChg chg="add del mod">
          <ac:chgData name="Mahima Weerasinghe" userId="e11e3f55-42da-4e07-8ead-4d7a1d7ea1c6" providerId="ADAL" clId="{DEC8990C-F1E8-4081-8796-F50D8B9FA883}" dt="2024-10-13T12:10:25.089" v="1350"/>
          <ac:inkMkLst>
            <pc:docMk/>
            <pc:sldMk cId="3753930777" sldId="392"/>
            <ac:inkMk id="10" creationId="{02657F1B-50B7-6DAC-2F51-A97628635CE6}"/>
          </ac:inkMkLst>
        </pc:inkChg>
        <pc:inkChg chg="add del mod">
          <ac:chgData name="Mahima Weerasinghe" userId="e11e3f55-42da-4e07-8ead-4d7a1d7ea1c6" providerId="ADAL" clId="{DEC8990C-F1E8-4081-8796-F50D8B9FA883}" dt="2024-10-13T12:10:25.090" v="1352"/>
          <ac:inkMkLst>
            <pc:docMk/>
            <pc:sldMk cId="3753930777" sldId="392"/>
            <ac:inkMk id="11" creationId="{4DBE2D84-3AA1-702B-C000-D7CB82572E06}"/>
          </ac:inkMkLst>
        </pc:inkChg>
        <pc:inkChg chg="add del mod">
          <ac:chgData name="Mahima Weerasinghe" userId="e11e3f55-42da-4e07-8ead-4d7a1d7ea1c6" providerId="ADAL" clId="{DEC8990C-F1E8-4081-8796-F50D8B9FA883}" dt="2024-10-13T12:10:25.089" v="1344"/>
          <ac:inkMkLst>
            <pc:docMk/>
            <pc:sldMk cId="3753930777" sldId="392"/>
            <ac:inkMk id="12" creationId="{4C250923-DE66-1E69-A953-C5CF97A9C29B}"/>
          </ac:inkMkLst>
        </pc:inkChg>
        <pc:inkChg chg="add del mod">
          <ac:chgData name="Mahima Weerasinghe" userId="e11e3f55-42da-4e07-8ead-4d7a1d7ea1c6" providerId="ADAL" clId="{DEC8990C-F1E8-4081-8796-F50D8B9FA883}" dt="2024-10-13T12:10:25.088" v="1341"/>
          <ac:inkMkLst>
            <pc:docMk/>
            <pc:sldMk cId="3753930777" sldId="392"/>
            <ac:inkMk id="13" creationId="{8E83B1B4-52D7-538C-5951-4D22EB7C9B7A}"/>
          </ac:inkMkLst>
        </pc:inkChg>
        <pc:inkChg chg="add del mod">
          <ac:chgData name="Mahima Weerasinghe" userId="e11e3f55-42da-4e07-8ead-4d7a1d7ea1c6" providerId="ADAL" clId="{DEC8990C-F1E8-4081-8796-F50D8B9FA883}" dt="2024-10-13T12:10:25.088" v="1343"/>
          <ac:inkMkLst>
            <pc:docMk/>
            <pc:sldMk cId="3753930777" sldId="392"/>
            <ac:inkMk id="14" creationId="{7B6557D2-3F4B-0DF8-B226-AE247CF56C62}"/>
          </ac:inkMkLst>
        </pc:inkChg>
        <pc:inkChg chg="add del mod">
          <ac:chgData name="Mahima Weerasinghe" userId="e11e3f55-42da-4e07-8ead-4d7a1d7ea1c6" providerId="ADAL" clId="{DEC8990C-F1E8-4081-8796-F50D8B9FA883}" dt="2024-10-13T12:10:25.089" v="1349"/>
          <ac:inkMkLst>
            <pc:docMk/>
            <pc:sldMk cId="3753930777" sldId="392"/>
            <ac:inkMk id="15" creationId="{F4764352-4F28-2104-DE9C-FFCFC8EBA94F}"/>
          </ac:inkMkLst>
        </pc:inkChg>
        <pc:inkChg chg="add del mod">
          <ac:chgData name="Mahima Weerasinghe" userId="e11e3f55-42da-4e07-8ead-4d7a1d7ea1c6" providerId="ADAL" clId="{DEC8990C-F1E8-4081-8796-F50D8B9FA883}" dt="2024-10-13T12:10:25.089" v="1345"/>
          <ac:inkMkLst>
            <pc:docMk/>
            <pc:sldMk cId="3753930777" sldId="392"/>
            <ac:inkMk id="16" creationId="{8E3F8BA1-BD33-8C2E-6E51-FD3E143BFCA2}"/>
          </ac:inkMkLst>
        </pc:inkChg>
        <pc:inkChg chg="add del mod">
          <ac:chgData name="Mahima Weerasinghe" userId="e11e3f55-42da-4e07-8ead-4d7a1d7ea1c6" providerId="ADAL" clId="{DEC8990C-F1E8-4081-8796-F50D8B9FA883}" dt="2024-10-13T12:10:02.621" v="1323" actId="478"/>
          <ac:inkMkLst>
            <pc:docMk/>
            <pc:sldMk cId="3753930777" sldId="392"/>
            <ac:inkMk id="19" creationId="{F523D1F0-462B-A0D8-9777-0176CCBEAAFD}"/>
          </ac:inkMkLst>
        </pc:inkChg>
        <pc:inkChg chg="add del mod topLvl">
          <ac:chgData name="Mahima Weerasinghe" userId="e11e3f55-42da-4e07-8ead-4d7a1d7ea1c6" providerId="ADAL" clId="{DEC8990C-F1E8-4081-8796-F50D8B9FA883}" dt="2024-10-13T12:10:02.621" v="1323" actId="478"/>
          <ac:inkMkLst>
            <pc:docMk/>
            <pc:sldMk cId="3753930777" sldId="392"/>
            <ac:inkMk id="20" creationId="{1D75A4A9-B041-373D-7969-5F226532D59A}"/>
          </ac:inkMkLst>
        </pc:inkChg>
        <pc:inkChg chg="add del mod">
          <ac:chgData name="Mahima Weerasinghe" userId="e11e3f55-42da-4e07-8ead-4d7a1d7ea1c6" providerId="ADAL" clId="{DEC8990C-F1E8-4081-8796-F50D8B9FA883}" dt="2024-10-13T12:10:02.621" v="1323" actId="478"/>
          <ac:inkMkLst>
            <pc:docMk/>
            <pc:sldMk cId="3753930777" sldId="392"/>
            <ac:inkMk id="21" creationId="{04360ACE-2CA0-2ACE-8A5C-E316665865E1}"/>
          </ac:inkMkLst>
        </pc:inkChg>
        <pc:inkChg chg="add del mod topLvl">
          <ac:chgData name="Mahima Weerasinghe" userId="e11e3f55-42da-4e07-8ead-4d7a1d7ea1c6" providerId="ADAL" clId="{DEC8990C-F1E8-4081-8796-F50D8B9FA883}" dt="2024-10-13T12:10:02.621" v="1323" actId="478"/>
          <ac:inkMkLst>
            <pc:docMk/>
            <pc:sldMk cId="3753930777" sldId="392"/>
            <ac:inkMk id="22" creationId="{33889CB7-4B27-6B93-051A-A7AB6224DF21}"/>
          </ac:inkMkLst>
        </pc:inkChg>
        <pc:inkChg chg="add del mod">
          <ac:chgData name="Mahima Weerasinghe" userId="e11e3f55-42da-4e07-8ead-4d7a1d7ea1c6" providerId="ADAL" clId="{DEC8990C-F1E8-4081-8796-F50D8B9FA883}" dt="2024-10-13T12:10:02.621" v="1323" actId="478"/>
          <ac:inkMkLst>
            <pc:docMk/>
            <pc:sldMk cId="3753930777" sldId="392"/>
            <ac:inkMk id="23" creationId="{63F99885-1182-9FC6-F26E-38D9E1E75181}"/>
          </ac:inkMkLst>
        </pc:inkChg>
        <pc:inkChg chg="add del mod">
          <ac:chgData name="Mahima Weerasinghe" userId="e11e3f55-42da-4e07-8ead-4d7a1d7ea1c6" providerId="ADAL" clId="{DEC8990C-F1E8-4081-8796-F50D8B9FA883}" dt="2024-10-13T12:10:02.621" v="1323" actId="478"/>
          <ac:inkMkLst>
            <pc:docMk/>
            <pc:sldMk cId="3753930777" sldId="392"/>
            <ac:inkMk id="24" creationId="{77016031-8472-7750-7321-B19D4B0F0F6D}"/>
          </ac:inkMkLst>
        </pc:inkChg>
        <pc:inkChg chg="add del mod">
          <ac:chgData name="Mahima Weerasinghe" userId="e11e3f55-42da-4e07-8ead-4d7a1d7ea1c6" providerId="ADAL" clId="{DEC8990C-F1E8-4081-8796-F50D8B9FA883}" dt="2024-10-13T12:10:02.621" v="1323" actId="478"/>
          <ac:inkMkLst>
            <pc:docMk/>
            <pc:sldMk cId="3753930777" sldId="392"/>
            <ac:inkMk id="25" creationId="{74D2CD33-C31B-E083-9616-41BD26D2D28F}"/>
          </ac:inkMkLst>
        </pc:inkChg>
        <pc:inkChg chg="add del mod">
          <ac:chgData name="Mahima Weerasinghe" userId="e11e3f55-42da-4e07-8ead-4d7a1d7ea1c6" providerId="ADAL" clId="{DEC8990C-F1E8-4081-8796-F50D8B9FA883}" dt="2024-10-13T12:10:02.621" v="1323" actId="478"/>
          <ac:inkMkLst>
            <pc:docMk/>
            <pc:sldMk cId="3753930777" sldId="392"/>
            <ac:inkMk id="27" creationId="{D2B4DCA6-4696-2138-DA04-E4FD16F5BE00}"/>
          </ac:inkMkLst>
        </pc:inkChg>
        <pc:inkChg chg="add del mod">
          <ac:chgData name="Mahima Weerasinghe" userId="e11e3f55-42da-4e07-8ead-4d7a1d7ea1c6" providerId="ADAL" clId="{DEC8990C-F1E8-4081-8796-F50D8B9FA883}" dt="2024-10-13T12:10:02.621" v="1323" actId="478"/>
          <ac:inkMkLst>
            <pc:docMk/>
            <pc:sldMk cId="3753930777" sldId="392"/>
            <ac:inkMk id="28" creationId="{F3212426-10DB-8408-2B0A-EB125421B6AC}"/>
          </ac:inkMkLst>
        </pc:inkChg>
        <pc:inkChg chg="add del mod">
          <ac:chgData name="Mahima Weerasinghe" userId="e11e3f55-42da-4e07-8ead-4d7a1d7ea1c6" providerId="ADAL" clId="{DEC8990C-F1E8-4081-8796-F50D8B9FA883}" dt="2024-10-13T12:10:02.621" v="1323" actId="478"/>
          <ac:inkMkLst>
            <pc:docMk/>
            <pc:sldMk cId="3753930777" sldId="392"/>
            <ac:inkMk id="29" creationId="{946371E2-0E8C-73F5-D5D8-FE3E7D6F8AE8}"/>
          </ac:inkMkLst>
        </pc:inkChg>
        <pc:inkChg chg="add del mod">
          <ac:chgData name="Mahima Weerasinghe" userId="e11e3f55-42da-4e07-8ead-4d7a1d7ea1c6" providerId="ADAL" clId="{DEC8990C-F1E8-4081-8796-F50D8B9FA883}" dt="2024-10-13T12:10:02.621" v="1323" actId="478"/>
          <ac:inkMkLst>
            <pc:docMk/>
            <pc:sldMk cId="3753930777" sldId="392"/>
            <ac:inkMk id="30" creationId="{70000011-1A1E-0FAB-9E7F-8BB8EEF8ED32}"/>
          </ac:inkMkLst>
        </pc:inkChg>
        <pc:inkChg chg="add del mod">
          <ac:chgData name="Mahima Weerasinghe" userId="e11e3f55-42da-4e07-8ead-4d7a1d7ea1c6" providerId="ADAL" clId="{DEC8990C-F1E8-4081-8796-F50D8B9FA883}" dt="2024-10-13T12:10:02.621" v="1323" actId="478"/>
          <ac:inkMkLst>
            <pc:docMk/>
            <pc:sldMk cId="3753930777" sldId="392"/>
            <ac:inkMk id="4096" creationId="{ADBCE5DF-99A0-48AF-2056-514930EA8E6D}"/>
          </ac:inkMkLst>
        </pc:inkChg>
        <pc:inkChg chg="add del mod">
          <ac:chgData name="Mahima Weerasinghe" userId="e11e3f55-42da-4e07-8ead-4d7a1d7ea1c6" providerId="ADAL" clId="{DEC8990C-F1E8-4081-8796-F50D8B9FA883}" dt="2024-10-13T12:10:02.621" v="1323" actId="478"/>
          <ac:inkMkLst>
            <pc:docMk/>
            <pc:sldMk cId="3753930777" sldId="392"/>
            <ac:inkMk id="4099" creationId="{EAB3CC5B-BA16-6998-70E1-BEFBD2FEF77B}"/>
          </ac:inkMkLst>
        </pc:inkChg>
        <pc:inkChg chg="add del mod">
          <ac:chgData name="Mahima Weerasinghe" userId="e11e3f55-42da-4e07-8ead-4d7a1d7ea1c6" providerId="ADAL" clId="{DEC8990C-F1E8-4081-8796-F50D8B9FA883}" dt="2024-10-13T12:10:02.621" v="1323" actId="478"/>
          <ac:inkMkLst>
            <pc:docMk/>
            <pc:sldMk cId="3753930777" sldId="392"/>
            <ac:inkMk id="4100" creationId="{94FDE699-C6C6-5029-52AF-81D7A6B62CBD}"/>
          </ac:inkMkLst>
        </pc:inkChg>
        <pc:inkChg chg="add del mod">
          <ac:chgData name="Mahima Weerasinghe" userId="e11e3f55-42da-4e07-8ead-4d7a1d7ea1c6" providerId="ADAL" clId="{DEC8990C-F1E8-4081-8796-F50D8B9FA883}" dt="2024-10-13T12:10:02.621" v="1323" actId="478"/>
          <ac:inkMkLst>
            <pc:docMk/>
            <pc:sldMk cId="3753930777" sldId="392"/>
            <ac:inkMk id="4101" creationId="{959EE916-434A-B6FE-D7C8-8FA680C37185}"/>
          </ac:inkMkLst>
        </pc:inkChg>
        <pc:inkChg chg="add del mod">
          <ac:chgData name="Mahima Weerasinghe" userId="e11e3f55-42da-4e07-8ead-4d7a1d7ea1c6" providerId="ADAL" clId="{DEC8990C-F1E8-4081-8796-F50D8B9FA883}" dt="2024-10-13T12:10:02.621" v="1323" actId="478"/>
          <ac:inkMkLst>
            <pc:docMk/>
            <pc:sldMk cId="3753930777" sldId="392"/>
            <ac:inkMk id="4102" creationId="{C885190E-1E43-9DA2-6CBB-CD661B3EC5E5}"/>
          </ac:inkMkLst>
        </pc:inkChg>
        <pc:inkChg chg="add del mod">
          <ac:chgData name="Mahima Weerasinghe" userId="e11e3f55-42da-4e07-8ead-4d7a1d7ea1c6" providerId="ADAL" clId="{DEC8990C-F1E8-4081-8796-F50D8B9FA883}" dt="2024-10-13T12:10:02.621" v="1323" actId="478"/>
          <ac:inkMkLst>
            <pc:docMk/>
            <pc:sldMk cId="3753930777" sldId="392"/>
            <ac:inkMk id="4103" creationId="{1BF937BD-5A2B-EF9B-6D82-BE3FE0344D95}"/>
          </ac:inkMkLst>
        </pc:inkChg>
        <pc:inkChg chg="add del mod">
          <ac:chgData name="Mahima Weerasinghe" userId="e11e3f55-42da-4e07-8ead-4d7a1d7ea1c6" providerId="ADAL" clId="{DEC8990C-F1E8-4081-8796-F50D8B9FA883}" dt="2024-10-13T12:10:02.621" v="1323" actId="478"/>
          <ac:inkMkLst>
            <pc:docMk/>
            <pc:sldMk cId="3753930777" sldId="392"/>
            <ac:inkMk id="4104" creationId="{00E4ABCE-005E-F3D6-4AC7-5118B475612B}"/>
          </ac:inkMkLst>
        </pc:inkChg>
        <pc:inkChg chg="add del mod">
          <ac:chgData name="Mahima Weerasinghe" userId="e11e3f55-42da-4e07-8ead-4d7a1d7ea1c6" providerId="ADAL" clId="{DEC8990C-F1E8-4081-8796-F50D8B9FA883}" dt="2024-10-13T12:10:02.621" v="1323" actId="478"/>
          <ac:inkMkLst>
            <pc:docMk/>
            <pc:sldMk cId="3753930777" sldId="392"/>
            <ac:inkMk id="4105" creationId="{D25A5DB2-453C-71B1-89E3-29718C7A723F}"/>
          </ac:inkMkLst>
        </pc:inkChg>
        <pc:inkChg chg="add del mod">
          <ac:chgData name="Mahima Weerasinghe" userId="e11e3f55-42da-4e07-8ead-4d7a1d7ea1c6" providerId="ADAL" clId="{DEC8990C-F1E8-4081-8796-F50D8B9FA883}" dt="2024-10-13T12:10:02.621" v="1323" actId="478"/>
          <ac:inkMkLst>
            <pc:docMk/>
            <pc:sldMk cId="3753930777" sldId="392"/>
            <ac:inkMk id="4106" creationId="{51E55B49-F513-0245-23F5-8933D6DDBB7B}"/>
          </ac:inkMkLst>
        </pc:inkChg>
        <pc:inkChg chg="add del mod">
          <ac:chgData name="Mahima Weerasinghe" userId="e11e3f55-42da-4e07-8ead-4d7a1d7ea1c6" providerId="ADAL" clId="{DEC8990C-F1E8-4081-8796-F50D8B9FA883}" dt="2024-10-13T12:10:02.621" v="1323" actId="478"/>
          <ac:inkMkLst>
            <pc:docMk/>
            <pc:sldMk cId="3753930777" sldId="392"/>
            <ac:inkMk id="4107" creationId="{7D56DC75-BECF-F46B-FFDD-364C550CBF1E}"/>
          </ac:inkMkLst>
        </pc:inkChg>
        <pc:inkChg chg="add del mod">
          <ac:chgData name="Mahima Weerasinghe" userId="e11e3f55-42da-4e07-8ead-4d7a1d7ea1c6" providerId="ADAL" clId="{DEC8990C-F1E8-4081-8796-F50D8B9FA883}" dt="2024-10-13T12:10:02.621" v="1323" actId="478"/>
          <ac:inkMkLst>
            <pc:docMk/>
            <pc:sldMk cId="3753930777" sldId="392"/>
            <ac:inkMk id="4108" creationId="{F9026E07-B349-3D99-0E36-A50085C1D6C4}"/>
          </ac:inkMkLst>
        </pc:inkChg>
        <pc:inkChg chg="add del mod">
          <ac:chgData name="Mahima Weerasinghe" userId="e11e3f55-42da-4e07-8ead-4d7a1d7ea1c6" providerId="ADAL" clId="{DEC8990C-F1E8-4081-8796-F50D8B9FA883}" dt="2024-10-13T12:10:02.621" v="1323" actId="478"/>
          <ac:inkMkLst>
            <pc:docMk/>
            <pc:sldMk cId="3753930777" sldId="392"/>
            <ac:inkMk id="4109" creationId="{F3EFA318-707A-B249-0186-B52D3B6BEF9A}"/>
          </ac:inkMkLst>
        </pc:inkChg>
        <pc:inkChg chg="add del mod">
          <ac:chgData name="Mahima Weerasinghe" userId="e11e3f55-42da-4e07-8ead-4d7a1d7ea1c6" providerId="ADAL" clId="{DEC8990C-F1E8-4081-8796-F50D8B9FA883}" dt="2024-10-13T12:10:02.621" v="1323" actId="478"/>
          <ac:inkMkLst>
            <pc:docMk/>
            <pc:sldMk cId="3753930777" sldId="392"/>
            <ac:inkMk id="4110" creationId="{8170C303-E493-C46B-71DC-431E0A0BDA5A}"/>
          </ac:inkMkLst>
        </pc:inkChg>
        <pc:inkChg chg="add del mod">
          <ac:chgData name="Mahima Weerasinghe" userId="e11e3f55-42da-4e07-8ead-4d7a1d7ea1c6" providerId="ADAL" clId="{DEC8990C-F1E8-4081-8796-F50D8B9FA883}" dt="2024-10-13T12:10:02.621" v="1323" actId="478"/>
          <ac:inkMkLst>
            <pc:docMk/>
            <pc:sldMk cId="3753930777" sldId="392"/>
            <ac:inkMk id="4112" creationId="{FB2B9952-5919-4705-0B99-1F628636E04E}"/>
          </ac:inkMkLst>
        </pc:inkChg>
        <pc:inkChg chg="add del mod">
          <ac:chgData name="Mahima Weerasinghe" userId="e11e3f55-42da-4e07-8ead-4d7a1d7ea1c6" providerId="ADAL" clId="{DEC8990C-F1E8-4081-8796-F50D8B9FA883}" dt="2024-10-13T12:10:02.621" v="1323" actId="478"/>
          <ac:inkMkLst>
            <pc:docMk/>
            <pc:sldMk cId="3753930777" sldId="392"/>
            <ac:inkMk id="4113" creationId="{0EA1168E-D1B6-F7A7-955D-ED4B522A872F}"/>
          </ac:inkMkLst>
        </pc:inkChg>
        <pc:inkChg chg="add del mod">
          <ac:chgData name="Mahima Weerasinghe" userId="e11e3f55-42da-4e07-8ead-4d7a1d7ea1c6" providerId="ADAL" clId="{DEC8990C-F1E8-4081-8796-F50D8B9FA883}" dt="2024-10-13T12:10:02.621" v="1323" actId="478"/>
          <ac:inkMkLst>
            <pc:docMk/>
            <pc:sldMk cId="3753930777" sldId="392"/>
            <ac:inkMk id="4115" creationId="{28870F30-839F-A934-F65D-897C85ED4141}"/>
          </ac:inkMkLst>
        </pc:inkChg>
        <pc:inkChg chg="add del mod topLvl">
          <ac:chgData name="Mahima Weerasinghe" userId="e11e3f55-42da-4e07-8ead-4d7a1d7ea1c6" providerId="ADAL" clId="{DEC8990C-F1E8-4081-8796-F50D8B9FA883}" dt="2024-10-13T12:10:07.111" v="1324" actId="478"/>
          <ac:inkMkLst>
            <pc:docMk/>
            <pc:sldMk cId="3753930777" sldId="392"/>
            <ac:inkMk id="4116" creationId="{D62F392B-2D59-889F-AD2B-A912DC20547F}"/>
          </ac:inkMkLst>
        </pc:inkChg>
        <pc:inkChg chg="add del mod">
          <ac:chgData name="Mahima Weerasinghe" userId="e11e3f55-42da-4e07-8ead-4d7a1d7ea1c6" providerId="ADAL" clId="{DEC8990C-F1E8-4081-8796-F50D8B9FA883}" dt="2024-10-13T12:10:07.111" v="1324" actId="478"/>
          <ac:inkMkLst>
            <pc:docMk/>
            <pc:sldMk cId="3753930777" sldId="392"/>
            <ac:inkMk id="4117" creationId="{CD666160-6718-2300-74B2-944E544780F1}"/>
          </ac:inkMkLst>
        </pc:inkChg>
        <pc:inkChg chg="add del mod">
          <ac:chgData name="Mahima Weerasinghe" userId="e11e3f55-42da-4e07-8ead-4d7a1d7ea1c6" providerId="ADAL" clId="{DEC8990C-F1E8-4081-8796-F50D8B9FA883}" dt="2024-10-13T12:10:07.111" v="1324" actId="478"/>
          <ac:inkMkLst>
            <pc:docMk/>
            <pc:sldMk cId="3753930777" sldId="392"/>
            <ac:inkMk id="4118" creationId="{ABA52AE7-A028-F28E-F80D-17F2528AB484}"/>
          </ac:inkMkLst>
        </pc:inkChg>
        <pc:inkChg chg="add del mod">
          <ac:chgData name="Mahima Weerasinghe" userId="e11e3f55-42da-4e07-8ead-4d7a1d7ea1c6" providerId="ADAL" clId="{DEC8990C-F1E8-4081-8796-F50D8B9FA883}" dt="2024-10-13T12:10:07.111" v="1324" actId="478"/>
          <ac:inkMkLst>
            <pc:docMk/>
            <pc:sldMk cId="3753930777" sldId="392"/>
            <ac:inkMk id="4120" creationId="{2877AF7B-DA73-1C78-8FA2-28224BB1265C}"/>
          </ac:inkMkLst>
        </pc:inkChg>
        <pc:inkChg chg="add del mod">
          <ac:chgData name="Mahima Weerasinghe" userId="e11e3f55-42da-4e07-8ead-4d7a1d7ea1c6" providerId="ADAL" clId="{DEC8990C-F1E8-4081-8796-F50D8B9FA883}" dt="2024-10-13T12:10:07.111" v="1324" actId="478"/>
          <ac:inkMkLst>
            <pc:docMk/>
            <pc:sldMk cId="3753930777" sldId="392"/>
            <ac:inkMk id="4121" creationId="{82DA846E-6EB7-7B43-BC0B-9FA71027B854}"/>
          </ac:inkMkLst>
        </pc:inkChg>
        <pc:inkChg chg="add del mod">
          <ac:chgData name="Mahima Weerasinghe" userId="e11e3f55-42da-4e07-8ead-4d7a1d7ea1c6" providerId="ADAL" clId="{DEC8990C-F1E8-4081-8796-F50D8B9FA883}" dt="2024-10-13T12:10:07.111" v="1324" actId="478"/>
          <ac:inkMkLst>
            <pc:docMk/>
            <pc:sldMk cId="3753930777" sldId="392"/>
            <ac:inkMk id="4122" creationId="{3D49180D-88DA-11D0-4F83-22618B3862FE}"/>
          </ac:inkMkLst>
        </pc:inkChg>
        <pc:inkChg chg="add del mod">
          <ac:chgData name="Mahima Weerasinghe" userId="e11e3f55-42da-4e07-8ead-4d7a1d7ea1c6" providerId="ADAL" clId="{DEC8990C-F1E8-4081-8796-F50D8B9FA883}" dt="2024-10-13T12:10:07.111" v="1324" actId="478"/>
          <ac:inkMkLst>
            <pc:docMk/>
            <pc:sldMk cId="3753930777" sldId="392"/>
            <ac:inkMk id="4123" creationId="{B81C9363-022A-5B61-104E-E86A730C0FBF}"/>
          </ac:inkMkLst>
        </pc:inkChg>
        <pc:inkChg chg="add del mod">
          <ac:chgData name="Mahima Weerasinghe" userId="e11e3f55-42da-4e07-8ead-4d7a1d7ea1c6" providerId="ADAL" clId="{DEC8990C-F1E8-4081-8796-F50D8B9FA883}" dt="2024-10-13T12:10:07.111" v="1324" actId="478"/>
          <ac:inkMkLst>
            <pc:docMk/>
            <pc:sldMk cId="3753930777" sldId="392"/>
            <ac:inkMk id="4124" creationId="{378D255B-F0AC-1527-F05F-1816EC089D3A}"/>
          </ac:inkMkLst>
        </pc:inkChg>
        <pc:inkChg chg="add del mod">
          <ac:chgData name="Mahima Weerasinghe" userId="e11e3f55-42da-4e07-8ead-4d7a1d7ea1c6" providerId="ADAL" clId="{DEC8990C-F1E8-4081-8796-F50D8B9FA883}" dt="2024-10-13T12:10:07.111" v="1324" actId="478"/>
          <ac:inkMkLst>
            <pc:docMk/>
            <pc:sldMk cId="3753930777" sldId="392"/>
            <ac:inkMk id="4125" creationId="{D72F72A3-63E0-F8AE-E66E-3C12D7F0C680}"/>
          </ac:inkMkLst>
        </pc:inkChg>
        <pc:inkChg chg="add del mod">
          <ac:chgData name="Mahima Weerasinghe" userId="e11e3f55-42da-4e07-8ead-4d7a1d7ea1c6" providerId="ADAL" clId="{DEC8990C-F1E8-4081-8796-F50D8B9FA883}" dt="2024-10-13T12:10:07.111" v="1324" actId="478"/>
          <ac:inkMkLst>
            <pc:docMk/>
            <pc:sldMk cId="3753930777" sldId="392"/>
            <ac:inkMk id="4127" creationId="{8194D099-750C-1CB0-3070-AE3089FF0B00}"/>
          </ac:inkMkLst>
        </pc:inkChg>
        <pc:inkChg chg="add del mod">
          <ac:chgData name="Mahima Weerasinghe" userId="e11e3f55-42da-4e07-8ead-4d7a1d7ea1c6" providerId="ADAL" clId="{DEC8990C-F1E8-4081-8796-F50D8B9FA883}" dt="2024-10-13T12:10:07.111" v="1324" actId="478"/>
          <ac:inkMkLst>
            <pc:docMk/>
            <pc:sldMk cId="3753930777" sldId="392"/>
            <ac:inkMk id="4128" creationId="{C10BC0E7-C144-88F5-5807-E7EAA6AE97B5}"/>
          </ac:inkMkLst>
        </pc:inkChg>
        <pc:inkChg chg="add del mod">
          <ac:chgData name="Mahima Weerasinghe" userId="e11e3f55-42da-4e07-8ead-4d7a1d7ea1c6" providerId="ADAL" clId="{DEC8990C-F1E8-4081-8796-F50D8B9FA883}" dt="2024-10-13T12:10:07.111" v="1324" actId="478"/>
          <ac:inkMkLst>
            <pc:docMk/>
            <pc:sldMk cId="3753930777" sldId="392"/>
            <ac:inkMk id="4129" creationId="{610E24B1-2914-379A-E344-4C9927B872B8}"/>
          </ac:inkMkLst>
        </pc:inkChg>
        <pc:inkChg chg="add del mod">
          <ac:chgData name="Mahima Weerasinghe" userId="e11e3f55-42da-4e07-8ead-4d7a1d7ea1c6" providerId="ADAL" clId="{DEC8990C-F1E8-4081-8796-F50D8B9FA883}" dt="2024-10-13T12:10:07.111" v="1324" actId="478"/>
          <ac:inkMkLst>
            <pc:docMk/>
            <pc:sldMk cId="3753930777" sldId="392"/>
            <ac:inkMk id="4130" creationId="{387589B4-8CA4-C2DF-86BB-6BEE2EE00DD5}"/>
          </ac:inkMkLst>
        </pc:inkChg>
        <pc:inkChg chg="add del mod">
          <ac:chgData name="Mahima Weerasinghe" userId="e11e3f55-42da-4e07-8ead-4d7a1d7ea1c6" providerId="ADAL" clId="{DEC8990C-F1E8-4081-8796-F50D8B9FA883}" dt="2024-10-13T12:10:07.111" v="1324" actId="478"/>
          <ac:inkMkLst>
            <pc:docMk/>
            <pc:sldMk cId="3753930777" sldId="392"/>
            <ac:inkMk id="4131" creationId="{E2D1C452-C383-B89A-FFFA-B5E2674FC079}"/>
          </ac:inkMkLst>
        </pc:inkChg>
        <pc:inkChg chg="add del mod topLvl">
          <ac:chgData name="Mahima Weerasinghe" userId="e11e3f55-42da-4e07-8ead-4d7a1d7ea1c6" providerId="ADAL" clId="{DEC8990C-F1E8-4081-8796-F50D8B9FA883}" dt="2024-10-13T12:10:07.111" v="1324" actId="478"/>
          <ac:inkMkLst>
            <pc:docMk/>
            <pc:sldMk cId="3753930777" sldId="392"/>
            <ac:inkMk id="4132" creationId="{71CA5C5C-A5D1-71A8-9552-7B472C581F17}"/>
          </ac:inkMkLst>
        </pc:inkChg>
        <pc:inkChg chg="add del mod">
          <ac:chgData name="Mahima Weerasinghe" userId="e11e3f55-42da-4e07-8ead-4d7a1d7ea1c6" providerId="ADAL" clId="{DEC8990C-F1E8-4081-8796-F50D8B9FA883}" dt="2024-10-13T12:10:07.111" v="1324" actId="478"/>
          <ac:inkMkLst>
            <pc:docMk/>
            <pc:sldMk cId="3753930777" sldId="392"/>
            <ac:inkMk id="4133" creationId="{9BEAA737-8067-1F0B-3A84-589C42455FEA}"/>
          </ac:inkMkLst>
        </pc:inkChg>
        <pc:inkChg chg="add del mod">
          <ac:chgData name="Mahima Weerasinghe" userId="e11e3f55-42da-4e07-8ead-4d7a1d7ea1c6" providerId="ADAL" clId="{DEC8990C-F1E8-4081-8796-F50D8B9FA883}" dt="2024-10-13T12:10:07.111" v="1324" actId="478"/>
          <ac:inkMkLst>
            <pc:docMk/>
            <pc:sldMk cId="3753930777" sldId="392"/>
            <ac:inkMk id="4134" creationId="{22684CD9-E446-2DF9-6084-7F5653404263}"/>
          </ac:inkMkLst>
        </pc:inkChg>
        <pc:inkChg chg="add del mod">
          <ac:chgData name="Mahima Weerasinghe" userId="e11e3f55-42da-4e07-8ead-4d7a1d7ea1c6" providerId="ADAL" clId="{DEC8990C-F1E8-4081-8796-F50D8B9FA883}" dt="2024-10-13T12:10:07.111" v="1324" actId="478"/>
          <ac:inkMkLst>
            <pc:docMk/>
            <pc:sldMk cId="3753930777" sldId="392"/>
            <ac:inkMk id="4135" creationId="{EE8B78D9-1C20-3A9B-D84D-2764C1F99BEE}"/>
          </ac:inkMkLst>
        </pc:inkChg>
        <pc:inkChg chg="add del mod">
          <ac:chgData name="Mahima Weerasinghe" userId="e11e3f55-42da-4e07-8ead-4d7a1d7ea1c6" providerId="ADAL" clId="{DEC8990C-F1E8-4081-8796-F50D8B9FA883}" dt="2024-10-13T12:10:07.111" v="1324" actId="478"/>
          <ac:inkMkLst>
            <pc:docMk/>
            <pc:sldMk cId="3753930777" sldId="392"/>
            <ac:inkMk id="4136" creationId="{E6BA80AA-FE2A-FB19-5A6E-8477C17AC431}"/>
          </ac:inkMkLst>
        </pc:inkChg>
        <pc:inkChg chg="add del mod">
          <ac:chgData name="Mahima Weerasinghe" userId="e11e3f55-42da-4e07-8ead-4d7a1d7ea1c6" providerId="ADAL" clId="{DEC8990C-F1E8-4081-8796-F50D8B9FA883}" dt="2024-10-13T12:10:07.111" v="1324" actId="478"/>
          <ac:inkMkLst>
            <pc:docMk/>
            <pc:sldMk cId="3753930777" sldId="392"/>
            <ac:inkMk id="4137" creationId="{5C494E7B-D41A-6832-774F-E1411505E185}"/>
          </ac:inkMkLst>
        </pc:inkChg>
        <pc:inkChg chg="add del mod">
          <ac:chgData name="Mahima Weerasinghe" userId="e11e3f55-42da-4e07-8ead-4d7a1d7ea1c6" providerId="ADAL" clId="{DEC8990C-F1E8-4081-8796-F50D8B9FA883}" dt="2024-10-13T12:10:07.111" v="1324" actId="478"/>
          <ac:inkMkLst>
            <pc:docMk/>
            <pc:sldMk cId="3753930777" sldId="392"/>
            <ac:inkMk id="4138" creationId="{9B5A8C04-E751-5398-C7F2-AAA888BA3BD9}"/>
          </ac:inkMkLst>
        </pc:inkChg>
        <pc:inkChg chg="add del mod">
          <ac:chgData name="Mahima Weerasinghe" userId="e11e3f55-42da-4e07-8ead-4d7a1d7ea1c6" providerId="ADAL" clId="{DEC8990C-F1E8-4081-8796-F50D8B9FA883}" dt="2024-10-13T12:10:02.621" v="1323" actId="478"/>
          <ac:inkMkLst>
            <pc:docMk/>
            <pc:sldMk cId="3753930777" sldId="392"/>
            <ac:inkMk id="4140" creationId="{D26A76E6-B8C3-1D66-40B1-CEF132F05B70}"/>
          </ac:inkMkLst>
        </pc:inkChg>
        <pc:inkChg chg="add del mod">
          <ac:chgData name="Mahima Weerasinghe" userId="e11e3f55-42da-4e07-8ead-4d7a1d7ea1c6" providerId="ADAL" clId="{DEC8990C-F1E8-4081-8796-F50D8B9FA883}" dt="2024-10-13T12:10:02.621" v="1323" actId="478"/>
          <ac:inkMkLst>
            <pc:docMk/>
            <pc:sldMk cId="3753930777" sldId="392"/>
            <ac:inkMk id="4141" creationId="{A488E554-184C-6D36-A536-F01540717B9B}"/>
          </ac:inkMkLst>
        </pc:inkChg>
        <pc:inkChg chg="add del mod">
          <ac:chgData name="Mahima Weerasinghe" userId="e11e3f55-42da-4e07-8ead-4d7a1d7ea1c6" providerId="ADAL" clId="{DEC8990C-F1E8-4081-8796-F50D8B9FA883}" dt="2024-10-13T12:10:02.621" v="1323" actId="478"/>
          <ac:inkMkLst>
            <pc:docMk/>
            <pc:sldMk cId="3753930777" sldId="392"/>
            <ac:inkMk id="4142" creationId="{7735C127-C5E0-2DEE-55DE-0A3A0092551A}"/>
          </ac:inkMkLst>
        </pc:inkChg>
        <pc:inkChg chg="add del mod">
          <ac:chgData name="Mahima Weerasinghe" userId="e11e3f55-42da-4e07-8ead-4d7a1d7ea1c6" providerId="ADAL" clId="{DEC8990C-F1E8-4081-8796-F50D8B9FA883}" dt="2024-10-13T12:10:02.621" v="1323" actId="478"/>
          <ac:inkMkLst>
            <pc:docMk/>
            <pc:sldMk cId="3753930777" sldId="392"/>
            <ac:inkMk id="4143" creationId="{F5575A43-3F6E-87F9-3ADD-4123572C08AD}"/>
          </ac:inkMkLst>
        </pc:inkChg>
        <pc:inkChg chg="add del mod">
          <ac:chgData name="Mahima Weerasinghe" userId="e11e3f55-42da-4e07-8ead-4d7a1d7ea1c6" providerId="ADAL" clId="{DEC8990C-F1E8-4081-8796-F50D8B9FA883}" dt="2024-10-13T12:10:02.621" v="1323" actId="478"/>
          <ac:inkMkLst>
            <pc:docMk/>
            <pc:sldMk cId="3753930777" sldId="392"/>
            <ac:inkMk id="4144" creationId="{4D06BC1B-445B-7523-C93F-29C88917F7F9}"/>
          </ac:inkMkLst>
        </pc:inkChg>
        <pc:inkChg chg="add del mod">
          <ac:chgData name="Mahima Weerasinghe" userId="e11e3f55-42da-4e07-8ead-4d7a1d7ea1c6" providerId="ADAL" clId="{DEC8990C-F1E8-4081-8796-F50D8B9FA883}" dt="2024-10-13T12:10:02.621" v="1323" actId="478"/>
          <ac:inkMkLst>
            <pc:docMk/>
            <pc:sldMk cId="3753930777" sldId="392"/>
            <ac:inkMk id="4145" creationId="{953930F6-AB29-967C-1286-E7B17D0DFD7D}"/>
          </ac:inkMkLst>
        </pc:inkChg>
        <pc:inkChg chg="add del mod">
          <ac:chgData name="Mahima Weerasinghe" userId="e11e3f55-42da-4e07-8ead-4d7a1d7ea1c6" providerId="ADAL" clId="{DEC8990C-F1E8-4081-8796-F50D8B9FA883}" dt="2024-10-13T12:10:02.621" v="1323" actId="478"/>
          <ac:inkMkLst>
            <pc:docMk/>
            <pc:sldMk cId="3753930777" sldId="392"/>
            <ac:inkMk id="4146" creationId="{E17D74EA-3376-FE43-9AF0-0E08D70F57E7}"/>
          </ac:inkMkLst>
        </pc:inkChg>
        <pc:inkChg chg="add del mod">
          <ac:chgData name="Mahima Weerasinghe" userId="e11e3f55-42da-4e07-8ead-4d7a1d7ea1c6" providerId="ADAL" clId="{DEC8990C-F1E8-4081-8796-F50D8B9FA883}" dt="2024-10-13T12:10:02.621" v="1323" actId="478"/>
          <ac:inkMkLst>
            <pc:docMk/>
            <pc:sldMk cId="3753930777" sldId="392"/>
            <ac:inkMk id="4147" creationId="{97489707-3866-FD06-7994-2C3838AB1A9A}"/>
          </ac:inkMkLst>
        </pc:inkChg>
        <pc:inkChg chg="add del mod">
          <ac:chgData name="Mahima Weerasinghe" userId="e11e3f55-42da-4e07-8ead-4d7a1d7ea1c6" providerId="ADAL" clId="{DEC8990C-F1E8-4081-8796-F50D8B9FA883}" dt="2024-10-13T12:10:02.621" v="1323" actId="478"/>
          <ac:inkMkLst>
            <pc:docMk/>
            <pc:sldMk cId="3753930777" sldId="392"/>
            <ac:inkMk id="4148" creationId="{70B43651-D90F-1E29-0754-4F9057F34F6F}"/>
          </ac:inkMkLst>
        </pc:inkChg>
        <pc:inkChg chg="add del mod">
          <ac:chgData name="Mahima Weerasinghe" userId="e11e3f55-42da-4e07-8ead-4d7a1d7ea1c6" providerId="ADAL" clId="{DEC8990C-F1E8-4081-8796-F50D8B9FA883}" dt="2024-10-13T12:10:02.621" v="1323" actId="478"/>
          <ac:inkMkLst>
            <pc:docMk/>
            <pc:sldMk cId="3753930777" sldId="392"/>
            <ac:inkMk id="4149" creationId="{CA06E411-28BC-AF2C-13A9-CF962E7B8CE8}"/>
          </ac:inkMkLst>
        </pc:inkChg>
        <pc:inkChg chg="add del mod">
          <ac:chgData name="Mahima Weerasinghe" userId="e11e3f55-42da-4e07-8ead-4d7a1d7ea1c6" providerId="ADAL" clId="{DEC8990C-F1E8-4081-8796-F50D8B9FA883}" dt="2024-10-13T12:10:02.621" v="1323" actId="478"/>
          <ac:inkMkLst>
            <pc:docMk/>
            <pc:sldMk cId="3753930777" sldId="392"/>
            <ac:inkMk id="4151" creationId="{9410A209-582C-6164-77F3-F7422AC7388E}"/>
          </ac:inkMkLst>
        </pc:inkChg>
        <pc:inkChg chg="add del mod">
          <ac:chgData name="Mahima Weerasinghe" userId="e11e3f55-42da-4e07-8ead-4d7a1d7ea1c6" providerId="ADAL" clId="{DEC8990C-F1E8-4081-8796-F50D8B9FA883}" dt="2024-10-13T12:10:02.621" v="1323" actId="478"/>
          <ac:inkMkLst>
            <pc:docMk/>
            <pc:sldMk cId="3753930777" sldId="392"/>
            <ac:inkMk id="4152" creationId="{ED85E707-DE5B-078D-4FB3-FAE93A86A5AE}"/>
          </ac:inkMkLst>
        </pc:inkChg>
        <pc:inkChg chg="add del mod">
          <ac:chgData name="Mahima Weerasinghe" userId="e11e3f55-42da-4e07-8ead-4d7a1d7ea1c6" providerId="ADAL" clId="{DEC8990C-F1E8-4081-8796-F50D8B9FA883}" dt="2024-10-13T12:10:02.621" v="1323" actId="478"/>
          <ac:inkMkLst>
            <pc:docMk/>
            <pc:sldMk cId="3753930777" sldId="392"/>
            <ac:inkMk id="4153" creationId="{526CBD28-BA2A-EB97-7B6A-503BAB426EBB}"/>
          </ac:inkMkLst>
        </pc:inkChg>
        <pc:inkChg chg="add del mod">
          <ac:chgData name="Mahima Weerasinghe" userId="e11e3f55-42da-4e07-8ead-4d7a1d7ea1c6" providerId="ADAL" clId="{DEC8990C-F1E8-4081-8796-F50D8B9FA883}" dt="2024-10-13T12:10:02.621" v="1323" actId="478"/>
          <ac:inkMkLst>
            <pc:docMk/>
            <pc:sldMk cId="3753930777" sldId="392"/>
            <ac:inkMk id="4154" creationId="{4CBA3B57-727D-C3EA-0A49-EBFEBB444D0F}"/>
          </ac:inkMkLst>
        </pc:inkChg>
        <pc:inkChg chg="add del mod">
          <ac:chgData name="Mahima Weerasinghe" userId="e11e3f55-42da-4e07-8ead-4d7a1d7ea1c6" providerId="ADAL" clId="{DEC8990C-F1E8-4081-8796-F50D8B9FA883}" dt="2024-10-13T12:10:02.621" v="1323" actId="478"/>
          <ac:inkMkLst>
            <pc:docMk/>
            <pc:sldMk cId="3753930777" sldId="392"/>
            <ac:inkMk id="4155" creationId="{D10AFAC1-7E5E-97C9-66B2-C8A2A3876D45}"/>
          </ac:inkMkLst>
        </pc:inkChg>
        <pc:inkChg chg="add del mod">
          <ac:chgData name="Mahima Weerasinghe" userId="e11e3f55-42da-4e07-8ead-4d7a1d7ea1c6" providerId="ADAL" clId="{DEC8990C-F1E8-4081-8796-F50D8B9FA883}" dt="2024-10-13T12:10:02.621" v="1323" actId="478"/>
          <ac:inkMkLst>
            <pc:docMk/>
            <pc:sldMk cId="3753930777" sldId="392"/>
            <ac:inkMk id="4156" creationId="{4DA79F75-55C0-9E0C-A208-5F3AB90B021B}"/>
          </ac:inkMkLst>
        </pc:inkChg>
        <pc:inkChg chg="add del mod">
          <ac:chgData name="Mahima Weerasinghe" userId="e11e3f55-42da-4e07-8ead-4d7a1d7ea1c6" providerId="ADAL" clId="{DEC8990C-F1E8-4081-8796-F50D8B9FA883}" dt="2024-10-13T12:10:02.621" v="1323" actId="478"/>
          <ac:inkMkLst>
            <pc:docMk/>
            <pc:sldMk cId="3753930777" sldId="392"/>
            <ac:inkMk id="4158" creationId="{B5C2DAAC-59C8-1210-CA65-D2EF056F3D1B}"/>
          </ac:inkMkLst>
        </pc:inkChg>
        <pc:inkChg chg="add del mod">
          <ac:chgData name="Mahima Weerasinghe" userId="e11e3f55-42da-4e07-8ead-4d7a1d7ea1c6" providerId="ADAL" clId="{DEC8990C-F1E8-4081-8796-F50D8B9FA883}" dt="2024-10-13T12:10:02.621" v="1323" actId="478"/>
          <ac:inkMkLst>
            <pc:docMk/>
            <pc:sldMk cId="3753930777" sldId="392"/>
            <ac:inkMk id="4159" creationId="{62F705A1-795F-9DA4-3E37-7253C674409C}"/>
          </ac:inkMkLst>
        </pc:inkChg>
        <pc:inkChg chg="add del mod">
          <ac:chgData name="Mahima Weerasinghe" userId="e11e3f55-42da-4e07-8ead-4d7a1d7ea1c6" providerId="ADAL" clId="{DEC8990C-F1E8-4081-8796-F50D8B9FA883}" dt="2024-10-13T12:10:02.621" v="1323" actId="478"/>
          <ac:inkMkLst>
            <pc:docMk/>
            <pc:sldMk cId="3753930777" sldId="392"/>
            <ac:inkMk id="4160" creationId="{82A5D596-50FB-0AEC-D7A6-A94CDDF52625}"/>
          </ac:inkMkLst>
        </pc:inkChg>
        <pc:inkChg chg="add del mod">
          <ac:chgData name="Mahima Weerasinghe" userId="e11e3f55-42da-4e07-8ead-4d7a1d7ea1c6" providerId="ADAL" clId="{DEC8990C-F1E8-4081-8796-F50D8B9FA883}" dt="2024-10-13T12:10:02.621" v="1323" actId="478"/>
          <ac:inkMkLst>
            <pc:docMk/>
            <pc:sldMk cId="3753930777" sldId="392"/>
            <ac:inkMk id="4161" creationId="{46234B33-63E2-826C-071B-3B157369D283}"/>
          </ac:inkMkLst>
        </pc:inkChg>
        <pc:inkChg chg="add del mod">
          <ac:chgData name="Mahima Weerasinghe" userId="e11e3f55-42da-4e07-8ead-4d7a1d7ea1c6" providerId="ADAL" clId="{DEC8990C-F1E8-4081-8796-F50D8B9FA883}" dt="2024-10-13T12:10:02.621" v="1323" actId="478"/>
          <ac:inkMkLst>
            <pc:docMk/>
            <pc:sldMk cId="3753930777" sldId="392"/>
            <ac:inkMk id="4163" creationId="{116C08E2-841E-FFCC-7546-7D6D7202239B}"/>
          </ac:inkMkLst>
        </pc:inkChg>
        <pc:inkChg chg="add del mod">
          <ac:chgData name="Mahima Weerasinghe" userId="e11e3f55-42da-4e07-8ead-4d7a1d7ea1c6" providerId="ADAL" clId="{DEC8990C-F1E8-4081-8796-F50D8B9FA883}" dt="2024-10-13T12:10:02.621" v="1323" actId="478"/>
          <ac:inkMkLst>
            <pc:docMk/>
            <pc:sldMk cId="3753930777" sldId="392"/>
            <ac:inkMk id="4164" creationId="{7C769AB5-36DF-0109-5F79-DEE440677C7B}"/>
          </ac:inkMkLst>
        </pc:inkChg>
        <pc:inkChg chg="add del mod">
          <ac:chgData name="Mahima Weerasinghe" userId="e11e3f55-42da-4e07-8ead-4d7a1d7ea1c6" providerId="ADAL" clId="{DEC8990C-F1E8-4081-8796-F50D8B9FA883}" dt="2024-10-13T12:10:02.621" v="1323" actId="478"/>
          <ac:inkMkLst>
            <pc:docMk/>
            <pc:sldMk cId="3753930777" sldId="392"/>
            <ac:inkMk id="4165" creationId="{5BA19E28-43E2-5C13-FAB0-5F44EB60BDDF}"/>
          </ac:inkMkLst>
        </pc:inkChg>
        <pc:inkChg chg="add del mod">
          <ac:chgData name="Mahima Weerasinghe" userId="e11e3f55-42da-4e07-8ead-4d7a1d7ea1c6" providerId="ADAL" clId="{DEC8990C-F1E8-4081-8796-F50D8B9FA883}" dt="2024-10-13T12:10:02.621" v="1323" actId="478"/>
          <ac:inkMkLst>
            <pc:docMk/>
            <pc:sldMk cId="3753930777" sldId="392"/>
            <ac:inkMk id="4166" creationId="{B0F78626-1048-EBEE-01E0-58459C982964}"/>
          </ac:inkMkLst>
        </pc:inkChg>
        <pc:inkChg chg="add del mod">
          <ac:chgData name="Mahima Weerasinghe" userId="e11e3f55-42da-4e07-8ead-4d7a1d7ea1c6" providerId="ADAL" clId="{DEC8990C-F1E8-4081-8796-F50D8B9FA883}" dt="2024-10-13T12:10:02.621" v="1323" actId="478"/>
          <ac:inkMkLst>
            <pc:docMk/>
            <pc:sldMk cId="3753930777" sldId="392"/>
            <ac:inkMk id="4168" creationId="{8DC9DCCB-E6CC-652F-EA27-23C87559FE11}"/>
          </ac:inkMkLst>
        </pc:inkChg>
        <pc:inkChg chg="add del mod">
          <ac:chgData name="Mahima Weerasinghe" userId="e11e3f55-42da-4e07-8ead-4d7a1d7ea1c6" providerId="ADAL" clId="{DEC8990C-F1E8-4081-8796-F50D8B9FA883}" dt="2024-10-13T12:10:02.621" v="1323" actId="478"/>
          <ac:inkMkLst>
            <pc:docMk/>
            <pc:sldMk cId="3753930777" sldId="392"/>
            <ac:inkMk id="4169" creationId="{5B95BB3B-973C-51D7-15EA-52B3C8D4144A}"/>
          </ac:inkMkLst>
        </pc:inkChg>
        <pc:inkChg chg="add del mod">
          <ac:chgData name="Mahima Weerasinghe" userId="e11e3f55-42da-4e07-8ead-4d7a1d7ea1c6" providerId="ADAL" clId="{DEC8990C-F1E8-4081-8796-F50D8B9FA883}" dt="2024-10-13T12:10:02.621" v="1323" actId="478"/>
          <ac:inkMkLst>
            <pc:docMk/>
            <pc:sldMk cId="3753930777" sldId="392"/>
            <ac:inkMk id="4170" creationId="{777486B0-4629-C397-4889-7D84DD9FE208}"/>
          </ac:inkMkLst>
        </pc:inkChg>
        <pc:inkChg chg="add del mod">
          <ac:chgData name="Mahima Weerasinghe" userId="e11e3f55-42da-4e07-8ead-4d7a1d7ea1c6" providerId="ADAL" clId="{DEC8990C-F1E8-4081-8796-F50D8B9FA883}" dt="2024-10-13T12:10:02.621" v="1323" actId="478"/>
          <ac:inkMkLst>
            <pc:docMk/>
            <pc:sldMk cId="3753930777" sldId="392"/>
            <ac:inkMk id="4171" creationId="{F3400C0C-CD9A-F168-2B53-914EECE80CB8}"/>
          </ac:inkMkLst>
        </pc:inkChg>
        <pc:inkChg chg="add del mod">
          <ac:chgData name="Mahima Weerasinghe" userId="e11e3f55-42da-4e07-8ead-4d7a1d7ea1c6" providerId="ADAL" clId="{DEC8990C-F1E8-4081-8796-F50D8B9FA883}" dt="2024-10-13T12:10:02.621" v="1323" actId="478"/>
          <ac:inkMkLst>
            <pc:docMk/>
            <pc:sldMk cId="3753930777" sldId="392"/>
            <ac:inkMk id="4172" creationId="{48507D54-E783-4EA9-6DE6-6BC0BD79B13F}"/>
          </ac:inkMkLst>
        </pc:inkChg>
        <pc:inkChg chg="add del mod">
          <ac:chgData name="Mahima Weerasinghe" userId="e11e3f55-42da-4e07-8ead-4d7a1d7ea1c6" providerId="ADAL" clId="{DEC8990C-F1E8-4081-8796-F50D8B9FA883}" dt="2024-10-13T12:10:02.621" v="1323" actId="478"/>
          <ac:inkMkLst>
            <pc:docMk/>
            <pc:sldMk cId="3753930777" sldId="392"/>
            <ac:inkMk id="4173" creationId="{C3883651-FC14-2526-7A5C-F25CE336A0EE}"/>
          </ac:inkMkLst>
        </pc:inkChg>
        <pc:inkChg chg="add del mod">
          <ac:chgData name="Mahima Weerasinghe" userId="e11e3f55-42da-4e07-8ead-4d7a1d7ea1c6" providerId="ADAL" clId="{DEC8990C-F1E8-4081-8796-F50D8B9FA883}" dt="2024-10-13T12:10:02.621" v="1323" actId="478"/>
          <ac:inkMkLst>
            <pc:docMk/>
            <pc:sldMk cId="3753930777" sldId="392"/>
            <ac:inkMk id="4174" creationId="{30F94C55-10AD-252D-E732-987DCAEF7E85}"/>
          </ac:inkMkLst>
        </pc:inkChg>
        <pc:inkChg chg="add del mod">
          <ac:chgData name="Mahima Weerasinghe" userId="e11e3f55-42da-4e07-8ead-4d7a1d7ea1c6" providerId="ADAL" clId="{DEC8990C-F1E8-4081-8796-F50D8B9FA883}" dt="2024-10-13T12:10:02.621" v="1323" actId="478"/>
          <ac:inkMkLst>
            <pc:docMk/>
            <pc:sldMk cId="3753930777" sldId="392"/>
            <ac:inkMk id="4175" creationId="{A04BC4FC-BF10-A6FB-69FC-6E0FCF58AD1C}"/>
          </ac:inkMkLst>
        </pc:inkChg>
        <pc:inkChg chg="add del mod">
          <ac:chgData name="Mahima Weerasinghe" userId="e11e3f55-42da-4e07-8ead-4d7a1d7ea1c6" providerId="ADAL" clId="{DEC8990C-F1E8-4081-8796-F50D8B9FA883}" dt="2024-10-13T12:10:02.621" v="1323" actId="478"/>
          <ac:inkMkLst>
            <pc:docMk/>
            <pc:sldMk cId="3753930777" sldId="392"/>
            <ac:inkMk id="4177" creationId="{21AD653D-6EC4-7818-A11F-E5C5EF0E5828}"/>
          </ac:inkMkLst>
        </pc:inkChg>
        <pc:inkChg chg="add del mod">
          <ac:chgData name="Mahima Weerasinghe" userId="e11e3f55-42da-4e07-8ead-4d7a1d7ea1c6" providerId="ADAL" clId="{DEC8990C-F1E8-4081-8796-F50D8B9FA883}" dt="2024-10-13T12:10:02.621" v="1323" actId="478"/>
          <ac:inkMkLst>
            <pc:docMk/>
            <pc:sldMk cId="3753930777" sldId="392"/>
            <ac:inkMk id="4178" creationId="{D2D5F242-C83C-C40D-7266-E90770B75CE1}"/>
          </ac:inkMkLst>
        </pc:inkChg>
        <pc:inkChg chg="add del mod">
          <ac:chgData name="Mahima Weerasinghe" userId="e11e3f55-42da-4e07-8ead-4d7a1d7ea1c6" providerId="ADAL" clId="{DEC8990C-F1E8-4081-8796-F50D8B9FA883}" dt="2024-10-13T12:10:02.621" v="1323" actId="478"/>
          <ac:inkMkLst>
            <pc:docMk/>
            <pc:sldMk cId="3753930777" sldId="392"/>
            <ac:inkMk id="4179" creationId="{0DCF892B-398E-4F7B-8EBB-5B25E2AEC3C2}"/>
          </ac:inkMkLst>
        </pc:inkChg>
        <pc:inkChg chg="add del mod">
          <ac:chgData name="Mahima Weerasinghe" userId="e11e3f55-42da-4e07-8ead-4d7a1d7ea1c6" providerId="ADAL" clId="{DEC8990C-F1E8-4081-8796-F50D8B9FA883}" dt="2024-10-13T12:10:02.621" v="1323" actId="478"/>
          <ac:inkMkLst>
            <pc:docMk/>
            <pc:sldMk cId="3753930777" sldId="392"/>
            <ac:inkMk id="4180" creationId="{2BA20014-E238-5838-761F-4246A1D09405}"/>
          </ac:inkMkLst>
        </pc:inkChg>
        <pc:inkChg chg="add del mod">
          <ac:chgData name="Mahima Weerasinghe" userId="e11e3f55-42da-4e07-8ead-4d7a1d7ea1c6" providerId="ADAL" clId="{DEC8990C-F1E8-4081-8796-F50D8B9FA883}" dt="2024-10-13T12:10:02.621" v="1323" actId="478"/>
          <ac:inkMkLst>
            <pc:docMk/>
            <pc:sldMk cId="3753930777" sldId="392"/>
            <ac:inkMk id="4181" creationId="{0F027E7E-FA6F-6C0F-7BA5-FC76465C999D}"/>
          </ac:inkMkLst>
        </pc:inkChg>
        <pc:inkChg chg="add del mod">
          <ac:chgData name="Mahima Weerasinghe" userId="e11e3f55-42da-4e07-8ead-4d7a1d7ea1c6" providerId="ADAL" clId="{DEC8990C-F1E8-4081-8796-F50D8B9FA883}" dt="2024-10-13T12:10:02.621" v="1323" actId="478"/>
          <ac:inkMkLst>
            <pc:docMk/>
            <pc:sldMk cId="3753930777" sldId="392"/>
            <ac:inkMk id="4182" creationId="{7F6F66E9-650D-D103-8510-BF12E99C640C}"/>
          </ac:inkMkLst>
        </pc:inkChg>
        <pc:inkChg chg="add del mod">
          <ac:chgData name="Mahima Weerasinghe" userId="e11e3f55-42da-4e07-8ead-4d7a1d7ea1c6" providerId="ADAL" clId="{DEC8990C-F1E8-4081-8796-F50D8B9FA883}" dt="2024-10-13T12:10:02.621" v="1323" actId="478"/>
          <ac:inkMkLst>
            <pc:docMk/>
            <pc:sldMk cId="3753930777" sldId="392"/>
            <ac:inkMk id="4183" creationId="{B249B6F9-CB13-FAB2-AA37-5938B26C1D49}"/>
          </ac:inkMkLst>
        </pc:inkChg>
        <pc:inkChg chg="add del mod">
          <ac:chgData name="Mahima Weerasinghe" userId="e11e3f55-42da-4e07-8ead-4d7a1d7ea1c6" providerId="ADAL" clId="{DEC8990C-F1E8-4081-8796-F50D8B9FA883}" dt="2024-10-13T12:10:02.621" v="1323" actId="478"/>
          <ac:inkMkLst>
            <pc:docMk/>
            <pc:sldMk cId="3753930777" sldId="392"/>
            <ac:inkMk id="4184" creationId="{B490B7B6-9F09-6CFA-8F6D-9D907DC6C8F8}"/>
          </ac:inkMkLst>
        </pc:inkChg>
        <pc:inkChg chg="add del mod">
          <ac:chgData name="Mahima Weerasinghe" userId="e11e3f55-42da-4e07-8ead-4d7a1d7ea1c6" providerId="ADAL" clId="{DEC8990C-F1E8-4081-8796-F50D8B9FA883}" dt="2024-10-13T12:10:02.621" v="1323" actId="478"/>
          <ac:inkMkLst>
            <pc:docMk/>
            <pc:sldMk cId="3753930777" sldId="392"/>
            <ac:inkMk id="4186" creationId="{77F40085-5B01-64E7-AE2E-39CA86C4A664}"/>
          </ac:inkMkLst>
        </pc:inkChg>
        <pc:inkChg chg="add del mod">
          <ac:chgData name="Mahima Weerasinghe" userId="e11e3f55-42da-4e07-8ead-4d7a1d7ea1c6" providerId="ADAL" clId="{DEC8990C-F1E8-4081-8796-F50D8B9FA883}" dt="2024-10-13T12:10:02.621" v="1323" actId="478"/>
          <ac:inkMkLst>
            <pc:docMk/>
            <pc:sldMk cId="3753930777" sldId="392"/>
            <ac:inkMk id="4188" creationId="{8D889BD8-E5DD-AB58-A0D4-55F6C0577EBF}"/>
          </ac:inkMkLst>
        </pc:inkChg>
        <pc:inkChg chg="add del mod">
          <ac:chgData name="Mahima Weerasinghe" userId="e11e3f55-42da-4e07-8ead-4d7a1d7ea1c6" providerId="ADAL" clId="{DEC8990C-F1E8-4081-8796-F50D8B9FA883}" dt="2024-10-13T12:10:02.621" v="1323" actId="478"/>
          <ac:inkMkLst>
            <pc:docMk/>
            <pc:sldMk cId="3753930777" sldId="392"/>
            <ac:inkMk id="4189" creationId="{3ACE1BB1-61D2-C2FC-8D4E-14F0A6744E7B}"/>
          </ac:inkMkLst>
        </pc:inkChg>
        <pc:inkChg chg="add del mod">
          <ac:chgData name="Mahima Weerasinghe" userId="e11e3f55-42da-4e07-8ead-4d7a1d7ea1c6" providerId="ADAL" clId="{DEC8990C-F1E8-4081-8796-F50D8B9FA883}" dt="2024-10-13T12:10:02.621" v="1323" actId="478"/>
          <ac:inkMkLst>
            <pc:docMk/>
            <pc:sldMk cId="3753930777" sldId="392"/>
            <ac:inkMk id="4191" creationId="{38A6D96D-9F60-39C7-2FC9-7CFFA87B993D}"/>
          </ac:inkMkLst>
        </pc:inkChg>
        <pc:inkChg chg="add del mod">
          <ac:chgData name="Mahima Weerasinghe" userId="e11e3f55-42da-4e07-8ead-4d7a1d7ea1c6" providerId="ADAL" clId="{DEC8990C-F1E8-4081-8796-F50D8B9FA883}" dt="2024-10-13T12:10:02.621" v="1323" actId="478"/>
          <ac:inkMkLst>
            <pc:docMk/>
            <pc:sldMk cId="3753930777" sldId="392"/>
            <ac:inkMk id="4192" creationId="{46A204A8-1A1B-7147-EC14-023E18DC7A00}"/>
          </ac:inkMkLst>
        </pc:inkChg>
        <pc:inkChg chg="add del mod">
          <ac:chgData name="Mahima Weerasinghe" userId="e11e3f55-42da-4e07-8ead-4d7a1d7ea1c6" providerId="ADAL" clId="{DEC8990C-F1E8-4081-8796-F50D8B9FA883}" dt="2024-10-13T12:10:02.621" v="1323" actId="478"/>
          <ac:inkMkLst>
            <pc:docMk/>
            <pc:sldMk cId="3753930777" sldId="392"/>
            <ac:inkMk id="4194" creationId="{A11D7562-434D-F5E2-1808-DDD85C511299}"/>
          </ac:inkMkLst>
        </pc:inkChg>
        <pc:inkChg chg="add del mod">
          <ac:chgData name="Mahima Weerasinghe" userId="e11e3f55-42da-4e07-8ead-4d7a1d7ea1c6" providerId="ADAL" clId="{DEC8990C-F1E8-4081-8796-F50D8B9FA883}" dt="2024-10-13T12:10:02.621" v="1323" actId="478"/>
          <ac:inkMkLst>
            <pc:docMk/>
            <pc:sldMk cId="3753930777" sldId="392"/>
            <ac:inkMk id="4196" creationId="{3D8122E6-4E99-1A80-FCBA-1FBE77A718D2}"/>
          </ac:inkMkLst>
        </pc:inkChg>
        <pc:inkChg chg="add del mod">
          <ac:chgData name="Mahima Weerasinghe" userId="e11e3f55-42da-4e07-8ead-4d7a1d7ea1c6" providerId="ADAL" clId="{DEC8990C-F1E8-4081-8796-F50D8B9FA883}" dt="2024-10-13T12:10:02.621" v="1323" actId="478"/>
          <ac:inkMkLst>
            <pc:docMk/>
            <pc:sldMk cId="3753930777" sldId="392"/>
            <ac:inkMk id="4197" creationId="{A7E95AD3-398F-6A5A-B3ED-E49C5487F977}"/>
          </ac:inkMkLst>
        </pc:inkChg>
        <pc:inkChg chg="add del mod">
          <ac:chgData name="Mahima Weerasinghe" userId="e11e3f55-42da-4e07-8ead-4d7a1d7ea1c6" providerId="ADAL" clId="{DEC8990C-F1E8-4081-8796-F50D8B9FA883}" dt="2024-10-13T12:10:19.810" v="1330"/>
          <ac:inkMkLst>
            <pc:docMk/>
            <pc:sldMk cId="3753930777" sldId="392"/>
            <ac:inkMk id="4199" creationId="{DC5D1E53-068E-9BF9-D324-A4D06B009111}"/>
          </ac:inkMkLst>
        </pc:inkChg>
        <pc:inkChg chg="add del mod">
          <ac:chgData name="Mahima Weerasinghe" userId="e11e3f55-42da-4e07-8ead-4d7a1d7ea1c6" providerId="ADAL" clId="{DEC8990C-F1E8-4081-8796-F50D8B9FA883}" dt="2024-10-13T12:10:19.812" v="1339"/>
          <ac:inkMkLst>
            <pc:docMk/>
            <pc:sldMk cId="3753930777" sldId="392"/>
            <ac:inkMk id="4200" creationId="{5C3AA9B2-D8C6-474D-C002-C57D99114320}"/>
          </ac:inkMkLst>
        </pc:inkChg>
        <pc:inkChg chg="add del mod">
          <ac:chgData name="Mahima Weerasinghe" userId="e11e3f55-42da-4e07-8ead-4d7a1d7ea1c6" providerId="ADAL" clId="{DEC8990C-F1E8-4081-8796-F50D8B9FA883}" dt="2024-10-13T12:10:02.621" v="1323" actId="478"/>
          <ac:inkMkLst>
            <pc:docMk/>
            <pc:sldMk cId="3753930777" sldId="392"/>
            <ac:inkMk id="4202" creationId="{477089F1-96C7-FDC1-ABD5-3E8078BB066F}"/>
          </ac:inkMkLst>
        </pc:inkChg>
        <pc:inkChg chg="add del mod">
          <ac:chgData name="Mahima Weerasinghe" userId="e11e3f55-42da-4e07-8ead-4d7a1d7ea1c6" providerId="ADAL" clId="{DEC8990C-F1E8-4081-8796-F50D8B9FA883}" dt="2024-10-13T12:10:02.621" v="1323" actId="478"/>
          <ac:inkMkLst>
            <pc:docMk/>
            <pc:sldMk cId="3753930777" sldId="392"/>
            <ac:inkMk id="4203" creationId="{8260E4D4-4E4A-47AE-7124-CFED4E8F23AD}"/>
          </ac:inkMkLst>
        </pc:inkChg>
        <pc:inkChg chg="add del mod">
          <ac:chgData name="Mahima Weerasinghe" userId="e11e3f55-42da-4e07-8ead-4d7a1d7ea1c6" providerId="ADAL" clId="{DEC8990C-F1E8-4081-8796-F50D8B9FA883}" dt="2024-10-13T12:10:19.812" v="1338"/>
          <ac:inkMkLst>
            <pc:docMk/>
            <pc:sldMk cId="3753930777" sldId="392"/>
            <ac:inkMk id="4205" creationId="{9DB6D5D3-5D37-BBED-69B6-4C4DAC2D0654}"/>
          </ac:inkMkLst>
        </pc:inkChg>
        <pc:inkChg chg="add del mod">
          <ac:chgData name="Mahima Weerasinghe" userId="e11e3f55-42da-4e07-8ead-4d7a1d7ea1c6" providerId="ADAL" clId="{DEC8990C-F1E8-4081-8796-F50D8B9FA883}" dt="2024-10-13T12:10:19.808" v="1325"/>
          <ac:inkMkLst>
            <pc:docMk/>
            <pc:sldMk cId="3753930777" sldId="392"/>
            <ac:inkMk id="4206" creationId="{88A0B131-08FE-1D6D-63FA-805670495D09}"/>
          </ac:inkMkLst>
        </pc:inkChg>
        <pc:inkChg chg="add del mod">
          <ac:chgData name="Mahima Weerasinghe" userId="e11e3f55-42da-4e07-8ead-4d7a1d7ea1c6" providerId="ADAL" clId="{DEC8990C-F1E8-4081-8796-F50D8B9FA883}" dt="2024-10-13T12:10:19.811" v="1334"/>
          <ac:inkMkLst>
            <pc:docMk/>
            <pc:sldMk cId="3753930777" sldId="392"/>
            <ac:inkMk id="4208" creationId="{C48F8596-A8CD-9ED4-9569-1AFFFFAEE344}"/>
          </ac:inkMkLst>
        </pc:inkChg>
        <pc:inkChg chg="add del mod">
          <ac:chgData name="Mahima Weerasinghe" userId="e11e3f55-42da-4e07-8ead-4d7a1d7ea1c6" providerId="ADAL" clId="{DEC8990C-F1E8-4081-8796-F50D8B9FA883}" dt="2024-10-13T12:10:19.812" v="1337"/>
          <ac:inkMkLst>
            <pc:docMk/>
            <pc:sldMk cId="3753930777" sldId="392"/>
            <ac:inkMk id="4210" creationId="{E06CCDFF-C6FB-6081-941B-BC65CE4252F2}"/>
          </ac:inkMkLst>
        </pc:inkChg>
        <pc:inkChg chg="add del mod">
          <ac:chgData name="Mahima Weerasinghe" userId="e11e3f55-42da-4e07-8ead-4d7a1d7ea1c6" providerId="ADAL" clId="{DEC8990C-F1E8-4081-8796-F50D8B9FA883}" dt="2024-10-13T12:10:19.811" v="1335"/>
          <ac:inkMkLst>
            <pc:docMk/>
            <pc:sldMk cId="3753930777" sldId="392"/>
            <ac:inkMk id="4211" creationId="{2F3A0978-E2A0-AE25-4DC9-B1C4DC5CA8E2}"/>
          </ac:inkMkLst>
        </pc:inkChg>
        <pc:inkChg chg="add del mod">
          <ac:chgData name="Mahima Weerasinghe" userId="e11e3f55-42da-4e07-8ead-4d7a1d7ea1c6" providerId="ADAL" clId="{DEC8990C-F1E8-4081-8796-F50D8B9FA883}" dt="2024-10-13T12:10:19.810" v="1329"/>
          <ac:inkMkLst>
            <pc:docMk/>
            <pc:sldMk cId="3753930777" sldId="392"/>
            <ac:inkMk id="4212" creationId="{5153563B-377E-8A00-CA4D-F1ED4E3AFB7D}"/>
          </ac:inkMkLst>
        </pc:inkChg>
        <pc:inkChg chg="add del mod">
          <ac:chgData name="Mahima Weerasinghe" userId="e11e3f55-42da-4e07-8ead-4d7a1d7ea1c6" providerId="ADAL" clId="{DEC8990C-F1E8-4081-8796-F50D8B9FA883}" dt="2024-10-13T12:10:19.811" v="1333"/>
          <ac:inkMkLst>
            <pc:docMk/>
            <pc:sldMk cId="3753930777" sldId="392"/>
            <ac:inkMk id="4213" creationId="{1ABA4E74-FC0D-0708-3436-21B1CB437DD5}"/>
          </ac:inkMkLst>
        </pc:inkChg>
        <pc:inkChg chg="add del mod">
          <ac:chgData name="Mahima Weerasinghe" userId="e11e3f55-42da-4e07-8ead-4d7a1d7ea1c6" providerId="ADAL" clId="{DEC8990C-F1E8-4081-8796-F50D8B9FA883}" dt="2024-10-13T12:10:19.810" v="1331"/>
          <ac:inkMkLst>
            <pc:docMk/>
            <pc:sldMk cId="3753930777" sldId="392"/>
            <ac:inkMk id="4215" creationId="{77A01A2E-677B-C578-DD18-AD2D288D8902}"/>
          </ac:inkMkLst>
        </pc:inkChg>
        <pc:inkChg chg="add del mod">
          <ac:chgData name="Mahima Weerasinghe" userId="e11e3f55-42da-4e07-8ead-4d7a1d7ea1c6" providerId="ADAL" clId="{DEC8990C-F1E8-4081-8796-F50D8B9FA883}" dt="2024-10-13T12:10:19.809" v="1327"/>
          <ac:inkMkLst>
            <pc:docMk/>
            <pc:sldMk cId="3753930777" sldId="392"/>
            <ac:inkMk id="4216" creationId="{D39F7006-0DEF-7340-2EFF-C29F89BEED5F}"/>
          </ac:inkMkLst>
        </pc:inkChg>
        <pc:inkChg chg="add del mod">
          <ac:chgData name="Mahima Weerasinghe" userId="e11e3f55-42da-4e07-8ead-4d7a1d7ea1c6" providerId="ADAL" clId="{DEC8990C-F1E8-4081-8796-F50D8B9FA883}" dt="2024-10-13T12:10:19.812" v="1340"/>
          <ac:inkMkLst>
            <pc:docMk/>
            <pc:sldMk cId="3753930777" sldId="392"/>
            <ac:inkMk id="4217" creationId="{27CCFABA-A7E0-B6E1-8FF0-60E18E6CCFAE}"/>
          </ac:inkMkLst>
        </pc:inkChg>
        <pc:inkChg chg="add del mod">
          <ac:chgData name="Mahima Weerasinghe" userId="e11e3f55-42da-4e07-8ead-4d7a1d7ea1c6" providerId="ADAL" clId="{DEC8990C-F1E8-4081-8796-F50D8B9FA883}" dt="2024-10-13T12:10:19.811" v="1336"/>
          <ac:inkMkLst>
            <pc:docMk/>
            <pc:sldMk cId="3753930777" sldId="392"/>
            <ac:inkMk id="4219" creationId="{06422125-4E37-2DFE-CF35-C0E4F5EB8D7A}"/>
          </ac:inkMkLst>
        </pc:inkChg>
        <pc:inkChg chg="add del mod">
          <ac:chgData name="Mahima Weerasinghe" userId="e11e3f55-42da-4e07-8ead-4d7a1d7ea1c6" providerId="ADAL" clId="{DEC8990C-F1E8-4081-8796-F50D8B9FA883}" dt="2024-10-13T12:10:19.811" v="1332"/>
          <ac:inkMkLst>
            <pc:docMk/>
            <pc:sldMk cId="3753930777" sldId="392"/>
            <ac:inkMk id="4220" creationId="{E68224C0-35BE-4AE8-E721-865904AC1CA1}"/>
          </ac:inkMkLst>
        </pc:inkChg>
        <pc:inkChg chg="add del mod">
          <ac:chgData name="Mahima Weerasinghe" userId="e11e3f55-42da-4e07-8ead-4d7a1d7ea1c6" providerId="ADAL" clId="{DEC8990C-F1E8-4081-8796-F50D8B9FA883}" dt="2024-10-13T12:10:19.810" v="1328"/>
          <ac:inkMkLst>
            <pc:docMk/>
            <pc:sldMk cId="3753930777" sldId="392"/>
            <ac:inkMk id="4221" creationId="{8F7CA199-39E4-9974-73BA-9AFC846DA9FD}"/>
          </ac:inkMkLst>
        </pc:inkChg>
        <pc:inkChg chg="add del mod">
          <ac:chgData name="Mahima Weerasinghe" userId="e11e3f55-42da-4e07-8ead-4d7a1d7ea1c6" providerId="ADAL" clId="{DEC8990C-F1E8-4081-8796-F50D8B9FA883}" dt="2024-10-13T12:10:19.808" v="1326"/>
          <ac:inkMkLst>
            <pc:docMk/>
            <pc:sldMk cId="3753930777" sldId="392"/>
            <ac:inkMk id="4222" creationId="{329B79A0-C452-3522-14C0-33B63E94FC99}"/>
          </ac:inkMkLst>
        </pc:inkChg>
        <pc:inkChg chg="add del mod">
          <ac:chgData name="Mahima Weerasinghe" userId="e11e3f55-42da-4e07-8ead-4d7a1d7ea1c6" providerId="ADAL" clId="{DEC8990C-F1E8-4081-8796-F50D8B9FA883}" dt="2024-10-13T12:10:07.111" v="1324" actId="478"/>
          <ac:inkMkLst>
            <pc:docMk/>
            <pc:sldMk cId="3753930777" sldId="392"/>
            <ac:inkMk id="4224" creationId="{102E2F27-57DE-78A8-6030-372175F39BC6}"/>
          </ac:inkMkLst>
        </pc:inkChg>
        <pc:inkChg chg="add del mod topLvl">
          <ac:chgData name="Mahima Weerasinghe" userId="e11e3f55-42da-4e07-8ead-4d7a1d7ea1c6" providerId="ADAL" clId="{DEC8990C-F1E8-4081-8796-F50D8B9FA883}" dt="2024-10-13T12:10:07.111" v="1324" actId="478"/>
          <ac:inkMkLst>
            <pc:docMk/>
            <pc:sldMk cId="3753930777" sldId="392"/>
            <ac:inkMk id="4225" creationId="{9239D5EB-1EB2-EA3C-D09E-B3524EF8248A}"/>
          </ac:inkMkLst>
        </pc:inkChg>
        <pc:inkChg chg="add del mod topLvl">
          <ac:chgData name="Mahima Weerasinghe" userId="e11e3f55-42da-4e07-8ead-4d7a1d7ea1c6" providerId="ADAL" clId="{DEC8990C-F1E8-4081-8796-F50D8B9FA883}" dt="2024-10-13T12:10:07.111" v="1324" actId="478"/>
          <ac:inkMkLst>
            <pc:docMk/>
            <pc:sldMk cId="3753930777" sldId="392"/>
            <ac:inkMk id="4226" creationId="{5D42BB45-A57B-2118-9423-AD1DFEAE3EF2}"/>
          </ac:inkMkLst>
        </pc:inkChg>
        <pc:inkChg chg="add del mod">
          <ac:chgData name="Mahima Weerasinghe" userId="e11e3f55-42da-4e07-8ead-4d7a1d7ea1c6" providerId="ADAL" clId="{DEC8990C-F1E8-4081-8796-F50D8B9FA883}" dt="2024-10-13T12:10:07.111" v="1324" actId="478"/>
          <ac:inkMkLst>
            <pc:docMk/>
            <pc:sldMk cId="3753930777" sldId="392"/>
            <ac:inkMk id="4227" creationId="{AB1F7B4C-149E-A2A8-78C6-50BB7B3ABF2E}"/>
          </ac:inkMkLst>
        </pc:inkChg>
        <pc:inkChg chg="add del mod">
          <ac:chgData name="Mahima Weerasinghe" userId="e11e3f55-42da-4e07-8ead-4d7a1d7ea1c6" providerId="ADAL" clId="{DEC8990C-F1E8-4081-8796-F50D8B9FA883}" dt="2024-10-13T12:10:02.621" v="1323" actId="478"/>
          <ac:inkMkLst>
            <pc:docMk/>
            <pc:sldMk cId="3753930777" sldId="392"/>
            <ac:inkMk id="4229" creationId="{08AF69B1-5C20-C6E4-7FFE-0D5ACBF20DFE}"/>
          </ac:inkMkLst>
        </pc:inkChg>
        <pc:inkChg chg="add del mod">
          <ac:chgData name="Mahima Weerasinghe" userId="e11e3f55-42da-4e07-8ead-4d7a1d7ea1c6" providerId="ADAL" clId="{DEC8990C-F1E8-4081-8796-F50D8B9FA883}" dt="2024-10-13T12:10:02.621" v="1323" actId="478"/>
          <ac:inkMkLst>
            <pc:docMk/>
            <pc:sldMk cId="3753930777" sldId="392"/>
            <ac:inkMk id="4231" creationId="{B65316A4-349F-FEF5-A04F-86F27302A5B1}"/>
          </ac:inkMkLst>
        </pc:inkChg>
        <pc:inkChg chg="add">
          <ac:chgData name="Mahima Weerasinghe" userId="e11e3f55-42da-4e07-8ead-4d7a1d7ea1c6" providerId="ADAL" clId="{DEC8990C-F1E8-4081-8796-F50D8B9FA883}" dt="2024-10-13T12:10:32.366" v="1354" actId="9405"/>
          <ac:inkMkLst>
            <pc:docMk/>
            <pc:sldMk cId="3753930777" sldId="392"/>
            <ac:inkMk id="4233" creationId="{50B1D70B-36A8-5167-970F-38A14A5FE274}"/>
          </ac:inkMkLst>
        </pc:inkChg>
        <pc:inkChg chg="add">
          <ac:chgData name="Mahima Weerasinghe" userId="e11e3f55-42da-4e07-8ead-4d7a1d7ea1c6" providerId="ADAL" clId="{DEC8990C-F1E8-4081-8796-F50D8B9FA883}" dt="2024-10-13T12:10:45.287" v="1355" actId="9405"/>
          <ac:inkMkLst>
            <pc:docMk/>
            <pc:sldMk cId="3753930777" sldId="392"/>
            <ac:inkMk id="4234" creationId="{B9BFF13E-3E45-2483-6207-1AFFFD055B5E}"/>
          </ac:inkMkLst>
        </pc:inkChg>
        <pc:inkChg chg="add">
          <ac:chgData name="Mahima Weerasinghe" userId="e11e3f55-42da-4e07-8ead-4d7a1d7ea1c6" providerId="ADAL" clId="{DEC8990C-F1E8-4081-8796-F50D8B9FA883}" dt="2024-10-13T12:10:49.582" v="1356" actId="9405"/>
          <ac:inkMkLst>
            <pc:docMk/>
            <pc:sldMk cId="3753930777" sldId="392"/>
            <ac:inkMk id="4235" creationId="{64E3CBF4-F679-9B1D-D4A4-978F34F3E3BC}"/>
          </ac:inkMkLst>
        </pc:inkChg>
        <pc:inkChg chg="add">
          <ac:chgData name="Mahima Weerasinghe" userId="e11e3f55-42da-4e07-8ead-4d7a1d7ea1c6" providerId="ADAL" clId="{DEC8990C-F1E8-4081-8796-F50D8B9FA883}" dt="2024-10-13T12:10:52.662" v="1357" actId="9405"/>
          <ac:inkMkLst>
            <pc:docMk/>
            <pc:sldMk cId="3753930777" sldId="392"/>
            <ac:inkMk id="4236" creationId="{D412DFF5-AAEF-1141-8C0B-32E21F620F48}"/>
          </ac:inkMkLst>
        </pc:inkChg>
        <pc:inkChg chg="add">
          <ac:chgData name="Mahima Weerasinghe" userId="e11e3f55-42da-4e07-8ead-4d7a1d7ea1c6" providerId="ADAL" clId="{DEC8990C-F1E8-4081-8796-F50D8B9FA883}" dt="2024-10-13T12:11:16.097" v="1358" actId="9405"/>
          <ac:inkMkLst>
            <pc:docMk/>
            <pc:sldMk cId="3753930777" sldId="392"/>
            <ac:inkMk id="4237" creationId="{CC973975-1160-1279-B418-9623ECC55B0A}"/>
          </ac:inkMkLst>
        </pc:inkChg>
        <pc:inkChg chg="add mod">
          <ac:chgData name="Mahima Weerasinghe" userId="e11e3f55-42da-4e07-8ead-4d7a1d7ea1c6" providerId="ADAL" clId="{DEC8990C-F1E8-4081-8796-F50D8B9FA883}" dt="2024-10-13T12:11:25.129" v="1362"/>
          <ac:inkMkLst>
            <pc:docMk/>
            <pc:sldMk cId="3753930777" sldId="392"/>
            <ac:inkMk id="4238" creationId="{23392D05-AAE2-9C6D-6231-E9F719C9DAC9}"/>
          </ac:inkMkLst>
        </pc:inkChg>
        <pc:inkChg chg="add mod">
          <ac:chgData name="Mahima Weerasinghe" userId="e11e3f55-42da-4e07-8ead-4d7a1d7ea1c6" providerId="ADAL" clId="{DEC8990C-F1E8-4081-8796-F50D8B9FA883}" dt="2024-10-13T12:11:25.129" v="1362"/>
          <ac:inkMkLst>
            <pc:docMk/>
            <pc:sldMk cId="3753930777" sldId="392"/>
            <ac:inkMk id="4239" creationId="{5201A58C-A2F3-2FB9-AB10-9FE87C39E832}"/>
          </ac:inkMkLst>
        </pc:inkChg>
        <pc:inkChg chg="add mod">
          <ac:chgData name="Mahima Weerasinghe" userId="e11e3f55-42da-4e07-8ead-4d7a1d7ea1c6" providerId="ADAL" clId="{DEC8990C-F1E8-4081-8796-F50D8B9FA883}" dt="2024-10-13T12:11:25.129" v="1362"/>
          <ac:inkMkLst>
            <pc:docMk/>
            <pc:sldMk cId="3753930777" sldId="392"/>
            <ac:inkMk id="4240" creationId="{C74588B0-9D53-DD7B-0114-2CA7923D3E59}"/>
          </ac:inkMkLst>
        </pc:inkChg>
        <pc:inkChg chg="add mod">
          <ac:chgData name="Mahima Weerasinghe" userId="e11e3f55-42da-4e07-8ead-4d7a1d7ea1c6" providerId="ADAL" clId="{DEC8990C-F1E8-4081-8796-F50D8B9FA883}" dt="2024-10-13T12:12:03.370" v="1393"/>
          <ac:inkMkLst>
            <pc:docMk/>
            <pc:sldMk cId="3753930777" sldId="392"/>
            <ac:inkMk id="4242" creationId="{97238F2A-A5C8-7352-FD21-5ED1A7DB8A39}"/>
          </ac:inkMkLst>
        </pc:inkChg>
        <pc:inkChg chg="add mod">
          <ac:chgData name="Mahima Weerasinghe" userId="e11e3f55-42da-4e07-8ead-4d7a1d7ea1c6" providerId="ADAL" clId="{DEC8990C-F1E8-4081-8796-F50D8B9FA883}" dt="2024-10-13T12:12:03.370" v="1393"/>
          <ac:inkMkLst>
            <pc:docMk/>
            <pc:sldMk cId="3753930777" sldId="392"/>
            <ac:inkMk id="4243" creationId="{FB07B945-6D50-8DE3-702F-DB9F9E58D141}"/>
          </ac:inkMkLst>
        </pc:inkChg>
        <pc:inkChg chg="add mod">
          <ac:chgData name="Mahima Weerasinghe" userId="e11e3f55-42da-4e07-8ead-4d7a1d7ea1c6" providerId="ADAL" clId="{DEC8990C-F1E8-4081-8796-F50D8B9FA883}" dt="2024-10-13T12:12:03.370" v="1393"/>
          <ac:inkMkLst>
            <pc:docMk/>
            <pc:sldMk cId="3753930777" sldId="392"/>
            <ac:inkMk id="4244" creationId="{F695238F-D6F5-BAFF-147D-6DF80E6ACE66}"/>
          </ac:inkMkLst>
        </pc:inkChg>
        <pc:inkChg chg="add mod">
          <ac:chgData name="Mahima Weerasinghe" userId="e11e3f55-42da-4e07-8ead-4d7a1d7ea1c6" providerId="ADAL" clId="{DEC8990C-F1E8-4081-8796-F50D8B9FA883}" dt="2024-10-13T12:12:03.370" v="1393"/>
          <ac:inkMkLst>
            <pc:docMk/>
            <pc:sldMk cId="3753930777" sldId="392"/>
            <ac:inkMk id="4245" creationId="{68365BAC-99B7-E787-DBC6-41B98526C8F8}"/>
          </ac:inkMkLst>
        </pc:inkChg>
        <pc:inkChg chg="add mod">
          <ac:chgData name="Mahima Weerasinghe" userId="e11e3f55-42da-4e07-8ead-4d7a1d7ea1c6" providerId="ADAL" clId="{DEC8990C-F1E8-4081-8796-F50D8B9FA883}" dt="2024-10-13T12:12:03.370" v="1393"/>
          <ac:inkMkLst>
            <pc:docMk/>
            <pc:sldMk cId="3753930777" sldId="392"/>
            <ac:inkMk id="4246" creationId="{3EED0065-38CC-A92B-88DE-99614F7E4BE1}"/>
          </ac:inkMkLst>
        </pc:inkChg>
        <pc:inkChg chg="add mod">
          <ac:chgData name="Mahima Weerasinghe" userId="e11e3f55-42da-4e07-8ead-4d7a1d7ea1c6" providerId="ADAL" clId="{DEC8990C-F1E8-4081-8796-F50D8B9FA883}" dt="2024-10-13T12:12:03.370" v="1393"/>
          <ac:inkMkLst>
            <pc:docMk/>
            <pc:sldMk cId="3753930777" sldId="392"/>
            <ac:inkMk id="4248" creationId="{88DB2460-E0D8-A743-60EA-F74DD1ACAC32}"/>
          </ac:inkMkLst>
        </pc:inkChg>
        <pc:inkChg chg="add mod">
          <ac:chgData name="Mahima Weerasinghe" userId="e11e3f55-42da-4e07-8ead-4d7a1d7ea1c6" providerId="ADAL" clId="{DEC8990C-F1E8-4081-8796-F50D8B9FA883}" dt="2024-10-13T12:12:03.370" v="1393"/>
          <ac:inkMkLst>
            <pc:docMk/>
            <pc:sldMk cId="3753930777" sldId="392"/>
            <ac:inkMk id="4249" creationId="{9DE04C1F-1EAA-B4F0-80BD-360551F53F47}"/>
          </ac:inkMkLst>
        </pc:inkChg>
        <pc:inkChg chg="add mod">
          <ac:chgData name="Mahima Weerasinghe" userId="e11e3f55-42da-4e07-8ead-4d7a1d7ea1c6" providerId="ADAL" clId="{DEC8990C-F1E8-4081-8796-F50D8B9FA883}" dt="2024-10-13T12:12:03.370" v="1393"/>
          <ac:inkMkLst>
            <pc:docMk/>
            <pc:sldMk cId="3753930777" sldId="392"/>
            <ac:inkMk id="4250" creationId="{D0B0E456-86BB-3C35-ED4B-25717C4ACEFE}"/>
          </ac:inkMkLst>
        </pc:inkChg>
        <pc:inkChg chg="add mod">
          <ac:chgData name="Mahima Weerasinghe" userId="e11e3f55-42da-4e07-8ead-4d7a1d7ea1c6" providerId="ADAL" clId="{DEC8990C-F1E8-4081-8796-F50D8B9FA883}" dt="2024-10-13T12:12:03.370" v="1393"/>
          <ac:inkMkLst>
            <pc:docMk/>
            <pc:sldMk cId="3753930777" sldId="392"/>
            <ac:inkMk id="4253" creationId="{EC2F2650-60F1-B95B-B383-20348A015D11}"/>
          </ac:inkMkLst>
        </pc:inkChg>
        <pc:inkChg chg="add mod">
          <ac:chgData name="Mahima Weerasinghe" userId="e11e3f55-42da-4e07-8ead-4d7a1d7ea1c6" providerId="ADAL" clId="{DEC8990C-F1E8-4081-8796-F50D8B9FA883}" dt="2024-10-13T12:12:03.370" v="1393"/>
          <ac:inkMkLst>
            <pc:docMk/>
            <pc:sldMk cId="3753930777" sldId="392"/>
            <ac:inkMk id="4254" creationId="{50B48F7A-6A4B-4C61-0DAC-0C60BB373340}"/>
          </ac:inkMkLst>
        </pc:inkChg>
        <pc:inkChg chg="add mod">
          <ac:chgData name="Mahima Weerasinghe" userId="e11e3f55-42da-4e07-8ead-4d7a1d7ea1c6" providerId="ADAL" clId="{DEC8990C-F1E8-4081-8796-F50D8B9FA883}" dt="2024-10-13T12:12:03.370" v="1393"/>
          <ac:inkMkLst>
            <pc:docMk/>
            <pc:sldMk cId="3753930777" sldId="392"/>
            <ac:inkMk id="4255" creationId="{6FBCE6C5-5813-C9F2-D4A6-91F980F08275}"/>
          </ac:inkMkLst>
        </pc:inkChg>
        <pc:inkChg chg="add mod">
          <ac:chgData name="Mahima Weerasinghe" userId="e11e3f55-42da-4e07-8ead-4d7a1d7ea1c6" providerId="ADAL" clId="{DEC8990C-F1E8-4081-8796-F50D8B9FA883}" dt="2024-10-13T12:12:03.370" v="1393"/>
          <ac:inkMkLst>
            <pc:docMk/>
            <pc:sldMk cId="3753930777" sldId="392"/>
            <ac:inkMk id="4257" creationId="{32614898-518F-36EF-73E4-63B40BCFA6D9}"/>
          </ac:inkMkLst>
        </pc:inkChg>
        <pc:inkChg chg="add mod">
          <ac:chgData name="Mahima Weerasinghe" userId="e11e3f55-42da-4e07-8ead-4d7a1d7ea1c6" providerId="ADAL" clId="{DEC8990C-F1E8-4081-8796-F50D8B9FA883}" dt="2024-10-13T12:12:03.370" v="1393"/>
          <ac:inkMkLst>
            <pc:docMk/>
            <pc:sldMk cId="3753930777" sldId="392"/>
            <ac:inkMk id="4258" creationId="{F3242921-9D99-A00E-8E4B-DF776DDDFAAA}"/>
          </ac:inkMkLst>
        </pc:inkChg>
        <pc:inkChg chg="add mod">
          <ac:chgData name="Mahima Weerasinghe" userId="e11e3f55-42da-4e07-8ead-4d7a1d7ea1c6" providerId="ADAL" clId="{DEC8990C-F1E8-4081-8796-F50D8B9FA883}" dt="2024-10-13T12:12:03.370" v="1393"/>
          <ac:inkMkLst>
            <pc:docMk/>
            <pc:sldMk cId="3753930777" sldId="392"/>
            <ac:inkMk id="4259" creationId="{376CCF4F-5DB9-804B-5904-7C6A26B4CCA1}"/>
          </ac:inkMkLst>
        </pc:inkChg>
        <pc:inkChg chg="add mod">
          <ac:chgData name="Mahima Weerasinghe" userId="e11e3f55-42da-4e07-8ead-4d7a1d7ea1c6" providerId="ADAL" clId="{DEC8990C-F1E8-4081-8796-F50D8B9FA883}" dt="2024-10-13T12:12:03.370" v="1393"/>
          <ac:inkMkLst>
            <pc:docMk/>
            <pc:sldMk cId="3753930777" sldId="392"/>
            <ac:inkMk id="4261" creationId="{0FCCB22E-D848-BFD8-7A2F-D1DCA6839AAD}"/>
          </ac:inkMkLst>
        </pc:inkChg>
        <pc:inkChg chg="add mod">
          <ac:chgData name="Mahima Weerasinghe" userId="e11e3f55-42da-4e07-8ead-4d7a1d7ea1c6" providerId="ADAL" clId="{DEC8990C-F1E8-4081-8796-F50D8B9FA883}" dt="2024-10-13T12:12:03.370" v="1393"/>
          <ac:inkMkLst>
            <pc:docMk/>
            <pc:sldMk cId="3753930777" sldId="392"/>
            <ac:inkMk id="4262" creationId="{FAEB76CA-0B08-1C1D-8602-114FC2339B8A}"/>
          </ac:inkMkLst>
        </pc:inkChg>
        <pc:inkChg chg="add mod">
          <ac:chgData name="Mahima Weerasinghe" userId="e11e3f55-42da-4e07-8ead-4d7a1d7ea1c6" providerId="ADAL" clId="{DEC8990C-F1E8-4081-8796-F50D8B9FA883}" dt="2024-10-13T12:12:03.370" v="1393"/>
          <ac:inkMkLst>
            <pc:docMk/>
            <pc:sldMk cId="3753930777" sldId="392"/>
            <ac:inkMk id="4264" creationId="{92E1AAFC-7034-99C3-A5F9-30A0E84B2ECA}"/>
          </ac:inkMkLst>
        </pc:inkChg>
        <pc:inkChg chg="add mod">
          <ac:chgData name="Mahima Weerasinghe" userId="e11e3f55-42da-4e07-8ead-4d7a1d7ea1c6" providerId="ADAL" clId="{DEC8990C-F1E8-4081-8796-F50D8B9FA883}" dt="2024-10-13T12:12:03.370" v="1393"/>
          <ac:inkMkLst>
            <pc:docMk/>
            <pc:sldMk cId="3753930777" sldId="392"/>
            <ac:inkMk id="4265" creationId="{9566F6C0-52F7-0866-F72A-154944E3F171}"/>
          </ac:inkMkLst>
        </pc:inkChg>
        <pc:inkChg chg="add mod">
          <ac:chgData name="Mahima Weerasinghe" userId="e11e3f55-42da-4e07-8ead-4d7a1d7ea1c6" providerId="ADAL" clId="{DEC8990C-F1E8-4081-8796-F50D8B9FA883}" dt="2024-10-13T12:12:03.370" v="1393"/>
          <ac:inkMkLst>
            <pc:docMk/>
            <pc:sldMk cId="3753930777" sldId="392"/>
            <ac:inkMk id="4266" creationId="{53AA30F5-0D6C-738B-6234-4FAD1782A201}"/>
          </ac:inkMkLst>
        </pc:inkChg>
        <pc:inkChg chg="add mod">
          <ac:chgData name="Mahima Weerasinghe" userId="e11e3f55-42da-4e07-8ead-4d7a1d7ea1c6" providerId="ADAL" clId="{DEC8990C-F1E8-4081-8796-F50D8B9FA883}" dt="2024-10-13T12:12:03.370" v="1393"/>
          <ac:inkMkLst>
            <pc:docMk/>
            <pc:sldMk cId="3753930777" sldId="392"/>
            <ac:inkMk id="4268" creationId="{095ED460-B363-B244-A4DC-F1C2CAFAF8B8}"/>
          </ac:inkMkLst>
        </pc:inkChg>
        <pc:inkChg chg="add mod">
          <ac:chgData name="Mahima Weerasinghe" userId="e11e3f55-42da-4e07-8ead-4d7a1d7ea1c6" providerId="ADAL" clId="{DEC8990C-F1E8-4081-8796-F50D8B9FA883}" dt="2024-10-13T12:12:03.370" v="1393"/>
          <ac:inkMkLst>
            <pc:docMk/>
            <pc:sldMk cId="3753930777" sldId="392"/>
            <ac:inkMk id="4269" creationId="{2F052F44-B85D-E7A7-EB3D-FAC51DF76B70}"/>
          </ac:inkMkLst>
        </pc:inkChg>
        <pc:inkChg chg="add mod">
          <ac:chgData name="Mahima Weerasinghe" userId="e11e3f55-42da-4e07-8ead-4d7a1d7ea1c6" providerId="ADAL" clId="{DEC8990C-F1E8-4081-8796-F50D8B9FA883}" dt="2024-10-13T12:12:03.370" v="1393"/>
          <ac:inkMkLst>
            <pc:docMk/>
            <pc:sldMk cId="3753930777" sldId="392"/>
            <ac:inkMk id="4270" creationId="{408F500E-D6CC-CB0D-2CA0-8950D7E743A7}"/>
          </ac:inkMkLst>
        </pc:inkChg>
        <pc:inkChg chg="add mod">
          <ac:chgData name="Mahima Weerasinghe" userId="e11e3f55-42da-4e07-8ead-4d7a1d7ea1c6" providerId="ADAL" clId="{DEC8990C-F1E8-4081-8796-F50D8B9FA883}" dt="2024-10-13T12:12:03.370" v="1393"/>
          <ac:inkMkLst>
            <pc:docMk/>
            <pc:sldMk cId="3753930777" sldId="392"/>
            <ac:inkMk id="4271" creationId="{EDA299F0-86CA-01FD-9D41-F939D0C9526D}"/>
          </ac:inkMkLst>
        </pc:inkChg>
        <pc:inkChg chg="add mod">
          <ac:chgData name="Mahima Weerasinghe" userId="e11e3f55-42da-4e07-8ead-4d7a1d7ea1c6" providerId="ADAL" clId="{DEC8990C-F1E8-4081-8796-F50D8B9FA883}" dt="2024-10-13T12:12:03.370" v="1393"/>
          <ac:inkMkLst>
            <pc:docMk/>
            <pc:sldMk cId="3753930777" sldId="392"/>
            <ac:inkMk id="4272" creationId="{F4CF9D98-E3C5-857F-386A-316BC88495FC}"/>
          </ac:inkMkLst>
        </pc:inkChg>
        <pc:inkChg chg="add">
          <ac:chgData name="Mahima Weerasinghe" userId="e11e3f55-42da-4e07-8ead-4d7a1d7ea1c6" providerId="ADAL" clId="{DEC8990C-F1E8-4081-8796-F50D8B9FA883}" dt="2024-10-13T12:12:11.460" v="1394" actId="9405"/>
          <ac:inkMkLst>
            <pc:docMk/>
            <pc:sldMk cId="3753930777" sldId="392"/>
            <ac:inkMk id="4274" creationId="{870DDDDB-A572-DF9E-1CC7-16EA1F650768}"/>
          </ac:inkMkLst>
        </pc:inkChg>
        <pc:inkChg chg="add mod">
          <ac:chgData name="Mahima Weerasinghe" userId="e11e3f55-42da-4e07-8ead-4d7a1d7ea1c6" providerId="ADAL" clId="{DEC8990C-F1E8-4081-8796-F50D8B9FA883}" dt="2024-10-13T12:20:49.494" v="1539"/>
          <ac:inkMkLst>
            <pc:docMk/>
            <pc:sldMk cId="3753930777" sldId="392"/>
            <ac:inkMk id="4275" creationId="{33A22740-CAB7-8E9A-17A4-CEBAC7AB04F1}"/>
          </ac:inkMkLst>
        </pc:inkChg>
        <pc:inkChg chg="add mod">
          <ac:chgData name="Mahima Weerasinghe" userId="e11e3f55-42da-4e07-8ead-4d7a1d7ea1c6" providerId="ADAL" clId="{DEC8990C-F1E8-4081-8796-F50D8B9FA883}" dt="2024-10-13T12:20:49.494" v="1539"/>
          <ac:inkMkLst>
            <pc:docMk/>
            <pc:sldMk cId="3753930777" sldId="392"/>
            <ac:inkMk id="4276" creationId="{8F4671D3-1451-D4E9-D940-B335C92D3A64}"/>
          </ac:inkMkLst>
        </pc:inkChg>
        <pc:inkChg chg="add">
          <ac:chgData name="Mahima Weerasinghe" userId="e11e3f55-42da-4e07-8ead-4d7a1d7ea1c6" providerId="ADAL" clId="{DEC8990C-F1E8-4081-8796-F50D8B9FA883}" dt="2024-10-13T12:12:19.801" v="1397" actId="9405"/>
          <ac:inkMkLst>
            <pc:docMk/>
            <pc:sldMk cId="3753930777" sldId="392"/>
            <ac:inkMk id="4277" creationId="{9753D670-03F9-7972-BE90-496EDCE90AAE}"/>
          </ac:inkMkLst>
        </pc:inkChg>
        <pc:inkChg chg="add mod">
          <ac:chgData name="Mahima Weerasinghe" userId="e11e3f55-42da-4e07-8ead-4d7a1d7ea1c6" providerId="ADAL" clId="{DEC8990C-F1E8-4081-8796-F50D8B9FA883}" dt="2024-10-13T12:12:28.771" v="1406"/>
          <ac:inkMkLst>
            <pc:docMk/>
            <pc:sldMk cId="3753930777" sldId="392"/>
            <ac:inkMk id="4278" creationId="{7C16FB11-1711-EA58-F19F-D894A15680E3}"/>
          </ac:inkMkLst>
        </pc:inkChg>
        <pc:inkChg chg="add mod">
          <ac:chgData name="Mahima Weerasinghe" userId="e11e3f55-42da-4e07-8ead-4d7a1d7ea1c6" providerId="ADAL" clId="{DEC8990C-F1E8-4081-8796-F50D8B9FA883}" dt="2024-10-13T12:12:28.771" v="1406"/>
          <ac:inkMkLst>
            <pc:docMk/>
            <pc:sldMk cId="3753930777" sldId="392"/>
            <ac:inkMk id="4279" creationId="{CDF1DB6D-91C3-AD0F-FC7C-2953E880C065}"/>
          </ac:inkMkLst>
        </pc:inkChg>
        <pc:inkChg chg="add mod">
          <ac:chgData name="Mahima Weerasinghe" userId="e11e3f55-42da-4e07-8ead-4d7a1d7ea1c6" providerId="ADAL" clId="{DEC8990C-F1E8-4081-8796-F50D8B9FA883}" dt="2024-10-13T12:12:28.771" v="1406"/>
          <ac:inkMkLst>
            <pc:docMk/>
            <pc:sldMk cId="3753930777" sldId="392"/>
            <ac:inkMk id="4280" creationId="{7864C037-2DC2-19B4-F71E-7F325A5FBFDF}"/>
          </ac:inkMkLst>
        </pc:inkChg>
        <pc:inkChg chg="add mod">
          <ac:chgData name="Mahima Weerasinghe" userId="e11e3f55-42da-4e07-8ead-4d7a1d7ea1c6" providerId="ADAL" clId="{DEC8990C-F1E8-4081-8796-F50D8B9FA883}" dt="2024-10-13T12:12:28.771" v="1406"/>
          <ac:inkMkLst>
            <pc:docMk/>
            <pc:sldMk cId="3753930777" sldId="392"/>
            <ac:inkMk id="4281" creationId="{B0F366CD-D83C-60BC-F937-3FBD167EB943}"/>
          </ac:inkMkLst>
        </pc:inkChg>
        <pc:inkChg chg="add mod">
          <ac:chgData name="Mahima Weerasinghe" userId="e11e3f55-42da-4e07-8ead-4d7a1d7ea1c6" providerId="ADAL" clId="{DEC8990C-F1E8-4081-8796-F50D8B9FA883}" dt="2024-10-13T12:12:28.771" v="1406"/>
          <ac:inkMkLst>
            <pc:docMk/>
            <pc:sldMk cId="3753930777" sldId="392"/>
            <ac:inkMk id="4282" creationId="{9C4FC0B5-CB55-7C3F-15F7-37A41E1F92CF}"/>
          </ac:inkMkLst>
        </pc:inkChg>
        <pc:inkChg chg="add mod">
          <ac:chgData name="Mahima Weerasinghe" userId="e11e3f55-42da-4e07-8ead-4d7a1d7ea1c6" providerId="ADAL" clId="{DEC8990C-F1E8-4081-8796-F50D8B9FA883}" dt="2024-10-13T12:12:28.771" v="1406"/>
          <ac:inkMkLst>
            <pc:docMk/>
            <pc:sldMk cId="3753930777" sldId="392"/>
            <ac:inkMk id="4283" creationId="{05943247-475E-2758-EE0C-2048C476B090}"/>
          </ac:inkMkLst>
        </pc:inkChg>
        <pc:inkChg chg="add mod">
          <ac:chgData name="Mahima Weerasinghe" userId="e11e3f55-42da-4e07-8ead-4d7a1d7ea1c6" providerId="ADAL" clId="{DEC8990C-F1E8-4081-8796-F50D8B9FA883}" dt="2024-10-13T12:12:28.771" v="1406"/>
          <ac:inkMkLst>
            <pc:docMk/>
            <pc:sldMk cId="3753930777" sldId="392"/>
            <ac:inkMk id="4284" creationId="{97569291-44F0-E1A3-9E10-C0531A9F0F79}"/>
          </ac:inkMkLst>
        </pc:inkChg>
        <pc:inkChg chg="add mod">
          <ac:chgData name="Mahima Weerasinghe" userId="e11e3f55-42da-4e07-8ead-4d7a1d7ea1c6" providerId="ADAL" clId="{DEC8990C-F1E8-4081-8796-F50D8B9FA883}" dt="2024-10-13T12:12:28.771" v="1406"/>
          <ac:inkMkLst>
            <pc:docMk/>
            <pc:sldMk cId="3753930777" sldId="392"/>
            <ac:inkMk id="4285" creationId="{E5088D74-C7ED-E9B1-6C64-35FEAE318652}"/>
          </ac:inkMkLst>
        </pc:inkChg>
        <pc:inkChg chg="add">
          <ac:chgData name="Mahima Weerasinghe" userId="e11e3f55-42da-4e07-8ead-4d7a1d7ea1c6" providerId="ADAL" clId="{DEC8990C-F1E8-4081-8796-F50D8B9FA883}" dt="2024-10-13T12:12:32.259" v="1407" actId="9405"/>
          <ac:inkMkLst>
            <pc:docMk/>
            <pc:sldMk cId="3753930777" sldId="392"/>
            <ac:inkMk id="4287" creationId="{299CC2AD-2107-6CDE-732B-C9BF2672BB8B}"/>
          </ac:inkMkLst>
        </pc:inkChg>
        <pc:inkChg chg="add">
          <ac:chgData name="Mahima Weerasinghe" userId="e11e3f55-42da-4e07-8ead-4d7a1d7ea1c6" providerId="ADAL" clId="{DEC8990C-F1E8-4081-8796-F50D8B9FA883}" dt="2024-10-13T12:12:42.591" v="1408" actId="9405"/>
          <ac:inkMkLst>
            <pc:docMk/>
            <pc:sldMk cId="3753930777" sldId="392"/>
            <ac:inkMk id="4288" creationId="{CCCB1C89-4334-D9AD-A522-54A61DE87FBB}"/>
          </ac:inkMkLst>
        </pc:inkChg>
        <pc:inkChg chg="add mod">
          <ac:chgData name="Mahima Weerasinghe" userId="e11e3f55-42da-4e07-8ead-4d7a1d7ea1c6" providerId="ADAL" clId="{DEC8990C-F1E8-4081-8796-F50D8B9FA883}" dt="2024-10-13T12:12:46.196" v="1411"/>
          <ac:inkMkLst>
            <pc:docMk/>
            <pc:sldMk cId="3753930777" sldId="392"/>
            <ac:inkMk id="4289" creationId="{3B4CFE90-0942-48C1-E6A5-D221083B3AB0}"/>
          </ac:inkMkLst>
        </pc:inkChg>
        <pc:inkChg chg="add mod">
          <ac:chgData name="Mahima Weerasinghe" userId="e11e3f55-42da-4e07-8ead-4d7a1d7ea1c6" providerId="ADAL" clId="{DEC8990C-F1E8-4081-8796-F50D8B9FA883}" dt="2024-10-13T12:12:46.196" v="1411"/>
          <ac:inkMkLst>
            <pc:docMk/>
            <pc:sldMk cId="3753930777" sldId="392"/>
            <ac:inkMk id="4290" creationId="{1460D9DD-D6C0-D309-D629-6230A103FDDD}"/>
          </ac:inkMkLst>
        </pc:inkChg>
        <pc:inkChg chg="add mod">
          <ac:chgData name="Mahima Weerasinghe" userId="e11e3f55-42da-4e07-8ead-4d7a1d7ea1c6" providerId="ADAL" clId="{DEC8990C-F1E8-4081-8796-F50D8B9FA883}" dt="2024-10-13T12:14:23.732" v="1416"/>
          <ac:inkMkLst>
            <pc:docMk/>
            <pc:sldMk cId="3753930777" sldId="392"/>
            <ac:inkMk id="4292" creationId="{878F8809-5DAB-757A-1FD4-B21166A72445}"/>
          </ac:inkMkLst>
        </pc:inkChg>
        <pc:inkChg chg="add mod">
          <ac:chgData name="Mahima Weerasinghe" userId="e11e3f55-42da-4e07-8ead-4d7a1d7ea1c6" providerId="ADAL" clId="{DEC8990C-F1E8-4081-8796-F50D8B9FA883}" dt="2024-10-13T12:14:23.732" v="1416"/>
          <ac:inkMkLst>
            <pc:docMk/>
            <pc:sldMk cId="3753930777" sldId="392"/>
            <ac:inkMk id="4293" creationId="{9849FEC8-195B-77A3-79A9-CC322F096B09}"/>
          </ac:inkMkLst>
        </pc:inkChg>
        <pc:inkChg chg="add mod">
          <ac:chgData name="Mahima Weerasinghe" userId="e11e3f55-42da-4e07-8ead-4d7a1d7ea1c6" providerId="ADAL" clId="{DEC8990C-F1E8-4081-8796-F50D8B9FA883}" dt="2024-10-13T12:14:23.732" v="1416"/>
          <ac:inkMkLst>
            <pc:docMk/>
            <pc:sldMk cId="3753930777" sldId="392"/>
            <ac:inkMk id="4294" creationId="{BE8CA5E6-27DA-CF1F-CC95-688A03AB1C69}"/>
          </ac:inkMkLst>
        </pc:inkChg>
        <pc:inkChg chg="add mod">
          <ac:chgData name="Mahima Weerasinghe" userId="e11e3f55-42da-4e07-8ead-4d7a1d7ea1c6" providerId="ADAL" clId="{DEC8990C-F1E8-4081-8796-F50D8B9FA883}" dt="2024-10-13T12:14:23.732" v="1416"/>
          <ac:inkMkLst>
            <pc:docMk/>
            <pc:sldMk cId="3753930777" sldId="392"/>
            <ac:inkMk id="4295" creationId="{79423D41-33E9-94FE-9001-2C6D84B6935D}"/>
          </ac:inkMkLst>
        </pc:inkChg>
        <pc:inkChg chg="add">
          <ac:chgData name="Mahima Weerasinghe" userId="e11e3f55-42da-4e07-8ead-4d7a1d7ea1c6" providerId="ADAL" clId="{DEC8990C-F1E8-4081-8796-F50D8B9FA883}" dt="2024-10-13T12:14:37.366" v="1417" actId="9405"/>
          <ac:inkMkLst>
            <pc:docMk/>
            <pc:sldMk cId="3753930777" sldId="392"/>
            <ac:inkMk id="4297" creationId="{6C820F0B-7621-B8A4-1489-37F5C384769B}"/>
          </ac:inkMkLst>
        </pc:inkChg>
        <pc:inkChg chg="add mod">
          <ac:chgData name="Mahima Weerasinghe" userId="e11e3f55-42da-4e07-8ead-4d7a1d7ea1c6" providerId="ADAL" clId="{DEC8990C-F1E8-4081-8796-F50D8B9FA883}" dt="2024-10-13T12:17:16.433" v="1511"/>
          <ac:inkMkLst>
            <pc:docMk/>
            <pc:sldMk cId="3753930777" sldId="392"/>
            <ac:inkMk id="4298" creationId="{51365440-02E2-EF4C-40A8-F88E578944DD}"/>
          </ac:inkMkLst>
        </pc:inkChg>
        <pc:inkChg chg="add mod">
          <ac:chgData name="Mahima Weerasinghe" userId="e11e3f55-42da-4e07-8ead-4d7a1d7ea1c6" providerId="ADAL" clId="{DEC8990C-F1E8-4081-8796-F50D8B9FA883}" dt="2024-10-13T12:17:16.433" v="1511"/>
          <ac:inkMkLst>
            <pc:docMk/>
            <pc:sldMk cId="3753930777" sldId="392"/>
            <ac:inkMk id="4299" creationId="{792EE1DD-5BD0-911D-DE39-CA35FF0F17B9}"/>
          </ac:inkMkLst>
        </pc:inkChg>
        <pc:inkChg chg="add mod">
          <ac:chgData name="Mahima Weerasinghe" userId="e11e3f55-42da-4e07-8ead-4d7a1d7ea1c6" providerId="ADAL" clId="{DEC8990C-F1E8-4081-8796-F50D8B9FA883}" dt="2024-10-13T12:17:16.433" v="1511"/>
          <ac:inkMkLst>
            <pc:docMk/>
            <pc:sldMk cId="3753930777" sldId="392"/>
            <ac:inkMk id="4300" creationId="{1DB69782-8455-884D-2892-C4391A0623AA}"/>
          </ac:inkMkLst>
        </pc:inkChg>
        <pc:inkChg chg="add mod">
          <ac:chgData name="Mahima Weerasinghe" userId="e11e3f55-42da-4e07-8ead-4d7a1d7ea1c6" providerId="ADAL" clId="{DEC8990C-F1E8-4081-8796-F50D8B9FA883}" dt="2024-10-13T12:17:16.433" v="1511"/>
          <ac:inkMkLst>
            <pc:docMk/>
            <pc:sldMk cId="3753930777" sldId="392"/>
            <ac:inkMk id="4301" creationId="{E350D75C-3D57-C54C-3633-7895AD47124D}"/>
          </ac:inkMkLst>
        </pc:inkChg>
        <pc:inkChg chg="add mod">
          <ac:chgData name="Mahima Weerasinghe" userId="e11e3f55-42da-4e07-8ead-4d7a1d7ea1c6" providerId="ADAL" clId="{DEC8990C-F1E8-4081-8796-F50D8B9FA883}" dt="2024-10-13T12:17:16.433" v="1511"/>
          <ac:inkMkLst>
            <pc:docMk/>
            <pc:sldMk cId="3753930777" sldId="392"/>
            <ac:inkMk id="4302" creationId="{12DE7002-4A33-0416-8805-BC7379008255}"/>
          </ac:inkMkLst>
        </pc:inkChg>
        <pc:inkChg chg="add mod">
          <ac:chgData name="Mahima Weerasinghe" userId="e11e3f55-42da-4e07-8ead-4d7a1d7ea1c6" providerId="ADAL" clId="{DEC8990C-F1E8-4081-8796-F50D8B9FA883}" dt="2024-10-13T12:17:16.433" v="1511"/>
          <ac:inkMkLst>
            <pc:docMk/>
            <pc:sldMk cId="3753930777" sldId="392"/>
            <ac:inkMk id="4303" creationId="{8E4D3067-9C84-21DD-11AA-10F480AD3433}"/>
          </ac:inkMkLst>
        </pc:inkChg>
        <pc:inkChg chg="add mod">
          <ac:chgData name="Mahima Weerasinghe" userId="e11e3f55-42da-4e07-8ead-4d7a1d7ea1c6" providerId="ADAL" clId="{DEC8990C-F1E8-4081-8796-F50D8B9FA883}" dt="2024-10-13T12:17:16.433" v="1511"/>
          <ac:inkMkLst>
            <pc:docMk/>
            <pc:sldMk cId="3753930777" sldId="392"/>
            <ac:inkMk id="4304" creationId="{8BE1C873-73FC-784F-0ABF-DFAAD2F54648}"/>
          </ac:inkMkLst>
        </pc:inkChg>
        <pc:inkChg chg="add mod">
          <ac:chgData name="Mahima Weerasinghe" userId="e11e3f55-42da-4e07-8ead-4d7a1d7ea1c6" providerId="ADAL" clId="{DEC8990C-F1E8-4081-8796-F50D8B9FA883}" dt="2024-10-13T12:17:16.433" v="1511"/>
          <ac:inkMkLst>
            <pc:docMk/>
            <pc:sldMk cId="3753930777" sldId="392"/>
            <ac:inkMk id="4305" creationId="{FC73C65A-8B10-3F63-A6F9-C98DD17DC03F}"/>
          </ac:inkMkLst>
        </pc:inkChg>
        <pc:inkChg chg="add mod">
          <ac:chgData name="Mahima Weerasinghe" userId="e11e3f55-42da-4e07-8ead-4d7a1d7ea1c6" providerId="ADAL" clId="{DEC8990C-F1E8-4081-8796-F50D8B9FA883}" dt="2024-10-13T12:17:16.433" v="1511"/>
          <ac:inkMkLst>
            <pc:docMk/>
            <pc:sldMk cId="3753930777" sldId="392"/>
            <ac:inkMk id="4306" creationId="{659A51FF-261F-0845-9E2C-03E9AC361D97}"/>
          </ac:inkMkLst>
        </pc:inkChg>
        <pc:inkChg chg="add mod">
          <ac:chgData name="Mahima Weerasinghe" userId="e11e3f55-42da-4e07-8ead-4d7a1d7ea1c6" providerId="ADAL" clId="{DEC8990C-F1E8-4081-8796-F50D8B9FA883}" dt="2024-10-13T12:17:16.433" v="1511"/>
          <ac:inkMkLst>
            <pc:docMk/>
            <pc:sldMk cId="3753930777" sldId="392"/>
            <ac:inkMk id="4307" creationId="{67396F45-DA7E-8D63-E77E-3A18746BE128}"/>
          </ac:inkMkLst>
        </pc:inkChg>
        <pc:inkChg chg="add mod">
          <ac:chgData name="Mahima Weerasinghe" userId="e11e3f55-42da-4e07-8ead-4d7a1d7ea1c6" providerId="ADAL" clId="{DEC8990C-F1E8-4081-8796-F50D8B9FA883}" dt="2024-10-13T12:17:16.433" v="1511"/>
          <ac:inkMkLst>
            <pc:docMk/>
            <pc:sldMk cId="3753930777" sldId="392"/>
            <ac:inkMk id="4308" creationId="{647EC241-F2C3-40D5-8E82-33A1EFC56EFB}"/>
          </ac:inkMkLst>
        </pc:inkChg>
        <pc:inkChg chg="add mod">
          <ac:chgData name="Mahima Weerasinghe" userId="e11e3f55-42da-4e07-8ead-4d7a1d7ea1c6" providerId="ADAL" clId="{DEC8990C-F1E8-4081-8796-F50D8B9FA883}" dt="2024-10-13T12:17:16.433" v="1511"/>
          <ac:inkMkLst>
            <pc:docMk/>
            <pc:sldMk cId="3753930777" sldId="392"/>
            <ac:inkMk id="4309" creationId="{D61DDE43-4352-89AB-4DBE-D9734552385C}"/>
          </ac:inkMkLst>
        </pc:inkChg>
        <pc:inkChg chg="add mod">
          <ac:chgData name="Mahima Weerasinghe" userId="e11e3f55-42da-4e07-8ead-4d7a1d7ea1c6" providerId="ADAL" clId="{DEC8990C-F1E8-4081-8796-F50D8B9FA883}" dt="2024-10-13T12:17:16.433" v="1511"/>
          <ac:inkMkLst>
            <pc:docMk/>
            <pc:sldMk cId="3753930777" sldId="392"/>
            <ac:inkMk id="4310" creationId="{3B97916F-12CE-E70F-3DBB-96215CB0C488}"/>
          </ac:inkMkLst>
        </pc:inkChg>
        <pc:inkChg chg="add mod">
          <ac:chgData name="Mahima Weerasinghe" userId="e11e3f55-42da-4e07-8ead-4d7a1d7ea1c6" providerId="ADAL" clId="{DEC8990C-F1E8-4081-8796-F50D8B9FA883}" dt="2024-10-13T12:17:16.433" v="1511"/>
          <ac:inkMkLst>
            <pc:docMk/>
            <pc:sldMk cId="3753930777" sldId="392"/>
            <ac:inkMk id="4311" creationId="{0599453E-A55E-F4C4-BB8D-F6A99FF63411}"/>
          </ac:inkMkLst>
        </pc:inkChg>
        <pc:inkChg chg="add mod">
          <ac:chgData name="Mahima Weerasinghe" userId="e11e3f55-42da-4e07-8ead-4d7a1d7ea1c6" providerId="ADAL" clId="{DEC8990C-F1E8-4081-8796-F50D8B9FA883}" dt="2024-10-13T12:17:16.433" v="1511"/>
          <ac:inkMkLst>
            <pc:docMk/>
            <pc:sldMk cId="3753930777" sldId="392"/>
            <ac:inkMk id="4312" creationId="{4C07E752-1B3D-D57C-DD4C-EB9118E3AAC7}"/>
          </ac:inkMkLst>
        </pc:inkChg>
        <pc:inkChg chg="add mod">
          <ac:chgData name="Mahima Weerasinghe" userId="e11e3f55-42da-4e07-8ead-4d7a1d7ea1c6" providerId="ADAL" clId="{DEC8990C-F1E8-4081-8796-F50D8B9FA883}" dt="2024-10-13T12:17:16.433" v="1511"/>
          <ac:inkMkLst>
            <pc:docMk/>
            <pc:sldMk cId="3753930777" sldId="392"/>
            <ac:inkMk id="4313" creationId="{5F87C122-D14E-5EC8-2914-28CF94D1DFF0}"/>
          </ac:inkMkLst>
        </pc:inkChg>
        <pc:inkChg chg="add mod">
          <ac:chgData name="Mahima Weerasinghe" userId="e11e3f55-42da-4e07-8ead-4d7a1d7ea1c6" providerId="ADAL" clId="{DEC8990C-F1E8-4081-8796-F50D8B9FA883}" dt="2024-10-13T12:17:16.433" v="1511"/>
          <ac:inkMkLst>
            <pc:docMk/>
            <pc:sldMk cId="3753930777" sldId="392"/>
            <ac:inkMk id="4314" creationId="{DE465F4B-BBAD-AF1D-A6C8-A836ED448402}"/>
          </ac:inkMkLst>
        </pc:inkChg>
        <pc:inkChg chg="add mod">
          <ac:chgData name="Mahima Weerasinghe" userId="e11e3f55-42da-4e07-8ead-4d7a1d7ea1c6" providerId="ADAL" clId="{DEC8990C-F1E8-4081-8796-F50D8B9FA883}" dt="2024-10-13T12:17:16.433" v="1511"/>
          <ac:inkMkLst>
            <pc:docMk/>
            <pc:sldMk cId="3753930777" sldId="392"/>
            <ac:inkMk id="4315" creationId="{2D8EE864-D0EF-DAC6-F247-1DF587616902}"/>
          </ac:inkMkLst>
        </pc:inkChg>
        <pc:inkChg chg="add mod">
          <ac:chgData name="Mahima Weerasinghe" userId="e11e3f55-42da-4e07-8ead-4d7a1d7ea1c6" providerId="ADAL" clId="{DEC8990C-F1E8-4081-8796-F50D8B9FA883}" dt="2024-10-13T12:17:16.433" v="1511"/>
          <ac:inkMkLst>
            <pc:docMk/>
            <pc:sldMk cId="3753930777" sldId="392"/>
            <ac:inkMk id="4316" creationId="{AC90B261-F754-BE4B-0F5B-A42B437E8099}"/>
          </ac:inkMkLst>
        </pc:inkChg>
        <pc:inkChg chg="add mod">
          <ac:chgData name="Mahima Weerasinghe" userId="e11e3f55-42da-4e07-8ead-4d7a1d7ea1c6" providerId="ADAL" clId="{DEC8990C-F1E8-4081-8796-F50D8B9FA883}" dt="2024-10-13T12:17:16.433" v="1511"/>
          <ac:inkMkLst>
            <pc:docMk/>
            <pc:sldMk cId="3753930777" sldId="392"/>
            <ac:inkMk id="4317" creationId="{8B1128AD-6E67-0555-9490-B54F89AF6A30}"/>
          </ac:inkMkLst>
        </pc:inkChg>
        <pc:inkChg chg="add mod">
          <ac:chgData name="Mahima Weerasinghe" userId="e11e3f55-42da-4e07-8ead-4d7a1d7ea1c6" providerId="ADAL" clId="{DEC8990C-F1E8-4081-8796-F50D8B9FA883}" dt="2024-10-13T12:17:16.433" v="1511"/>
          <ac:inkMkLst>
            <pc:docMk/>
            <pc:sldMk cId="3753930777" sldId="392"/>
            <ac:inkMk id="4318" creationId="{B23139C1-D4CB-5686-6DA9-C7B0B72F5C11}"/>
          </ac:inkMkLst>
        </pc:inkChg>
        <pc:inkChg chg="add mod">
          <ac:chgData name="Mahima Weerasinghe" userId="e11e3f55-42da-4e07-8ead-4d7a1d7ea1c6" providerId="ADAL" clId="{DEC8990C-F1E8-4081-8796-F50D8B9FA883}" dt="2024-10-13T12:17:16.433" v="1511"/>
          <ac:inkMkLst>
            <pc:docMk/>
            <pc:sldMk cId="3753930777" sldId="392"/>
            <ac:inkMk id="4319" creationId="{D59468A2-4538-205F-2B79-1000B6602CBA}"/>
          </ac:inkMkLst>
        </pc:inkChg>
        <pc:inkChg chg="add mod">
          <ac:chgData name="Mahima Weerasinghe" userId="e11e3f55-42da-4e07-8ead-4d7a1d7ea1c6" providerId="ADAL" clId="{DEC8990C-F1E8-4081-8796-F50D8B9FA883}" dt="2024-10-13T12:17:16.433" v="1511"/>
          <ac:inkMkLst>
            <pc:docMk/>
            <pc:sldMk cId="3753930777" sldId="392"/>
            <ac:inkMk id="4320" creationId="{675949E7-26C5-1F3E-80CF-39730603B576}"/>
          </ac:inkMkLst>
        </pc:inkChg>
        <pc:inkChg chg="add mod">
          <ac:chgData name="Mahima Weerasinghe" userId="e11e3f55-42da-4e07-8ead-4d7a1d7ea1c6" providerId="ADAL" clId="{DEC8990C-F1E8-4081-8796-F50D8B9FA883}" dt="2024-10-13T12:17:16.433" v="1511"/>
          <ac:inkMkLst>
            <pc:docMk/>
            <pc:sldMk cId="3753930777" sldId="392"/>
            <ac:inkMk id="4321" creationId="{DA24EF2F-237D-53FE-0533-B9255BAC5A6E}"/>
          </ac:inkMkLst>
        </pc:inkChg>
        <pc:inkChg chg="add mod">
          <ac:chgData name="Mahima Weerasinghe" userId="e11e3f55-42da-4e07-8ead-4d7a1d7ea1c6" providerId="ADAL" clId="{DEC8990C-F1E8-4081-8796-F50D8B9FA883}" dt="2024-10-13T12:17:16.433" v="1511"/>
          <ac:inkMkLst>
            <pc:docMk/>
            <pc:sldMk cId="3753930777" sldId="392"/>
            <ac:inkMk id="4322" creationId="{467204CE-7255-8C0E-B204-513C6D2DECD5}"/>
          </ac:inkMkLst>
        </pc:inkChg>
        <pc:inkChg chg="add mod">
          <ac:chgData name="Mahima Weerasinghe" userId="e11e3f55-42da-4e07-8ead-4d7a1d7ea1c6" providerId="ADAL" clId="{DEC8990C-F1E8-4081-8796-F50D8B9FA883}" dt="2024-10-13T12:17:16.433" v="1511"/>
          <ac:inkMkLst>
            <pc:docMk/>
            <pc:sldMk cId="3753930777" sldId="392"/>
            <ac:inkMk id="4323" creationId="{94575E2B-866B-0FC6-2A07-D6FCF4D6A1D2}"/>
          </ac:inkMkLst>
        </pc:inkChg>
        <pc:inkChg chg="add mod">
          <ac:chgData name="Mahima Weerasinghe" userId="e11e3f55-42da-4e07-8ead-4d7a1d7ea1c6" providerId="ADAL" clId="{DEC8990C-F1E8-4081-8796-F50D8B9FA883}" dt="2024-10-13T12:17:16.433" v="1511"/>
          <ac:inkMkLst>
            <pc:docMk/>
            <pc:sldMk cId="3753930777" sldId="392"/>
            <ac:inkMk id="4324" creationId="{2CDBA3E4-BD62-9A3E-553B-04A92351FA87}"/>
          </ac:inkMkLst>
        </pc:inkChg>
        <pc:inkChg chg="add">
          <ac:chgData name="Mahima Weerasinghe" userId="e11e3f55-42da-4e07-8ead-4d7a1d7ea1c6" providerId="ADAL" clId="{DEC8990C-F1E8-4081-8796-F50D8B9FA883}" dt="2024-10-13T12:15:14.651" v="1446" actId="9405"/>
          <ac:inkMkLst>
            <pc:docMk/>
            <pc:sldMk cId="3753930777" sldId="392"/>
            <ac:inkMk id="4326" creationId="{632BCC5E-E847-AC32-953D-6E57B8D11198}"/>
          </ac:inkMkLst>
        </pc:inkChg>
        <pc:inkChg chg="add mod">
          <ac:chgData name="Mahima Weerasinghe" userId="e11e3f55-42da-4e07-8ead-4d7a1d7ea1c6" providerId="ADAL" clId="{DEC8990C-F1E8-4081-8796-F50D8B9FA883}" dt="2024-10-13T12:15:22.393" v="1456"/>
          <ac:inkMkLst>
            <pc:docMk/>
            <pc:sldMk cId="3753930777" sldId="392"/>
            <ac:inkMk id="4327" creationId="{7858842A-0406-0A22-88E1-4F0C2F44638B}"/>
          </ac:inkMkLst>
        </pc:inkChg>
        <pc:inkChg chg="add mod">
          <ac:chgData name="Mahima Weerasinghe" userId="e11e3f55-42da-4e07-8ead-4d7a1d7ea1c6" providerId="ADAL" clId="{DEC8990C-F1E8-4081-8796-F50D8B9FA883}" dt="2024-10-13T12:15:22.393" v="1456"/>
          <ac:inkMkLst>
            <pc:docMk/>
            <pc:sldMk cId="3753930777" sldId="392"/>
            <ac:inkMk id="4328" creationId="{DC05CD37-608D-B3A3-32B8-C6F9046B5D42}"/>
          </ac:inkMkLst>
        </pc:inkChg>
        <pc:inkChg chg="add mod">
          <ac:chgData name="Mahima Weerasinghe" userId="e11e3f55-42da-4e07-8ead-4d7a1d7ea1c6" providerId="ADAL" clId="{DEC8990C-F1E8-4081-8796-F50D8B9FA883}" dt="2024-10-13T12:15:22.393" v="1456"/>
          <ac:inkMkLst>
            <pc:docMk/>
            <pc:sldMk cId="3753930777" sldId="392"/>
            <ac:inkMk id="4329" creationId="{18B02C29-24A7-877C-1A1C-BDCA7793BD88}"/>
          </ac:inkMkLst>
        </pc:inkChg>
        <pc:inkChg chg="add mod">
          <ac:chgData name="Mahima Weerasinghe" userId="e11e3f55-42da-4e07-8ead-4d7a1d7ea1c6" providerId="ADAL" clId="{DEC8990C-F1E8-4081-8796-F50D8B9FA883}" dt="2024-10-13T12:15:22.393" v="1456"/>
          <ac:inkMkLst>
            <pc:docMk/>
            <pc:sldMk cId="3753930777" sldId="392"/>
            <ac:inkMk id="4330" creationId="{BE5D7C2E-F796-B095-3738-DD00A21F3F2E}"/>
          </ac:inkMkLst>
        </pc:inkChg>
        <pc:inkChg chg="add mod">
          <ac:chgData name="Mahima Weerasinghe" userId="e11e3f55-42da-4e07-8ead-4d7a1d7ea1c6" providerId="ADAL" clId="{DEC8990C-F1E8-4081-8796-F50D8B9FA883}" dt="2024-10-13T12:15:22.393" v="1456"/>
          <ac:inkMkLst>
            <pc:docMk/>
            <pc:sldMk cId="3753930777" sldId="392"/>
            <ac:inkMk id="4331" creationId="{14F66767-C6F0-4F14-961B-993E61F23E1A}"/>
          </ac:inkMkLst>
        </pc:inkChg>
        <pc:inkChg chg="add mod">
          <ac:chgData name="Mahima Weerasinghe" userId="e11e3f55-42da-4e07-8ead-4d7a1d7ea1c6" providerId="ADAL" clId="{DEC8990C-F1E8-4081-8796-F50D8B9FA883}" dt="2024-10-13T12:15:22.393" v="1456"/>
          <ac:inkMkLst>
            <pc:docMk/>
            <pc:sldMk cId="3753930777" sldId="392"/>
            <ac:inkMk id="4332" creationId="{D79AA4EF-1BC1-46FB-FD09-048C8378E298}"/>
          </ac:inkMkLst>
        </pc:inkChg>
        <pc:inkChg chg="add mod">
          <ac:chgData name="Mahima Weerasinghe" userId="e11e3f55-42da-4e07-8ead-4d7a1d7ea1c6" providerId="ADAL" clId="{DEC8990C-F1E8-4081-8796-F50D8B9FA883}" dt="2024-10-13T12:15:22.393" v="1456"/>
          <ac:inkMkLst>
            <pc:docMk/>
            <pc:sldMk cId="3753930777" sldId="392"/>
            <ac:inkMk id="4333" creationId="{A268EA15-D582-F530-DA4B-9102FE008EB0}"/>
          </ac:inkMkLst>
        </pc:inkChg>
        <pc:inkChg chg="add mod">
          <ac:chgData name="Mahima Weerasinghe" userId="e11e3f55-42da-4e07-8ead-4d7a1d7ea1c6" providerId="ADAL" clId="{DEC8990C-F1E8-4081-8796-F50D8B9FA883}" dt="2024-10-13T12:21:25.794" v="1554"/>
          <ac:inkMkLst>
            <pc:docMk/>
            <pc:sldMk cId="3753930777" sldId="392"/>
            <ac:inkMk id="4334" creationId="{BEDAEAED-57F6-B77D-3CF5-D9028D3B33A1}"/>
          </ac:inkMkLst>
        </pc:inkChg>
        <pc:inkChg chg="add mod">
          <ac:chgData name="Mahima Weerasinghe" userId="e11e3f55-42da-4e07-8ead-4d7a1d7ea1c6" providerId="ADAL" clId="{DEC8990C-F1E8-4081-8796-F50D8B9FA883}" dt="2024-10-13T12:21:25.794" v="1554"/>
          <ac:inkMkLst>
            <pc:docMk/>
            <pc:sldMk cId="3753930777" sldId="392"/>
            <ac:inkMk id="4335" creationId="{F6BA3B4E-49D9-39A7-6068-8051283F36CE}"/>
          </ac:inkMkLst>
        </pc:inkChg>
        <pc:inkChg chg="add mod">
          <ac:chgData name="Mahima Weerasinghe" userId="e11e3f55-42da-4e07-8ead-4d7a1d7ea1c6" providerId="ADAL" clId="{DEC8990C-F1E8-4081-8796-F50D8B9FA883}" dt="2024-10-13T12:21:25.794" v="1554"/>
          <ac:inkMkLst>
            <pc:docMk/>
            <pc:sldMk cId="3753930777" sldId="392"/>
            <ac:inkMk id="4338" creationId="{DBE7BFB6-66B2-6E48-6B18-C31522A4E3F4}"/>
          </ac:inkMkLst>
        </pc:inkChg>
        <pc:inkChg chg="add mod">
          <ac:chgData name="Mahima Weerasinghe" userId="e11e3f55-42da-4e07-8ead-4d7a1d7ea1c6" providerId="ADAL" clId="{DEC8990C-F1E8-4081-8796-F50D8B9FA883}" dt="2024-10-13T12:21:25.794" v="1554"/>
          <ac:inkMkLst>
            <pc:docMk/>
            <pc:sldMk cId="3753930777" sldId="392"/>
            <ac:inkMk id="4339" creationId="{1A35802D-441E-5357-A11C-159BC3B0731C}"/>
          </ac:inkMkLst>
        </pc:inkChg>
        <pc:inkChg chg="add mod">
          <ac:chgData name="Mahima Weerasinghe" userId="e11e3f55-42da-4e07-8ead-4d7a1d7ea1c6" providerId="ADAL" clId="{DEC8990C-F1E8-4081-8796-F50D8B9FA883}" dt="2024-10-13T12:21:25.794" v="1554"/>
          <ac:inkMkLst>
            <pc:docMk/>
            <pc:sldMk cId="3753930777" sldId="392"/>
            <ac:inkMk id="4340" creationId="{F133D0C8-D1A2-EFE0-90BA-DE6E4AB9D298}"/>
          </ac:inkMkLst>
        </pc:inkChg>
        <pc:inkChg chg="add mod">
          <ac:chgData name="Mahima Weerasinghe" userId="e11e3f55-42da-4e07-8ead-4d7a1d7ea1c6" providerId="ADAL" clId="{DEC8990C-F1E8-4081-8796-F50D8B9FA883}" dt="2024-10-13T12:21:25.794" v="1554"/>
          <ac:inkMkLst>
            <pc:docMk/>
            <pc:sldMk cId="3753930777" sldId="392"/>
            <ac:inkMk id="4342" creationId="{FAFD3449-8D47-E7B8-AF8B-E64FBEC97D23}"/>
          </ac:inkMkLst>
        </pc:inkChg>
        <pc:inkChg chg="add mod">
          <ac:chgData name="Mahima Weerasinghe" userId="e11e3f55-42da-4e07-8ead-4d7a1d7ea1c6" providerId="ADAL" clId="{DEC8990C-F1E8-4081-8796-F50D8B9FA883}" dt="2024-10-13T12:21:25.794" v="1554"/>
          <ac:inkMkLst>
            <pc:docMk/>
            <pc:sldMk cId="3753930777" sldId="392"/>
            <ac:inkMk id="4343" creationId="{3335EA61-7037-3A5F-8B35-547FCD501ECC}"/>
          </ac:inkMkLst>
        </pc:inkChg>
        <pc:inkChg chg="add mod">
          <ac:chgData name="Mahima Weerasinghe" userId="e11e3f55-42da-4e07-8ead-4d7a1d7ea1c6" providerId="ADAL" clId="{DEC8990C-F1E8-4081-8796-F50D8B9FA883}" dt="2024-10-13T12:21:25.794" v="1554"/>
          <ac:inkMkLst>
            <pc:docMk/>
            <pc:sldMk cId="3753930777" sldId="392"/>
            <ac:inkMk id="4344" creationId="{C3FE02FA-B6C8-FF76-9084-BA32E6B5B273}"/>
          </ac:inkMkLst>
        </pc:inkChg>
        <pc:inkChg chg="add mod">
          <ac:chgData name="Mahima Weerasinghe" userId="e11e3f55-42da-4e07-8ead-4d7a1d7ea1c6" providerId="ADAL" clId="{DEC8990C-F1E8-4081-8796-F50D8B9FA883}" dt="2024-10-13T12:21:25.794" v="1554"/>
          <ac:inkMkLst>
            <pc:docMk/>
            <pc:sldMk cId="3753930777" sldId="392"/>
            <ac:inkMk id="4345" creationId="{5FC0BF72-8407-42DD-5B82-B42A50FF57AD}"/>
          </ac:inkMkLst>
        </pc:inkChg>
        <pc:inkChg chg="add mod">
          <ac:chgData name="Mahima Weerasinghe" userId="e11e3f55-42da-4e07-8ead-4d7a1d7ea1c6" providerId="ADAL" clId="{DEC8990C-F1E8-4081-8796-F50D8B9FA883}" dt="2024-10-13T12:21:25.794" v="1554"/>
          <ac:inkMkLst>
            <pc:docMk/>
            <pc:sldMk cId="3753930777" sldId="392"/>
            <ac:inkMk id="4346" creationId="{120B71E2-AC89-0AB6-A0FE-193144084331}"/>
          </ac:inkMkLst>
        </pc:inkChg>
        <pc:inkChg chg="add mod">
          <ac:chgData name="Mahima Weerasinghe" userId="e11e3f55-42da-4e07-8ead-4d7a1d7ea1c6" providerId="ADAL" clId="{DEC8990C-F1E8-4081-8796-F50D8B9FA883}" dt="2024-10-13T12:21:25.794" v="1554"/>
          <ac:inkMkLst>
            <pc:docMk/>
            <pc:sldMk cId="3753930777" sldId="392"/>
            <ac:inkMk id="4347" creationId="{B24E90C6-54D4-2A93-DE50-C3CE8E8A0A3D}"/>
          </ac:inkMkLst>
        </pc:inkChg>
        <pc:inkChg chg="add mod">
          <ac:chgData name="Mahima Weerasinghe" userId="e11e3f55-42da-4e07-8ead-4d7a1d7ea1c6" providerId="ADAL" clId="{DEC8990C-F1E8-4081-8796-F50D8B9FA883}" dt="2024-10-13T12:21:25.794" v="1554"/>
          <ac:inkMkLst>
            <pc:docMk/>
            <pc:sldMk cId="3753930777" sldId="392"/>
            <ac:inkMk id="4348" creationId="{1B86BFC0-C15E-9157-4251-23556FCCE9C3}"/>
          </ac:inkMkLst>
        </pc:inkChg>
        <pc:inkChg chg="add mod">
          <ac:chgData name="Mahima Weerasinghe" userId="e11e3f55-42da-4e07-8ead-4d7a1d7ea1c6" providerId="ADAL" clId="{DEC8990C-F1E8-4081-8796-F50D8B9FA883}" dt="2024-10-13T12:21:25.794" v="1554"/>
          <ac:inkMkLst>
            <pc:docMk/>
            <pc:sldMk cId="3753930777" sldId="392"/>
            <ac:inkMk id="4349" creationId="{D15D001F-F87F-C79A-0A49-1997AE40A2BB}"/>
          </ac:inkMkLst>
        </pc:inkChg>
        <pc:inkChg chg="add mod">
          <ac:chgData name="Mahima Weerasinghe" userId="e11e3f55-42da-4e07-8ead-4d7a1d7ea1c6" providerId="ADAL" clId="{DEC8990C-F1E8-4081-8796-F50D8B9FA883}" dt="2024-10-13T12:15:48.448" v="1474"/>
          <ac:inkMkLst>
            <pc:docMk/>
            <pc:sldMk cId="3753930777" sldId="392"/>
            <ac:inkMk id="4351" creationId="{5DB5A351-C54B-B335-41C3-D5C47A686116}"/>
          </ac:inkMkLst>
        </pc:inkChg>
        <pc:inkChg chg="add mod">
          <ac:chgData name="Mahima Weerasinghe" userId="e11e3f55-42da-4e07-8ead-4d7a1d7ea1c6" providerId="ADAL" clId="{DEC8990C-F1E8-4081-8796-F50D8B9FA883}" dt="2024-10-13T12:15:48.448" v="1474"/>
          <ac:inkMkLst>
            <pc:docMk/>
            <pc:sldMk cId="3753930777" sldId="392"/>
            <ac:inkMk id="4352" creationId="{84B14DF5-2AB6-1590-65C6-89CCEFC1B1E4}"/>
          </ac:inkMkLst>
        </pc:inkChg>
        <pc:inkChg chg="add mod">
          <ac:chgData name="Mahima Weerasinghe" userId="e11e3f55-42da-4e07-8ead-4d7a1d7ea1c6" providerId="ADAL" clId="{DEC8990C-F1E8-4081-8796-F50D8B9FA883}" dt="2024-10-13T12:15:48.448" v="1474"/>
          <ac:inkMkLst>
            <pc:docMk/>
            <pc:sldMk cId="3753930777" sldId="392"/>
            <ac:inkMk id="4353" creationId="{29561244-CC4C-6A28-0289-176814CD3BE0}"/>
          </ac:inkMkLst>
        </pc:inkChg>
        <pc:inkChg chg="add mod">
          <ac:chgData name="Mahima Weerasinghe" userId="e11e3f55-42da-4e07-8ead-4d7a1d7ea1c6" providerId="ADAL" clId="{DEC8990C-F1E8-4081-8796-F50D8B9FA883}" dt="2024-10-13T12:15:48.448" v="1474"/>
          <ac:inkMkLst>
            <pc:docMk/>
            <pc:sldMk cId="3753930777" sldId="392"/>
            <ac:inkMk id="4354" creationId="{2C1EFB9E-D219-A304-988B-2DCBFE98327B}"/>
          </ac:inkMkLst>
        </pc:inkChg>
        <pc:inkChg chg="add">
          <ac:chgData name="Mahima Weerasinghe" userId="e11e3f55-42da-4e07-8ead-4d7a1d7ea1c6" providerId="ADAL" clId="{DEC8990C-F1E8-4081-8796-F50D8B9FA883}" dt="2024-10-13T12:15:58.117" v="1475" actId="9405"/>
          <ac:inkMkLst>
            <pc:docMk/>
            <pc:sldMk cId="3753930777" sldId="392"/>
            <ac:inkMk id="4356" creationId="{B832B77B-2A89-969D-1CA4-CAE00472B61B}"/>
          </ac:inkMkLst>
        </pc:inkChg>
        <pc:inkChg chg="add">
          <ac:chgData name="Mahima Weerasinghe" userId="e11e3f55-42da-4e07-8ead-4d7a1d7ea1c6" providerId="ADAL" clId="{DEC8990C-F1E8-4081-8796-F50D8B9FA883}" dt="2024-10-13T12:15:58.927" v="1476" actId="9405"/>
          <ac:inkMkLst>
            <pc:docMk/>
            <pc:sldMk cId="3753930777" sldId="392"/>
            <ac:inkMk id="4357" creationId="{6366CB47-B67E-989D-2AE2-8C730DFAC3FB}"/>
          </ac:inkMkLst>
        </pc:inkChg>
        <pc:inkChg chg="add">
          <ac:chgData name="Mahima Weerasinghe" userId="e11e3f55-42da-4e07-8ead-4d7a1d7ea1c6" providerId="ADAL" clId="{DEC8990C-F1E8-4081-8796-F50D8B9FA883}" dt="2024-10-13T12:16:09.541" v="1477" actId="9405"/>
          <ac:inkMkLst>
            <pc:docMk/>
            <pc:sldMk cId="3753930777" sldId="392"/>
            <ac:inkMk id="4358" creationId="{09284150-2465-80C3-8E7D-CDAC544BD596}"/>
          </ac:inkMkLst>
        </pc:inkChg>
        <pc:inkChg chg="add">
          <ac:chgData name="Mahima Weerasinghe" userId="e11e3f55-42da-4e07-8ead-4d7a1d7ea1c6" providerId="ADAL" clId="{DEC8990C-F1E8-4081-8796-F50D8B9FA883}" dt="2024-10-13T12:16:11.930" v="1478" actId="9405"/>
          <ac:inkMkLst>
            <pc:docMk/>
            <pc:sldMk cId="3753930777" sldId="392"/>
            <ac:inkMk id="4359" creationId="{4D7A4667-A4A4-AE84-C352-CBF6B969024E}"/>
          </ac:inkMkLst>
        </pc:inkChg>
        <pc:inkChg chg="add">
          <ac:chgData name="Mahima Weerasinghe" userId="e11e3f55-42da-4e07-8ead-4d7a1d7ea1c6" providerId="ADAL" clId="{DEC8990C-F1E8-4081-8796-F50D8B9FA883}" dt="2024-10-13T12:16:18.726" v="1479" actId="9405"/>
          <ac:inkMkLst>
            <pc:docMk/>
            <pc:sldMk cId="3753930777" sldId="392"/>
            <ac:inkMk id="4360" creationId="{4B97AE09-559E-FF8E-B573-19793AA1E376}"/>
          </ac:inkMkLst>
        </pc:inkChg>
        <pc:inkChg chg="add">
          <ac:chgData name="Mahima Weerasinghe" userId="e11e3f55-42da-4e07-8ead-4d7a1d7ea1c6" providerId="ADAL" clId="{DEC8990C-F1E8-4081-8796-F50D8B9FA883}" dt="2024-10-13T12:16:36.571" v="1480" actId="9405"/>
          <ac:inkMkLst>
            <pc:docMk/>
            <pc:sldMk cId="3753930777" sldId="392"/>
            <ac:inkMk id="4361" creationId="{490AF01F-AD66-B2FB-C12D-E37730FE81B7}"/>
          </ac:inkMkLst>
        </pc:inkChg>
        <pc:inkChg chg="add mod">
          <ac:chgData name="Mahima Weerasinghe" userId="e11e3f55-42da-4e07-8ead-4d7a1d7ea1c6" providerId="ADAL" clId="{DEC8990C-F1E8-4081-8796-F50D8B9FA883}" dt="2024-10-13T12:16:41.087" v="1488"/>
          <ac:inkMkLst>
            <pc:docMk/>
            <pc:sldMk cId="3753930777" sldId="392"/>
            <ac:inkMk id="4362" creationId="{09033817-5AEF-4D57-6665-64DDFF64C1FC}"/>
          </ac:inkMkLst>
        </pc:inkChg>
        <pc:inkChg chg="add mod">
          <ac:chgData name="Mahima Weerasinghe" userId="e11e3f55-42da-4e07-8ead-4d7a1d7ea1c6" providerId="ADAL" clId="{DEC8990C-F1E8-4081-8796-F50D8B9FA883}" dt="2024-10-13T12:16:41.087" v="1488"/>
          <ac:inkMkLst>
            <pc:docMk/>
            <pc:sldMk cId="3753930777" sldId="392"/>
            <ac:inkMk id="4363" creationId="{0DC84564-A8FA-00FC-BC4A-65A608F9F543}"/>
          </ac:inkMkLst>
        </pc:inkChg>
        <pc:inkChg chg="add">
          <ac:chgData name="Mahima Weerasinghe" userId="e11e3f55-42da-4e07-8ead-4d7a1d7ea1c6" providerId="ADAL" clId="{DEC8990C-F1E8-4081-8796-F50D8B9FA883}" dt="2024-10-13T12:16:38.599" v="1483" actId="9405"/>
          <ac:inkMkLst>
            <pc:docMk/>
            <pc:sldMk cId="3753930777" sldId="392"/>
            <ac:inkMk id="4364" creationId="{172BFB4E-6A52-3CB6-627D-6A2D33DB6AEB}"/>
          </ac:inkMkLst>
        </pc:inkChg>
        <pc:inkChg chg="add mod">
          <ac:chgData name="Mahima Weerasinghe" userId="e11e3f55-42da-4e07-8ead-4d7a1d7ea1c6" providerId="ADAL" clId="{DEC8990C-F1E8-4081-8796-F50D8B9FA883}" dt="2024-10-13T12:16:41.087" v="1488"/>
          <ac:inkMkLst>
            <pc:docMk/>
            <pc:sldMk cId="3753930777" sldId="392"/>
            <ac:inkMk id="4365" creationId="{80931AED-77D9-7EA1-126C-1300F8356D89}"/>
          </ac:inkMkLst>
        </pc:inkChg>
        <pc:inkChg chg="add mod">
          <ac:chgData name="Mahima Weerasinghe" userId="e11e3f55-42da-4e07-8ead-4d7a1d7ea1c6" providerId="ADAL" clId="{DEC8990C-F1E8-4081-8796-F50D8B9FA883}" dt="2024-10-13T12:16:41.087" v="1488"/>
          <ac:inkMkLst>
            <pc:docMk/>
            <pc:sldMk cId="3753930777" sldId="392"/>
            <ac:inkMk id="4366" creationId="{74AA3CC3-C3F2-BF2F-0976-6E22FDCD0B20}"/>
          </ac:inkMkLst>
        </pc:inkChg>
        <pc:inkChg chg="add mod">
          <ac:chgData name="Mahima Weerasinghe" userId="e11e3f55-42da-4e07-8ead-4d7a1d7ea1c6" providerId="ADAL" clId="{DEC8990C-F1E8-4081-8796-F50D8B9FA883}" dt="2024-10-13T12:16:41.087" v="1488"/>
          <ac:inkMkLst>
            <pc:docMk/>
            <pc:sldMk cId="3753930777" sldId="392"/>
            <ac:inkMk id="4367" creationId="{6F354E1A-9E7B-DE7B-E759-72BF7B72977B}"/>
          </ac:inkMkLst>
        </pc:inkChg>
        <pc:inkChg chg="add mod">
          <ac:chgData name="Mahima Weerasinghe" userId="e11e3f55-42da-4e07-8ead-4d7a1d7ea1c6" providerId="ADAL" clId="{DEC8990C-F1E8-4081-8796-F50D8B9FA883}" dt="2024-10-13T12:16:41.087" v="1488"/>
          <ac:inkMkLst>
            <pc:docMk/>
            <pc:sldMk cId="3753930777" sldId="392"/>
            <ac:inkMk id="4368" creationId="{1E6AC59F-859A-75F9-F847-FA538B84BC43}"/>
          </ac:inkMkLst>
        </pc:inkChg>
        <pc:inkChg chg="add mod">
          <ac:chgData name="Mahima Weerasinghe" userId="e11e3f55-42da-4e07-8ead-4d7a1d7ea1c6" providerId="ADAL" clId="{DEC8990C-F1E8-4081-8796-F50D8B9FA883}" dt="2024-10-13T12:17:13.073" v="1508"/>
          <ac:inkMkLst>
            <pc:docMk/>
            <pc:sldMk cId="3753930777" sldId="392"/>
            <ac:inkMk id="4371" creationId="{FC2F1AD0-9D15-6A53-CEBC-BFDF2EE11E00}"/>
          </ac:inkMkLst>
        </pc:inkChg>
        <pc:inkChg chg="add mod">
          <ac:chgData name="Mahima Weerasinghe" userId="e11e3f55-42da-4e07-8ead-4d7a1d7ea1c6" providerId="ADAL" clId="{DEC8990C-F1E8-4081-8796-F50D8B9FA883}" dt="2024-10-13T12:17:13.073" v="1508"/>
          <ac:inkMkLst>
            <pc:docMk/>
            <pc:sldMk cId="3753930777" sldId="392"/>
            <ac:inkMk id="4372" creationId="{1EE36E78-D32A-9C70-F760-B1A38C1EEACA}"/>
          </ac:inkMkLst>
        </pc:inkChg>
        <pc:inkChg chg="add mod">
          <ac:chgData name="Mahima Weerasinghe" userId="e11e3f55-42da-4e07-8ead-4d7a1d7ea1c6" providerId="ADAL" clId="{DEC8990C-F1E8-4081-8796-F50D8B9FA883}" dt="2024-10-13T12:17:13.073" v="1508"/>
          <ac:inkMkLst>
            <pc:docMk/>
            <pc:sldMk cId="3753930777" sldId="392"/>
            <ac:inkMk id="4373" creationId="{98AB47FC-09D6-1D1D-91B6-43E20FD2E735}"/>
          </ac:inkMkLst>
        </pc:inkChg>
        <pc:inkChg chg="add mod">
          <ac:chgData name="Mahima Weerasinghe" userId="e11e3f55-42da-4e07-8ead-4d7a1d7ea1c6" providerId="ADAL" clId="{DEC8990C-F1E8-4081-8796-F50D8B9FA883}" dt="2024-10-13T12:17:13.073" v="1508"/>
          <ac:inkMkLst>
            <pc:docMk/>
            <pc:sldMk cId="3753930777" sldId="392"/>
            <ac:inkMk id="4374" creationId="{C480071F-A157-A93B-DF78-C42A3E32DC03}"/>
          </ac:inkMkLst>
        </pc:inkChg>
        <pc:inkChg chg="add mod">
          <ac:chgData name="Mahima Weerasinghe" userId="e11e3f55-42da-4e07-8ead-4d7a1d7ea1c6" providerId="ADAL" clId="{DEC8990C-F1E8-4081-8796-F50D8B9FA883}" dt="2024-10-13T12:17:13.073" v="1508"/>
          <ac:inkMkLst>
            <pc:docMk/>
            <pc:sldMk cId="3753930777" sldId="392"/>
            <ac:inkMk id="4376" creationId="{7071B916-2ABA-A189-09F6-96CC4B7BB23A}"/>
          </ac:inkMkLst>
        </pc:inkChg>
        <pc:inkChg chg="add mod">
          <ac:chgData name="Mahima Weerasinghe" userId="e11e3f55-42da-4e07-8ead-4d7a1d7ea1c6" providerId="ADAL" clId="{DEC8990C-F1E8-4081-8796-F50D8B9FA883}" dt="2024-10-13T12:17:13.073" v="1508"/>
          <ac:inkMkLst>
            <pc:docMk/>
            <pc:sldMk cId="3753930777" sldId="392"/>
            <ac:inkMk id="4377" creationId="{7D9EABD5-29CF-3D19-94D7-1317230C0C2A}"/>
          </ac:inkMkLst>
        </pc:inkChg>
        <pc:inkChg chg="add mod">
          <ac:chgData name="Mahima Weerasinghe" userId="e11e3f55-42da-4e07-8ead-4d7a1d7ea1c6" providerId="ADAL" clId="{DEC8990C-F1E8-4081-8796-F50D8B9FA883}" dt="2024-10-13T12:17:13.073" v="1508"/>
          <ac:inkMkLst>
            <pc:docMk/>
            <pc:sldMk cId="3753930777" sldId="392"/>
            <ac:inkMk id="4378" creationId="{6655366D-1D25-538A-3F39-D489FEAA0261}"/>
          </ac:inkMkLst>
        </pc:inkChg>
        <pc:inkChg chg="add mod">
          <ac:chgData name="Mahima Weerasinghe" userId="e11e3f55-42da-4e07-8ead-4d7a1d7ea1c6" providerId="ADAL" clId="{DEC8990C-F1E8-4081-8796-F50D8B9FA883}" dt="2024-10-13T12:17:13.073" v="1508"/>
          <ac:inkMkLst>
            <pc:docMk/>
            <pc:sldMk cId="3753930777" sldId="392"/>
            <ac:inkMk id="4379" creationId="{F7538C23-B980-E708-4B49-E9EE00BE0FE6}"/>
          </ac:inkMkLst>
        </pc:inkChg>
        <pc:inkChg chg="add mod">
          <ac:chgData name="Mahima Weerasinghe" userId="e11e3f55-42da-4e07-8ead-4d7a1d7ea1c6" providerId="ADAL" clId="{DEC8990C-F1E8-4081-8796-F50D8B9FA883}" dt="2024-10-13T12:17:13.073" v="1508"/>
          <ac:inkMkLst>
            <pc:docMk/>
            <pc:sldMk cId="3753930777" sldId="392"/>
            <ac:inkMk id="4380" creationId="{396CA15D-9BD1-C1B1-5D17-35BCB0297FFF}"/>
          </ac:inkMkLst>
        </pc:inkChg>
        <pc:inkChg chg="add mod">
          <ac:chgData name="Mahima Weerasinghe" userId="e11e3f55-42da-4e07-8ead-4d7a1d7ea1c6" providerId="ADAL" clId="{DEC8990C-F1E8-4081-8796-F50D8B9FA883}" dt="2024-10-13T12:17:13.073" v="1508"/>
          <ac:inkMkLst>
            <pc:docMk/>
            <pc:sldMk cId="3753930777" sldId="392"/>
            <ac:inkMk id="4381" creationId="{D806AB9D-EE94-1049-BE05-319B58E5A1AD}"/>
          </ac:inkMkLst>
        </pc:inkChg>
        <pc:inkChg chg="add mod">
          <ac:chgData name="Mahima Weerasinghe" userId="e11e3f55-42da-4e07-8ead-4d7a1d7ea1c6" providerId="ADAL" clId="{DEC8990C-F1E8-4081-8796-F50D8B9FA883}" dt="2024-10-13T12:17:13.073" v="1508"/>
          <ac:inkMkLst>
            <pc:docMk/>
            <pc:sldMk cId="3753930777" sldId="392"/>
            <ac:inkMk id="4382" creationId="{51C55C9A-A3AF-6FE3-66C6-3020999E7C62}"/>
          </ac:inkMkLst>
        </pc:inkChg>
        <pc:inkChg chg="add mod">
          <ac:chgData name="Mahima Weerasinghe" userId="e11e3f55-42da-4e07-8ead-4d7a1d7ea1c6" providerId="ADAL" clId="{DEC8990C-F1E8-4081-8796-F50D8B9FA883}" dt="2024-10-13T12:17:13.073" v="1508"/>
          <ac:inkMkLst>
            <pc:docMk/>
            <pc:sldMk cId="3753930777" sldId="392"/>
            <ac:inkMk id="4383" creationId="{9910E916-C0EE-5219-5569-E93D23D9A60A}"/>
          </ac:inkMkLst>
        </pc:inkChg>
        <pc:inkChg chg="add mod">
          <ac:chgData name="Mahima Weerasinghe" userId="e11e3f55-42da-4e07-8ead-4d7a1d7ea1c6" providerId="ADAL" clId="{DEC8990C-F1E8-4081-8796-F50D8B9FA883}" dt="2024-10-13T12:17:13.073" v="1508"/>
          <ac:inkMkLst>
            <pc:docMk/>
            <pc:sldMk cId="3753930777" sldId="392"/>
            <ac:inkMk id="4384" creationId="{57F31193-5569-D0D0-D761-0EE0FA3A7096}"/>
          </ac:inkMkLst>
        </pc:inkChg>
        <pc:inkChg chg="add mod">
          <ac:chgData name="Mahima Weerasinghe" userId="e11e3f55-42da-4e07-8ead-4d7a1d7ea1c6" providerId="ADAL" clId="{DEC8990C-F1E8-4081-8796-F50D8B9FA883}" dt="2024-10-13T12:17:13.073" v="1508"/>
          <ac:inkMkLst>
            <pc:docMk/>
            <pc:sldMk cId="3753930777" sldId="392"/>
            <ac:inkMk id="4385" creationId="{9D01650D-4649-0702-708F-781E3914A603}"/>
          </ac:inkMkLst>
        </pc:inkChg>
        <pc:inkChg chg="add mod">
          <ac:chgData name="Mahima Weerasinghe" userId="e11e3f55-42da-4e07-8ead-4d7a1d7ea1c6" providerId="ADAL" clId="{DEC8990C-F1E8-4081-8796-F50D8B9FA883}" dt="2024-10-13T12:17:13.073" v="1508"/>
          <ac:inkMkLst>
            <pc:docMk/>
            <pc:sldMk cId="3753930777" sldId="392"/>
            <ac:inkMk id="4386" creationId="{15C4DAA7-D09A-6F58-4D73-1B093AE6E5F8}"/>
          </ac:inkMkLst>
        </pc:inkChg>
        <pc:inkChg chg="add mod">
          <ac:chgData name="Mahima Weerasinghe" userId="e11e3f55-42da-4e07-8ead-4d7a1d7ea1c6" providerId="ADAL" clId="{DEC8990C-F1E8-4081-8796-F50D8B9FA883}" dt="2024-10-13T12:17:13.073" v="1508"/>
          <ac:inkMkLst>
            <pc:docMk/>
            <pc:sldMk cId="3753930777" sldId="392"/>
            <ac:inkMk id="4387" creationId="{93442A51-9FEA-D6D5-B989-8DBDED2CCCB3}"/>
          </ac:inkMkLst>
        </pc:inkChg>
        <pc:inkChg chg="add mod">
          <ac:chgData name="Mahima Weerasinghe" userId="e11e3f55-42da-4e07-8ead-4d7a1d7ea1c6" providerId="ADAL" clId="{DEC8990C-F1E8-4081-8796-F50D8B9FA883}" dt="2024-10-13T12:17:13.073" v="1508"/>
          <ac:inkMkLst>
            <pc:docMk/>
            <pc:sldMk cId="3753930777" sldId="392"/>
            <ac:inkMk id="4389" creationId="{3197AD78-F449-2D34-1D62-0319E6D0BB18}"/>
          </ac:inkMkLst>
        </pc:inkChg>
        <pc:inkChg chg="add mod">
          <ac:chgData name="Mahima Weerasinghe" userId="e11e3f55-42da-4e07-8ead-4d7a1d7ea1c6" providerId="ADAL" clId="{DEC8990C-F1E8-4081-8796-F50D8B9FA883}" dt="2024-10-13T12:17:16.433" v="1511"/>
          <ac:inkMkLst>
            <pc:docMk/>
            <pc:sldMk cId="3753930777" sldId="392"/>
            <ac:inkMk id="4391" creationId="{5B3AEF18-B287-F951-1520-6CFF1C20C466}"/>
          </ac:inkMkLst>
        </pc:inkChg>
        <pc:inkChg chg="add mod">
          <ac:chgData name="Mahima Weerasinghe" userId="e11e3f55-42da-4e07-8ead-4d7a1d7ea1c6" providerId="ADAL" clId="{DEC8990C-F1E8-4081-8796-F50D8B9FA883}" dt="2024-10-13T12:17:16.433" v="1511"/>
          <ac:inkMkLst>
            <pc:docMk/>
            <pc:sldMk cId="3753930777" sldId="392"/>
            <ac:inkMk id="4392" creationId="{AC2839E5-C4CC-54D9-964F-B4FEEBD29CAB}"/>
          </ac:inkMkLst>
        </pc:inkChg>
        <pc:inkChg chg="add">
          <ac:chgData name="Mahima Weerasinghe" userId="e11e3f55-42da-4e07-8ead-4d7a1d7ea1c6" providerId="ADAL" clId="{DEC8990C-F1E8-4081-8796-F50D8B9FA883}" dt="2024-10-13T12:18:26.144" v="1512" actId="9405"/>
          <ac:inkMkLst>
            <pc:docMk/>
            <pc:sldMk cId="3753930777" sldId="392"/>
            <ac:inkMk id="4394" creationId="{3E0BC95C-32EB-4AA0-F476-11EFD93EBAED}"/>
          </ac:inkMkLst>
        </pc:inkChg>
        <pc:inkChg chg="add mod">
          <ac:chgData name="Mahima Weerasinghe" userId="e11e3f55-42da-4e07-8ead-4d7a1d7ea1c6" providerId="ADAL" clId="{DEC8990C-F1E8-4081-8796-F50D8B9FA883}" dt="2024-10-13T12:20:22.987" v="1537"/>
          <ac:inkMkLst>
            <pc:docMk/>
            <pc:sldMk cId="3753930777" sldId="392"/>
            <ac:inkMk id="4395" creationId="{E0E28ED3-3B57-89DC-8A9E-94E86F1C4FBF}"/>
          </ac:inkMkLst>
        </pc:inkChg>
        <pc:inkChg chg="add mod">
          <ac:chgData name="Mahima Weerasinghe" userId="e11e3f55-42da-4e07-8ead-4d7a1d7ea1c6" providerId="ADAL" clId="{DEC8990C-F1E8-4081-8796-F50D8B9FA883}" dt="2024-10-13T12:20:22.987" v="1537"/>
          <ac:inkMkLst>
            <pc:docMk/>
            <pc:sldMk cId="3753930777" sldId="392"/>
            <ac:inkMk id="4396" creationId="{65BDBF87-96B2-6EEF-8E22-2145E2F97F43}"/>
          </ac:inkMkLst>
        </pc:inkChg>
        <pc:inkChg chg="add mod">
          <ac:chgData name="Mahima Weerasinghe" userId="e11e3f55-42da-4e07-8ead-4d7a1d7ea1c6" providerId="ADAL" clId="{DEC8990C-F1E8-4081-8796-F50D8B9FA883}" dt="2024-10-13T12:20:22.987" v="1537"/>
          <ac:inkMkLst>
            <pc:docMk/>
            <pc:sldMk cId="3753930777" sldId="392"/>
            <ac:inkMk id="4397" creationId="{88677A76-D34C-7A93-626E-B2D884FFE432}"/>
          </ac:inkMkLst>
        </pc:inkChg>
        <pc:inkChg chg="add mod">
          <ac:chgData name="Mahima Weerasinghe" userId="e11e3f55-42da-4e07-8ead-4d7a1d7ea1c6" providerId="ADAL" clId="{DEC8990C-F1E8-4081-8796-F50D8B9FA883}" dt="2024-10-13T12:20:22.987" v="1537"/>
          <ac:inkMkLst>
            <pc:docMk/>
            <pc:sldMk cId="3753930777" sldId="392"/>
            <ac:inkMk id="4399" creationId="{A26F9B0E-E80A-61EE-8836-49B7519545CC}"/>
          </ac:inkMkLst>
        </pc:inkChg>
        <pc:inkChg chg="add mod">
          <ac:chgData name="Mahima Weerasinghe" userId="e11e3f55-42da-4e07-8ead-4d7a1d7ea1c6" providerId="ADAL" clId="{DEC8990C-F1E8-4081-8796-F50D8B9FA883}" dt="2024-10-13T12:20:22.987" v="1537"/>
          <ac:inkMkLst>
            <pc:docMk/>
            <pc:sldMk cId="3753930777" sldId="392"/>
            <ac:inkMk id="4400" creationId="{AD1BBB13-3ABA-1028-9DBA-7DA1CA7B148B}"/>
          </ac:inkMkLst>
        </pc:inkChg>
        <pc:inkChg chg="add mod">
          <ac:chgData name="Mahima Weerasinghe" userId="e11e3f55-42da-4e07-8ead-4d7a1d7ea1c6" providerId="ADAL" clId="{DEC8990C-F1E8-4081-8796-F50D8B9FA883}" dt="2024-10-13T12:20:22.987" v="1537"/>
          <ac:inkMkLst>
            <pc:docMk/>
            <pc:sldMk cId="3753930777" sldId="392"/>
            <ac:inkMk id="4401" creationId="{2DF05F71-DB3A-02E2-673A-8DD5382D9D89}"/>
          </ac:inkMkLst>
        </pc:inkChg>
        <pc:inkChg chg="add mod">
          <ac:chgData name="Mahima Weerasinghe" userId="e11e3f55-42da-4e07-8ead-4d7a1d7ea1c6" providerId="ADAL" clId="{DEC8990C-F1E8-4081-8796-F50D8B9FA883}" dt="2024-10-13T12:20:22.987" v="1537"/>
          <ac:inkMkLst>
            <pc:docMk/>
            <pc:sldMk cId="3753930777" sldId="392"/>
            <ac:inkMk id="4402" creationId="{C455FA67-2946-146A-2503-5BA0A9A8EFAB}"/>
          </ac:inkMkLst>
        </pc:inkChg>
        <pc:inkChg chg="add mod">
          <ac:chgData name="Mahima Weerasinghe" userId="e11e3f55-42da-4e07-8ead-4d7a1d7ea1c6" providerId="ADAL" clId="{DEC8990C-F1E8-4081-8796-F50D8B9FA883}" dt="2024-10-13T12:20:22.987" v="1537"/>
          <ac:inkMkLst>
            <pc:docMk/>
            <pc:sldMk cId="3753930777" sldId="392"/>
            <ac:inkMk id="4403" creationId="{14E089CD-D657-ADCF-34AA-843A28583A8D}"/>
          </ac:inkMkLst>
        </pc:inkChg>
        <pc:inkChg chg="add mod">
          <ac:chgData name="Mahima Weerasinghe" userId="e11e3f55-42da-4e07-8ead-4d7a1d7ea1c6" providerId="ADAL" clId="{DEC8990C-F1E8-4081-8796-F50D8B9FA883}" dt="2024-10-13T12:20:22.987" v="1537"/>
          <ac:inkMkLst>
            <pc:docMk/>
            <pc:sldMk cId="3753930777" sldId="392"/>
            <ac:inkMk id="4405" creationId="{3D5AD025-DC23-0FCC-2842-4B0C5E63B4C9}"/>
          </ac:inkMkLst>
        </pc:inkChg>
        <pc:inkChg chg="add mod">
          <ac:chgData name="Mahima Weerasinghe" userId="e11e3f55-42da-4e07-8ead-4d7a1d7ea1c6" providerId="ADAL" clId="{DEC8990C-F1E8-4081-8796-F50D8B9FA883}" dt="2024-10-13T12:20:22.987" v="1537"/>
          <ac:inkMkLst>
            <pc:docMk/>
            <pc:sldMk cId="3753930777" sldId="392"/>
            <ac:inkMk id="4407" creationId="{62FB2CDD-30A3-A958-F038-3F049A6CF0D9}"/>
          </ac:inkMkLst>
        </pc:inkChg>
        <pc:inkChg chg="add mod">
          <ac:chgData name="Mahima Weerasinghe" userId="e11e3f55-42da-4e07-8ead-4d7a1d7ea1c6" providerId="ADAL" clId="{DEC8990C-F1E8-4081-8796-F50D8B9FA883}" dt="2024-10-13T12:20:22.987" v="1537"/>
          <ac:inkMkLst>
            <pc:docMk/>
            <pc:sldMk cId="3753930777" sldId="392"/>
            <ac:inkMk id="4408" creationId="{BF5020B7-A6BF-4F64-36F4-9B00A05F930E}"/>
          </ac:inkMkLst>
        </pc:inkChg>
        <pc:inkChg chg="add mod">
          <ac:chgData name="Mahima Weerasinghe" userId="e11e3f55-42da-4e07-8ead-4d7a1d7ea1c6" providerId="ADAL" clId="{DEC8990C-F1E8-4081-8796-F50D8B9FA883}" dt="2024-10-13T12:20:22.987" v="1537"/>
          <ac:inkMkLst>
            <pc:docMk/>
            <pc:sldMk cId="3753930777" sldId="392"/>
            <ac:inkMk id="4409" creationId="{32CE4FB4-9057-943A-13A3-119DF039CBBE}"/>
          </ac:inkMkLst>
        </pc:inkChg>
        <pc:inkChg chg="add mod">
          <ac:chgData name="Mahima Weerasinghe" userId="e11e3f55-42da-4e07-8ead-4d7a1d7ea1c6" providerId="ADAL" clId="{DEC8990C-F1E8-4081-8796-F50D8B9FA883}" dt="2024-10-13T12:20:22.987" v="1537"/>
          <ac:inkMkLst>
            <pc:docMk/>
            <pc:sldMk cId="3753930777" sldId="392"/>
            <ac:inkMk id="4410" creationId="{435C823B-68DC-109A-93C0-CD8D65729FFB}"/>
          </ac:inkMkLst>
        </pc:inkChg>
        <pc:inkChg chg="add mod">
          <ac:chgData name="Mahima Weerasinghe" userId="e11e3f55-42da-4e07-8ead-4d7a1d7ea1c6" providerId="ADAL" clId="{DEC8990C-F1E8-4081-8796-F50D8B9FA883}" dt="2024-10-13T12:20:22.987" v="1537"/>
          <ac:inkMkLst>
            <pc:docMk/>
            <pc:sldMk cId="3753930777" sldId="392"/>
            <ac:inkMk id="4412" creationId="{784A1452-B863-4CE5-1B06-8FA06E24380E}"/>
          </ac:inkMkLst>
        </pc:inkChg>
        <pc:inkChg chg="add mod">
          <ac:chgData name="Mahima Weerasinghe" userId="e11e3f55-42da-4e07-8ead-4d7a1d7ea1c6" providerId="ADAL" clId="{DEC8990C-F1E8-4081-8796-F50D8B9FA883}" dt="2024-10-13T12:20:22.987" v="1537"/>
          <ac:inkMkLst>
            <pc:docMk/>
            <pc:sldMk cId="3753930777" sldId="392"/>
            <ac:inkMk id="4413" creationId="{6099CC8B-6A4C-9467-71D5-B98F0D0573C1}"/>
          </ac:inkMkLst>
        </pc:inkChg>
        <pc:inkChg chg="add mod">
          <ac:chgData name="Mahima Weerasinghe" userId="e11e3f55-42da-4e07-8ead-4d7a1d7ea1c6" providerId="ADAL" clId="{DEC8990C-F1E8-4081-8796-F50D8B9FA883}" dt="2024-10-13T12:20:22.987" v="1537"/>
          <ac:inkMkLst>
            <pc:docMk/>
            <pc:sldMk cId="3753930777" sldId="392"/>
            <ac:inkMk id="4414" creationId="{F9307B3F-EA53-F8E9-6BCA-0A1779666B34}"/>
          </ac:inkMkLst>
        </pc:inkChg>
        <pc:inkChg chg="add mod">
          <ac:chgData name="Mahima Weerasinghe" userId="e11e3f55-42da-4e07-8ead-4d7a1d7ea1c6" providerId="ADAL" clId="{DEC8990C-F1E8-4081-8796-F50D8B9FA883}" dt="2024-10-13T12:20:22.987" v="1537"/>
          <ac:inkMkLst>
            <pc:docMk/>
            <pc:sldMk cId="3753930777" sldId="392"/>
            <ac:inkMk id="4415" creationId="{662B3D6B-272F-FA02-71B7-ADC7E451A481}"/>
          </ac:inkMkLst>
        </pc:inkChg>
        <pc:inkChg chg="add mod">
          <ac:chgData name="Mahima Weerasinghe" userId="e11e3f55-42da-4e07-8ead-4d7a1d7ea1c6" providerId="ADAL" clId="{DEC8990C-F1E8-4081-8796-F50D8B9FA883}" dt="2024-10-13T12:20:22.987" v="1537"/>
          <ac:inkMkLst>
            <pc:docMk/>
            <pc:sldMk cId="3753930777" sldId="392"/>
            <ac:inkMk id="4416" creationId="{0E5BAA2B-9D31-32CF-FBA2-EC93888F601A}"/>
          </ac:inkMkLst>
        </pc:inkChg>
        <pc:inkChg chg="add mod">
          <ac:chgData name="Mahima Weerasinghe" userId="e11e3f55-42da-4e07-8ead-4d7a1d7ea1c6" providerId="ADAL" clId="{DEC8990C-F1E8-4081-8796-F50D8B9FA883}" dt="2024-10-13T12:20:22.987" v="1537"/>
          <ac:inkMkLst>
            <pc:docMk/>
            <pc:sldMk cId="3753930777" sldId="392"/>
            <ac:inkMk id="4417" creationId="{B49963C2-227C-28C1-9B2E-134F79130B1A}"/>
          </ac:inkMkLst>
        </pc:inkChg>
        <pc:inkChg chg="add">
          <ac:chgData name="Mahima Weerasinghe" userId="e11e3f55-42da-4e07-8ead-4d7a1d7ea1c6" providerId="ADAL" clId="{DEC8990C-F1E8-4081-8796-F50D8B9FA883}" dt="2024-10-13T12:20:22.152" v="1536" actId="9405"/>
          <ac:inkMkLst>
            <pc:docMk/>
            <pc:sldMk cId="3753930777" sldId="392"/>
            <ac:inkMk id="4418" creationId="{796B555E-58AF-CC3A-2E06-A490F5FAD03F}"/>
          </ac:inkMkLst>
        </pc:inkChg>
        <pc:inkChg chg="add mod">
          <ac:chgData name="Mahima Weerasinghe" userId="e11e3f55-42da-4e07-8ead-4d7a1d7ea1c6" providerId="ADAL" clId="{DEC8990C-F1E8-4081-8796-F50D8B9FA883}" dt="2024-10-13T12:20:49.494" v="1539"/>
          <ac:inkMkLst>
            <pc:docMk/>
            <pc:sldMk cId="3753930777" sldId="392"/>
            <ac:inkMk id="4420" creationId="{8FEB8C91-F04E-97B2-F18B-E73A1C6CF55F}"/>
          </ac:inkMkLst>
        </pc:inkChg>
        <pc:inkChg chg="add mod">
          <ac:chgData name="Mahima Weerasinghe" userId="e11e3f55-42da-4e07-8ead-4d7a1d7ea1c6" providerId="ADAL" clId="{DEC8990C-F1E8-4081-8796-F50D8B9FA883}" dt="2024-10-13T12:20:58.051" v="1546"/>
          <ac:inkMkLst>
            <pc:docMk/>
            <pc:sldMk cId="3753930777" sldId="392"/>
            <ac:inkMk id="4422" creationId="{DCF5B687-3CAA-894A-93E3-893C24864086}"/>
          </ac:inkMkLst>
        </pc:inkChg>
        <pc:inkChg chg="add mod">
          <ac:chgData name="Mahima Weerasinghe" userId="e11e3f55-42da-4e07-8ead-4d7a1d7ea1c6" providerId="ADAL" clId="{DEC8990C-F1E8-4081-8796-F50D8B9FA883}" dt="2024-10-13T12:20:58.051" v="1546"/>
          <ac:inkMkLst>
            <pc:docMk/>
            <pc:sldMk cId="3753930777" sldId="392"/>
            <ac:inkMk id="4423" creationId="{B63B3EB9-E86A-37E4-8702-B323B99012BB}"/>
          </ac:inkMkLst>
        </pc:inkChg>
        <pc:inkChg chg="add mod">
          <ac:chgData name="Mahima Weerasinghe" userId="e11e3f55-42da-4e07-8ead-4d7a1d7ea1c6" providerId="ADAL" clId="{DEC8990C-F1E8-4081-8796-F50D8B9FA883}" dt="2024-10-13T12:20:58.051" v="1546"/>
          <ac:inkMkLst>
            <pc:docMk/>
            <pc:sldMk cId="3753930777" sldId="392"/>
            <ac:inkMk id="4424" creationId="{244EB17F-5D60-516F-E778-16721C9EED96}"/>
          </ac:inkMkLst>
        </pc:inkChg>
        <pc:inkChg chg="add mod">
          <ac:chgData name="Mahima Weerasinghe" userId="e11e3f55-42da-4e07-8ead-4d7a1d7ea1c6" providerId="ADAL" clId="{DEC8990C-F1E8-4081-8796-F50D8B9FA883}" dt="2024-10-13T12:20:58.051" v="1546"/>
          <ac:inkMkLst>
            <pc:docMk/>
            <pc:sldMk cId="3753930777" sldId="392"/>
            <ac:inkMk id="4425" creationId="{DD6C0B15-D186-23B0-83E5-57C6ACB93E16}"/>
          </ac:inkMkLst>
        </pc:inkChg>
        <pc:inkChg chg="add mod">
          <ac:chgData name="Mahima Weerasinghe" userId="e11e3f55-42da-4e07-8ead-4d7a1d7ea1c6" providerId="ADAL" clId="{DEC8990C-F1E8-4081-8796-F50D8B9FA883}" dt="2024-10-13T12:20:58.051" v="1546"/>
          <ac:inkMkLst>
            <pc:docMk/>
            <pc:sldMk cId="3753930777" sldId="392"/>
            <ac:inkMk id="4426" creationId="{ADF94CEB-FC1D-81F7-7B53-BB2A25D4D38F}"/>
          </ac:inkMkLst>
        </pc:inkChg>
        <pc:inkChg chg="add mod">
          <ac:chgData name="Mahima Weerasinghe" userId="e11e3f55-42da-4e07-8ead-4d7a1d7ea1c6" providerId="ADAL" clId="{DEC8990C-F1E8-4081-8796-F50D8B9FA883}" dt="2024-10-13T12:20:58.051" v="1546"/>
          <ac:inkMkLst>
            <pc:docMk/>
            <pc:sldMk cId="3753930777" sldId="392"/>
            <ac:inkMk id="4427" creationId="{D223C1EC-1C8A-EEDB-789F-BB66AF9D5B88}"/>
          </ac:inkMkLst>
        </pc:inkChg>
        <pc:inkChg chg="add mod">
          <ac:chgData name="Mahima Weerasinghe" userId="e11e3f55-42da-4e07-8ead-4d7a1d7ea1c6" providerId="ADAL" clId="{DEC8990C-F1E8-4081-8796-F50D8B9FA883}" dt="2024-10-13T12:21:25.794" v="1554"/>
          <ac:inkMkLst>
            <pc:docMk/>
            <pc:sldMk cId="3753930777" sldId="392"/>
            <ac:inkMk id="4429" creationId="{C52A43DD-E94B-317C-FCBC-205C31CBE76F}"/>
          </ac:inkMkLst>
        </pc:inkChg>
        <pc:inkChg chg="add mod">
          <ac:chgData name="Mahima Weerasinghe" userId="e11e3f55-42da-4e07-8ead-4d7a1d7ea1c6" providerId="ADAL" clId="{DEC8990C-F1E8-4081-8796-F50D8B9FA883}" dt="2024-10-13T12:21:25.794" v="1554"/>
          <ac:inkMkLst>
            <pc:docMk/>
            <pc:sldMk cId="3753930777" sldId="392"/>
            <ac:inkMk id="4430" creationId="{1C3DF985-387C-7067-9F98-7DCC759F9DE2}"/>
          </ac:inkMkLst>
        </pc:inkChg>
        <pc:inkChg chg="add mod">
          <ac:chgData name="Mahima Weerasinghe" userId="e11e3f55-42da-4e07-8ead-4d7a1d7ea1c6" providerId="ADAL" clId="{DEC8990C-F1E8-4081-8796-F50D8B9FA883}" dt="2024-10-13T12:21:25.794" v="1554"/>
          <ac:inkMkLst>
            <pc:docMk/>
            <pc:sldMk cId="3753930777" sldId="392"/>
            <ac:inkMk id="4431" creationId="{B944B6F0-E509-EA1C-6D6E-15E1153A847F}"/>
          </ac:inkMkLst>
        </pc:inkChg>
        <pc:inkChg chg="add mod">
          <ac:chgData name="Mahima Weerasinghe" userId="e11e3f55-42da-4e07-8ead-4d7a1d7ea1c6" providerId="ADAL" clId="{DEC8990C-F1E8-4081-8796-F50D8B9FA883}" dt="2024-10-13T12:21:25.794" v="1554"/>
          <ac:inkMkLst>
            <pc:docMk/>
            <pc:sldMk cId="3753930777" sldId="392"/>
            <ac:inkMk id="4432" creationId="{D0AFD989-74EE-AD85-A8D2-0BE1728DD5AA}"/>
          </ac:inkMkLst>
        </pc:inkChg>
        <pc:inkChg chg="add mod">
          <ac:chgData name="Mahima Weerasinghe" userId="e11e3f55-42da-4e07-8ead-4d7a1d7ea1c6" providerId="ADAL" clId="{DEC8990C-F1E8-4081-8796-F50D8B9FA883}" dt="2024-10-13T12:21:25.794" v="1554"/>
          <ac:inkMkLst>
            <pc:docMk/>
            <pc:sldMk cId="3753930777" sldId="392"/>
            <ac:inkMk id="4433" creationId="{4EE9399B-02D0-CFF0-363A-7574AF4E5B00}"/>
          </ac:inkMkLst>
        </pc:inkChg>
        <pc:inkChg chg="add mod">
          <ac:chgData name="Mahima Weerasinghe" userId="e11e3f55-42da-4e07-8ead-4d7a1d7ea1c6" providerId="ADAL" clId="{DEC8990C-F1E8-4081-8796-F50D8B9FA883}" dt="2024-10-13T12:21:25.794" v="1554"/>
          <ac:inkMkLst>
            <pc:docMk/>
            <pc:sldMk cId="3753930777" sldId="392"/>
            <ac:inkMk id="4434" creationId="{4F904418-1910-8A56-632D-F1569CCD65AA}"/>
          </ac:inkMkLst>
        </pc:inkChg>
        <pc:inkChg chg="add mod">
          <ac:chgData name="Mahima Weerasinghe" userId="e11e3f55-42da-4e07-8ead-4d7a1d7ea1c6" providerId="ADAL" clId="{DEC8990C-F1E8-4081-8796-F50D8B9FA883}" dt="2024-10-13T12:21:25.794" v="1554"/>
          <ac:inkMkLst>
            <pc:docMk/>
            <pc:sldMk cId="3753930777" sldId="392"/>
            <ac:inkMk id="4435" creationId="{3AC81EC5-2E28-5A11-BE32-7B266153715C}"/>
          </ac:inkMkLst>
        </pc:inkChg>
        <pc:inkChg chg="add mod">
          <ac:chgData name="Mahima Weerasinghe" userId="e11e3f55-42da-4e07-8ead-4d7a1d7ea1c6" providerId="ADAL" clId="{DEC8990C-F1E8-4081-8796-F50D8B9FA883}" dt="2024-10-13T12:21:42.087" v="1557"/>
          <ac:inkMkLst>
            <pc:docMk/>
            <pc:sldMk cId="3753930777" sldId="392"/>
            <ac:inkMk id="4437" creationId="{BF88CB2C-234A-A73B-55C1-A2FBC2DF8604}"/>
          </ac:inkMkLst>
        </pc:inkChg>
        <pc:inkChg chg="add mod">
          <ac:chgData name="Mahima Weerasinghe" userId="e11e3f55-42da-4e07-8ead-4d7a1d7ea1c6" providerId="ADAL" clId="{DEC8990C-F1E8-4081-8796-F50D8B9FA883}" dt="2024-10-13T12:21:42.087" v="1557"/>
          <ac:inkMkLst>
            <pc:docMk/>
            <pc:sldMk cId="3753930777" sldId="392"/>
            <ac:inkMk id="4438" creationId="{1BAA97CB-70D4-4CBD-8C7F-5C27BCB2D2C6}"/>
          </ac:inkMkLst>
        </pc:inkChg>
        <pc:inkChg chg="add mod">
          <ac:chgData name="Mahima Weerasinghe" userId="e11e3f55-42da-4e07-8ead-4d7a1d7ea1c6" providerId="ADAL" clId="{DEC8990C-F1E8-4081-8796-F50D8B9FA883}" dt="2024-10-13T12:23:31.179" v="1561"/>
          <ac:inkMkLst>
            <pc:docMk/>
            <pc:sldMk cId="3753930777" sldId="392"/>
            <ac:inkMk id="4440" creationId="{50C2EBDD-3794-EAAC-0262-A7504B6F0D21}"/>
          </ac:inkMkLst>
        </pc:inkChg>
        <pc:inkChg chg="add mod">
          <ac:chgData name="Mahima Weerasinghe" userId="e11e3f55-42da-4e07-8ead-4d7a1d7ea1c6" providerId="ADAL" clId="{DEC8990C-F1E8-4081-8796-F50D8B9FA883}" dt="2024-10-13T12:23:31.179" v="1561"/>
          <ac:inkMkLst>
            <pc:docMk/>
            <pc:sldMk cId="3753930777" sldId="392"/>
            <ac:inkMk id="4441" creationId="{12CCDA69-95C0-29B7-1F65-74634DDF71A5}"/>
          </ac:inkMkLst>
        </pc:inkChg>
        <pc:inkChg chg="add mod">
          <ac:chgData name="Mahima Weerasinghe" userId="e11e3f55-42da-4e07-8ead-4d7a1d7ea1c6" providerId="ADAL" clId="{DEC8990C-F1E8-4081-8796-F50D8B9FA883}" dt="2024-10-13T12:23:31.179" v="1561"/>
          <ac:inkMkLst>
            <pc:docMk/>
            <pc:sldMk cId="3753930777" sldId="392"/>
            <ac:inkMk id="4442" creationId="{EAA0B524-BA03-C452-FD3F-4D0BE1032CB7}"/>
          </ac:inkMkLst>
        </pc:inkChg>
        <pc:inkChg chg="add mod">
          <ac:chgData name="Mahima Weerasinghe" userId="e11e3f55-42da-4e07-8ead-4d7a1d7ea1c6" providerId="ADAL" clId="{DEC8990C-F1E8-4081-8796-F50D8B9FA883}" dt="2024-10-13T12:23:38.677" v="1576"/>
          <ac:inkMkLst>
            <pc:docMk/>
            <pc:sldMk cId="3753930777" sldId="392"/>
            <ac:inkMk id="4444" creationId="{40DE07D9-2148-8B9D-DA04-85AC459DED0A}"/>
          </ac:inkMkLst>
        </pc:inkChg>
        <pc:inkChg chg="add mod">
          <ac:chgData name="Mahima Weerasinghe" userId="e11e3f55-42da-4e07-8ead-4d7a1d7ea1c6" providerId="ADAL" clId="{DEC8990C-F1E8-4081-8796-F50D8B9FA883}" dt="2024-10-13T12:23:38.677" v="1576"/>
          <ac:inkMkLst>
            <pc:docMk/>
            <pc:sldMk cId="3753930777" sldId="392"/>
            <ac:inkMk id="4445" creationId="{72C150B6-8AA7-2356-9CCD-498293C00AD5}"/>
          </ac:inkMkLst>
        </pc:inkChg>
        <pc:inkChg chg="add mod">
          <ac:chgData name="Mahima Weerasinghe" userId="e11e3f55-42da-4e07-8ead-4d7a1d7ea1c6" providerId="ADAL" clId="{DEC8990C-F1E8-4081-8796-F50D8B9FA883}" dt="2024-10-13T12:23:38.677" v="1576"/>
          <ac:inkMkLst>
            <pc:docMk/>
            <pc:sldMk cId="3753930777" sldId="392"/>
            <ac:inkMk id="4446" creationId="{D7C3938B-BE25-E47D-A3BC-46352F243862}"/>
          </ac:inkMkLst>
        </pc:inkChg>
        <pc:inkChg chg="add mod">
          <ac:chgData name="Mahima Weerasinghe" userId="e11e3f55-42da-4e07-8ead-4d7a1d7ea1c6" providerId="ADAL" clId="{DEC8990C-F1E8-4081-8796-F50D8B9FA883}" dt="2024-10-13T12:23:38.677" v="1576"/>
          <ac:inkMkLst>
            <pc:docMk/>
            <pc:sldMk cId="3753930777" sldId="392"/>
            <ac:inkMk id="4447" creationId="{9A30684B-2320-BEA8-2323-F65BA98D9CA6}"/>
          </ac:inkMkLst>
        </pc:inkChg>
        <pc:inkChg chg="add mod">
          <ac:chgData name="Mahima Weerasinghe" userId="e11e3f55-42da-4e07-8ead-4d7a1d7ea1c6" providerId="ADAL" clId="{DEC8990C-F1E8-4081-8796-F50D8B9FA883}" dt="2024-10-13T12:23:38.677" v="1576"/>
          <ac:inkMkLst>
            <pc:docMk/>
            <pc:sldMk cId="3753930777" sldId="392"/>
            <ac:inkMk id="4448" creationId="{3FAC2ABB-78AD-334F-F558-C26B92FE1158}"/>
          </ac:inkMkLst>
        </pc:inkChg>
        <pc:inkChg chg="add mod">
          <ac:chgData name="Mahima Weerasinghe" userId="e11e3f55-42da-4e07-8ead-4d7a1d7ea1c6" providerId="ADAL" clId="{DEC8990C-F1E8-4081-8796-F50D8B9FA883}" dt="2024-10-13T12:23:38.677" v="1576"/>
          <ac:inkMkLst>
            <pc:docMk/>
            <pc:sldMk cId="3753930777" sldId="392"/>
            <ac:inkMk id="4449" creationId="{C73ACD0A-8E1F-93AD-6A20-E6FCF686106C}"/>
          </ac:inkMkLst>
        </pc:inkChg>
        <pc:inkChg chg="add mod">
          <ac:chgData name="Mahima Weerasinghe" userId="e11e3f55-42da-4e07-8ead-4d7a1d7ea1c6" providerId="ADAL" clId="{DEC8990C-F1E8-4081-8796-F50D8B9FA883}" dt="2024-10-13T12:23:38.677" v="1576"/>
          <ac:inkMkLst>
            <pc:docMk/>
            <pc:sldMk cId="3753930777" sldId="392"/>
            <ac:inkMk id="4450" creationId="{7D97E51E-E4BA-10C3-9445-6162D0FA9A47}"/>
          </ac:inkMkLst>
        </pc:inkChg>
        <pc:inkChg chg="add mod">
          <ac:chgData name="Mahima Weerasinghe" userId="e11e3f55-42da-4e07-8ead-4d7a1d7ea1c6" providerId="ADAL" clId="{DEC8990C-F1E8-4081-8796-F50D8B9FA883}" dt="2024-10-13T12:23:38.677" v="1576"/>
          <ac:inkMkLst>
            <pc:docMk/>
            <pc:sldMk cId="3753930777" sldId="392"/>
            <ac:inkMk id="4451" creationId="{2CD0A517-527B-1C0F-8EE4-12074E5F297F}"/>
          </ac:inkMkLst>
        </pc:inkChg>
        <pc:inkChg chg="add mod">
          <ac:chgData name="Mahima Weerasinghe" userId="e11e3f55-42da-4e07-8ead-4d7a1d7ea1c6" providerId="ADAL" clId="{DEC8990C-F1E8-4081-8796-F50D8B9FA883}" dt="2024-10-13T12:23:38.677" v="1576"/>
          <ac:inkMkLst>
            <pc:docMk/>
            <pc:sldMk cId="3753930777" sldId="392"/>
            <ac:inkMk id="4452" creationId="{06167F99-8558-2B94-FB50-F2F68DA0F150}"/>
          </ac:inkMkLst>
        </pc:inkChg>
        <pc:inkChg chg="add mod">
          <ac:chgData name="Mahima Weerasinghe" userId="e11e3f55-42da-4e07-8ead-4d7a1d7ea1c6" providerId="ADAL" clId="{DEC8990C-F1E8-4081-8796-F50D8B9FA883}" dt="2024-10-13T12:23:38.677" v="1576"/>
          <ac:inkMkLst>
            <pc:docMk/>
            <pc:sldMk cId="3753930777" sldId="392"/>
            <ac:inkMk id="4453" creationId="{C6EE75CF-36A3-43DC-6D69-C8BF65590AF0}"/>
          </ac:inkMkLst>
        </pc:inkChg>
        <pc:inkChg chg="add mod">
          <ac:chgData name="Mahima Weerasinghe" userId="e11e3f55-42da-4e07-8ead-4d7a1d7ea1c6" providerId="ADAL" clId="{DEC8990C-F1E8-4081-8796-F50D8B9FA883}" dt="2024-10-13T12:23:38.677" v="1576"/>
          <ac:inkMkLst>
            <pc:docMk/>
            <pc:sldMk cId="3753930777" sldId="392"/>
            <ac:inkMk id="4454" creationId="{AC45EC4C-2DA6-4C93-2BCB-4F849FE75711}"/>
          </ac:inkMkLst>
        </pc:inkChg>
        <pc:inkChg chg="add mod">
          <ac:chgData name="Mahima Weerasinghe" userId="e11e3f55-42da-4e07-8ead-4d7a1d7ea1c6" providerId="ADAL" clId="{DEC8990C-F1E8-4081-8796-F50D8B9FA883}" dt="2024-10-13T12:23:38.677" v="1576"/>
          <ac:inkMkLst>
            <pc:docMk/>
            <pc:sldMk cId="3753930777" sldId="392"/>
            <ac:inkMk id="4455" creationId="{E12E491E-AB85-FAC7-2A60-4FA316B584D7}"/>
          </ac:inkMkLst>
        </pc:inkChg>
        <pc:inkChg chg="add mod">
          <ac:chgData name="Mahima Weerasinghe" userId="e11e3f55-42da-4e07-8ead-4d7a1d7ea1c6" providerId="ADAL" clId="{DEC8990C-F1E8-4081-8796-F50D8B9FA883}" dt="2024-10-13T12:23:38.677" v="1576"/>
          <ac:inkMkLst>
            <pc:docMk/>
            <pc:sldMk cId="3753930777" sldId="392"/>
            <ac:inkMk id="4456" creationId="{BD2DD99D-1489-F8EC-00F9-57C06D3F94AF}"/>
          </ac:inkMkLst>
        </pc:inkChg>
        <pc:inkChg chg="add mod">
          <ac:chgData name="Mahima Weerasinghe" userId="e11e3f55-42da-4e07-8ead-4d7a1d7ea1c6" providerId="ADAL" clId="{DEC8990C-F1E8-4081-8796-F50D8B9FA883}" dt="2024-10-13T12:23:38.677" v="1576"/>
          <ac:inkMkLst>
            <pc:docMk/>
            <pc:sldMk cId="3753930777" sldId="392"/>
            <ac:inkMk id="4457" creationId="{64C59964-7197-8D47-525C-11E56DFAA6E0}"/>
          </ac:inkMkLst>
        </pc:inkChg>
        <pc:inkChg chg="add mod">
          <ac:chgData name="Mahima Weerasinghe" userId="e11e3f55-42da-4e07-8ead-4d7a1d7ea1c6" providerId="ADAL" clId="{DEC8990C-F1E8-4081-8796-F50D8B9FA883}" dt="2024-10-13T12:23:50.349" v="1584"/>
          <ac:inkMkLst>
            <pc:docMk/>
            <pc:sldMk cId="3753930777" sldId="392"/>
            <ac:inkMk id="4461" creationId="{CCF90E28-9B23-0E3B-E8C0-011E2E6A06C5}"/>
          </ac:inkMkLst>
        </pc:inkChg>
        <pc:inkChg chg="add mod">
          <ac:chgData name="Mahima Weerasinghe" userId="e11e3f55-42da-4e07-8ead-4d7a1d7ea1c6" providerId="ADAL" clId="{DEC8990C-F1E8-4081-8796-F50D8B9FA883}" dt="2024-10-13T12:23:50.349" v="1584"/>
          <ac:inkMkLst>
            <pc:docMk/>
            <pc:sldMk cId="3753930777" sldId="392"/>
            <ac:inkMk id="4462" creationId="{6A151081-D502-1D53-3B26-27B4B9B0463F}"/>
          </ac:inkMkLst>
        </pc:inkChg>
        <pc:inkChg chg="add mod">
          <ac:chgData name="Mahima Weerasinghe" userId="e11e3f55-42da-4e07-8ead-4d7a1d7ea1c6" providerId="ADAL" clId="{DEC8990C-F1E8-4081-8796-F50D8B9FA883}" dt="2024-10-13T12:23:50.868" v="1586"/>
          <ac:inkMkLst>
            <pc:docMk/>
            <pc:sldMk cId="3753930777" sldId="392"/>
            <ac:inkMk id="4463" creationId="{13F74BF1-1C12-AD78-097E-09E56276C8DE}"/>
          </ac:inkMkLst>
        </pc:inkChg>
        <pc:inkChg chg="add mod">
          <ac:chgData name="Mahima Weerasinghe" userId="e11e3f55-42da-4e07-8ead-4d7a1d7ea1c6" providerId="ADAL" clId="{DEC8990C-F1E8-4081-8796-F50D8B9FA883}" dt="2024-10-13T12:23:50.868" v="1586"/>
          <ac:inkMkLst>
            <pc:docMk/>
            <pc:sldMk cId="3753930777" sldId="392"/>
            <ac:inkMk id="4464" creationId="{E85703C5-B762-B313-90D5-99982983E453}"/>
          </ac:inkMkLst>
        </pc:inkChg>
        <pc:inkChg chg="add mod">
          <ac:chgData name="Mahima Weerasinghe" userId="e11e3f55-42da-4e07-8ead-4d7a1d7ea1c6" providerId="ADAL" clId="{DEC8990C-F1E8-4081-8796-F50D8B9FA883}" dt="2024-10-13T12:23:50.868" v="1586"/>
          <ac:inkMkLst>
            <pc:docMk/>
            <pc:sldMk cId="3753930777" sldId="392"/>
            <ac:inkMk id="4465" creationId="{B47FCA5E-8C9E-0AE7-8651-28B3F036105A}"/>
          </ac:inkMkLst>
        </pc:inkChg>
        <pc:inkChg chg="add mod">
          <ac:chgData name="Mahima Weerasinghe" userId="e11e3f55-42da-4e07-8ead-4d7a1d7ea1c6" providerId="ADAL" clId="{DEC8990C-F1E8-4081-8796-F50D8B9FA883}" dt="2024-10-13T12:23:50.868" v="1586"/>
          <ac:inkMkLst>
            <pc:docMk/>
            <pc:sldMk cId="3753930777" sldId="392"/>
            <ac:inkMk id="4466" creationId="{AD747593-1509-FDA5-F04C-7A39314C5749}"/>
          </ac:inkMkLst>
        </pc:inkChg>
        <pc:inkChg chg="add mod">
          <ac:chgData name="Mahima Weerasinghe" userId="e11e3f55-42da-4e07-8ead-4d7a1d7ea1c6" providerId="ADAL" clId="{DEC8990C-F1E8-4081-8796-F50D8B9FA883}" dt="2024-10-13T12:23:50.868" v="1586"/>
          <ac:inkMkLst>
            <pc:docMk/>
            <pc:sldMk cId="3753930777" sldId="392"/>
            <ac:inkMk id="4467" creationId="{04FE4FC1-A1A3-C534-FE95-1C8416876C58}"/>
          </ac:inkMkLst>
        </pc:inkChg>
        <pc:inkChg chg="add mod">
          <ac:chgData name="Mahima Weerasinghe" userId="e11e3f55-42da-4e07-8ead-4d7a1d7ea1c6" providerId="ADAL" clId="{DEC8990C-F1E8-4081-8796-F50D8B9FA883}" dt="2024-10-13T12:23:50.868" v="1586"/>
          <ac:inkMkLst>
            <pc:docMk/>
            <pc:sldMk cId="3753930777" sldId="392"/>
            <ac:inkMk id="4470" creationId="{41886279-02E2-C5E0-FF1D-C0A9DE7F2240}"/>
          </ac:inkMkLst>
        </pc:inkChg>
        <pc:inkChg chg="add mod">
          <ac:chgData name="Mahima Weerasinghe" userId="e11e3f55-42da-4e07-8ead-4d7a1d7ea1c6" providerId="ADAL" clId="{DEC8990C-F1E8-4081-8796-F50D8B9FA883}" dt="2024-10-13T12:24:14.499" v="1589"/>
          <ac:inkMkLst>
            <pc:docMk/>
            <pc:sldMk cId="3753930777" sldId="392"/>
            <ac:inkMk id="4472" creationId="{AADBD4D8-1151-DC2C-DD19-42C3D22F796F}"/>
          </ac:inkMkLst>
        </pc:inkChg>
        <pc:inkChg chg="add mod">
          <ac:chgData name="Mahima Weerasinghe" userId="e11e3f55-42da-4e07-8ead-4d7a1d7ea1c6" providerId="ADAL" clId="{DEC8990C-F1E8-4081-8796-F50D8B9FA883}" dt="2024-10-13T12:24:14.499" v="1589"/>
          <ac:inkMkLst>
            <pc:docMk/>
            <pc:sldMk cId="3753930777" sldId="392"/>
            <ac:inkMk id="4473" creationId="{8AA3F85E-AF26-83E1-C8E3-72312469BD3D}"/>
          </ac:inkMkLst>
        </pc:inkChg>
      </pc:sldChg>
      <pc:sldChg chg="addSp delSp modSp new mod">
        <pc:chgData name="Mahima Weerasinghe" userId="e11e3f55-42da-4e07-8ead-4d7a1d7ea1c6" providerId="ADAL" clId="{DEC8990C-F1E8-4081-8796-F50D8B9FA883}" dt="2024-10-13T11:51:23.263" v="990"/>
        <pc:sldMkLst>
          <pc:docMk/>
          <pc:sldMk cId="2002877264" sldId="393"/>
        </pc:sldMkLst>
        <pc:spChg chg="mod">
          <ac:chgData name="Mahima Weerasinghe" userId="e11e3f55-42da-4e07-8ead-4d7a1d7ea1c6" providerId="ADAL" clId="{DEC8990C-F1E8-4081-8796-F50D8B9FA883}" dt="2024-10-13T04:10:16.875" v="262" actId="20577"/>
          <ac:spMkLst>
            <pc:docMk/>
            <pc:sldMk cId="2002877264" sldId="393"/>
            <ac:spMk id="2" creationId="{6D61F708-0CFE-CC43-F2B5-21FB88FFF918}"/>
          </ac:spMkLst>
        </pc:spChg>
        <pc:grpChg chg="del mod">
          <ac:chgData name="Mahima Weerasinghe" userId="e11e3f55-42da-4e07-8ead-4d7a1d7ea1c6" providerId="ADAL" clId="{DEC8990C-F1E8-4081-8796-F50D8B9FA883}" dt="2024-10-13T11:49:01.407" v="933"/>
          <ac:grpSpMkLst>
            <pc:docMk/>
            <pc:sldMk cId="2002877264" sldId="393"/>
            <ac:grpSpMk id="7" creationId="{3E5879CF-A7A4-4192-8E0F-9F48BA7C1BDB}"/>
          </ac:grpSpMkLst>
        </pc:grpChg>
        <pc:grpChg chg="del mod">
          <ac:chgData name="Mahima Weerasinghe" userId="e11e3f55-42da-4e07-8ead-4d7a1d7ea1c6" providerId="ADAL" clId="{DEC8990C-F1E8-4081-8796-F50D8B9FA883}" dt="2024-10-13T11:49:23.711" v="937"/>
          <ac:grpSpMkLst>
            <pc:docMk/>
            <pc:sldMk cId="2002877264" sldId="393"/>
            <ac:grpSpMk id="14" creationId="{A67CA5B3-62DC-C626-055C-6BFCEA285587}"/>
          </ac:grpSpMkLst>
        </pc:grpChg>
        <pc:grpChg chg="del mod">
          <ac:chgData name="Mahima Weerasinghe" userId="e11e3f55-42da-4e07-8ead-4d7a1d7ea1c6" providerId="ADAL" clId="{DEC8990C-F1E8-4081-8796-F50D8B9FA883}" dt="2024-10-13T11:49:25.717" v="939"/>
          <ac:grpSpMkLst>
            <pc:docMk/>
            <pc:sldMk cId="2002877264" sldId="393"/>
            <ac:grpSpMk id="18" creationId="{B33F7A43-7A0C-4319-867F-C57971E1AFB8}"/>
          </ac:grpSpMkLst>
        </pc:grpChg>
        <pc:grpChg chg="mod">
          <ac:chgData name="Mahima Weerasinghe" userId="e11e3f55-42da-4e07-8ead-4d7a1d7ea1c6" providerId="ADAL" clId="{DEC8990C-F1E8-4081-8796-F50D8B9FA883}" dt="2024-10-13T11:49:25.717" v="939"/>
          <ac:grpSpMkLst>
            <pc:docMk/>
            <pc:sldMk cId="2002877264" sldId="393"/>
            <ac:grpSpMk id="20" creationId="{A9551955-72C6-4B14-A177-CB0DCAE14DB1}"/>
          </ac:grpSpMkLst>
        </pc:grpChg>
        <pc:grpChg chg="del mod">
          <ac:chgData name="Mahima Weerasinghe" userId="e11e3f55-42da-4e07-8ead-4d7a1d7ea1c6" providerId="ADAL" clId="{DEC8990C-F1E8-4081-8796-F50D8B9FA883}" dt="2024-10-13T11:49:51.632" v="950"/>
          <ac:grpSpMkLst>
            <pc:docMk/>
            <pc:sldMk cId="2002877264" sldId="393"/>
            <ac:grpSpMk id="24" creationId="{C8989E3D-C7FF-2C5D-BDBB-08C9DEE9AE67}"/>
          </ac:grpSpMkLst>
        </pc:grpChg>
        <pc:grpChg chg="mod">
          <ac:chgData name="Mahima Weerasinghe" userId="e11e3f55-42da-4e07-8ead-4d7a1d7ea1c6" providerId="ADAL" clId="{DEC8990C-F1E8-4081-8796-F50D8B9FA883}" dt="2024-10-13T11:49:51.632" v="950"/>
          <ac:grpSpMkLst>
            <pc:docMk/>
            <pc:sldMk cId="2002877264" sldId="393"/>
            <ac:grpSpMk id="31" creationId="{C5C5147B-F5A7-57E4-4BFB-9A402D640141}"/>
          </ac:grpSpMkLst>
        </pc:grpChg>
        <pc:grpChg chg="mod">
          <ac:chgData name="Mahima Weerasinghe" userId="e11e3f55-42da-4e07-8ead-4d7a1d7ea1c6" providerId="ADAL" clId="{DEC8990C-F1E8-4081-8796-F50D8B9FA883}" dt="2024-10-13T11:49:58.564" v="953"/>
          <ac:grpSpMkLst>
            <pc:docMk/>
            <pc:sldMk cId="2002877264" sldId="393"/>
            <ac:grpSpMk id="3075" creationId="{702B0041-A515-2AEE-C800-E1AE58756E9D}"/>
          </ac:grpSpMkLst>
        </pc:grpChg>
        <pc:grpChg chg="mod">
          <ac:chgData name="Mahima Weerasinghe" userId="e11e3f55-42da-4e07-8ead-4d7a1d7ea1c6" providerId="ADAL" clId="{DEC8990C-F1E8-4081-8796-F50D8B9FA883}" dt="2024-10-13T11:50:17.081" v="957"/>
          <ac:grpSpMkLst>
            <pc:docMk/>
            <pc:sldMk cId="2002877264" sldId="393"/>
            <ac:grpSpMk id="3079" creationId="{E9B3C4E9-C8C5-E69E-0FA0-64300BFE9608}"/>
          </ac:grpSpMkLst>
        </pc:grpChg>
        <pc:grpChg chg="del mod">
          <ac:chgData name="Mahima Weerasinghe" userId="e11e3f55-42da-4e07-8ead-4d7a1d7ea1c6" providerId="ADAL" clId="{DEC8990C-F1E8-4081-8796-F50D8B9FA883}" dt="2024-10-13T11:50:54.552" v="972"/>
          <ac:grpSpMkLst>
            <pc:docMk/>
            <pc:sldMk cId="2002877264" sldId="393"/>
            <ac:grpSpMk id="3089" creationId="{725C4597-9C0C-DEE9-6EFC-AE7E1C2E464C}"/>
          </ac:grpSpMkLst>
        </pc:grpChg>
        <pc:grpChg chg="del mod">
          <ac:chgData name="Mahima Weerasinghe" userId="e11e3f55-42da-4e07-8ead-4d7a1d7ea1c6" providerId="ADAL" clId="{DEC8990C-F1E8-4081-8796-F50D8B9FA883}" dt="2024-10-13T11:50:56.965" v="976"/>
          <ac:grpSpMkLst>
            <pc:docMk/>
            <pc:sldMk cId="2002877264" sldId="393"/>
            <ac:grpSpMk id="3094" creationId="{D2F31DBD-1194-FB5A-472E-5639E86C542D}"/>
          </ac:grpSpMkLst>
        </pc:grpChg>
        <pc:grpChg chg="del mod">
          <ac:chgData name="Mahima Weerasinghe" userId="e11e3f55-42da-4e07-8ead-4d7a1d7ea1c6" providerId="ADAL" clId="{DEC8990C-F1E8-4081-8796-F50D8B9FA883}" dt="2024-10-13T11:50:59.440" v="982"/>
          <ac:grpSpMkLst>
            <pc:docMk/>
            <pc:sldMk cId="2002877264" sldId="393"/>
            <ac:grpSpMk id="3098" creationId="{C5F73D29-F984-C2EE-F5CB-4A53CA622CDE}"/>
          </ac:grpSpMkLst>
        </pc:grpChg>
        <pc:grpChg chg="mod">
          <ac:chgData name="Mahima Weerasinghe" userId="e11e3f55-42da-4e07-8ead-4d7a1d7ea1c6" providerId="ADAL" clId="{DEC8990C-F1E8-4081-8796-F50D8B9FA883}" dt="2024-10-13T11:50:59.440" v="982"/>
          <ac:grpSpMkLst>
            <pc:docMk/>
            <pc:sldMk cId="2002877264" sldId="393"/>
            <ac:grpSpMk id="3104" creationId="{CC0CB8F1-4EE8-1828-064F-FDCA85E3E634}"/>
          </ac:grpSpMkLst>
        </pc:grpChg>
        <pc:grpChg chg="mod">
          <ac:chgData name="Mahima Weerasinghe" userId="e11e3f55-42da-4e07-8ead-4d7a1d7ea1c6" providerId="ADAL" clId="{DEC8990C-F1E8-4081-8796-F50D8B9FA883}" dt="2024-10-13T11:51:23.263" v="990"/>
          <ac:grpSpMkLst>
            <pc:docMk/>
            <pc:sldMk cId="2002877264" sldId="393"/>
            <ac:grpSpMk id="3112" creationId="{A60D15B6-4B4E-630A-5C08-06F34461B318}"/>
          </ac:grpSpMkLst>
        </pc:grpChg>
        <pc:picChg chg="add mod">
          <ac:chgData name="Mahima Weerasinghe" userId="e11e3f55-42da-4e07-8ead-4d7a1d7ea1c6" providerId="ADAL" clId="{DEC8990C-F1E8-4081-8796-F50D8B9FA883}" dt="2024-10-13T04:11:43.939" v="265" actId="1076"/>
          <ac:picMkLst>
            <pc:docMk/>
            <pc:sldMk cId="2002877264" sldId="393"/>
            <ac:picMk id="3074" creationId="{04251C00-90FB-5F89-6030-730393BC6699}"/>
          </ac:picMkLst>
        </pc:picChg>
        <pc:inkChg chg="add">
          <ac:chgData name="Mahima Weerasinghe" userId="e11e3f55-42da-4e07-8ead-4d7a1d7ea1c6" providerId="ADAL" clId="{DEC8990C-F1E8-4081-8796-F50D8B9FA883}" dt="2024-10-13T11:48:52.463" v="922" actId="9405"/>
          <ac:inkMkLst>
            <pc:docMk/>
            <pc:sldMk cId="2002877264" sldId="393"/>
            <ac:inkMk id="3" creationId="{4FB048A1-D3B5-536A-3037-B015056C5BED}"/>
          </ac:inkMkLst>
        </pc:inkChg>
        <pc:inkChg chg="add mod">
          <ac:chgData name="Mahima Weerasinghe" userId="e11e3f55-42da-4e07-8ead-4d7a1d7ea1c6" providerId="ADAL" clId="{DEC8990C-F1E8-4081-8796-F50D8B9FA883}" dt="2024-10-13T11:49:25.717" v="939"/>
          <ac:inkMkLst>
            <pc:docMk/>
            <pc:sldMk cId="2002877264" sldId="393"/>
            <ac:inkMk id="4" creationId="{030991B3-2F08-137B-C1B9-1B4DC5776D3D}"/>
          </ac:inkMkLst>
        </pc:inkChg>
        <pc:inkChg chg="add mod">
          <ac:chgData name="Mahima Weerasinghe" userId="e11e3f55-42da-4e07-8ead-4d7a1d7ea1c6" providerId="ADAL" clId="{DEC8990C-F1E8-4081-8796-F50D8B9FA883}" dt="2024-10-13T11:49:25.717" v="939"/>
          <ac:inkMkLst>
            <pc:docMk/>
            <pc:sldMk cId="2002877264" sldId="393"/>
            <ac:inkMk id="5" creationId="{A8BAD8E3-1085-1F5F-F203-4EA0450D67F6}"/>
          </ac:inkMkLst>
        </pc:inkChg>
        <pc:inkChg chg="add mod">
          <ac:chgData name="Mahima Weerasinghe" userId="e11e3f55-42da-4e07-8ead-4d7a1d7ea1c6" providerId="ADAL" clId="{DEC8990C-F1E8-4081-8796-F50D8B9FA883}" dt="2024-10-13T11:49:25.717" v="939"/>
          <ac:inkMkLst>
            <pc:docMk/>
            <pc:sldMk cId="2002877264" sldId="393"/>
            <ac:inkMk id="6" creationId="{EA281481-FC8B-5EA5-046B-FE6D9E36A113}"/>
          </ac:inkMkLst>
        </pc:inkChg>
        <pc:inkChg chg="add mod">
          <ac:chgData name="Mahima Weerasinghe" userId="e11e3f55-42da-4e07-8ead-4d7a1d7ea1c6" providerId="ADAL" clId="{DEC8990C-F1E8-4081-8796-F50D8B9FA883}" dt="2024-10-13T11:49:25.717" v="939"/>
          <ac:inkMkLst>
            <pc:docMk/>
            <pc:sldMk cId="2002877264" sldId="393"/>
            <ac:inkMk id="8" creationId="{80A0A340-AE76-CCB7-CEBD-8E6C859F0330}"/>
          </ac:inkMkLst>
        </pc:inkChg>
        <pc:inkChg chg="add mod">
          <ac:chgData name="Mahima Weerasinghe" userId="e11e3f55-42da-4e07-8ead-4d7a1d7ea1c6" providerId="ADAL" clId="{DEC8990C-F1E8-4081-8796-F50D8B9FA883}" dt="2024-10-13T11:49:25.717" v="939"/>
          <ac:inkMkLst>
            <pc:docMk/>
            <pc:sldMk cId="2002877264" sldId="393"/>
            <ac:inkMk id="9" creationId="{549744E6-8482-C21B-46DD-E1526EC32305}"/>
          </ac:inkMkLst>
        </pc:inkChg>
        <pc:inkChg chg="add mod">
          <ac:chgData name="Mahima Weerasinghe" userId="e11e3f55-42da-4e07-8ead-4d7a1d7ea1c6" providerId="ADAL" clId="{DEC8990C-F1E8-4081-8796-F50D8B9FA883}" dt="2024-10-13T11:49:25.717" v="939"/>
          <ac:inkMkLst>
            <pc:docMk/>
            <pc:sldMk cId="2002877264" sldId="393"/>
            <ac:inkMk id="10" creationId="{5D90EAE3-1DFA-062C-C98B-E957ABA739A9}"/>
          </ac:inkMkLst>
        </pc:inkChg>
        <pc:inkChg chg="add mod">
          <ac:chgData name="Mahima Weerasinghe" userId="e11e3f55-42da-4e07-8ead-4d7a1d7ea1c6" providerId="ADAL" clId="{DEC8990C-F1E8-4081-8796-F50D8B9FA883}" dt="2024-10-13T11:49:25.717" v="939"/>
          <ac:inkMkLst>
            <pc:docMk/>
            <pc:sldMk cId="2002877264" sldId="393"/>
            <ac:inkMk id="11" creationId="{C524D5FB-3D9A-BD20-9447-9965AA38499E}"/>
          </ac:inkMkLst>
        </pc:inkChg>
        <pc:inkChg chg="add mod">
          <ac:chgData name="Mahima Weerasinghe" userId="e11e3f55-42da-4e07-8ead-4d7a1d7ea1c6" providerId="ADAL" clId="{DEC8990C-F1E8-4081-8796-F50D8B9FA883}" dt="2024-10-13T11:49:25.717" v="939"/>
          <ac:inkMkLst>
            <pc:docMk/>
            <pc:sldMk cId="2002877264" sldId="393"/>
            <ac:inkMk id="12" creationId="{17E11BF0-5AF9-8199-E6F4-F1DBF5C0F3DC}"/>
          </ac:inkMkLst>
        </pc:inkChg>
        <pc:inkChg chg="add mod">
          <ac:chgData name="Mahima Weerasinghe" userId="e11e3f55-42da-4e07-8ead-4d7a1d7ea1c6" providerId="ADAL" clId="{DEC8990C-F1E8-4081-8796-F50D8B9FA883}" dt="2024-10-13T11:49:25.717" v="939"/>
          <ac:inkMkLst>
            <pc:docMk/>
            <pc:sldMk cId="2002877264" sldId="393"/>
            <ac:inkMk id="13" creationId="{71050396-E9ED-5719-64D8-C1381B60F74A}"/>
          </ac:inkMkLst>
        </pc:inkChg>
        <pc:inkChg chg="add">
          <ac:chgData name="Mahima Weerasinghe" userId="e11e3f55-42da-4e07-8ead-4d7a1d7ea1c6" providerId="ADAL" clId="{DEC8990C-F1E8-4081-8796-F50D8B9FA883}" dt="2024-10-13T11:49:13.014" v="934" actId="9405"/>
          <ac:inkMkLst>
            <pc:docMk/>
            <pc:sldMk cId="2002877264" sldId="393"/>
            <ac:inkMk id="15" creationId="{9F480E0C-7C83-6EDE-BCE3-14C631337F53}"/>
          </ac:inkMkLst>
        </pc:inkChg>
        <pc:inkChg chg="add">
          <ac:chgData name="Mahima Weerasinghe" userId="e11e3f55-42da-4e07-8ead-4d7a1d7ea1c6" providerId="ADAL" clId="{DEC8990C-F1E8-4081-8796-F50D8B9FA883}" dt="2024-10-13T11:49:14.694" v="935" actId="9405"/>
          <ac:inkMkLst>
            <pc:docMk/>
            <pc:sldMk cId="2002877264" sldId="393"/>
            <ac:inkMk id="16" creationId="{FF3B56FC-1AE1-17F6-83D6-1E72773FD5A7}"/>
          </ac:inkMkLst>
        </pc:inkChg>
        <pc:inkChg chg="add mod">
          <ac:chgData name="Mahima Weerasinghe" userId="e11e3f55-42da-4e07-8ead-4d7a1d7ea1c6" providerId="ADAL" clId="{DEC8990C-F1E8-4081-8796-F50D8B9FA883}" dt="2024-10-13T11:49:25.717" v="939"/>
          <ac:inkMkLst>
            <pc:docMk/>
            <pc:sldMk cId="2002877264" sldId="393"/>
            <ac:inkMk id="17" creationId="{BAD331A5-8781-5D74-97B4-7910B3FC9AF1}"/>
          </ac:inkMkLst>
        </pc:inkChg>
        <pc:inkChg chg="add mod">
          <ac:chgData name="Mahima Weerasinghe" userId="e11e3f55-42da-4e07-8ead-4d7a1d7ea1c6" providerId="ADAL" clId="{DEC8990C-F1E8-4081-8796-F50D8B9FA883}" dt="2024-10-13T11:49:25.717" v="939"/>
          <ac:inkMkLst>
            <pc:docMk/>
            <pc:sldMk cId="2002877264" sldId="393"/>
            <ac:inkMk id="19" creationId="{BE01F5C5-39EC-3843-0935-68DF193FF353}"/>
          </ac:inkMkLst>
        </pc:inkChg>
        <pc:inkChg chg="add">
          <ac:chgData name="Mahima Weerasinghe" userId="e11e3f55-42da-4e07-8ead-4d7a1d7ea1c6" providerId="ADAL" clId="{DEC8990C-F1E8-4081-8796-F50D8B9FA883}" dt="2024-10-13T11:49:36.467" v="940" actId="9405"/>
          <ac:inkMkLst>
            <pc:docMk/>
            <pc:sldMk cId="2002877264" sldId="393"/>
            <ac:inkMk id="21" creationId="{B141B7CF-9562-E08D-6559-D27923D2CDF9}"/>
          </ac:inkMkLst>
        </pc:inkChg>
        <pc:inkChg chg="add mod">
          <ac:chgData name="Mahima Weerasinghe" userId="e11e3f55-42da-4e07-8ead-4d7a1d7ea1c6" providerId="ADAL" clId="{DEC8990C-F1E8-4081-8796-F50D8B9FA883}" dt="2024-10-13T11:49:51.632" v="950"/>
          <ac:inkMkLst>
            <pc:docMk/>
            <pc:sldMk cId="2002877264" sldId="393"/>
            <ac:inkMk id="22" creationId="{2F5C7191-05C2-B774-A506-E0685D508A56}"/>
          </ac:inkMkLst>
        </pc:inkChg>
        <pc:inkChg chg="add mod">
          <ac:chgData name="Mahima Weerasinghe" userId="e11e3f55-42da-4e07-8ead-4d7a1d7ea1c6" providerId="ADAL" clId="{DEC8990C-F1E8-4081-8796-F50D8B9FA883}" dt="2024-10-13T11:49:51.632" v="950"/>
          <ac:inkMkLst>
            <pc:docMk/>
            <pc:sldMk cId="2002877264" sldId="393"/>
            <ac:inkMk id="23" creationId="{7010B5B1-F1A3-56EB-80EB-213737F01F51}"/>
          </ac:inkMkLst>
        </pc:inkChg>
        <pc:inkChg chg="add mod">
          <ac:chgData name="Mahima Weerasinghe" userId="e11e3f55-42da-4e07-8ead-4d7a1d7ea1c6" providerId="ADAL" clId="{DEC8990C-F1E8-4081-8796-F50D8B9FA883}" dt="2024-10-13T11:49:51.632" v="950"/>
          <ac:inkMkLst>
            <pc:docMk/>
            <pc:sldMk cId="2002877264" sldId="393"/>
            <ac:inkMk id="25" creationId="{D421E1FA-1D8E-76B0-2AC3-9841CACEA88B}"/>
          </ac:inkMkLst>
        </pc:inkChg>
        <pc:inkChg chg="add mod">
          <ac:chgData name="Mahima Weerasinghe" userId="e11e3f55-42da-4e07-8ead-4d7a1d7ea1c6" providerId="ADAL" clId="{DEC8990C-F1E8-4081-8796-F50D8B9FA883}" dt="2024-10-13T11:49:51.632" v="950"/>
          <ac:inkMkLst>
            <pc:docMk/>
            <pc:sldMk cId="2002877264" sldId="393"/>
            <ac:inkMk id="26" creationId="{2D9A959D-8FDB-6692-F058-3050CE1F2942}"/>
          </ac:inkMkLst>
        </pc:inkChg>
        <pc:inkChg chg="add mod">
          <ac:chgData name="Mahima Weerasinghe" userId="e11e3f55-42da-4e07-8ead-4d7a1d7ea1c6" providerId="ADAL" clId="{DEC8990C-F1E8-4081-8796-F50D8B9FA883}" dt="2024-10-13T11:49:51.632" v="950"/>
          <ac:inkMkLst>
            <pc:docMk/>
            <pc:sldMk cId="2002877264" sldId="393"/>
            <ac:inkMk id="27" creationId="{70A117B2-404A-3AC5-1D6A-DF092DC93B97}"/>
          </ac:inkMkLst>
        </pc:inkChg>
        <pc:inkChg chg="add mod">
          <ac:chgData name="Mahima Weerasinghe" userId="e11e3f55-42da-4e07-8ead-4d7a1d7ea1c6" providerId="ADAL" clId="{DEC8990C-F1E8-4081-8796-F50D8B9FA883}" dt="2024-10-13T11:49:51.632" v="950"/>
          <ac:inkMkLst>
            <pc:docMk/>
            <pc:sldMk cId="2002877264" sldId="393"/>
            <ac:inkMk id="28" creationId="{2795818C-380E-00F0-28FF-31E17712C4E5}"/>
          </ac:inkMkLst>
        </pc:inkChg>
        <pc:inkChg chg="add mod">
          <ac:chgData name="Mahima Weerasinghe" userId="e11e3f55-42da-4e07-8ead-4d7a1d7ea1c6" providerId="ADAL" clId="{DEC8990C-F1E8-4081-8796-F50D8B9FA883}" dt="2024-10-13T11:49:51.632" v="950"/>
          <ac:inkMkLst>
            <pc:docMk/>
            <pc:sldMk cId="2002877264" sldId="393"/>
            <ac:inkMk id="29" creationId="{90598878-0FCB-CB4D-5EF1-2A34D3AC5FCD}"/>
          </ac:inkMkLst>
        </pc:inkChg>
        <pc:inkChg chg="add mod">
          <ac:chgData name="Mahima Weerasinghe" userId="e11e3f55-42da-4e07-8ead-4d7a1d7ea1c6" providerId="ADAL" clId="{DEC8990C-F1E8-4081-8796-F50D8B9FA883}" dt="2024-10-13T11:49:51.632" v="950"/>
          <ac:inkMkLst>
            <pc:docMk/>
            <pc:sldMk cId="2002877264" sldId="393"/>
            <ac:inkMk id="30" creationId="{8EB7791B-40F1-AB24-B3A0-05AE999B9F2A}"/>
          </ac:inkMkLst>
        </pc:inkChg>
        <pc:inkChg chg="add mod">
          <ac:chgData name="Mahima Weerasinghe" userId="e11e3f55-42da-4e07-8ead-4d7a1d7ea1c6" providerId="ADAL" clId="{DEC8990C-F1E8-4081-8796-F50D8B9FA883}" dt="2024-10-13T11:49:58.564" v="953"/>
          <ac:inkMkLst>
            <pc:docMk/>
            <pc:sldMk cId="2002877264" sldId="393"/>
            <ac:inkMk id="3072" creationId="{588913AB-97E2-4D29-DC43-89F1A5525EC4}"/>
          </ac:inkMkLst>
        </pc:inkChg>
        <pc:inkChg chg="add mod">
          <ac:chgData name="Mahima Weerasinghe" userId="e11e3f55-42da-4e07-8ead-4d7a1d7ea1c6" providerId="ADAL" clId="{DEC8990C-F1E8-4081-8796-F50D8B9FA883}" dt="2024-10-13T11:49:58.564" v="953"/>
          <ac:inkMkLst>
            <pc:docMk/>
            <pc:sldMk cId="2002877264" sldId="393"/>
            <ac:inkMk id="3073" creationId="{10400F0D-B705-5D94-3E9B-4499F2233093}"/>
          </ac:inkMkLst>
        </pc:inkChg>
        <pc:inkChg chg="add">
          <ac:chgData name="Mahima Weerasinghe" userId="e11e3f55-42da-4e07-8ead-4d7a1d7ea1c6" providerId="ADAL" clId="{DEC8990C-F1E8-4081-8796-F50D8B9FA883}" dt="2024-10-13T11:50:01.427" v="954" actId="9405"/>
          <ac:inkMkLst>
            <pc:docMk/>
            <pc:sldMk cId="2002877264" sldId="393"/>
            <ac:inkMk id="3076" creationId="{DBEBB2C5-9556-8871-EC2E-BB4BBB049056}"/>
          </ac:inkMkLst>
        </pc:inkChg>
        <pc:inkChg chg="add mod">
          <ac:chgData name="Mahima Weerasinghe" userId="e11e3f55-42da-4e07-8ead-4d7a1d7ea1c6" providerId="ADAL" clId="{DEC8990C-F1E8-4081-8796-F50D8B9FA883}" dt="2024-10-13T11:50:17.081" v="957"/>
          <ac:inkMkLst>
            <pc:docMk/>
            <pc:sldMk cId="2002877264" sldId="393"/>
            <ac:inkMk id="3077" creationId="{E4929C15-F894-BC5B-9576-7B73E868EE41}"/>
          </ac:inkMkLst>
        </pc:inkChg>
        <pc:inkChg chg="add mod">
          <ac:chgData name="Mahima Weerasinghe" userId="e11e3f55-42da-4e07-8ead-4d7a1d7ea1c6" providerId="ADAL" clId="{DEC8990C-F1E8-4081-8796-F50D8B9FA883}" dt="2024-10-13T11:50:17.081" v="957"/>
          <ac:inkMkLst>
            <pc:docMk/>
            <pc:sldMk cId="2002877264" sldId="393"/>
            <ac:inkMk id="3078" creationId="{C014B6D8-AD3C-035A-FD22-051ADE179824}"/>
          </ac:inkMkLst>
        </pc:inkChg>
        <pc:inkChg chg="add mod">
          <ac:chgData name="Mahima Weerasinghe" userId="e11e3f55-42da-4e07-8ead-4d7a1d7ea1c6" providerId="ADAL" clId="{DEC8990C-F1E8-4081-8796-F50D8B9FA883}" dt="2024-10-13T11:50:59.440" v="982"/>
          <ac:inkMkLst>
            <pc:docMk/>
            <pc:sldMk cId="2002877264" sldId="393"/>
            <ac:inkMk id="3080" creationId="{E322E8C6-8DE1-A855-AA16-36C84E0763B1}"/>
          </ac:inkMkLst>
        </pc:inkChg>
        <pc:inkChg chg="add mod">
          <ac:chgData name="Mahima Weerasinghe" userId="e11e3f55-42da-4e07-8ead-4d7a1d7ea1c6" providerId="ADAL" clId="{DEC8990C-F1E8-4081-8796-F50D8B9FA883}" dt="2024-10-13T11:50:59.440" v="982"/>
          <ac:inkMkLst>
            <pc:docMk/>
            <pc:sldMk cId="2002877264" sldId="393"/>
            <ac:inkMk id="3081" creationId="{E73F9E14-905F-5EAA-1329-2306EE9704C7}"/>
          </ac:inkMkLst>
        </pc:inkChg>
        <pc:inkChg chg="add mod">
          <ac:chgData name="Mahima Weerasinghe" userId="e11e3f55-42da-4e07-8ead-4d7a1d7ea1c6" providerId="ADAL" clId="{DEC8990C-F1E8-4081-8796-F50D8B9FA883}" dt="2024-10-13T11:50:59.440" v="982"/>
          <ac:inkMkLst>
            <pc:docMk/>
            <pc:sldMk cId="2002877264" sldId="393"/>
            <ac:inkMk id="3082" creationId="{EE76B1AA-34B9-71A3-52E8-10AAFA43C6AA}"/>
          </ac:inkMkLst>
        </pc:inkChg>
        <pc:inkChg chg="add mod">
          <ac:chgData name="Mahima Weerasinghe" userId="e11e3f55-42da-4e07-8ead-4d7a1d7ea1c6" providerId="ADAL" clId="{DEC8990C-F1E8-4081-8796-F50D8B9FA883}" dt="2024-10-13T11:50:59.440" v="982"/>
          <ac:inkMkLst>
            <pc:docMk/>
            <pc:sldMk cId="2002877264" sldId="393"/>
            <ac:inkMk id="3083" creationId="{A3AEC1CD-4F9C-5D89-913B-9089206E5A88}"/>
          </ac:inkMkLst>
        </pc:inkChg>
        <pc:inkChg chg="add mod">
          <ac:chgData name="Mahima Weerasinghe" userId="e11e3f55-42da-4e07-8ead-4d7a1d7ea1c6" providerId="ADAL" clId="{DEC8990C-F1E8-4081-8796-F50D8B9FA883}" dt="2024-10-13T11:50:59.440" v="982"/>
          <ac:inkMkLst>
            <pc:docMk/>
            <pc:sldMk cId="2002877264" sldId="393"/>
            <ac:inkMk id="3084" creationId="{C87F16C2-812B-9DCD-3D1A-F5993047AF04}"/>
          </ac:inkMkLst>
        </pc:inkChg>
        <pc:inkChg chg="add mod">
          <ac:chgData name="Mahima Weerasinghe" userId="e11e3f55-42da-4e07-8ead-4d7a1d7ea1c6" providerId="ADAL" clId="{DEC8990C-F1E8-4081-8796-F50D8B9FA883}" dt="2024-10-13T11:50:59.440" v="982"/>
          <ac:inkMkLst>
            <pc:docMk/>
            <pc:sldMk cId="2002877264" sldId="393"/>
            <ac:inkMk id="3085" creationId="{E1A0D04C-E549-1C56-127A-98A4965749E2}"/>
          </ac:inkMkLst>
        </pc:inkChg>
        <pc:inkChg chg="add mod">
          <ac:chgData name="Mahima Weerasinghe" userId="e11e3f55-42da-4e07-8ead-4d7a1d7ea1c6" providerId="ADAL" clId="{DEC8990C-F1E8-4081-8796-F50D8B9FA883}" dt="2024-10-13T11:50:59.440" v="982"/>
          <ac:inkMkLst>
            <pc:docMk/>
            <pc:sldMk cId="2002877264" sldId="393"/>
            <ac:inkMk id="3086" creationId="{0E901B0C-203D-C5D4-1817-31D1FDE7AC59}"/>
          </ac:inkMkLst>
        </pc:inkChg>
        <pc:inkChg chg="add mod">
          <ac:chgData name="Mahima Weerasinghe" userId="e11e3f55-42da-4e07-8ead-4d7a1d7ea1c6" providerId="ADAL" clId="{DEC8990C-F1E8-4081-8796-F50D8B9FA883}" dt="2024-10-13T11:50:59.440" v="982"/>
          <ac:inkMkLst>
            <pc:docMk/>
            <pc:sldMk cId="2002877264" sldId="393"/>
            <ac:inkMk id="3087" creationId="{7392FC8E-3C77-AF6D-B248-0FF425C63D93}"/>
          </ac:inkMkLst>
        </pc:inkChg>
        <pc:inkChg chg="add mod">
          <ac:chgData name="Mahima Weerasinghe" userId="e11e3f55-42da-4e07-8ead-4d7a1d7ea1c6" providerId="ADAL" clId="{DEC8990C-F1E8-4081-8796-F50D8B9FA883}" dt="2024-10-13T11:50:59.440" v="982"/>
          <ac:inkMkLst>
            <pc:docMk/>
            <pc:sldMk cId="2002877264" sldId="393"/>
            <ac:inkMk id="3088" creationId="{E9477D80-8338-065E-F9A5-370F063E59BB}"/>
          </ac:inkMkLst>
        </pc:inkChg>
        <pc:inkChg chg="add mod">
          <ac:chgData name="Mahima Weerasinghe" userId="e11e3f55-42da-4e07-8ead-4d7a1d7ea1c6" providerId="ADAL" clId="{DEC8990C-F1E8-4081-8796-F50D8B9FA883}" dt="2024-10-13T11:50:59.440" v="982"/>
          <ac:inkMkLst>
            <pc:docMk/>
            <pc:sldMk cId="2002877264" sldId="393"/>
            <ac:inkMk id="3090" creationId="{75539277-A8DF-D60D-D5AB-52D14C3DD6D5}"/>
          </ac:inkMkLst>
        </pc:inkChg>
        <pc:inkChg chg="add mod">
          <ac:chgData name="Mahima Weerasinghe" userId="e11e3f55-42da-4e07-8ead-4d7a1d7ea1c6" providerId="ADAL" clId="{DEC8990C-F1E8-4081-8796-F50D8B9FA883}" dt="2024-10-13T11:50:59.440" v="982"/>
          <ac:inkMkLst>
            <pc:docMk/>
            <pc:sldMk cId="2002877264" sldId="393"/>
            <ac:inkMk id="3091" creationId="{382D5E52-B04B-6C75-22E1-D9209C533D4F}"/>
          </ac:inkMkLst>
        </pc:inkChg>
        <pc:inkChg chg="add mod">
          <ac:chgData name="Mahima Weerasinghe" userId="e11e3f55-42da-4e07-8ead-4d7a1d7ea1c6" providerId="ADAL" clId="{DEC8990C-F1E8-4081-8796-F50D8B9FA883}" dt="2024-10-13T11:50:59.440" v="982"/>
          <ac:inkMkLst>
            <pc:docMk/>
            <pc:sldMk cId="2002877264" sldId="393"/>
            <ac:inkMk id="3092" creationId="{9677B09E-18B6-E4E4-5F8C-55FF82CBCA13}"/>
          </ac:inkMkLst>
        </pc:inkChg>
        <pc:inkChg chg="add mod">
          <ac:chgData name="Mahima Weerasinghe" userId="e11e3f55-42da-4e07-8ead-4d7a1d7ea1c6" providerId="ADAL" clId="{DEC8990C-F1E8-4081-8796-F50D8B9FA883}" dt="2024-10-13T11:50:59.440" v="982"/>
          <ac:inkMkLst>
            <pc:docMk/>
            <pc:sldMk cId="2002877264" sldId="393"/>
            <ac:inkMk id="3093" creationId="{77FFBFE8-EAD3-6949-3F5A-262A6433579B}"/>
          </ac:inkMkLst>
        </pc:inkChg>
        <pc:inkChg chg="add mod">
          <ac:chgData name="Mahima Weerasinghe" userId="e11e3f55-42da-4e07-8ead-4d7a1d7ea1c6" providerId="ADAL" clId="{DEC8990C-F1E8-4081-8796-F50D8B9FA883}" dt="2024-10-13T11:50:59.440" v="982"/>
          <ac:inkMkLst>
            <pc:docMk/>
            <pc:sldMk cId="2002877264" sldId="393"/>
            <ac:inkMk id="3095" creationId="{5C4C8396-AD7D-E73F-813F-1F6989152C75}"/>
          </ac:inkMkLst>
        </pc:inkChg>
        <pc:inkChg chg="add mod">
          <ac:chgData name="Mahima Weerasinghe" userId="e11e3f55-42da-4e07-8ead-4d7a1d7ea1c6" providerId="ADAL" clId="{DEC8990C-F1E8-4081-8796-F50D8B9FA883}" dt="2024-10-13T11:50:59.440" v="982"/>
          <ac:inkMkLst>
            <pc:docMk/>
            <pc:sldMk cId="2002877264" sldId="393"/>
            <ac:inkMk id="3096" creationId="{26EDC502-008F-438F-C76C-95924AC06859}"/>
          </ac:inkMkLst>
        </pc:inkChg>
        <pc:inkChg chg="add mod">
          <ac:chgData name="Mahima Weerasinghe" userId="e11e3f55-42da-4e07-8ead-4d7a1d7ea1c6" providerId="ADAL" clId="{DEC8990C-F1E8-4081-8796-F50D8B9FA883}" dt="2024-10-13T11:50:59.440" v="982"/>
          <ac:inkMkLst>
            <pc:docMk/>
            <pc:sldMk cId="2002877264" sldId="393"/>
            <ac:inkMk id="3097" creationId="{01A16C1C-9849-196B-2C32-5780744D44FB}"/>
          </ac:inkMkLst>
        </pc:inkChg>
        <pc:inkChg chg="add mod">
          <ac:chgData name="Mahima Weerasinghe" userId="e11e3f55-42da-4e07-8ead-4d7a1d7ea1c6" providerId="ADAL" clId="{DEC8990C-F1E8-4081-8796-F50D8B9FA883}" dt="2024-10-13T11:50:59.440" v="982"/>
          <ac:inkMkLst>
            <pc:docMk/>
            <pc:sldMk cId="2002877264" sldId="393"/>
            <ac:inkMk id="3099" creationId="{DE40ABAC-361E-F89E-3778-7127A0890D41}"/>
          </ac:inkMkLst>
        </pc:inkChg>
        <pc:inkChg chg="add mod">
          <ac:chgData name="Mahima Weerasinghe" userId="e11e3f55-42da-4e07-8ead-4d7a1d7ea1c6" providerId="ADAL" clId="{DEC8990C-F1E8-4081-8796-F50D8B9FA883}" dt="2024-10-13T11:50:59.440" v="982"/>
          <ac:inkMkLst>
            <pc:docMk/>
            <pc:sldMk cId="2002877264" sldId="393"/>
            <ac:inkMk id="3100" creationId="{1EA6CD8A-50D5-975A-CAA9-00869521E2EB}"/>
          </ac:inkMkLst>
        </pc:inkChg>
        <pc:inkChg chg="add mod">
          <ac:chgData name="Mahima Weerasinghe" userId="e11e3f55-42da-4e07-8ead-4d7a1d7ea1c6" providerId="ADAL" clId="{DEC8990C-F1E8-4081-8796-F50D8B9FA883}" dt="2024-10-13T11:50:59.440" v="982"/>
          <ac:inkMkLst>
            <pc:docMk/>
            <pc:sldMk cId="2002877264" sldId="393"/>
            <ac:inkMk id="3101" creationId="{143BA8A1-A054-AF53-C436-9701C6C37615}"/>
          </ac:inkMkLst>
        </pc:inkChg>
        <pc:inkChg chg="add mod">
          <ac:chgData name="Mahima Weerasinghe" userId="e11e3f55-42da-4e07-8ead-4d7a1d7ea1c6" providerId="ADAL" clId="{DEC8990C-F1E8-4081-8796-F50D8B9FA883}" dt="2024-10-13T11:50:59.440" v="982"/>
          <ac:inkMkLst>
            <pc:docMk/>
            <pc:sldMk cId="2002877264" sldId="393"/>
            <ac:inkMk id="3102" creationId="{D80746C1-5FC4-1870-FFA3-9A0AEF1C3412}"/>
          </ac:inkMkLst>
        </pc:inkChg>
        <pc:inkChg chg="add mod">
          <ac:chgData name="Mahima Weerasinghe" userId="e11e3f55-42da-4e07-8ead-4d7a1d7ea1c6" providerId="ADAL" clId="{DEC8990C-F1E8-4081-8796-F50D8B9FA883}" dt="2024-10-13T11:50:59.440" v="982"/>
          <ac:inkMkLst>
            <pc:docMk/>
            <pc:sldMk cId="2002877264" sldId="393"/>
            <ac:inkMk id="3103" creationId="{44F40342-9326-078E-588A-CDCE66DB5F40}"/>
          </ac:inkMkLst>
        </pc:inkChg>
        <pc:inkChg chg="add">
          <ac:chgData name="Mahima Weerasinghe" userId="e11e3f55-42da-4e07-8ead-4d7a1d7ea1c6" providerId="ADAL" clId="{DEC8990C-F1E8-4081-8796-F50D8B9FA883}" dt="2024-10-13T11:51:10.267" v="983" actId="9405"/>
          <ac:inkMkLst>
            <pc:docMk/>
            <pc:sldMk cId="2002877264" sldId="393"/>
            <ac:inkMk id="3105" creationId="{585E6C2C-50D9-55A1-9444-9CB743EF1726}"/>
          </ac:inkMkLst>
        </pc:inkChg>
        <pc:inkChg chg="add mod">
          <ac:chgData name="Mahima Weerasinghe" userId="e11e3f55-42da-4e07-8ead-4d7a1d7ea1c6" providerId="ADAL" clId="{DEC8990C-F1E8-4081-8796-F50D8B9FA883}" dt="2024-10-13T11:51:23.263" v="990"/>
          <ac:inkMkLst>
            <pc:docMk/>
            <pc:sldMk cId="2002877264" sldId="393"/>
            <ac:inkMk id="3106" creationId="{B4384786-0A6F-9BD3-D220-3E0764C255A4}"/>
          </ac:inkMkLst>
        </pc:inkChg>
        <pc:inkChg chg="add mod">
          <ac:chgData name="Mahima Weerasinghe" userId="e11e3f55-42da-4e07-8ead-4d7a1d7ea1c6" providerId="ADAL" clId="{DEC8990C-F1E8-4081-8796-F50D8B9FA883}" dt="2024-10-13T11:51:23.263" v="990"/>
          <ac:inkMkLst>
            <pc:docMk/>
            <pc:sldMk cId="2002877264" sldId="393"/>
            <ac:inkMk id="3107" creationId="{F5F7A115-F945-336F-33A0-CEEF58F341D2}"/>
          </ac:inkMkLst>
        </pc:inkChg>
        <pc:inkChg chg="add mod">
          <ac:chgData name="Mahima Weerasinghe" userId="e11e3f55-42da-4e07-8ead-4d7a1d7ea1c6" providerId="ADAL" clId="{DEC8990C-F1E8-4081-8796-F50D8B9FA883}" dt="2024-10-13T11:51:23.263" v="990"/>
          <ac:inkMkLst>
            <pc:docMk/>
            <pc:sldMk cId="2002877264" sldId="393"/>
            <ac:inkMk id="3108" creationId="{C9E952B6-2D4A-A3BD-12AB-D5612DD79556}"/>
          </ac:inkMkLst>
        </pc:inkChg>
        <pc:inkChg chg="add mod">
          <ac:chgData name="Mahima Weerasinghe" userId="e11e3f55-42da-4e07-8ead-4d7a1d7ea1c6" providerId="ADAL" clId="{DEC8990C-F1E8-4081-8796-F50D8B9FA883}" dt="2024-10-13T11:51:23.263" v="990"/>
          <ac:inkMkLst>
            <pc:docMk/>
            <pc:sldMk cId="2002877264" sldId="393"/>
            <ac:inkMk id="3109" creationId="{B6F9FE68-6CBA-D6DA-BEB1-6E1163453A79}"/>
          </ac:inkMkLst>
        </pc:inkChg>
        <pc:inkChg chg="add mod">
          <ac:chgData name="Mahima Weerasinghe" userId="e11e3f55-42da-4e07-8ead-4d7a1d7ea1c6" providerId="ADAL" clId="{DEC8990C-F1E8-4081-8796-F50D8B9FA883}" dt="2024-10-13T11:51:23.263" v="990"/>
          <ac:inkMkLst>
            <pc:docMk/>
            <pc:sldMk cId="2002877264" sldId="393"/>
            <ac:inkMk id="3110" creationId="{068244FA-AA8F-8EB7-CA89-CCC2321F158D}"/>
          </ac:inkMkLst>
        </pc:inkChg>
        <pc:inkChg chg="add mod">
          <ac:chgData name="Mahima Weerasinghe" userId="e11e3f55-42da-4e07-8ead-4d7a1d7ea1c6" providerId="ADAL" clId="{DEC8990C-F1E8-4081-8796-F50D8B9FA883}" dt="2024-10-13T11:51:23.263" v="990"/>
          <ac:inkMkLst>
            <pc:docMk/>
            <pc:sldMk cId="2002877264" sldId="393"/>
            <ac:inkMk id="3111" creationId="{6054C0F0-8961-186B-4C17-9E31B20FC21A}"/>
          </ac:inkMkLst>
        </pc:inkChg>
      </pc:sldChg>
      <pc:sldChg chg="addSp delSp modSp new mod">
        <pc:chgData name="Mahima Weerasinghe" userId="e11e3f55-42da-4e07-8ead-4d7a1d7ea1c6" providerId="ADAL" clId="{DEC8990C-F1E8-4081-8796-F50D8B9FA883}" dt="2024-10-13T04:21:30.595" v="385" actId="6549"/>
        <pc:sldMkLst>
          <pc:docMk/>
          <pc:sldMk cId="556425389" sldId="394"/>
        </pc:sldMkLst>
        <pc:spChg chg="mod">
          <ac:chgData name="Mahima Weerasinghe" userId="e11e3f55-42da-4e07-8ead-4d7a1d7ea1c6" providerId="ADAL" clId="{DEC8990C-F1E8-4081-8796-F50D8B9FA883}" dt="2024-10-13T04:19:06.223" v="355" actId="20577"/>
          <ac:spMkLst>
            <pc:docMk/>
            <pc:sldMk cId="556425389" sldId="394"/>
            <ac:spMk id="2" creationId="{D28A0B6E-E6E7-C731-B101-4B62BE2C4A45}"/>
          </ac:spMkLst>
        </pc:spChg>
        <pc:spChg chg="add del">
          <ac:chgData name="Mahima Weerasinghe" userId="e11e3f55-42da-4e07-8ead-4d7a1d7ea1c6" providerId="ADAL" clId="{DEC8990C-F1E8-4081-8796-F50D8B9FA883}" dt="2024-10-13T04:20:13.514" v="359" actId="22"/>
          <ac:spMkLst>
            <pc:docMk/>
            <pc:sldMk cId="556425389" sldId="394"/>
            <ac:spMk id="4" creationId="{E876F0D2-08F1-16BD-9A2F-1B5EDA3E3498}"/>
          </ac:spMkLst>
        </pc:spChg>
        <pc:spChg chg="add mod">
          <ac:chgData name="Mahima Weerasinghe" userId="e11e3f55-42da-4e07-8ead-4d7a1d7ea1c6" providerId="ADAL" clId="{DEC8990C-F1E8-4081-8796-F50D8B9FA883}" dt="2024-10-13T04:21:30.595" v="385" actId="6549"/>
          <ac:spMkLst>
            <pc:docMk/>
            <pc:sldMk cId="556425389" sldId="394"/>
            <ac:spMk id="6" creationId="{351A6C38-9E03-07D4-1410-9A8461E5417E}"/>
          </ac:spMkLst>
        </pc:spChg>
      </pc:sldChg>
      <pc:sldChg chg="addSp delSp modSp new mod">
        <pc:chgData name="Mahima Weerasinghe" userId="e11e3f55-42da-4e07-8ead-4d7a1d7ea1c6" providerId="ADAL" clId="{DEC8990C-F1E8-4081-8796-F50D8B9FA883}" dt="2024-10-13T12:29:18.883" v="1673" actId="9405"/>
        <pc:sldMkLst>
          <pc:docMk/>
          <pc:sldMk cId="2896746926" sldId="395"/>
        </pc:sldMkLst>
        <pc:spChg chg="mod">
          <ac:chgData name="Mahima Weerasinghe" userId="e11e3f55-42da-4e07-8ead-4d7a1d7ea1c6" providerId="ADAL" clId="{DEC8990C-F1E8-4081-8796-F50D8B9FA883}" dt="2024-10-13T04:25:07.878" v="431" actId="20577"/>
          <ac:spMkLst>
            <pc:docMk/>
            <pc:sldMk cId="2896746926" sldId="395"/>
            <ac:spMk id="2" creationId="{3D9D5D88-6762-A2E3-7CED-F9682B79F647}"/>
          </ac:spMkLst>
        </pc:spChg>
        <pc:grpChg chg="del mod">
          <ac:chgData name="Mahima Weerasinghe" userId="e11e3f55-42da-4e07-8ead-4d7a1d7ea1c6" providerId="ADAL" clId="{DEC8990C-F1E8-4081-8796-F50D8B9FA883}" dt="2024-10-13T12:28:04.709" v="1655"/>
          <ac:grpSpMkLst>
            <pc:docMk/>
            <pc:sldMk cId="2896746926" sldId="395"/>
            <ac:grpSpMk id="14" creationId="{6B3A9C1D-CD9D-5E17-1CD4-7ED921621125}"/>
          </ac:grpSpMkLst>
        </pc:grpChg>
        <pc:grpChg chg="del mod">
          <ac:chgData name="Mahima Weerasinghe" userId="e11e3f55-42da-4e07-8ead-4d7a1d7ea1c6" providerId="ADAL" clId="{DEC8990C-F1E8-4081-8796-F50D8B9FA883}" dt="2024-10-13T12:28:27.728" v="1659"/>
          <ac:grpSpMkLst>
            <pc:docMk/>
            <pc:sldMk cId="2896746926" sldId="395"/>
            <ac:grpSpMk id="22" creationId="{FF067F3A-3031-A990-6B79-5EF054B8A38F}"/>
          </ac:grpSpMkLst>
        </pc:grpChg>
        <pc:grpChg chg="mod">
          <ac:chgData name="Mahima Weerasinghe" userId="e11e3f55-42da-4e07-8ead-4d7a1d7ea1c6" providerId="ADAL" clId="{DEC8990C-F1E8-4081-8796-F50D8B9FA883}" dt="2024-10-13T12:28:27.728" v="1659"/>
          <ac:grpSpMkLst>
            <pc:docMk/>
            <pc:sldMk cId="2896746926" sldId="395"/>
            <ac:grpSpMk id="26" creationId="{BBCA2796-90E5-7750-46EF-240E0AC4DE00}"/>
          </ac:grpSpMkLst>
        </pc:grpChg>
        <pc:picChg chg="add mod">
          <ac:chgData name="Mahima Weerasinghe" userId="e11e3f55-42da-4e07-8ead-4d7a1d7ea1c6" providerId="ADAL" clId="{DEC8990C-F1E8-4081-8796-F50D8B9FA883}" dt="2024-10-13T04:25:51.786" v="434" actId="14100"/>
          <ac:picMkLst>
            <pc:docMk/>
            <pc:sldMk cId="2896746926" sldId="395"/>
            <ac:picMk id="4" creationId="{DDB413A7-0DC7-26BF-5D8A-1D93CA51241F}"/>
          </ac:picMkLst>
        </pc:picChg>
        <pc:inkChg chg="add mod">
          <ac:chgData name="Mahima Weerasinghe" userId="e11e3f55-42da-4e07-8ead-4d7a1d7ea1c6" providerId="ADAL" clId="{DEC8990C-F1E8-4081-8796-F50D8B9FA883}" dt="2024-10-13T12:28:27.728" v="1659"/>
          <ac:inkMkLst>
            <pc:docMk/>
            <pc:sldMk cId="2896746926" sldId="395"/>
            <ac:inkMk id="3" creationId="{CDC44791-9ACC-54E9-BD07-6279E912FD80}"/>
          </ac:inkMkLst>
        </pc:inkChg>
        <pc:inkChg chg="add mod">
          <ac:chgData name="Mahima Weerasinghe" userId="e11e3f55-42da-4e07-8ead-4d7a1d7ea1c6" providerId="ADAL" clId="{DEC8990C-F1E8-4081-8796-F50D8B9FA883}" dt="2024-10-13T12:28:27.728" v="1659"/>
          <ac:inkMkLst>
            <pc:docMk/>
            <pc:sldMk cId="2896746926" sldId="395"/>
            <ac:inkMk id="5" creationId="{EAD35F66-ACCB-845A-D2CE-502CA69D962F}"/>
          </ac:inkMkLst>
        </pc:inkChg>
        <pc:inkChg chg="add mod">
          <ac:chgData name="Mahima Weerasinghe" userId="e11e3f55-42da-4e07-8ead-4d7a1d7ea1c6" providerId="ADAL" clId="{DEC8990C-F1E8-4081-8796-F50D8B9FA883}" dt="2024-10-13T12:28:27.728" v="1659"/>
          <ac:inkMkLst>
            <pc:docMk/>
            <pc:sldMk cId="2896746926" sldId="395"/>
            <ac:inkMk id="6" creationId="{FF907952-FA1F-6068-1E2C-46BE2A0E3A1A}"/>
          </ac:inkMkLst>
        </pc:inkChg>
        <pc:inkChg chg="add mod">
          <ac:chgData name="Mahima Weerasinghe" userId="e11e3f55-42da-4e07-8ead-4d7a1d7ea1c6" providerId="ADAL" clId="{DEC8990C-F1E8-4081-8796-F50D8B9FA883}" dt="2024-10-13T12:28:27.728" v="1659"/>
          <ac:inkMkLst>
            <pc:docMk/>
            <pc:sldMk cId="2896746926" sldId="395"/>
            <ac:inkMk id="7" creationId="{662F74E5-CCA7-57DE-0D61-0064C354CAC2}"/>
          </ac:inkMkLst>
        </pc:inkChg>
        <pc:inkChg chg="add mod">
          <ac:chgData name="Mahima Weerasinghe" userId="e11e3f55-42da-4e07-8ead-4d7a1d7ea1c6" providerId="ADAL" clId="{DEC8990C-F1E8-4081-8796-F50D8B9FA883}" dt="2024-10-13T12:28:27.728" v="1659"/>
          <ac:inkMkLst>
            <pc:docMk/>
            <pc:sldMk cId="2896746926" sldId="395"/>
            <ac:inkMk id="8" creationId="{B062DB63-AEA5-2D41-6C58-9B14CD86C28F}"/>
          </ac:inkMkLst>
        </pc:inkChg>
        <pc:inkChg chg="add mod">
          <ac:chgData name="Mahima Weerasinghe" userId="e11e3f55-42da-4e07-8ead-4d7a1d7ea1c6" providerId="ADAL" clId="{DEC8990C-F1E8-4081-8796-F50D8B9FA883}" dt="2024-10-13T12:28:27.728" v="1659"/>
          <ac:inkMkLst>
            <pc:docMk/>
            <pc:sldMk cId="2896746926" sldId="395"/>
            <ac:inkMk id="9" creationId="{732684DD-998C-6617-DE93-4CD576E12539}"/>
          </ac:inkMkLst>
        </pc:inkChg>
        <pc:inkChg chg="add mod">
          <ac:chgData name="Mahima Weerasinghe" userId="e11e3f55-42da-4e07-8ead-4d7a1d7ea1c6" providerId="ADAL" clId="{DEC8990C-F1E8-4081-8796-F50D8B9FA883}" dt="2024-10-13T12:28:27.728" v="1659"/>
          <ac:inkMkLst>
            <pc:docMk/>
            <pc:sldMk cId="2896746926" sldId="395"/>
            <ac:inkMk id="10" creationId="{546CF19D-B70B-8171-9688-D8751760E8D2}"/>
          </ac:inkMkLst>
        </pc:inkChg>
        <pc:inkChg chg="add mod">
          <ac:chgData name="Mahima Weerasinghe" userId="e11e3f55-42da-4e07-8ead-4d7a1d7ea1c6" providerId="ADAL" clId="{DEC8990C-F1E8-4081-8796-F50D8B9FA883}" dt="2024-10-13T12:28:27.728" v="1659"/>
          <ac:inkMkLst>
            <pc:docMk/>
            <pc:sldMk cId="2896746926" sldId="395"/>
            <ac:inkMk id="11" creationId="{FB02D66D-6A1E-375A-AD40-8B47197C2CF6}"/>
          </ac:inkMkLst>
        </pc:inkChg>
        <pc:inkChg chg="add mod">
          <ac:chgData name="Mahima Weerasinghe" userId="e11e3f55-42da-4e07-8ead-4d7a1d7ea1c6" providerId="ADAL" clId="{DEC8990C-F1E8-4081-8796-F50D8B9FA883}" dt="2024-10-13T12:28:27.728" v="1659"/>
          <ac:inkMkLst>
            <pc:docMk/>
            <pc:sldMk cId="2896746926" sldId="395"/>
            <ac:inkMk id="12" creationId="{C3AB1EAB-6844-C63D-EBFA-F4190D46D5F9}"/>
          </ac:inkMkLst>
        </pc:inkChg>
        <pc:inkChg chg="add mod">
          <ac:chgData name="Mahima Weerasinghe" userId="e11e3f55-42da-4e07-8ead-4d7a1d7ea1c6" providerId="ADAL" clId="{DEC8990C-F1E8-4081-8796-F50D8B9FA883}" dt="2024-10-13T12:28:27.728" v="1659"/>
          <ac:inkMkLst>
            <pc:docMk/>
            <pc:sldMk cId="2896746926" sldId="395"/>
            <ac:inkMk id="13" creationId="{56156AAB-3AC7-FC57-CD97-68E7FFA53D4F}"/>
          </ac:inkMkLst>
        </pc:inkChg>
        <pc:inkChg chg="add">
          <ac:chgData name="Mahima Weerasinghe" userId="e11e3f55-42da-4e07-8ead-4d7a1d7ea1c6" providerId="ADAL" clId="{DEC8990C-F1E8-4081-8796-F50D8B9FA883}" dt="2024-10-13T12:27:59.391" v="1648" actId="9405"/>
          <ac:inkMkLst>
            <pc:docMk/>
            <pc:sldMk cId="2896746926" sldId="395"/>
            <ac:inkMk id="15" creationId="{1968B27E-1814-E828-3671-89EA4FCB9395}"/>
          </ac:inkMkLst>
        </pc:inkChg>
        <pc:inkChg chg="add mod">
          <ac:chgData name="Mahima Weerasinghe" userId="e11e3f55-42da-4e07-8ead-4d7a1d7ea1c6" providerId="ADAL" clId="{DEC8990C-F1E8-4081-8796-F50D8B9FA883}" dt="2024-10-13T12:28:27.728" v="1659"/>
          <ac:inkMkLst>
            <pc:docMk/>
            <pc:sldMk cId="2896746926" sldId="395"/>
            <ac:inkMk id="16" creationId="{D8ACD1F6-14B7-2EEC-7621-DF7BD1990F1A}"/>
          </ac:inkMkLst>
        </pc:inkChg>
        <pc:inkChg chg="add mod">
          <ac:chgData name="Mahima Weerasinghe" userId="e11e3f55-42da-4e07-8ead-4d7a1d7ea1c6" providerId="ADAL" clId="{DEC8990C-F1E8-4081-8796-F50D8B9FA883}" dt="2024-10-13T12:28:27.728" v="1659"/>
          <ac:inkMkLst>
            <pc:docMk/>
            <pc:sldMk cId="2896746926" sldId="395"/>
            <ac:inkMk id="17" creationId="{D01A3F59-EC53-BF9A-5B99-30703AEA6318}"/>
          </ac:inkMkLst>
        </pc:inkChg>
        <pc:inkChg chg="add mod">
          <ac:chgData name="Mahima Weerasinghe" userId="e11e3f55-42da-4e07-8ead-4d7a1d7ea1c6" providerId="ADAL" clId="{DEC8990C-F1E8-4081-8796-F50D8B9FA883}" dt="2024-10-13T12:28:27.728" v="1659"/>
          <ac:inkMkLst>
            <pc:docMk/>
            <pc:sldMk cId="2896746926" sldId="395"/>
            <ac:inkMk id="18" creationId="{08CDAC48-B41A-20A7-1563-E6DEDFB53933}"/>
          </ac:inkMkLst>
        </pc:inkChg>
        <pc:inkChg chg="add mod">
          <ac:chgData name="Mahima Weerasinghe" userId="e11e3f55-42da-4e07-8ead-4d7a1d7ea1c6" providerId="ADAL" clId="{DEC8990C-F1E8-4081-8796-F50D8B9FA883}" dt="2024-10-13T12:28:27.728" v="1659"/>
          <ac:inkMkLst>
            <pc:docMk/>
            <pc:sldMk cId="2896746926" sldId="395"/>
            <ac:inkMk id="19" creationId="{097B3174-5F03-3201-5DD5-3D03E5A59FBA}"/>
          </ac:inkMkLst>
        </pc:inkChg>
        <pc:inkChg chg="add mod">
          <ac:chgData name="Mahima Weerasinghe" userId="e11e3f55-42da-4e07-8ead-4d7a1d7ea1c6" providerId="ADAL" clId="{DEC8990C-F1E8-4081-8796-F50D8B9FA883}" dt="2024-10-13T12:28:27.728" v="1659"/>
          <ac:inkMkLst>
            <pc:docMk/>
            <pc:sldMk cId="2896746926" sldId="395"/>
            <ac:inkMk id="20" creationId="{C657BFF5-7425-D96F-CB95-5018D9DA6C5E}"/>
          </ac:inkMkLst>
        </pc:inkChg>
        <pc:inkChg chg="add mod">
          <ac:chgData name="Mahima Weerasinghe" userId="e11e3f55-42da-4e07-8ead-4d7a1d7ea1c6" providerId="ADAL" clId="{DEC8990C-F1E8-4081-8796-F50D8B9FA883}" dt="2024-10-13T12:28:27.728" v="1659"/>
          <ac:inkMkLst>
            <pc:docMk/>
            <pc:sldMk cId="2896746926" sldId="395"/>
            <ac:inkMk id="21" creationId="{CCD9B5C7-37EE-F09A-3C15-85E1BFFE84C4}"/>
          </ac:inkMkLst>
        </pc:inkChg>
        <pc:inkChg chg="add">
          <ac:chgData name="Mahima Weerasinghe" userId="e11e3f55-42da-4e07-8ead-4d7a1d7ea1c6" providerId="ADAL" clId="{DEC8990C-F1E8-4081-8796-F50D8B9FA883}" dt="2024-10-13T12:28:15.245" v="1656" actId="9405"/>
          <ac:inkMkLst>
            <pc:docMk/>
            <pc:sldMk cId="2896746926" sldId="395"/>
            <ac:inkMk id="23" creationId="{D3E422F0-E817-C0AE-1DBD-832651905215}"/>
          </ac:inkMkLst>
        </pc:inkChg>
        <pc:inkChg chg="add mod">
          <ac:chgData name="Mahima Weerasinghe" userId="e11e3f55-42da-4e07-8ead-4d7a1d7ea1c6" providerId="ADAL" clId="{DEC8990C-F1E8-4081-8796-F50D8B9FA883}" dt="2024-10-13T12:28:27.728" v="1659"/>
          <ac:inkMkLst>
            <pc:docMk/>
            <pc:sldMk cId="2896746926" sldId="395"/>
            <ac:inkMk id="24" creationId="{2B057C83-B884-BFE9-5F3B-B175FF8BDF3B}"/>
          </ac:inkMkLst>
        </pc:inkChg>
        <pc:inkChg chg="add mod">
          <ac:chgData name="Mahima Weerasinghe" userId="e11e3f55-42da-4e07-8ead-4d7a1d7ea1c6" providerId="ADAL" clId="{DEC8990C-F1E8-4081-8796-F50D8B9FA883}" dt="2024-10-13T12:28:27.728" v="1659"/>
          <ac:inkMkLst>
            <pc:docMk/>
            <pc:sldMk cId="2896746926" sldId="395"/>
            <ac:inkMk id="25" creationId="{4E313560-A31B-2C6A-FF42-145763E47D4C}"/>
          </ac:inkMkLst>
        </pc:inkChg>
        <pc:inkChg chg="add">
          <ac:chgData name="Mahima Weerasinghe" userId="e11e3f55-42da-4e07-8ead-4d7a1d7ea1c6" providerId="ADAL" clId="{DEC8990C-F1E8-4081-8796-F50D8B9FA883}" dt="2024-10-13T12:29:16.683" v="1671" actId="9405"/>
          <ac:inkMkLst>
            <pc:docMk/>
            <pc:sldMk cId="2896746926" sldId="395"/>
            <ac:inkMk id="27" creationId="{C83477B2-005A-CBF4-75EB-C1DBFAF5AA8B}"/>
          </ac:inkMkLst>
        </pc:inkChg>
        <pc:inkChg chg="add">
          <ac:chgData name="Mahima Weerasinghe" userId="e11e3f55-42da-4e07-8ead-4d7a1d7ea1c6" providerId="ADAL" clId="{DEC8990C-F1E8-4081-8796-F50D8B9FA883}" dt="2024-10-13T12:29:17.803" v="1672" actId="9405"/>
          <ac:inkMkLst>
            <pc:docMk/>
            <pc:sldMk cId="2896746926" sldId="395"/>
            <ac:inkMk id="28" creationId="{4F0D2545-EEF6-8FA4-9CE5-1FC8427983BC}"/>
          </ac:inkMkLst>
        </pc:inkChg>
        <pc:inkChg chg="add">
          <ac:chgData name="Mahima Weerasinghe" userId="e11e3f55-42da-4e07-8ead-4d7a1d7ea1c6" providerId="ADAL" clId="{DEC8990C-F1E8-4081-8796-F50D8B9FA883}" dt="2024-10-13T12:29:18.883" v="1673" actId="9405"/>
          <ac:inkMkLst>
            <pc:docMk/>
            <pc:sldMk cId="2896746926" sldId="395"/>
            <ac:inkMk id="29" creationId="{70813675-F8F8-9FB3-E4CF-897F61C39C4D}"/>
          </ac:inkMkLst>
        </pc:inkChg>
      </pc:sldChg>
      <pc:sldChg chg="addSp delSp modSp new mod">
        <pc:chgData name="Mahima Weerasinghe" userId="e11e3f55-42da-4e07-8ead-4d7a1d7ea1c6" providerId="ADAL" clId="{DEC8990C-F1E8-4081-8796-F50D8B9FA883}" dt="2024-10-13T12:33:20.771" v="1823"/>
        <pc:sldMkLst>
          <pc:docMk/>
          <pc:sldMk cId="3127916699" sldId="396"/>
        </pc:sldMkLst>
        <pc:spChg chg="del mod">
          <ac:chgData name="Mahima Weerasinghe" userId="e11e3f55-42da-4e07-8ead-4d7a1d7ea1c6" providerId="ADAL" clId="{DEC8990C-F1E8-4081-8796-F50D8B9FA883}" dt="2024-10-13T12:31:31.093" v="1760" actId="478"/>
          <ac:spMkLst>
            <pc:docMk/>
            <pc:sldMk cId="3127916699" sldId="396"/>
            <ac:spMk id="2" creationId="{E6A6F3C3-DF2D-4169-2276-4D6C599BD9BE}"/>
          </ac:spMkLst>
        </pc:spChg>
        <pc:spChg chg="add mod">
          <ac:chgData name="Mahima Weerasinghe" userId="e11e3f55-42da-4e07-8ead-4d7a1d7ea1c6" providerId="ADAL" clId="{DEC8990C-F1E8-4081-8796-F50D8B9FA883}" dt="2024-10-13T04:29:44.265" v="455" actId="14100"/>
          <ac:spMkLst>
            <pc:docMk/>
            <pc:sldMk cId="3127916699" sldId="396"/>
            <ac:spMk id="6" creationId="{02336D0B-1EC0-B178-950A-D42FE97C21C6}"/>
          </ac:spMkLst>
        </pc:spChg>
        <pc:grpChg chg="mod">
          <ac:chgData name="Mahima Weerasinghe" userId="e11e3f55-42da-4e07-8ead-4d7a1d7ea1c6" providerId="ADAL" clId="{DEC8990C-F1E8-4081-8796-F50D8B9FA883}" dt="2024-10-13T12:29:06.008" v="1670"/>
          <ac:grpSpMkLst>
            <pc:docMk/>
            <pc:sldMk cId="3127916699" sldId="396"/>
            <ac:grpSpMk id="15" creationId="{92403B39-4AAE-9F29-0697-FDC44F7CE218}"/>
          </ac:grpSpMkLst>
        </pc:grpChg>
        <pc:grpChg chg="mod">
          <ac:chgData name="Mahima Weerasinghe" userId="e11e3f55-42da-4e07-8ead-4d7a1d7ea1c6" providerId="ADAL" clId="{DEC8990C-F1E8-4081-8796-F50D8B9FA883}" dt="2024-10-13T12:29:34.905" v="1681"/>
          <ac:grpSpMkLst>
            <pc:docMk/>
            <pc:sldMk cId="3127916699" sldId="396"/>
            <ac:grpSpMk id="23" creationId="{A9E82138-0F94-D1CC-B358-FF9F09BA4BDA}"/>
          </ac:grpSpMkLst>
        </pc:grpChg>
        <pc:grpChg chg="del mod">
          <ac:chgData name="Mahima Weerasinghe" userId="e11e3f55-42da-4e07-8ead-4d7a1d7ea1c6" providerId="ADAL" clId="{DEC8990C-F1E8-4081-8796-F50D8B9FA883}" dt="2024-10-13T12:29:52.707" v="1688"/>
          <ac:grpSpMkLst>
            <pc:docMk/>
            <pc:sldMk cId="3127916699" sldId="396"/>
            <ac:grpSpMk id="28" creationId="{5404334C-3984-F7F5-D6DD-121950347407}"/>
          </ac:grpSpMkLst>
        </pc:grpChg>
        <pc:grpChg chg="del mod">
          <ac:chgData name="Mahima Weerasinghe" userId="e11e3f55-42da-4e07-8ead-4d7a1d7ea1c6" providerId="ADAL" clId="{DEC8990C-F1E8-4081-8796-F50D8B9FA883}" dt="2024-10-13T12:29:55.653" v="1692"/>
          <ac:grpSpMkLst>
            <pc:docMk/>
            <pc:sldMk cId="3127916699" sldId="396"/>
            <ac:grpSpMk id="30" creationId="{FE2A167B-EFEE-A7CF-706B-5EC4DE63F36F}"/>
          </ac:grpSpMkLst>
        </pc:grpChg>
        <pc:grpChg chg="del mod">
          <ac:chgData name="Mahima Weerasinghe" userId="e11e3f55-42da-4e07-8ead-4d7a1d7ea1c6" providerId="ADAL" clId="{DEC8990C-F1E8-4081-8796-F50D8B9FA883}" dt="2024-10-13T12:29:57.505" v="1696"/>
          <ac:grpSpMkLst>
            <pc:docMk/>
            <pc:sldMk cId="3127916699" sldId="396"/>
            <ac:grpSpMk id="34" creationId="{29433148-AC72-C777-95C8-3AA6DA6B9A7B}"/>
          </ac:grpSpMkLst>
        </pc:grpChg>
        <pc:grpChg chg="del mod">
          <ac:chgData name="Mahima Weerasinghe" userId="e11e3f55-42da-4e07-8ead-4d7a1d7ea1c6" providerId="ADAL" clId="{DEC8990C-F1E8-4081-8796-F50D8B9FA883}" dt="2024-10-13T12:30:02.677" v="1706"/>
          <ac:grpSpMkLst>
            <pc:docMk/>
            <pc:sldMk cId="3127916699" sldId="396"/>
            <ac:grpSpMk id="38" creationId="{C51DFF06-49E6-B543-7BD6-DF7E2C2E1CCD}"/>
          </ac:grpSpMkLst>
        </pc:grpChg>
        <pc:grpChg chg="del mod">
          <ac:chgData name="Mahima Weerasinghe" userId="e11e3f55-42da-4e07-8ead-4d7a1d7ea1c6" providerId="ADAL" clId="{DEC8990C-F1E8-4081-8796-F50D8B9FA883}" dt="2024-10-13T12:30:13.558" v="1715"/>
          <ac:grpSpMkLst>
            <pc:docMk/>
            <pc:sldMk cId="3127916699" sldId="396"/>
            <ac:grpSpMk id="48" creationId="{168DC31E-C671-E1B5-FA1D-0B4DAB817A6D}"/>
          </ac:grpSpMkLst>
        </pc:grpChg>
        <pc:grpChg chg="del mod">
          <ac:chgData name="Mahima Weerasinghe" userId="e11e3f55-42da-4e07-8ead-4d7a1d7ea1c6" providerId="ADAL" clId="{DEC8990C-F1E8-4081-8796-F50D8B9FA883}" dt="2024-10-13T12:30:13.558" v="1715"/>
          <ac:grpSpMkLst>
            <pc:docMk/>
            <pc:sldMk cId="3127916699" sldId="396"/>
            <ac:grpSpMk id="52" creationId="{760581C6-ADE5-B94F-F39D-38A946156486}"/>
          </ac:grpSpMkLst>
        </pc:grpChg>
        <pc:grpChg chg="del mod">
          <ac:chgData name="Mahima Weerasinghe" userId="e11e3f55-42da-4e07-8ead-4d7a1d7ea1c6" providerId="ADAL" clId="{DEC8990C-F1E8-4081-8796-F50D8B9FA883}" dt="2024-10-13T12:30:19.266" v="1723"/>
          <ac:grpSpMkLst>
            <pc:docMk/>
            <pc:sldMk cId="3127916699" sldId="396"/>
            <ac:grpSpMk id="57" creationId="{1A248496-A943-5693-8D47-EFB595B352A6}"/>
          </ac:grpSpMkLst>
        </pc:grpChg>
        <pc:grpChg chg="del mod">
          <ac:chgData name="Mahima Weerasinghe" userId="e11e3f55-42da-4e07-8ead-4d7a1d7ea1c6" providerId="ADAL" clId="{DEC8990C-F1E8-4081-8796-F50D8B9FA883}" dt="2024-10-13T12:32:31.163" v="1800"/>
          <ac:grpSpMkLst>
            <pc:docMk/>
            <pc:sldMk cId="3127916699" sldId="396"/>
            <ac:grpSpMk id="65" creationId="{AB39846B-4F41-1899-E4F2-673286436FC1}"/>
          </ac:grpSpMkLst>
        </pc:grpChg>
        <pc:grpChg chg="del mod">
          <ac:chgData name="Mahima Weerasinghe" userId="e11e3f55-42da-4e07-8ead-4d7a1d7ea1c6" providerId="ADAL" clId="{DEC8990C-F1E8-4081-8796-F50D8B9FA883}" dt="2024-10-13T12:32:31.163" v="1800"/>
          <ac:grpSpMkLst>
            <pc:docMk/>
            <pc:sldMk cId="3127916699" sldId="396"/>
            <ac:grpSpMk id="71" creationId="{856E0EC3-2D0A-F42B-6013-523E33AB31DD}"/>
          </ac:grpSpMkLst>
        </pc:grpChg>
        <pc:grpChg chg="del mod">
          <ac:chgData name="Mahima Weerasinghe" userId="e11e3f55-42da-4e07-8ead-4d7a1d7ea1c6" providerId="ADAL" clId="{DEC8990C-F1E8-4081-8796-F50D8B9FA883}" dt="2024-10-13T12:31:20.036" v="1759"/>
          <ac:grpSpMkLst>
            <pc:docMk/>
            <pc:sldMk cId="3127916699" sldId="396"/>
            <ac:grpSpMk id="87" creationId="{5F0D7B72-D85D-342E-E1C2-AEAFD6F209A9}"/>
          </ac:grpSpMkLst>
        </pc:grpChg>
        <pc:grpChg chg="del mod">
          <ac:chgData name="Mahima Weerasinghe" userId="e11e3f55-42da-4e07-8ead-4d7a1d7ea1c6" providerId="ADAL" clId="{DEC8990C-F1E8-4081-8796-F50D8B9FA883}" dt="2024-10-13T12:31:34.198" v="1763"/>
          <ac:grpSpMkLst>
            <pc:docMk/>
            <pc:sldMk cId="3127916699" sldId="396"/>
            <ac:grpSpMk id="100" creationId="{41D74FD2-3419-5AD0-B13B-FDE409EB4FEA}"/>
          </ac:grpSpMkLst>
        </pc:grpChg>
        <pc:grpChg chg="del mod">
          <ac:chgData name="Mahima Weerasinghe" userId="e11e3f55-42da-4e07-8ead-4d7a1d7ea1c6" providerId="ADAL" clId="{DEC8990C-F1E8-4081-8796-F50D8B9FA883}" dt="2024-10-13T12:32:31.163" v="1800"/>
          <ac:grpSpMkLst>
            <pc:docMk/>
            <pc:sldMk cId="3127916699" sldId="396"/>
            <ac:grpSpMk id="103" creationId="{970F15C3-C977-8509-F63E-293F2E8D8874}"/>
          </ac:grpSpMkLst>
        </pc:grpChg>
        <pc:grpChg chg="mod">
          <ac:chgData name="Mahima Weerasinghe" userId="e11e3f55-42da-4e07-8ead-4d7a1d7ea1c6" providerId="ADAL" clId="{DEC8990C-F1E8-4081-8796-F50D8B9FA883}" dt="2024-10-13T12:31:40.657" v="1768"/>
          <ac:grpSpMkLst>
            <pc:docMk/>
            <pc:sldMk cId="3127916699" sldId="396"/>
            <ac:grpSpMk id="108" creationId="{7A94723E-BF27-32E8-515C-E1C3DD52DCE9}"/>
          </ac:grpSpMkLst>
        </pc:grpChg>
        <pc:grpChg chg="mod">
          <ac:chgData name="Mahima Weerasinghe" userId="e11e3f55-42da-4e07-8ead-4d7a1d7ea1c6" providerId="ADAL" clId="{DEC8990C-F1E8-4081-8796-F50D8B9FA883}" dt="2024-10-13T12:31:44.415" v="1773"/>
          <ac:grpSpMkLst>
            <pc:docMk/>
            <pc:sldMk cId="3127916699" sldId="396"/>
            <ac:grpSpMk id="113" creationId="{AEC084D5-08A5-5036-F83C-EB0351C42623}"/>
          </ac:grpSpMkLst>
        </pc:grpChg>
        <pc:grpChg chg="del mod">
          <ac:chgData name="Mahima Weerasinghe" userId="e11e3f55-42da-4e07-8ead-4d7a1d7ea1c6" providerId="ADAL" clId="{DEC8990C-F1E8-4081-8796-F50D8B9FA883}" dt="2024-10-13T12:32:31.163" v="1800"/>
          <ac:grpSpMkLst>
            <pc:docMk/>
            <pc:sldMk cId="3127916699" sldId="396"/>
            <ac:grpSpMk id="126" creationId="{71135058-28F5-B159-B193-141E36ED6E47}"/>
          </ac:grpSpMkLst>
        </pc:grpChg>
        <pc:grpChg chg="mod">
          <ac:chgData name="Mahima Weerasinghe" userId="e11e3f55-42da-4e07-8ead-4d7a1d7ea1c6" providerId="ADAL" clId="{DEC8990C-F1E8-4081-8796-F50D8B9FA883}" dt="2024-10-13T12:31:51.640" v="1786"/>
          <ac:grpSpMkLst>
            <pc:docMk/>
            <pc:sldMk cId="3127916699" sldId="396"/>
            <ac:grpSpMk id="127" creationId="{CD355B0B-0707-A41F-54B7-14367A4E3DC6}"/>
          </ac:grpSpMkLst>
        </pc:grpChg>
        <pc:grpChg chg="del mod">
          <ac:chgData name="Mahima Weerasinghe" userId="e11e3f55-42da-4e07-8ead-4d7a1d7ea1c6" providerId="ADAL" clId="{DEC8990C-F1E8-4081-8796-F50D8B9FA883}" dt="2024-10-13T12:33:18.771" v="1821"/>
          <ac:grpSpMkLst>
            <pc:docMk/>
            <pc:sldMk cId="3127916699" sldId="396"/>
            <ac:grpSpMk id="141" creationId="{E2ED3A36-2DCF-F652-02D8-8DDAF0437F0A}"/>
          </ac:grpSpMkLst>
        </pc:grpChg>
        <pc:grpChg chg="mod">
          <ac:chgData name="Mahima Weerasinghe" userId="e11e3f55-42da-4e07-8ead-4d7a1d7ea1c6" providerId="ADAL" clId="{DEC8990C-F1E8-4081-8796-F50D8B9FA883}" dt="2024-10-13T12:33:05.737" v="1803"/>
          <ac:grpSpMkLst>
            <pc:docMk/>
            <pc:sldMk cId="3127916699" sldId="396"/>
            <ac:grpSpMk id="144" creationId="{623AB9C6-5D86-7DB3-7043-82F0C6950A9C}"/>
          </ac:grpSpMkLst>
        </pc:grpChg>
        <pc:grpChg chg="mod">
          <ac:chgData name="Mahima Weerasinghe" userId="e11e3f55-42da-4e07-8ead-4d7a1d7ea1c6" providerId="ADAL" clId="{DEC8990C-F1E8-4081-8796-F50D8B9FA883}" dt="2024-10-13T12:33:18.771" v="1821"/>
          <ac:grpSpMkLst>
            <pc:docMk/>
            <pc:sldMk cId="3127916699" sldId="396"/>
            <ac:grpSpMk id="162" creationId="{FA0EFB45-B580-8544-F7C2-D14721BE2336}"/>
          </ac:grpSpMkLst>
        </pc:grpChg>
        <pc:grpChg chg="del mod">
          <ac:chgData name="Mahima Weerasinghe" userId="e11e3f55-42da-4e07-8ead-4d7a1d7ea1c6" providerId="ADAL" clId="{DEC8990C-F1E8-4081-8796-F50D8B9FA883}" dt="2024-10-13T12:33:20.771" v="1823"/>
          <ac:grpSpMkLst>
            <pc:docMk/>
            <pc:sldMk cId="3127916699" sldId="396"/>
            <ac:grpSpMk id="163" creationId="{C82D8AD7-5C50-7411-6CA9-3D78FCFB242D}"/>
          </ac:grpSpMkLst>
        </pc:grpChg>
        <pc:grpChg chg="mod">
          <ac:chgData name="Mahima Weerasinghe" userId="e11e3f55-42da-4e07-8ead-4d7a1d7ea1c6" providerId="ADAL" clId="{DEC8990C-F1E8-4081-8796-F50D8B9FA883}" dt="2024-10-13T12:33:18.771" v="1821"/>
          <ac:grpSpMkLst>
            <pc:docMk/>
            <pc:sldMk cId="3127916699" sldId="396"/>
            <ac:grpSpMk id="164" creationId="{46407FC5-DC3B-75CB-D033-FE7F78FAD09E}"/>
          </ac:grpSpMkLst>
        </pc:grpChg>
        <pc:grpChg chg="mod">
          <ac:chgData name="Mahima Weerasinghe" userId="e11e3f55-42da-4e07-8ead-4d7a1d7ea1c6" providerId="ADAL" clId="{DEC8990C-F1E8-4081-8796-F50D8B9FA883}" dt="2024-10-13T12:33:18.771" v="1821"/>
          <ac:grpSpMkLst>
            <pc:docMk/>
            <pc:sldMk cId="3127916699" sldId="396"/>
            <ac:grpSpMk id="165" creationId="{0722928B-B602-F3F2-199D-079F45E0B51F}"/>
          </ac:grpSpMkLst>
        </pc:grpChg>
        <pc:grpChg chg="mod">
          <ac:chgData name="Mahima Weerasinghe" userId="e11e3f55-42da-4e07-8ead-4d7a1d7ea1c6" providerId="ADAL" clId="{DEC8990C-F1E8-4081-8796-F50D8B9FA883}" dt="2024-10-13T12:33:20.771" v="1823"/>
          <ac:grpSpMkLst>
            <pc:docMk/>
            <pc:sldMk cId="3127916699" sldId="396"/>
            <ac:grpSpMk id="167" creationId="{687BFA8E-D864-9D78-74DA-98D1961B4209}"/>
          </ac:grpSpMkLst>
        </pc:grpChg>
        <pc:picChg chg="add">
          <ac:chgData name="Mahima Weerasinghe" userId="e11e3f55-42da-4e07-8ead-4d7a1d7ea1c6" providerId="ADAL" clId="{DEC8990C-F1E8-4081-8796-F50D8B9FA883}" dt="2024-10-13T04:29:16.387" v="449" actId="22"/>
          <ac:picMkLst>
            <pc:docMk/>
            <pc:sldMk cId="3127916699" sldId="396"/>
            <ac:picMk id="4" creationId="{B80B760C-C0B8-6596-FF61-87B65732FE8F}"/>
          </ac:picMkLst>
        </pc:picChg>
        <pc:inkChg chg="add mod">
          <ac:chgData name="Mahima Weerasinghe" userId="e11e3f55-42da-4e07-8ead-4d7a1d7ea1c6" providerId="ADAL" clId="{DEC8990C-F1E8-4081-8796-F50D8B9FA883}" dt="2024-10-13T12:29:06.008" v="1670"/>
          <ac:inkMkLst>
            <pc:docMk/>
            <pc:sldMk cId="3127916699" sldId="396"/>
            <ac:inkMk id="3" creationId="{568C98CD-0CE3-5B13-A1D4-E6586C3BDBB4}"/>
          </ac:inkMkLst>
        </pc:inkChg>
        <pc:inkChg chg="add mod">
          <ac:chgData name="Mahima Weerasinghe" userId="e11e3f55-42da-4e07-8ead-4d7a1d7ea1c6" providerId="ADAL" clId="{DEC8990C-F1E8-4081-8796-F50D8B9FA883}" dt="2024-10-13T12:29:06.008" v="1670"/>
          <ac:inkMkLst>
            <pc:docMk/>
            <pc:sldMk cId="3127916699" sldId="396"/>
            <ac:inkMk id="5" creationId="{9102B65D-EF3C-3837-9C96-7140FE7E419D}"/>
          </ac:inkMkLst>
        </pc:inkChg>
        <pc:inkChg chg="add mod">
          <ac:chgData name="Mahima Weerasinghe" userId="e11e3f55-42da-4e07-8ead-4d7a1d7ea1c6" providerId="ADAL" clId="{DEC8990C-F1E8-4081-8796-F50D8B9FA883}" dt="2024-10-13T12:29:06.008" v="1670"/>
          <ac:inkMkLst>
            <pc:docMk/>
            <pc:sldMk cId="3127916699" sldId="396"/>
            <ac:inkMk id="7" creationId="{61E6CBB8-EE1C-D871-CCBC-7562E6DC4CC7}"/>
          </ac:inkMkLst>
        </pc:inkChg>
        <pc:inkChg chg="add mod">
          <ac:chgData name="Mahima Weerasinghe" userId="e11e3f55-42da-4e07-8ead-4d7a1d7ea1c6" providerId="ADAL" clId="{DEC8990C-F1E8-4081-8796-F50D8B9FA883}" dt="2024-10-13T12:29:06.008" v="1670"/>
          <ac:inkMkLst>
            <pc:docMk/>
            <pc:sldMk cId="3127916699" sldId="396"/>
            <ac:inkMk id="8" creationId="{EFBF9E6E-3B7A-0E56-B6D1-9611B4F57896}"/>
          </ac:inkMkLst>
        </pc:inkChg>
        <pc:inkChg chg="add mod">
          <ac:chgData name="Mahima Weerasinghe" userId="e11e3f55-42da-4e07-8ead-4d7a1d7ea1c6" providerId="ADAL" clId="{DEC8990C-F1E8-4081-8796-F50D8B9FA883}" dt="2024-10-13T12:29:06.008" v="1670"/>
          <ac:inkMkLst>
            <pc:docMk/>
            <pc:sldMk cId="3127916699" sldId="396"/>
            <ac:inkMk id="9" creationId="{23C1BEAA-493C-5942-6520-956F1CCF67B8}"/>
          </ac:inkMkLst>
        </pc:inkChg>
        <pc:inkChg chg="add mod">
          <ac:chgData name="Mahima Weerasinghe" userId="e11e3f55-42da-4e07-8ead-4d7a1d7ea1c6" providerId="ADAL" clId="{DEC8990C-F1E8-4081-8796-F50D8B9FA883}" dt="2024-10-13T12:29:06.008" v="1670"/>
          <ac:inkMkLst>
            <pc:docMk/>
            <pc:sldMk cId="3127916699" sldId="396"/>
            <ac:inkMk id="10" creationId="{DED639A7-9F8F-F0B4-E5C5-E182A7FEC892}"/>
          </ac:inkMkLst>
        </pc:inkChg>
        <pc:inkChg chg="add mod">
          <ac:chgData name="Mahima Weerasinghe" userId="e11e3f55-42da-4e07-8ead-4d7a1d7ea1c6" providerId="ADAL" clId="{DEC8990C-F1E8-4081-8796-F50D8B9FA883}" dt="2024-10-13T12:29:06.008" v="1670"/>
          <ac:inkMkLst>
            <pc:docMk/>
            <pc:sldMk cId="3127916699" sldId="396"/>
            <ac:inkMk id="11" creationId="{CA73548F-80AA-B04E-DA1A-986693555307}"/>
          </ac:inkMkLst>
        </pc:inkChg>
        <pc:inkChg chg="add mod">
          <ac:chgData name="Mahima Weerasinghe" userId="e11e3f55-42da-4e07-8ead-4d7a1d7ea1c6" providerId="ADAL" clId="{DEC8990C-F1E8-4081-8796-F50D8B9FA883}" dt="2024-10-13T12:29:06.008" v="1670"/>
          <ac:inkMkLst>
            <pc:docMk/>
            <pc:sldMk cId="3127916699" sldId="396"/>
            <ac:inkMk id="12" creationId="{94E4D9AD-AADC-5B4B-8EE4-9B665115034F}"/>
          </ac:inkMkLst>
        </pc:inkChg>
        <pc:inkChg chg="add mod">
          <ac:chgData name="Mahima Weerasinghe" userId="e11e3f55-42da-4e07-8ead-4d7a1d7ea1c6" providerId="ADAL" clId="{DEC8990C-F1E8-4081-8796-F50D8B9FA883}" dt="2024-10-13T12:29:06.008" v="1670"/>
          <ac:inkMkLst>
            <pc:docMk/>
            <pc:sldMk cId="3127916699" sldId="396"/>
            <ac:inkMk id="13" creationId="{9BAF04B7-2BD9-984F-69D1-D05BEEBB9D50}"/>
          </ac:inkMkLst>
        </pc:inkChg>
        <pc:inkChg chg="add mod">
          <ac:chgData name="Mahima Weerasinghe" userId="e11e3f55-42da-4e07-8ead-4d7a1d7ea1c6" providerId="ADAL" clId="{DEC8990C-F1E8-4081-8796-F50D8B9FA883}" dt="2024-10-13T12:29:06.008" v="1670"/>
          <ac:inkMkLst>
            <pc:docMk/>
            <pc:sldMk cId="3127916699" sldId="396"/>
            <ac:inkMk id="14" creationId="{8403C0F1-D978-7200-9952-818314478C56}"/>
          </ac:inkMkLst>
        </pc:inkChg>
        <pc:inkChg chg="add">
          <ac:chgData name="Mahima Weerasinghe" userId="e11e3f55-42da-4e07-8ead-4d7a1d7ea1c6" providerId="ADAL" clId="{DEC8990C-F1E8-4081-8796-F50D8B9FA883}" dt="2024-10-13T12:29:28.644" v="1674" actId="9405"/>
          <ac:inkMkLst>
            <pc:docMk/>
            <pc:sldMk cId="3127916699" sldId="396"/>
            <ac:inkMk id="16" creationId="{E1E96062-F58C-3DC1-2F9A-CBB87073622A}"/>
          </ac:inkMkLst>
        </pc:inkChg>
        <pc:inkChg chg="add mod">
          <ac:chgData name="Mahima Weerasinghe" userId="e11e3f55-42da-4e07-8ead-4d7a1d7ea1c6" providerId="ADAL" clId="{DEC8990C-F1E8-4081-8796-F50D8B9FA883}" dt="2024-10-13T12:29:34.905" v="1681"/>
          <ac:inkMkLst>
            <pc:docMk/>
            <pc:sldMk cId="3127916699" sldId="396"/>
            <ac:inkMk id="17" creationId="{AF782F6E-62DC-1E7A-0B0C-829EF8F1FE52}"/>
          </ac:inkMkLst>
        </pc:inkChg>
        <pc:inkChg chg="add mod">
          <ac:chgData name="Mahima Weerasinghe" userId="e11e3f55-42da-4e07-8ead-4d7a1d7ea1c6" providerId="ADAL" clId="{DEC8990C-F1E8-4081-8796-F50D8B9FA883}" dt="2024-10-13T12:29:34.905" v="1681"/>
          <ac:inkMkLst>
            <pc:docMk/>
            <pc:sldMk cId="3127916699" sldId="396"/>
            <ac:inkMk id="18" creationId="{BC004103-E7F0-0610-281D-659D087800BC}"/>
          </ac:inkMkLst>
        </pc:inkChg>
        <pc:inkChg chg="add mod">
          <ac:chgData name="Mahima Weerasinghe" userId="e11e3f55-42da-4e07-8ead-4d7a1d7ea1c6" providerId="ADAL" clId="{DEC8990C-F1E8-4081-8796-F50D8B9FA883}" dt="2024-10-13T12:29:34.905" v="1681"/>
          <ac:inkMkLst>
            <pc:docMk/>
            <pc:sldMk cId="3127916699" sldId="396"/>
            <ac:inkMk id="19" creationId="{20991242-886A-433A-9D04-7660D3A75670}"/>
          </ac:inkMkLst>
        </pc:inkChg>
        <pc:inkChg chg="add mod">
          <ac:chgData name="Mahima Weerasinghe" userId="e11e3f55-42da-4e07-8ead-4d7a1d7ea1c6" providerId="ADAL" clId="{DEC8990C-F1E8-4081-8796-F50D8B9FA883}" dt="2024-10-13T12:29:34.905" v="1681"/>
          <ac:inkMkLst>
            <pc:docMk/>
            <pc:sldMk cId="3127916699" sldId="396"/>
            <ac:inkMk id="20" creationId="{8897D9D6-C6AF-4EA2-E087-DF81E0270D38}"/>
          </ac:inkMkLst>
        </pc:inkChg>
        <pc:inkChg chg="add mod">
          <ac:chgData name="Mahima Weerasinghe" userId="e11e3f55-42da-4e07-8ead-4d7a1d7ea1c6" providerId="ADAL" clId="{DEC8990C-F1E8-4081-8796-F50D8B9FA883}" dt="2024-10-13T12:29:34.905" v="1681"/>
          <ac:inkMkLst>
            <pc:docMk/>
            <pc:sldMk cId="3127916699" sldId="396"/>
            <ac:inkMk id="21" creationId="{4B6B0ED9-8EAB-091A-61BD-7F9B831E9C64}"/>
          </ac:inkMkLst>
        </pc:inkChg>
        <pc:inkChg chg="add mod">
          <ac:chgData name="Mahima Weerasinghe" userId="e11e3f55-42da-4e07-8ead-4d7a1d7ea1c6" providerId="ADAL" clId="{DEC8990C-F1E8-4081-8796-F50D8B9FA883}" dt="2024-10-13T12:29:34.905" v="1681"/>
          <ac:inkMkLst>
            <pc:docMk/>
            <pc:sldMk cId="3127916699" sldId="396"/>
            <ac:inkMk id="22" creationId="{F3621803-81B5-C627-3ABA-4EB1F6B0DEB5}"/>
          </ac:inkMkLst>
        </pc:inkChg>
        <pc:inkChg chg="add">
          <ac:chgData name="Mahima Weerasinghe" userId="e11e3f55-42da-4e07-8ead-4d7a1d7ea1c6" providerId="ADAL" clId="{DEC8990C-F1E8-4081-8796-F50D8B9FA883}" dt="2024-10-13T12:29:37.479" v="1682" actId="9405"/>
          <ac:inkMkLst>
            <pc:docMk/>
            <pc:sldMk cId="3127916699" sldId="396"/>
            <ac:inkMk id="24" creationId="{CD059358-FD04-038E-735F-CA71C07EE701}"/>
          </ac:inkMkLst>
        </pc:inkChg>
        <pc:inkChg chg="add">
          <ac:chgData name="Mahima Weerasinghe" userId="e11e3f55-42da-4e07-8ead-4d7a1d7ea1c6" providerId="ADAL" clId="{DEC8990C-F1E8-4081-8796-F50D8B9FA883}" dt="2024-10-13T12:29:42.448" v="1683" actId="9405"/>
          <ac:inkMkLst>
            <pc:docMk/>
            <pc:sldMk cId="3127916699" sldId="396"/>
            <ac:inkMk id="25" creationId="{85B4E894-FD4F-785F-62BA-BFA5B1D3B826}"/>
          </ac:inkMkLst>
        </pc:inkChg>
        <pc:inkChg chg="add mod">
          <ac:chgData name="Mahima Weerasinghe" userId="e11e3f55-42da-4e07-8ead-4d7a1d7ea1c6" providerId="ADAL" clId="{DEC8990C-F1E8-4081-8796-F50D8B9FA883}" dt="2024-10-13T12:33:18.771" v="1821"/>
          <ac:inkMkLst>
            <pc:docMk/>
            <pc:sldMk cId="3127916699" sldId="396"/>
            <ac:inkMk id="26" creationId="{7DADBAED-5DCD-F5E2-577F-B723042DF5F0}"/>
          </ac:inkMkLst>
        </pc:inkChg>
        <pc:inkChg chg="add mod">
          <ac:chgData name="Mahima Weerasinghe" userId="e11e3f55-42da-4e07-8ead-4d7a1d7ea1c6" providerId="ADAL" clId="{DEC8990C-F1E8-4081-8796-F50D8B9FA883}" dt="2024-10-13T12:33:18.771" v="1821"/>
          <ac:inkMkLst>
            <pc:docMk/>
            <pc:sldMk cId="3127916699" sldId="396"/>
            <ac:inkMk id="27" creationId="{8EFFE8A1-D91F-FEFF-42F5-8C7D5074A9FD}"/>
          </ac:inkMkLst>
        </pc:inkChg>
        <pc:inkChg chg="add mod">
          <ac:chgData name="Mahima Weerasinghe" userId="e11e3f55-42da-4e07-8ead-4d7a1d7ea1c6" providerId="ADAL" clId="{DEC8990C-F1E8-4081-8796-F50D8B9FA883}" dt="2024-10-13T12:33:18.771" v="1821"/>
          <ac:inkMkLst>
            <pc:docMk/>
            <pc:sldMk cId="3127916699" sldId="396"/>
            <ac:inkMk id="29" creationId="{56D9A8CB-4F34-793F-A5FE-54CA79B07FFB}"/>
          </ac:inkMkLst>
        </pc:inkChg>
        <pc:inkChg chg="add mod">
          <ac:chgData name="Mahima Weerasinghe" userId="e11e3f55-42da-4e07-8ead-4d7a1d7ea1c6" providerId="ADAL" clId="{DEC8990C-F1E8-4081-8796-F50D8B9FA883}" dt="2024-10-13T12:33:18.771" v="1821"/>
          <ac:inkMkLst>
            <pc:docMk/>
            <pc:sldMk cId="3127916699" sldId="396"/>
            <ac:inkMk id="31" creationId="{FFEB89AC-8853-4D12-AF6E-B925BD6E0544}"/>
          </ac:inkMkLst>
        </pc:inkChg>
        <pc:inkChg chg="add mod">
          <ac:chgData name="Mahima Weerasinghe" userId="e11e3f55-42da-4e07-8ead-4d7a1d7ea1c6" providerId="ADAL" clId="{DEC8990C-F1E8-4081-8796-F50D8B9FA883}" dt="2024-10-13T12:33:18.771" v="1821"/>
          <ac:inkMkLst>
            <pc:docMk/>
            <pc:sldMk cId="3127916699" sldId="396"/>
            <ac:inkMk id="32" creationId="{828D5EE9-6715-0C77-05BE-7791B3BD69DD}"/>
          </ac:inkMkLst>
        </pc:inkChg>
        <pc:inkChg chg="add mod">
          <ac:chgData name="Mahima Weerasinghe" userId="e11e3f55-42da-4e07-8ead-4d7a1d7ea1c6" providerId="ADAL" clId="{DEC8990C-F1E8-4081-8796-F50D8B9FA883}" dt="2024-10-13T12:33:18.771" v="1821"/>
          <ac:inkMkLst>
            <pc:docMk/>
            <pc:sldMk cId="3127916699" sldId="396"/>
            <ac:inkMk id="33" creationId="{E6D16638-075E-0E94-188E-9FACB3F61F7B}"/>
          </ac:inkMkLst>
        </pc:inkChg>
        <pc:inkChg chg="add mod">
          <ac:chgData name="Mahima Weerasinghe" userId="e11e3f55-42da-4e07-8ead-4d7a1d7ea1c6" providerId="ADAL" clId="{DEC8990C-F1E8-4081-8796-F50D8B9FA883}" dt="2024-10-13T12:33:18.771" v="1821"/>
          <ac:inkMkLst>
            <pc:docMk/>
            <pc:sldMk cId="3127916699" sldId="396"/>
            <ac:inkMk id="35" creationId="{39C9A95B-DA1B-8582-1468-710651A7281B}"/>
          </ac:inkMkLst>
        </pc:inkChg>
        <pc:inkChg chg="add mod">
          <ac:chgData name="Mahima Weerasinghe" userId="e11e3f55-42da-4e07-8ead-4d7a1d7ea1c6" providerId="ADAL" clId="{DEC8990C-F1E8-4081-8796-F50D8B9FA883}" dt="2024-10-13T12:33:18.771" v="1821"/>
          <ac:inkMkLst>
            <pc:docMk/>
            <pc:sldMk cId="3127916699" sldId="396"/>
            <ac:inkMk id="36" creationId="{1E3E771C-21DF-1E24-3635-6F6F08D6E91F}"/>
          </ac:inkMkLst>
        </pc:inkChg>
        <pc:inkChg chg="add mod">
          <ac:chgData name="Mahima Weerasinghe" userId="e11e3f55-42da-4e07-8ead-4d7a1d7ea1c6" providerId="ADAL" clId="{DEC8990C-F1E8-4081-8796-F50D8B9FA883}" dt="2024-10-13T12:33:18.771" v="1821"/>
          <ac:inkMkLst>
            <pc:docMk/>
            <pc:sldMk cId="3127916699" sldId="396"/>
            <ac:inkMk id="37" creationId="{2E471C72-F084-1B44-81CD-2899343C6692}"/>
          </ac:inkMkLst>
        </pc:inkChg>
        <pc:inkChg chg="add mod">
          <ac:chgData name="Mahima Weerasinghe" userId="e11e3f55-42da-4e07-8ead-4d7a1d7ea1c6" providerId="ADAL" clId="{DEC8990C-F1E8-4081-8796-F50D8B9FA883}" dt="2024-10-13T12:33:18.771" v="1821"/>
          <ac:inkMkLst>
            <pc:docMk/>
            <pc:sldMk cId="3127916699" sldId="396"/>
            <ac:inkMk id="39" creationId="{BC0B1DA4-58A7-2808-E963-E7E170EFC302}"/>
          </ac:inkMkLst>
        </pc:inkChg>
        <pc:inkChg chg="add mod">
          <ac:chgData name="Mahima Weerasinghe" userId="e11e3f55-42da-4e07-8ead-4d7a1d7ea1c6" providerId="ADAL" clId="{DEC8990C-F1E8-4081-8796-F50D8B9FA883}" dt="2024-10-13T12:33:18.771" v="1821"/>
          <ac:inkMkLst>
            <pc:docMk/>
            <pc:sldMk cId="3127916699" sldId="396"/>
            <ac:inkMk id="40" creationId="{768B449F-368D-F8EB-0F3C-8C57C41305D2}"/>
          </ac:inkMkLst>
        </pc:inkChg>
        <pc:inkChg chg="add mod">
          <ac:chgData name="Mahima Weerasinghe" userId="e11e3f55-42da-4e07-8ead-4d7a1d7ea1c6" providerId="ADAL" clId="{DEC8990C-F1E8-4081-8796-F50D8B9FA883}" dt="2024-10-13T12:33:18.771" v="1821"/>
          <ac:inkMkLst>
            <pc:docMk/>
            <pc:sldMk cId="3127916699" sldId="396"/>
            <ac:inkMk id="41" creationId="{545FC4E8-6ED7-33FE-ACC5-E03819118ED6}"/>
          </ac:inkMkLst>
        </pc:inkChg>
        <pc:inkChg chg="add mod">
          <ac:chgData name="Mahima Weerasinghe" userId="e11e3f55-42da-4e07-8ead-4d7a1d7ea1c6" providerId="ADAL" clId="{DEC8990C-F1E8-4081-8796-F50D8B9FA883}" dt="2024-10-13T12:33:18.771" v="1821"/>
          <ac:inkMkLst>
            <pc:docMk/>
            <pc:sldMk cId="3127916699" sldId="396"/>
            <ac:inkMk id="42" creationId="{E5B49EFB-CA04-EBFD-7735-1E2979497F1B}"/>
          </ac:inkMkLst>
        </pc:inkChg>
        <pc:inkChg chg="add mod">
          <ac:chgData name="Mahima Weerasinghe" userId="e11e3f55-42da-4e07-8ead-4d7a1d7ea1c6" providerId="ADAL" clId="{DEC8990C-F1E8-4081-8796-F50D8B9FA883}" dt="2024-10-13T12:33:18.771" v="1821"/>
          <ac:inkMkLst>
            <pc:docMk/>
            <pc:sldMk cId="3127916699" sldId="396"/>
            <ac:inkMk id="43" creationId="{14E9055F-4344-47FC-4310-FB3A10BC7B8B}"/>
          </ac:inkMkLst>
        </pc:inkChg>
        <pc:inkChg chg="add mod">
          <ac:chgData name="Mahima Weerasinghe" userId="e11e3f55-42da-4e07-8ead-4d7a1d7ea1c6" providerId="ADAL" clId="{DEC8990C-F1E8-4081-8796-F50D8B9FA883}" dt="2024-10-13T12:33:18.771" v="1821"/>
          <ac:inkMkLst>
            <pc:docMk/>
            <pc:sldMk cId="3127916699" sldId="396"/>
            <ac:inkMk id="44" creationId="{73CBD492-AFF9-C890-42AB-7C5B873FA290}"/>
          </ac:inkMkLst>
        </pc:inkChg>
        <pc:inkChg chg="add mod">
          <ac:chgData name="Mahima Weerasinghe" userId="e11e3f55-42da-4e07-8ead-4d7a1d7ea1c6" providerId="ADAL" clId="{DEC8990C-F1E8-4081-8796-F50D8B9FA883}" dt="2024-10-13T12:33:18.771" v="1821"/>
          <ac:inkMkLst>
            <pc:docMk/>
            <pc:sldMk cId="3127916699" sldId="396"/>
            <ac:inkMk id="45" creationId="{AE1EDF61-ADBF-0389-AF70-0D288DFA636E}"/>
          </ac:inkMkLst>
        </pc:inkChg>
        <pc:inkChg chg="add mod">
          <ac:chgData name="Mahima Weerasinghe" userId="e11e3f55-42da-4e07-8ead-4d7a1d7ea1c6" providerId="ADAL" clId="{DEC8990C-F1E8-4081-8796-F50D8B9FA883}" dt="2024-10-13T12:33:18.771" v="1821"/>
          <ac:inkMkLst>
            <pc:docMk/>
            <pc:sldMk cId="3127916699" sldId="396"/>
            <ac:inkMk id="46" creationId="{EA9CBE13-EC65-4B15-F05E-71A09059D130}"/>
          </ac:inkMkLst>
        </pc:inkChg>
        <pc:inkChg chg="add mod">
          <ac:chgData name="Mahima Weerasinghe" userId="e11e3f55-42da-4e07-8ead-4d7a1d7ea1c6" providerId="ADAL" clId="{DEC8990C-F1E8-4081-8796-F50D8B9FA883}" dt="2024-10-13T12:33:18.771" v="1821"/>
          <ac:inkMkLst>
            <pc:docMk/>
            <pc:sldMk cId="3127916699" sldId="396"/>
            <ac:inkMk id="47" creationId="{2E2553D8-D437-98E3-70B7-A6D4484E58F0}"/>
          </ac:inkMkLst>
        </pc:inkChg>
        <pc:inkChg chg="add mod">
          <ac:chgData name="Mahima Weerasinghe" userId="e11e3f55-42da-4e07-8ead-4d7a1d7ea1c6" providerId="ADAL" clId="{DEC8990C-F1E8-4081-8796-F50D8B9FA883}" dt="2024-10-13T12:33:18.771" v="1821"/>
          <ac:inkMkLst>
            <pc:docMk/>
            <pc:sldMk cId="3127916699" sldId="396"/>
            <ac:inkMk id="49" creationId="{31F11A75-2948-4BB6-561D-5F84310295A7}"/>
          </ac:inkMkLst>
        </pc:inkChg>
        <pc:inkChg chg="add mod">
          <ac:chgData name="Mahima Weerasinghe" userId="e11e3f55-42da-4e07-8ead-4d7a1d7ea1c6" providerId="ADAL" clId="{DEC8990C-F1E8-4081-8796-F50D8B9FA883}" dt="2024-10-13T12:33:18.771" v="1821"/>
          <ac:inkMkLst>
            <pc:docMk/>
            <pc:sldMk cId="3127916699" sldId="396"/>
            <ac:inkMk id="50" creationId="{9377F9A1-4894-241F-66A4-CF81E2326A37}"/>
          </ac:inkMkLst>
        </pc:inkChg>
        <pc:inkChg chg="add mod">
          <ac:chgData name="Mahima Weerasinghe" userId="e11e3f55-42da-4e07-8ead-4d7a1d7ea1c6" providerId="ADAL" clId="{DEC8990C-F1E8-4081-8796-F50D8B9FA883}" dt="2024-10-13T12:33:18.771" v="1821"/>
          <ac:inkMkLst>
            <pc:docMk/>
            <pc:sldMk cId="3127916699" sldId="396"/>
            <ac:inkMk id="51" creationId="{8343D0A5-944D-295F-924A-347CBD22841A}"/>
          </ac:inkMkLst>
        </pc:inkChg>
        <pc:inkChg chg="add mod">
          <ac:chgData name="Mahima Weerasinghe" userId="e11e3f55-42da-4e07-8ead-4d7a1d7ea1c6" providerId="ADAL" clId="{DEC8990C-F1E8-4081-8796-F50D8B9FA883}" dt="2024-10-13T12:33:18.771" v="1821"/>
          <ac:inkMkLst>
            <pc:docMk/>
            <pc:sldMk cId="3127916699" sldId="396"/>
            <ac:inkMk id="53" creationId="{1EAFA875-1324-D98C-97DE-4DAA4E79B9CA}"/>
          </ac:inkMkLst>
        </pc:inkChg>
        <pc:inkChg chg="add mod">
          <ac:chgData name="Mahima Weerasinghe" userId="e11e3f55-42da-4e07-8ead-4d7a1d7ea1c6" providerId="ADAL" clId="{DEC8990C-F1E8-4081-8796-F50D8B9FA883}" dt="2024-10-13T12:33:18.771" v="1821"/>
          <ac:inkMkLst>
            <pc:docMk/>
            <pc:sldMk cId="3127916699" sldId="396"/>
            <ac:inkMk id="54" creationId="{42C50CB3-DDB4-E84D-34A8-0EB2520735CF}"/>
          </ac:inkMkLst>
        </pc:inkChg>
        <pc:inkChg chg="add mod">
          <ac:chgData name="Mahima Weerasinghe" userId="e11e3f55-42da-4e07-8ead-4d7a1d7ea1c6" providerId="ADAL" clId="{DEC8990C-F1E8-4081-8796-F50D8B9FA883}" dt="2024-10-13T12:33:18.771" v="1821"/>
          <ac:inkMkLst>
            <pc:docMk/>
            <pc:sldMk cId="3127916699" sldId="396"/>
            <ac:inkMk id="55" creationId="{E9DAEE84-729A-4118-52DC-54E965E6FA81}"/>
          </ac:inkMkLst>
        </pc:inkChg>
        <pc:inkChg chg="add mod">
          <ac:chgData name="Mahima Weerasinghe" userId="e11e3f55-42da-4e07-8ead-4d7a1d7ea1c6" providerId="ADAL" clId="{DEC8990C-F1E8-4081-8796-F50D8B9FA883}" dt="2024-10-13T12:33:18.771" v="1821"/>
          <ac:inkMkLst>
            <pc:docMk/>
            <pc:sldMk cId="3127916699" sldId="396"/>
            <ac:inkMk id="56" creationId="{6745A04C-50DA-092B-387E-5A63FCC648F3}"/>
          </ac:inkMkLst>
        </pc:inkChg>
        <pc:inkChg chg="add mod">
          <ac:chgData name="Mahima Weerasinghe" userId="e11e3f55-42da-4e07-8ead-4d7a1d7ea1c6" providerId="ADAL" clId="{DEC8990C-F1E8-4081-8796-F50D8B9FA883}" dt="2024-10-13T12:33:18.771" v="1821"/>
          <ac:inkMkLst>
            <pc:docMk/>
            <pc:sldMk cId="3127916699" sldId="396"/>
            <ac:inkMk id="58" creationId="{C03A9906-3F3A-2963-FA5F-AF9B47F57791}"/>
          </ac:inkMkLst>
        </pc:inkChg>
        <pc:inkChg chg="add mod">
          <ac:chgData name="Mahima Weerasinghe" userId="e11e3f55-42da-4e07-8ead-4d7a1d7ea1c6" providerId="ADAL" clId="{DEC8990C-F1E8-4081-8796-F50D8B9FA883}" dt="2024-10-13T12:33:18.771" v="1821"/>
          <ac:inkMkLst>
            <pc:docMk/>
            <pc:sldMk cId="3127916699" sldId="396"/>
            <ac:inkMk id="59" creationId="{957DFA42-5692-5D07-F209-FF86DEA790C2}"/>
          </ac:inkMkLst>
        </pc:inkChg>
        <pc:inkChg chg="add mod">
          <ac:chgData name="Mahima Weerasinghe" userId="e11e3f55-42da-4e07-8ead-4d7a1d7ea1c6" providerId="ADAL" clId="{DEC8990C-F1E8-4081-8796-F50D8B9FA883}" dt="2024-10-13T12:33:18.771" v="1821"/>
          <ac:inkMkLst>
            <pc:docMk/>
            <pc:sldMk cId="3127916699" sldId="396"/>
            <ac:inkMk id="60" creationId="{ABE6CACB-1996-6A31-6DE1-DD2507FAD8B5}"/>
          </ac:inkMkLst>
        </pc:inkChg>
        <pc:inkChg chg="add mod">
          <ac:chgData name="Mahima Weerasinghe" userId="e11e3f55-42da-4e07-8ead-4d7a1d7ea1c6" providerId="ADAL" clId="{DEC8990C-F1E8-4081-8796-F50D8B9FA883}" dt="2024-10-13T12:33:18.771" v="1821"/>
          <ac:inkMkLst>
            <pc:docMk/>
            <pc:sldMk cId="3127916699" sldId="396"/>
            <ac:inkMk id="61" creationId="{F6068D02-5E10-DFFE-99BC-1AD58B1A4F30}"/>
          </ac:inkMkLst>
        </pc:inkChg>
        <pc:inkChg chg="add mod">
          <ac:chgData name="Mahima Weerasinghe" userId="e11e3f55-42da-4e07-8ead-4d7a1d7ea1c6" providerId="ADAL" clId="{DEC8990C-F1E8-4081-8796-F50D8B9FA883}" dt="2024-10-13T12:33:18.771" v="1821"/>
          <ac:inkMkLst>
            <pc:docMk/>
            <pc:sldMk cId="3127916699" sldId="396"/>
            <ac:inkMk id="62" creationId="{1B81C713-495C-3A36-04C6-FDD3398E9D63}"/>
          </ac:inkMkLst>
        </pc:inkChg>
        <pc:inkChg chg="add mod">
          <ac:chgData name="Mahima Weerasinghe" userId="e11e3f55-42da-4e07-8ead-4d7a1d7ea1c6" providerId="ADAL" clId="{DEC8990C-F1E8-4081-8796-F50D8B9FA883}" dt="2024-10-13T12:33:18.771" v="1821"/>
          <ac:inkMkLst>
            <pc:docMk/>
            <pc:sldMk cId="3127916699" sldId="396"/>
            <ac:inkMk id="63" creationId="{1C964EA4-37EC-F8A8-A8FC-61BA0BCFF0B0}"/>
          </ac:inkMkLst>
        </pc:inkChg>
        <pc:inkChg chg="add mod">
          <ac:chgData name="Mahima Weerasinghe" userId="e11e3f55-42da-4e07-8ead-4d7a1d7ea1c6" providerId="ADAL" clId="{DEC8990C-F1E8-4081-8796-F50D8B9FA883}" dt="2024-10-13T12:33:18.771" v="1821"/>
          <ac:inkMkLst>
            <pc:docMk/>
            <pc:sldMk cId="3127916699" sldId="396"/>
            <ac:inkMk id="64" creationId="{46DE8804-5C0F-52A3-6524-A70ECA8AD9DC}"/>
          </ac:inkMkLst>
        </pc:inkChg>
        <pc:inkChg chg="add mod">
          <ac:chgData name="Mahima Weerasinghe" userId="e11e3f55-42da-4e07-8ead-4d7a1d7ea1c6" providerId="ADAL" clId="{DEC8990C-F1E8-4081-8796-F50D8B9FA883}" dt="2024-10-13T12:33:18.771" v="1821"/>
          <ac:inkMkLst>
            <pc:docMk/>
            <pc:sldMk cId="3127916699" sldId="396"/>
            <ac:inkMk id="66" creationId="{7A3D8207-A138-78FE-A139-1C3B10C7BDD6}"/>
          </ac:inkMkLst>
        </pc:inkChg>
        <pc:inkChg chg="add mod">
          <ac:chgData name="Mahima Weerasinghe" userId="e11e3f55-42da-4e07-8ead-4d7a1d7ea1c6" providerId="ADAL" clId="{DEC8990C-F1E8-4081-8796-F50D8B9FA883}" dt="2024-10-13T12:33:18.771" v="1821"/>
          <ac:inkMkLst>
            <pc:docMk/>
            <pc:sldMk cId="3127916699" sldId="396"/>
            <ac:inkMk id="67" creationId="{D46A2666-855B-E8AB-BE2E-28FBB6092390}"/>
          </ac:inkMkLst>
        </pc:inkChg>
        <pc:inkChg chg="add mod">
          <ac:chgData name="Mahima Weerasinghe" userId="e11e3f55-42da-4e07-8ead-4d7a1d7ea1c6" providerId="ADAL" clId="{DEC8990C-F1E8-4081-8796-F50D8B9FA883}" dt="2024-10-13T12:33:18.771" v="1821"/>
          <ac:inkMkLst>
            <pc:docMk/>
            <pc:sldMk cId="3127916699" sldId="396"/>
            <ac:inkMk id="68" creationId="{61C6B697-0650-D455-9385-F083DF4A811E}"/>
          </ac:inkMkLst>
        </pc:inkChg>
        <pc:inkChg chg="add mod">
          <ac:chgData name="Mahima Weerasinghe" userId="e11e3f55-42da-4e07-8ead-4d7a1d7ea1c6" providerId="ADAL" clId="{DEC8990C-F1E8-4081-8796-F50D8B9FA883}" dt="2024-10-13T12:33:18.771" v="1821"/>
          <ac:inkMkLst>
            <pc:docMk/>
            <pc:sldMk cId="3127916699" sldId="396"/>
            <ac:inkMk id="69" creationId="{2EFE4B5F-95A8-1B3B-F101-5EB9E313658B}"/>
          </ac:inkMkLst>
        </pc:inkChg>
        <pc:inkChg chg="add mod">
          <ac:chgData name="Mahima Weerasinghe" userId="e11e3f55-42da-4e07-8ead-4d7a1d7ea1c6" providerId="ADAL" clId="{DEC8990C-F1E8-4081-8796-F50D8B9FA883}" dt="2024-10-13T12:33:18.771" v="1821"/>
          <ac:inkMkLst>
            <pc:docMk/>
            <pc:sldMk cId="3127916699" sldId="396"/>
            <ac:inkMk id="70" creationId="{75C3598F-5028-9070-B345-1875A676C080}"/>
          </ac:inkMkLst>
        </pc:inkChg>
        <pc:inkChg chg="add mod">
          <ac:chgData name="Mahima Weerasinghe" userId="e11e3f55-42da-4e07-8ead-4d7a1d7ea1c6" providerId="ADAL" clId="{DEC8990C-F1E8-4081-8796-F50D8B9FA883}" dt="2024-10-13T12:33:18.771" v="1821"/>
          <ac:inkMkLst>
            <pc:docMk/>
            <pc:sldMk cId="3127916699" sldId="396"/>
            <ac:inkMk id="72" creationId="{81A1052A-618B-E11C-0295-AF9FD90C73BA}"/>
          </ac:inkMkLst>
        </pc:inkChg>
        <pc:inkChg chg="add mod">
          <ac:chgData name="Mahima Weerasinghe" userId="e11e3f55-42da-4e07-8ead-4d7a1d7ea1c6" providerId="ADAL" clId="{DEC8990C-F1E8-4081-8796-F50D8B9FA883}" dt="2024-10-13T12:33:18.771" v="1821"/>
          <ac:inkMkLst>
            <pc:docMk/>
            <pc:sldMk cId="3127916699" sldId="396"/>
            <ac:inkMk id="73" creationId="{5DD68578-676E-CEE7-15F2-36D69D8E5545}"/>
          </ac:inkMkLst>
        </pc:inkChg>
        <pc:inkChg chg="add mod">
          <ac:chgData name="Mahima Weerasinghe" userId="e11e3f55-42da-4e07-8ead-4d7a1d7ea1c6" providerId="ADAL" clId="{DEC8990C-F1E8-4081-8796-F50D8B9FA883}" dt="2024-10-13T12:33:18.771" v="1821"/>
          <ac:inkMkLst>
            <pc:docMk/>
            <pc:sldMk cId="3127916699" sldId="396"/>
            <ac:inkMk id="74" creationId="{E83AFB78-B429-EE5B-7822-BBA00DCD3E65}"/>
          </ac:inkMkLst>
        </pc:inkChg>
        <pc:inkChg chg="add mod">
          <ac:chgData name="Mahima Weerasinghe" userId="e11e3f55-42da-4e07-8ead-4d7a1d7ea1c6" providerId="ADAL" clId="{DEC8990C-F1E8-4081-8796-F50D8B9FA883}" dt="2024-10-13T12:33:18.771" v="1821"/>
          <ac:inkMkLst>
            <pc:docMk/>
            <pc:sldMk cId="3127916699" sldId="396"/>
            <ac:inkMk id="75" creationId="{4BC6D30A-04EF-A59C-BE56-796C37144101}"/>
          </ac:inkMkLst>
        </pc:inkChg>
        <pc:inkChg chg="add mod">
          <ac:chgData name="Mahima Weerasinghe" userId="e11e3f55-42da-4e07-8ead-4d7a1d7ea1c6" providerId="ADAL" clId="{DEC8990C-F1E8-4081-8796-F50D8B9FA883}" dt="2024-10-13T12:33:18.771" v="1821"/>
          <ac:inkMkLst>
            <pc:docMk/>
            <pc:sldMk cId="3127916699" sldId="396"/>
            <ac:inkMk id="76" creationId="{36D05D7F-EB10-8D84-973E-2A990C71C551}"/>
          </ac:inkMkLst>
        </pc:inkChg>
        <pc:inkChg chg="add mod">
          <ac:chgData name="Mahima Weerasinghe" userId="e11e3f55-42da-4e07-8ead-4d7a1d7ea1c6" providerId="ADAL" clId="{DEC8990C-F1E8-4081-8796-F50D8B9FA883}" dt="2024-10-13T12:33:18.771" v="1821"/>
          <ac:inkMkLst>
            <pc:docMk/>
            <pc:sldMk cId="3127916699" sldId="396"/>
            <ac:inkMk id="77" creationId="{AE22DA6F-A448-B8C9-4308-7AC447B0E941}"/>
          </ac:inkMkLst>
        </pc:inkChg>
        <pc:inkChg chg="add mod">
          <ac:chgData name="Mahima Weerasinghe" userId="e11e3f55-42da-4e07-8ead-4d7a1d7ea1c6" providerId="ADAL" clId="{DEC8990C-F1E8-4081-8796-F50D8B9FA883}" dt="2024-10-13T12:33:18.771" v="1821"/>
          <ac:inkMkLst>
            <pc:docMk/>
            <pc:sldMk cId="3127916699" sldId="396"/>
            <ac:inkMk id="78" creationId="{99A395D2-98D4-432A-B0E6-1EF49C617FBA}"/>
          </ac:inkMkLst>
        </pc:inkChg>
        <pc:inkChg chg="add mod">
          <ac:chgData name="Mahima Weerasinghe" userId="e11e3f55-42da-4e07-8ead-4d7a1d7ea1c6" providerId="ADAL" clId="{DEC8990C-F1E8-4081-8796-F50D8B9FA883}" dt="2024-10-13T12:33:18.771" v="1821"/>
          <ac:inkMkLst>
            <pc:docMk/>
            <pc:sldMk cId="3127916699" sldId="396"/>
            <ac:inkMk id="79" creationId="{08EE4A04-23E0-21A5-311E-46418A93FAED}"/>
          </ac:inkMkLst>
        </pc:inkChg>
        <pc:inkChg chg="add mod">
          <ac:chgData name="Mahima Weerasinghe" userId="e11e3f55-42da-4e07-8ead-4d7a1d7ea1c6" providerId="ADAL" clId="{DEC8990C-F1E8-4081-8796-F50D8B9FA883}" dt="2024-10-13T12:33:18.771" v="1821"/>
          <ac:inkMkLst>
            <pc:docMk/>
            <pc:sldMk cId="3127916699" sldId="396"/>
            <ac:inkMk id="80" creationId="{C3BBBC37-DB45-C9E9-4DD3-EFA4B0DCF692}"/>
          </ac:inkMkLst>
        </pc:inkChg>
        <pc:inkChg chg="add mod">
          <ac:chgData name="Mahima Weerasinghe" userId="e11e3f55-42da-4e07-8ead-4d7a1d7ea1c6" providerId="ADAL" clId="{DEC8990C-F1E8-4081-8796-F50D8B9FA883}" dt="2024-10-13T12:33:18.771" v="1821"/>
          <ac:inkMkLst>
            <pc:docMk/>
            <pc:sldMk cId="3127916699" sldId="396"/>
            <ac:inkMk id="81" creationId="{3DBC7132-9F63-0E29-8E42-A8D1227DAE67}"/>
          </ac:inkMkLst>
        </pc:inkChg>
        <pc:inkChg chg="add mod">
          <ac:chgData name="Mahima Weerasinghe" userId="e11e3f55-42da-4e07-8ead-4d7a1d7ea1c6" providerId="ADAL" clId="{DEC8990C-F1E8-4081-8796-F50D8B9FA883}" dt="2024-10-13T12:33:18.771" v="1821"/>
          <ac:inkMkLst>
            <pc:docMk/>
            <pc:sldMk cId="3127916699" sldId="396"/>
            <ac:inkMk id="82" creationId="{8FE23C31-6811-8A5F-3FC7-832E68F285A5}"/>
          </ac:inkMkLst>
        </pc:inkChg>
        <pc:inkChg chg="add mod">
          <ac:chgData name="Mahima Weerasinghe" userId="e11e3f55-42da-4e07-8ead-4d7a1d7ea1c6" providerId="ADAL" clId="{DEC8990C-F1E8-4081-8796-F50D8B9FA883}" dt="2024-10-13T12:33:18.771" v="1821"/>
          <ac:inkMkLst>
            <pc:docMk/>
            <pc:sldMk cId="3127916699" sldId="396"/>
            <ac:inkMk id="83" creationId="{0A805364-6A6E-0C12-8ED8-D1827EC6E1E5}"/>
          </ac:inkMkLst>
        </pc:inkChg>
        <pc:inkChg chg="add mod">
          <ac:chgData name="Mahima Weerasinghe" userId="e11e3f55-42da-4e07-8ead-4d7a1d7ea1c6" providerId="ADAL" clId="{DEC8990C-F1E8-4081-8796-F50D8B9FA883}" dt="2024-10-13T12:33:18.771" v="1821"/>
          <ac:inkMkLst>
            <pc:docMk/>
            <pc:sldMk cId="3127916699" sldId="396"/>
            <ac:inkMk id="84" creationId="{9A7FFF78-FCA0-646E-97BC-3A3EB186903E}"/>
          </ac:inkMkLst>
        </pc:inkChg>
        <pc:inkChg chg="add mod">
          <ac:chgData name="Mahima Weerasinghe" userId="e11e3f55-42da-4e07-8ead-4d7a1d7ea1c6" providerId="ADAL" clId="{DEC8990C-F1E8-4081-8796-F50D8B9FA883}" dt="2024-10-13T12:33:18.771" v="1821"/>
          <ac:inkMkLst>
            <pc:docMk/>
            <pc:sldMk cId="3127916699" sldId="396"/>
            <ac:inkMk id="85" creationId="{5D55B724-1471-B18E-9FC3-E24BD29C9642}"/>
          </ac:inkMkLst>
        </pc:inkChg>
        <pc:inkChg chg="add mod">
          <ac:chgData name="Mahima Weerasinghe" userId="e11e3f55-42da-4e07-8ead-4d7a1d7ea1c6" providerId="ADAL" clId="{DEC8990C-F1E8-4081-8796-F50D8B9FA883}" dt="2024-10-13T12:33:18.771" v="1821"/>
          <ac:inkMkLst>
            <pc:docMk/>
            <pc:sldMk cId="3127916699" sldId="396"/>
            <ac:inkMk id="86" creationId="{BB6C9FBE-B473-413E-25E7-9F4CD7824744}"/>
          </ac:inkMkLst>
        </pc:inkChg>
        <pc:inkChg chg="add mod">
          <ac:chgData name="Mahima Weerasinghe" userId="e11e3f55-42da-4e07-8ead-4d7a1d7ea1c6" providerId="ADAL" clId="{DEC8990C-F1E8-4081-8796-F50D8B9FA883}" dt="2024-10-13T12:33:18.771" v="1821"/>
          <ac:inkMkLst>
            <pc:docMk/>
            <pc:sldMk cId="3127916699" sldId="396"/>
            <ac:inkMk id="88" creationId="{E12A651A-C0C6-F087-D2F7-24170B59BD8F}"/>
          </ac:inkMkLst>
        </pc:inkChg>
        <pc:inkChg chg="add mod">
          <ac:chgData name="Mahima Weerasinghe" userId="e11e3f55-42da-4e07-8ead-4d7a1d7ea1c6" providerId="ADAL" clId="{DEC8990C-F1E8-4081-8796-F50D8B9FA883}" dt="2024-10-13T12:33:18.771" v="1821"/>
          <ac:inkMkLst>
            <pc:docMk/>
            <pc:sldMk cId="3127916699" sldId="396"/>
            <ac:inkMk id="89" creationId="{4450CE48-702D-F89A-C36D-887FA8274230}"/>
          </ac:inkMkLst>
        </pc:inkChg>
        <pc:inkChg chg="add mod">
          <ac:chgData name="Mahima Weerasinghe" userId="e11e3f55-42da-4e07-8ead-4d7a1d7ea1c6" providerId="ADAL" clId="{DEC8990C-F1E8-4081-8796-F50D8B9FA883}" dt="2024-10-13T12:33:18.771" v="1821"/>
          <ac:inkMkLst>
            <pc:docMk/>
            <pc:sldMk cId="3127916699" sldId="396"/>
            <ac:inkMk id="90" creationId="{177CDFF2-AE40-A8BD-B3E9-DE7E67A324C3}"/>
          </ac:inkMkLst>
        </pc:inkChg>
        <pc:inkChg chg="add mod">
          <ac:chgData name="Mahima Weerasinghe" userId="e11e3f55-42da-4e07-8ead-4d7a1d7ea1c6" providerId="ADAL" clId="{DEC8990C-F1E8-4081-8796-F50D8B9FA883}" dt="2024-10-13T12:33:18.771" v="1821"/>
          <ac:inkMkLst>
            <pc:docMk/>
            <pc:sldMk cId="3127916699" sldId="396"/>
            <ac:inkMk id="91" creationId="{C8FB57F8-EA38-C727-406F-B4BAA1881C93}"/>
          </ac:inkMkLst>
        </pc:inkChg>
        <pc:inkChg chg="add mod">
          <ac:chgData name="Mahima Weerasinghe" userId="e11e3f55-42da-4e07-8ead-4d7a1d7ea1c6" providerId="ADAL" clId="{DEC8990C-F1E8-4081-8796-F50D8B9FA883}" dt="2024-10-13T12:33:18.771" v="1821"/>
          <ac:inkMkLst>
            <pc:docMk/>
            <pc:sldMk cId="3127916699" sldId="396"/>
            <ac:inkMk id="92" creationId="{CA5456F9-A1A6-B48A-C380-213B15006BFB}"/>
          </ac:inkMkLst>
        </pc:inkChg>
        <pc:inkChg chg="add mod">
          <ac:chgData name="Mahima Weerasinghe" userId="e11e3f55-42da-4e07-8ead-4d7a1d7ea1c6" providerId="ADAL" clId="{DEC8990C-F1E8-4081-8796-F50D8B9FA883}" dt="2024-10-13T12:33:18.771" v="1821"/>
          <ac:inkMkLst>
            <pc:docMk/>
            <pc:sldMk cId="3127916699" sldId="396"/>
            <ac:inkMk id="93" creationId="{97743BD9-482C-1509-E48E-7A1878E4D66F}"/>
          </ac:inkMkLst>
        </pc:inkChg>
        <pc:inkChg chg="add mod">
          <ac:chgData name="Mahima Weerasinghe" userId="e11e3f55-42da-4e07-8ead-4d7a1d7ea1c6" providerId="ADAL" clId="{DEC8990C-F1E8-4081-8796-F50D8B9FA883}" dt="2024-10-13T12:33:18.771" v="1821"/>
          <ac:inkMkLst>
            <pc:docMk/>
            <pc:sldMk cId="3127916699" sldId="396"/>
            <ac:inkMk id="94" creationId="{1CAA1E7C-4DE8-C400-17DA-0015BAE48F4C}"/>
          </ac:inkMkLst>
        </pc:inkChg>
        <pc:inkChg chg="add mod">
          <ac:chgData name="Mahima Weerasinghe" userId="e11e3f55-42da-4e07-8ead-4d7a1d7ea1c6" providerId="ADAL" clId="{DEC8990C-F1E8-4081-8796-F50D8B9FA883}" dt="2024-10-13T12:33:18.771" v="1821"/>
          <ac:inkMkLst>
            <pc:docMk/>
            <pc:sldMk cId="3127916699" sldId="396"/>
            <ac:inkMk id="95" creationId="{6863A8BD-60B9-9AD2-F9AE-AB8C1FFDD228}"/>
          </ac:inkMkLst>
        </pc:inkChg>
        <pc:inkChg chg="add mod">
          <ac:chgData name="Mahima Weerasinghe" userId="e11e3f55-42da-4e07-8ead-4d7a1d7ea1c6" providerId="ADAL" clId="{DEC8990C-F1E8-4081-8796-F50D8B9FA883}" dt="2024-10-13T12:33:18.771" v="1821"/>
          <ac:inkMkLst>
            <pc:docMk/>
            <pc:sldMk cId="3127916699" sldId="396"/>
            <ac:inkMk id="96" creationId="{FAB84113-9DD0-CD48-D7C9-3555522605A2}"/>
          </ac:inkMkLst>
        </pc:inkChg>
        <pc:inkChg chg="add mod">
          <ac:chgData name="Mahima Weerasinghe" userId="e11e3f55-42da-4e07-8ead-4d7a1d7ea1c6" providerId="ADAL" clId="{DEC8990C-F1E8-4081-8796-F50D8B9FA883}" dt="2024-10-13T12:33:18.771" v="1821"/>
          <ac:inkMkLst>
            <pc:docMk/>
            <pc:sldMk cId="3127916699" sldId="396"/>
            <ac:inkMk id="97" creationId="{E432375A-5BA2-62BE-801D-01A44ECB6714}"/>
          </ac:inkMkLst>
        </pc:inkChg>
        <pc:inkChg chg="add mod">
          <ac:chgData name="Mahima Weerasinghe" userId="e11e3f55-42da-4e07-8ead-4d7a1d7ea1c6" providerId="ADAL" clId="{DEC8990C-F1E8-4081-8796-F50D8B9FA883}" dt="2024-10-13T12:33:18.771" v="1821"/>
          <ac:inkMkLst>
            <pc:docMk/>
            <pc:sldMk cId="3127916699" sldId="396"/>
            <ac:inkMk id="98" creationId="{F66E5BFC-FE55-DB5A-EAAE-6DAA4E784733}"/>
          </ac:inkMkLst>
        </pc:inkChg>
        <pc:inkChg chg="add mod">
          <ac:chgData name="Mahima Weerasinghe" userId="e11e3f55-42da-4e07-8ead-4d7a1d7ea1c6" providerId="ADAL" clId="{DEC8990C-F1E8-4081-8796-F50D8B9FA883}" dt="2024-10-13T12:33:18.771" v="1821"/>
          <ac:inkMkLst>
            <pc:docMk/>
            <pc:sldMk cId="3127916699" sldId="396"/>
            <ac:inkMk id="99" creationId="{E4D28AEE-2F9D-8ECE-C628-74BBC7FB4023}"/>
          </ac:inkMkLst>
        </pc:inkChg>
        <pc:inkChg chg="add mod">
          <ac:chgData name="Mahima Weerasinghe" userId="e11e3f55-42da-4e07-8ead-4d7a1d7ea1c6" providerId="ADAL" clId="{DEC8990C-F1E8-4081-8796-F50D8B9FA883}" dt="2024-10-13T12:33:18.771" v="1821"/>
          <ac:inkMkLst>
            <pc:docMk/>
            <pc:sldMk cId="3127916699" sldId="396"/>
            <ac:inkMk id="101" creationId="{47F38787-169D-7E97-5DD5-13D13C37302E}"/>
          </ac:inkMkLst>
        </pc:inkChg>
        <pc:inkChg chg="add mod">
          <ac:chgData name="Mahima Weerasinghe" userId="e11e3f55-42da-4e07-8ead-4d7a1d7ea1c6" providerId="ADAL" clId="{DEC8990C-F1E8-4081-8796-F50D8B9FA883}" dt="2024-10-13T12:33:18.771" v="1821"/>
          <ac:inkMkLst>
            <pc:docMk/>
            <pc:sldMk cId="3127916699" sldId="396"/>
            <ac:inkMk id="102" creationId="{A69CAEB1-265E-F1C3-1A01-33EB7CAD42F9}"/>
          </ac:inkMkLst>
        </pc:inkChg>
        <pc:inkChg chg="add mod">
          <ac:chgData name="Mahima Weerasinghe" userId="e11e3f55-42da-4e07-8ead-4d7a1d7ea1c6" providerId="ADAL" clId="{DEC8990C-F1E8-4081-8796-F50D8B9FA883}" dt="2024-10-13T12:31:40.657" v="1768"/>
          <ac:inkMkLst>
            <pc:docMk/>
            <pc:sldMk cId="3127916699" sldId="396"/>
            <ac:inkMk id="104" creationId="{B4A6F071-473B-9BEA-2AD5-2FD190BBF54E}"/>
          </ac:inkMkLst>
        </pc:inkChg>
        <pc:inkChg chg="add mod">
          <ac:chgData name="Mahima Weerasinghe" userId="e11e3f55-42da-4e07-8ead-4d7a1d7ea1c6" providerId="ADAL" clId="{DEC8990C-F1E8-4081-8796-F50D8B9FA883}" dt="2024-10-13T12:31:40.657" v="1768"/>
          <ac:inkMkLst>
            <pc:docMk/>
            <pc:sldMk cId="3127916699" sldId="396"/>
            <ac:inkMk id="105" creationId="{9D705563-2223-B4D5-FC9E-64E771D4BA91}"/>
          </ac:inkMkLst>
        </pc:inkChg>
        <pc:inkChg chg="add mod">
          <ac:chgData name="Mahima Weerasinghe" userId="e11e3f55-42da-4e07-8ead-4d7a1d7ea1c6" providerId="ADAL" clId="{DEC8990C-F1E8-4081-8796-F50D8B9FA883}" dt="2024-10-13T12:31:40.657" v="1768"/>
          <ac:inkMkLst>
            <pc:docMk/>
            <pc:sldMk cId="3127916699" sldId="396"/>
            <ac:inkMk id="106" creationId="{E739E151-1A8C-C82C-AE2F-438667F38634}"/>
          </ac:inkMkLst>
        </pc:inkChg>
        <pc:inkChg chg="add mod">
          <ac:chgData name="Mahima Weerasinghe" userId="e11e3f55-42da-4e07-8ead-4d7a1d7ea1c6" providerId="ADAL" clId="{DEC8990C-F1E8-4081-8796-F50D8B9FA883}" dt="2024-10-13T12:31:40.657" v="1768"/>
          <ac:inkMkLst>
            <pc:docMk/>
            <pc:sldMk cId="3127916699" sldId="396"/>
            <ac:inkMk id="107" creationId="{42B9035B-6C22-941B-D4FA-61D4D510A6A7}"/>
          </ac:inkMkLst>
        </pc:inkChg>
        <pc:inkChg chg="add mod">
          <ac:chgData name="Mahima Weerasinghe" userId="e11e3f55-42da-4e07-8ead-4d7a1d7ea1c6" providerId="ADAL" clId="{DEC8990C-F1E8-4081-8796-F50D8B9FA883}" dt="2024-10-13T12:31:44.415" v="1773"/>
          <ac:inkMkLst>
            <pc:docMk/>
            <pc:sldMk cId="3127916699" sldId="396"/>
            <ac:inkMk id="109" creationId="{EFFBE2D1-6707-283D-3862-F4E3120A49A3}"/>
          </ac:inkMkLst>
        </pc:inkChg>
        <pc:inkChg chg="add mod">
          <ac:chgData name="Mahima Weerasinghe" userId="e11e3f55-42da-4e07-8ead-4d7a1d7ea1c6" providerId="ADAL" clId="{DEC8990C-F1E8-4081-8796-F50D8B9FA883}" dt="2024-10-13T12:31:44.415" v="1773"/>
          <ac:inkMkLst>
            <pc:docMk/>
            <pc:sldMk cId="3127916699" sldId="396"/>
            <ac:inkMk id="110" creationId="{03FCAEF5-E40C-33AA-2A38-EF50673954D1}"/>
          </ac:inkMkLst>
        </pc:inkChg>
        <pc:inkChg chg="add mod">
          <ac:chgData name="Mahima Weerasinghe" userId="e11e3f55-42da-4e07-8ead-4d7a1d7ea1c6" providerId="ADAL" clId="{DEC8990C-F1E8-4081-8796-F50D8B9FA883}" dt="2024-10-13T12:31:44.415" v="1773"/>
          <ac:inkMkLst>
            <pc:docMk/>
            <pc:sldMk cId="3127916699" sldId="396"/>
            <ac:inkMk id="111" creationId="{E138ECAB-E265-2469-88E5-6ED161968BCC}"/>
          </ac:inkMkLst>
        </pc:inkChg>
        <pc:inkChg chg="add mod">
          <ac:chgData name="Mahima Weerasinghe" userId="e11e3f55-42da-4e07-8ead-4d7a1d7ea1c6" providerId="ADAL" clId="{DEC8990C-F1E8-4081-8796-F50D8B9FA883}" dt="2024-10-13T12:31:44.415" v="1773"/>
          <ac:inkMkLst>
            <pc:docMk/>
            <pc:sldMk cId="3127916699" sldId="396"/>
            <ac:inkMk id="112" creationId="{EBE72886-056B-A90E-2F93-CF8155A2B4E8}"/>
          </ac:inkMkLst>
        </pc:inkChg>
        <pc:inkChg chg="add mod">
          <ac:chgData name="Mahima Weerasinghe" userId="e11e3f55-42da-4e07-8ead-4d7a1d7ea1c6" providerId="ADAL" clId="{DEC8990C-F1E8-4081-8796-F50D8B9FA883}" dt="2024-10-13T12:31:51.640" v="1786"/>
          <ac:inkMkLst>
            <pc:docMk/>
            <pc:sldMk cId="3127916699" sldId="396"/>
            <ac:inkMk id="114" creationId="{617BEE82-FA45-5360-AD3D-EA40B6CC2848}"/>
          </ac:inkMkLst>
        </pc:inkChg>
        <pc:inkChg chg="add mod">
          <ac:chgData name="Mahima Weerasinghe" userId="e11e3f55-42da-4e07-8ead-4d7a1d7ea1c6" providerId="ADAL" clId="{DEC8990C-F1E8-4081-8796-F50D8B9FA883}" dt="2024-10-13T12:31:51.640" v="1786"/>
          <ac:inkMkLst>
            <pc:docMk/>
            <pc:sldMk cId="3127916699" sldId="396"/>
            <ac:inkMk id="115" creationId="{7C74D7C6-3072-8D26-9F9B-A58A6616C785}"/>
          </ac:inkMkLst>
        </pc:inkChg>
        <pc:inkChg chg="add mod">
          <ac:chgData name="Mahima Weerasinghe" userId="e11e3f55-42da-4e07-8ead-4d7a1d7ea1c6" providerId="ADAL" clId="{DEC8990C-F1E8-4081-8796-F50D8B9FA883}" dt="2024-10-13T12:31:51.640" v="1786"/>
          <ac:inkMkLst>
            <pc:docMk/>
            <pc:sldMk cId="3127916699" sldId="396"/>
            <ac:inkMk id="116" creationId="{714D2E20-F6A4-8ECA-97B6-CF83BDD91B6F}"/>
          </ac:inkMkLst>
        </pc:inkChg>
        <pc:inkChg chg="add mod">
          <ac:chgData name="Mahima Weerasinghe" userId="e11e3f55-42da-4e07-8ead-4d7a1d7ea1c6" providerId="ADAL" clId="{DEC8990C-F1E8-4081-8796-F50D8B9FA883}" dt="2024-10-13T12:31:51.640" v="1786"/>
          <ac:inkMkLst>
            <pc:docMk/>
            <pc:sldMk cId="3127916699" sldId="396"/>
            <ac:inkMk id="117" creationId="{9E8F55AC-618E-7A31-C0F1-BE49F7AB1B04}"/>
          </ac:inkMkLst>
        </pc:inkChg>
        <pc:inkChg chg="add mod">
          <ac:chgData name="Mahima Weerasinghe" userId="e11e3f55-42da-4e07-8ead-4d7a1d7ea1c6" providerId="ADAL" clId="{DEC8990C-F1E8-4081-8796-F50D8B9FA883}" dt="2024-10-13T12:31:51.640" v="1786"/>
          <ac:inkMkLst>
            <pc:docMk/>
            <pc:sldMk cId="3127916699" sldId="396"/>
            <ac:inkMk id="118" creationId="{F9FE7194-FDB9-CEBC-A849-6C758F751A49}"/>
          </ac:inkMkLst>
        </pc:inkChg>
        <pc:inkChg chg="add mod">
          <ac:chgData name="Mahima Weerasinghe" userId="e11e3f55-42da-4e07-8ead-4d7a1d7ea1c6" providerId="ADAL" clId="{DEC8990C-F1E8-4081-8796-F50D8B9FA883}" dt="2024-10-13T12:31:51.640" v="1786"/>
          <ac:inkMkLst>
            <pc:docMk/>
            <pc:sldMk cId="3127916699" sldId="396"/>
            <ac:inkMk id="119" creationId="{9C0EB3D4-F196-8FA0-B677-EA3B5A236EAA}"/>
          </ac:inkMkLst>
        </pc:inkChg>
        <pc:inkChg chg="add mod">
          <ac:chgData name="Mahima Weerasinghe" userId="e11e3f55-42da-4e07-8ead-4d7a1d7ea1c6" providerId="ADAL" clId="{DEC8990C-F1E8-4081-8796-F50D8B9FA883}" dt="2024-10-13T12:31:51.640" v="1786"/>
          <ac:inkMkLst>
            <pc:docMk/>
            <pc:sldMk cId="3127916699" sldId="396"/>
            <ac:inkMk id="120" creationId="{8EB46BAB-F26B-6369-291A-45EC78A230D0}"/>
          </ac:inkMkLst>
        </pc:inkChg>
        <pc:inkChg chg="add mod">
          <ac:chgData name="Mahima Weerasinghe" userId="e11e3f55-42da-4e07-8ead-4d7a1d7ea1c6" providerId="ADAL" clId="{DEC8990C-F1E8-4081-8796-F50D8B9FA883}" dt="2024-10-13T12:33:18.771" v="1821"/>
          <ac:inkMkLst>
            <pc:docMk/>
            <pc:sldMk cId="3127916699" sldId="396"/>
            <ac:inkMk id="121" creationId="{E04F7388-8766-332C-4ADD-3ABF593CB5E9}"/>
          </ac:inkMkLst>
        </pc:inkChg>
        <pc:inkChg chg="add mod">
          <ac:chgData name="Mahima Weerasinghe" userId="e11e3f55-42da-4e07-8ead-4d7a1d7ea1c6" providerId="ADAL" clId="{DEC8990C-F1E8-4081-8796-F50D8B9FA883}" dt="2024-10-13T12:33:18.771" v="1821"/>
          <ac:inkMkLst>
            <pc:docMk/>
            <pc:sldMk cId="3127916699" sldId="396"/>
            <ac:inkMk id="122" creationId="{46F7C55C-A009-22E6-B02F-CFA96654C2EE}"/>
          </ac:inkMkLst>
        </pc:inkChg>
        <pc:inkChg chg="add mod">
          <ac:chgData name="Mahima Weerasinghe" userId="e11e3f55-42da-4e07-8ead-4d7a1d7ea1c6" providerId="ADAL" clId="{DEC8990C-F1E8-4081-8796-F50D8B9FA883}" dt="2024-10-13T12:33:18.771" v="1821"/>
          <ac:inkMkLst>
            <pc:docMk/>
            <pc:sldMk cId="3127916699" sldId="396"/>
            <ac:inkMk id="123" creationId="{B1880DDC-4D78-3B75-D217-FC2B845BB43C}"/>
          </ac:inkMkLst>
        </pc:inkChg>
        <pc:inkChg chg="add mod">
          <ac:chgData name="Mahima Weerasinghe" userId="e11e3f55-42da-4e07-8ead-4d7a1d7ea1c6" providerId="ADAL" clId="{DEC8990C-F1E8-4081-8796-F50D8B9FA883}" dt="2024-10-13T12:33:18.771" v="1821"/>
          <ac:inkMkLst>
            <pc:docMk/>
            <pc:sldMk cId="3127916699" sldId="396"/>
            <ac:inkMk id="124" creationId="{DE3DA701-1CD7-F5F5-242E-67A6B52B5434}"/>
          </ac:inkMkLst>
        </pc:inkChg>
        <pc:inkChg chg="add mod">
          <ac:chgData name="Mahima Weerasinghe" userId="e11e3f55-42da-4e07-8ead-4d7a1d7ea1c6" providerId="ADAL" clId="{DEC8990C-F1E8-4081-8796-F50D8B9FA883}" dt="2024-10-13T12:33:18.771" v="1821"/>
          <ac:inkMkLst>
            <pc:docMk/>
            <pc:sldMk cId="3127916699" sldId="396"/>
            <ac:inkMk id="125" creationId="{89DF6749-2153-02F8-252E-D13C1BEFA1A4}"/>
          </ac:inkMkLst>
        </pc:inkChg>
        <pc:inkChg chg="add mod">
          <ac:chgData name="Mahima Weerasinghe" userId="e11e3f55-42da-4e07-8ead-4d7a1d7ea1c6" providerId="ADAL" clId="{DEC8990C-F1E8-4081-8796-F50D8B9FA883}" dt="2024-10-13T12:33:18.771" v="1821"/>
          <ac:inkMkLst>
            <pc:docMk/>
            <pc:sldMk cId="3127916699" sldId="396"/>
            <ac:inkMk id="128" creationId="{673CB884-871C-93EE-C516-7C546ED851DC}"/>
          </ac:inkMkLst>
        </pc:inkChg>
        <pc:inkChg chg="add mod">
          <ac:chgData name="Mahima Weerasinghe" userId="e11e3f55-42da-4e07-8ead-4d7a1d7ea1c6" providerId="ADAL" clId="{DEC8990C-F1E8-4081-8796-F50D8B9FA883}" dt="2024-10-13T12:33:18.771" v="1821"/>
          <ac:inkMkLst>
            <pc:docMk/>
            <pc:sldMk cId="3127916699" sldId="396"/>
            <ac:inkMk id="129" creationId="{7D2AC618-5B36-27A2-A6FD-0F0C7A0C73CD}"/>
          </ac:inkMkLst>
        </pc:inkChg>
        <pc:inkChg chg="add mod">
          <ac:chgData name="Mahima Weerasinghe" userId="e11e3f55-42da-4e07-8ead-4d7a1d7ea1c6" providerId="ADAL" clId="{DEC8990C-F1E8-4081-8796-F50D8B9FA883}" dt="2024-10-13T12:33:18.771" v="1821"/>
          <ac:inkMkLst>
            <pc:docMk/>
            <pc:sldMk cId="3127916699" sldId="396"/>
            <ac:inkMk id="130" creationId="{C753B187-A263-8111-6917-73D1FC0C3B48}"/>
          </ac:inkMkLst>
        </pc:inkChg>
        <pc:inkChg chg="add mod">
          <ac:chgData name="Mahima Weerasinghe" userId="e11e3f55-42da-4e07-8ead-4d7a1d7ea1c6" providerId="ADAL" clId="{DEC8990C-F1E8-4081-8796-F50D8B9FA883}" dt="2024-10-13T12:33:18.771" v="1821"/>
          <ac:inkMkLst>
            <pc:docMk/>
            <pc:sldMk cId="3127916699" sldId="396"/>
            <ac:inkMk id="131" creationId="{DC5212EC-B30E-88CC-2CED-2C94A4F1C8F4}"/>
          </ac:inkMkLst>
        </pc:inkChg>
        <pc:inkChg chg="add mod">
          <ac:chgData name="Mahima Weerasinghe" userId="e11e3f55-42da-4e07-8ead-4d7a1d7ea1c6" providerId="ADAL" clId="{DEC8990C-F1E8-4081-8796-F50D8B9FA883}" dt="2024-10-13T12:33:18.771" v="1821"/>
          <ac:inkMkLst>
            <pc:docMk/>
            <pc:sldMk cId="3127916699" sldId="396"/>
            <ac:inkMk id="132" creationId="{B49E728C-68F0-BE21-C50F-E099400FFA24}"/>
          </ac:inkMkLst>
        </pc:inkChg>
        <pc:inkChg chg="add mod">
          <ac:chgData name="Mahima Weerasinghe" userId="e11e3f55-42da-4e07-8ead-4d7a1d7ea1c6" providerId="ADAL" clId="{DEC8990C-F1E8-4081-8796-F50D8B9FA883}" dt="2024-10-13T12:33:18.771" v="1821"/>
          <ac:inkMkLst>
            <pc:docMk/>
            <pc:sldMk cId="3127916699" sldId="396"/>
            <ac:inkMk id="133" creationId="{AD06483D-D461-D607-B09A-BF597AD2BD45}"/>
          </ac:inkMkLst>
        </pc:inkChg>
        <pc:inkChg chg="add mod">
          <ac:chgData name="Mahima Weerasinghe" userId="e11e3f55-42da-4e07-8ead-4d7a1d7ea1c6" providerId="ADAL" clId="{DEC8990C-F1E8-4081-8796-F50D8B9FA883}" dt="2024-10-13T12:33:18.771" v="1821"/>
          <ac:inkMkLst>
            <pc:docMk/>
            <pc:sldMk cId="3127916699" sldId="396"/>
            <ac:inkMk id="134" creationId="{B8F07042-22FD-2E0E-C0A1-782822D2F848}"/>
          </ac:inkMkLst>
        </pc:inkChg>
        <pc:inkChg chg="add mod">
          <ac:chgData name="Mahima Weerasinghe" userId="e11e3f55-42da-4e07-8ead-4d7a1d7ea1c6" providerId="ADAL" clId="{DEC8990C-F1E8-4081-8796-F50D8B9FA883}" dt="2024-10-13T12:33:18.771" v="1821"/>
          <ac:inkMkLst>
            <pc:docMk/>
            <pc:sldMk cId="3127916699" sldId="396"/>
            <ac:inkMk id="135" creationId="{E70032EF-B094-F2DE-2060-27EABB214D77}"/>
          </ac:inkMkLst>
        </pc:inkChg>
        <pc:inkChg chg="add mod">
          <ac:chgData name="Mahima Weerasinghe" userId="e11e3f55-42da-4e07-8ead-4d7a1d7ea1c6" providerId="ADAL" clId="{DEC8990C-F1E8-4081-8796-F50D8B9FA883}" dt="2024-10-13T12:33:18.771" v="1821"/>
          <ac:inkMkLst>
            <pc:docMk/>
            <pc:sldMk cId="3127916699" sldId="396"/>
            <ac:inkMk id="136" creationId="{8F7DA098-396D-353E-10C6-9FDFF580D354}"/>
          </ac:inkMkLst>
        </pc:inkChg>
        <pc:inkChg chg="add mod">
          <ac:chgData name="Mahima Weerasinghe" userId="e11e3f55-42da-4e07-8ead-4d7a1d7ea1c6" providerId="ADAL" clId="{DEC8990C-F1E8-4081-8796-F50D8B9FA883}" dt="2024-10-13T12:33:18.771" v="1821"/>
          <ac:inkMkLst>
            <pc:docMk/>
            <pc:sldMk cId="3127916699" sldId="396"/>
            <ac:inkMk id="137" creationId="{C61887FA-960D-3EBB-923C-F7F27E19E2CD}"/>
          </ac:inkMkLst>
        </pc:inkChg>
        <pc:inkChg chg="add mod">
          <ac:chgData name="Mahima Weerasinghe" userId="e11e3f55-42da-4e07-8ead-4d7a1d7ea1c6" providerId="ADAL" clId="{DEC8990C-F1E8-4081-8796-F50D8B9FA883}" dt="2024-10-13T12:33:18.771" v="1821"/>
          <ac:inkMkLst>
            <pc:docMk/>
            <pc:sldMk cId="3127916699" sldId="396"/>
            <ac:inkMk id="138" creationId="{B4BF2B91-406F-1C69-BD3E-4C9D745EDB2F}"/>
          </ac:inkMkLst>
        </pc:inkChg>
        <pc:inkChg chg="add mod">
          <ac:chgData name="Mahima Weerasinghe" userId="e11e3f55-42da-4e07-8ead-4d7a1d7ea1c6" providerId="ADAL" clId="{DEC8990C-F1E8-4081-8796-F50D8B9FA883}" dt="2024-10-13T12:33:18.771" v="1821"/>
          <ac:inkMkLst>
            <pc:docMk/>
            <pc:sldMk cId="3127916699" sldId="396"/>
            <ac:inkMk id="139" creationId="{184D2C0C-713A-3820-0F53-62EB642CB843}"/>
          </ac:inkMkLst>
        </pc:inkChg>
        <pc:inkChg chg="add mod">
          <ac:chgData name="Mahima Weerasinghe" userId="e11e3f55-42da-4e07-8ead-4d7a1d7ea1c6" providerId="ADAL" clId="{DEC8990C-F1E8-4081-8796-F50D8B9FA883}" dt="2024-10-13T12:33:18.771" v="1821"/>
          <ac:inkMkLst>
            <pc:docMk/>
            <pc:sldMk cId="3127916699" sldId="396"/>
            <ac:inkMk id="140" creationId="{8740457C-0197-144D-5F44-F8CCF28E305D}"/>
          </ac:inkMkLst>
        </pc:inkChg>
        <pc:inkChg chg="add mod">
          <ac:chgData name="Mahima Weerasinghe" userId="e11e3f55-42da-4e07-8ead-4d7a1d7ea1c6" providerId="ADAL" clId="{DEC8990C-F1E8-4081-8796-F50D8B9FA883}" dt="2024-10-13T12:33:05.737" v="1803"/>
          <ac:inkMkLst>
            <pc:docMk/>
            <pc:sldMk cId="3127916699" sldId="396"/>
            <ac:inkMk id="142" creationId="{1D7EE846-2026-AB85-20CD-0D932DC6137D}"/>
          </ac:inkMkLst>
        </pc:inkChg>
        <pc:inkChg chg="add mod">
          <ac:chgData name="Mahima Weerasinghe" userId="e11e3f55-42da-4e07-8ead-4d7a1d7ea1c6" providerId="ADAL" clId="{DEC8990C-F1E8-4081-8796-F50D8B9FA883}" dt="2024-10-13T12:33:05.737" v="1803"/>
          <ac:inkMkLst>
            <pc:docMk/>
            <pc:sldMk cId="3127916699" sldId="396"/>
            <ac:inkMk id="143" creationId="{32E6E37B-88FA-4C12-8773-D96DEFFC9DD3}"/>
          </ac:inkMkLst>
        </pc:inkChg>
        <pc:inkChg chg="add mod">
          <ac:chgData name="Mahima Weerasinghe" userId="e11e3f55-42da-4e07-8ead-4d7a1d7ea1c6" providerId="ADAL" clId="{DEC8990C-F1E8-4081-8796-F50D8B9FA883}" dt="2024-10-13T12:33:18.771" v="1821"/>
          <ac:inkMkLst>
            <pc:docMk/>
            <pc:sldMk cId="3127916699" sldId="396"/>
            <ac:inkMk id="145" creationId="{59FE46A7-2135-F7D4-708A-97350975DF3A}"/>
          </ac:inkMkLst>
        </pc:inkChg>
        <pc:inkChg chg="add mod">
          <ac:chgData name="Mahima Weerasinghe" userId="e11e3f55-42da-4e07-8ead-4d7a1d7ea1c6" providerId="ADAL" clId="{DEC8990C-F1E8-4081-8796-F50D8B9FA883}" dt="2024-10-13T12:33:18.771" v="1821"/>
          <ac:inkMkLst>
            <pc:docMk/>
            <pc:sldMk cId="3127916699" sldId="396"/>
            <ac:inkMk id="146" creationId="{FA3A7ABE-A05E-888A-E32F-0C173D81800B}"/>
          </ac:inkMkLst>
        </pc:inkChg>
        <pc:inkChg chg="add">
          <ac:chgData name="Mahima Weerasinghe" userId="e11e3f55-42da-4e07-8ead-4d7a1d7ea1c6" providerId="ADAL" clId="{DEC8990C-F1E8-4081-8796-F50D8B9FA883}" dt="2024-10-13T12:33:11.628" v="1806" actId="9405"/>
          <ac:inkMkLst>
            <pc:docMk/>
            <pc:sldMk cId="3127916699" sldId="396"/>
            <ac:inkMk id="147" creationId="{DF2C007B-A5F4-DF8C-223B-65DAA806D44E}"/>
          </ac:inkMkLst>
        </pc:inkChg>
        <pc:inkChg chg="add mod">
          <ac:chgData name="Mahima Weerasinghe" userId="e11e3f55-42da-4e07-8ead-4d7a1d7ea1c6" providerId="ADAL" clId="{DEC8990C-F1E8-4081-8796-F50D8B9FA883}" dt="2024-10-13T12:33:18.771" v="1821"/>
          <ac:inkMkLst>
            <pc:docMk/>
            <pc:sldMk cId="3127916699" sldId="396"/>
            <ac:inkMk id="148" creationId="{82519A4E-7357-E03F-4915-3C83088B5AAE}"/>
          </ac:inkMkLst>
        </pc:inkChg>
        <pc:inkChg chg="add mod">
          <ac:chgData name="Mahima Weerasinghe" userId="e11e3f55-42da-4e07-8ead-4d7a1d7ea1c6" providerId="ADAL" clId="{DEC8990C-F1E8-4081-8796-F50D8B9FA883}" dt="2024-10-13T12:33:18.771" v="1821"/>
          <ac:inkMkLst>
            <pc:docMk/>
            <pc:sldMk cId="3127916699" sldId="396"/>
            <ac:inkMk id="149" creationId="{AB888B21-CF4C-A265-12B4-632F5B27C60E}"/>
          </ac:inkMkLst>
        </pc:inkChg>
        <pc:inkChg chg="add mod">
          <ac:chgData name="Mahima Weerasinghe" userId="e11e3f55-42da-4e07-8ead-4d7a1d7ea1c6" providerId="ADAL" clId="{DEC8990C-F1E8-4081-8796-F50D8B9FA883}" dt="2024-10-13T12:33:18.771" v="1821"/>
          <ac:inkMkLst>
            <pc:docMk/>
            <pc:sldMk cId="3127916699" sldId="396"/>
            <ac:inkMk id="150" creationId="{8EE5B025-26E3-21FD-A582-DD1A3522B996}"/>
          </ac:inkMkLst>
        </pc:inkChg>
        <pc:inkChg chg="add mod">
          <ac:chgData name="Mahima Weerasinghe" userId="e11e3f55-42da-4e07-8ead-4d7a1d7ea1c6" providerId="ADAL" clId="{DEC8990C-F1E8-4081-8796-F50D8B9FA883}" dt="2024-10-13T12:33:18.771" v="1821"/>
          <ac:inkMkLst>
            <pc:docMk/>
            <pc:sldMk cId="3127916699" sldId="396"/>
            <ac:inkMk id="151" creationId="{7DECC2A4-A893-4A2E-8449-6CB65D5F26DE}"/>
          </ac:inkMkLst>
        </pc:inkChg>
        <pc:inkChg chg="add mod">
          <ac:chgData name="Mahima Weerasinghe" userId="e11e3f55-42da-4e07-8ead-4d7a1d7ea1c6" providerId="ADAL" clId="{DEC8990C-F1E8-4081-8796-F50D8B9FA883}" dt="2024-10-13T12:33:18.771" v="1821"/>
          <ac:inkMkLst>
            <pc:docMk/>
            <pc:sldMk cId="3127916699" sldId="396"/>
            <ac:inkMk id="152" creationId="{03709167-A811-B88E-3168-DF5A972294F2}"/>
          </ac:inkMkLst>
        </pc:inkChg>
        <pc:inkChg chg="add mod">
          <ac:chgData name="Mahima Weerasinghe" userId="e11e3f55-42da-4e07-8ead-4d7a1d7ea1c6" providerId="ADAL" clId="{DEC8990C-F1E8-4081-8796-F50D8B9FA883}" dt="2024-10-13T12:33:18.771" v="1821"/>
          <ac:inkMkLst>
            <pc:docMk/>
            <pc:sldMk cId="3127916699" sldId="396"/>
            <ac:inkMk id="153" creationId="{96B61CDB-D6AD-1E6A-BCF5-6A3BB87A55FF}"/>
          </ac:inkMkLst>
        </pc:inkChg>
        <pc:inkChg chg="add mod">
          <ac:chgData name="Mahima Weerasinghe" userId="e11e3f55-42da-4e07-8ead-4d7a1d7ea1c6" providerId="ADAL" clId="{DEC8990C-F1E8-4081-8796-F50D8B9FA883}" dt="2024-10-13T12:33:18.771" v="1821"/>
          <ac:inkMkLst>
            <pc:docMk/>
            <pc:sldMk cId="3127916699" sldId="396"/>
            <ac:inkMk id="154" creationId="{E681FC8C-4492-06A8-DE4E-B7F55E3CAEBB}"/>
          </ac:inkMkLst>
        </pc:inkChg>
        <pc:inkChg chg="add mod">
          <ac:chgData name="Mahima Weerasinghe" userId="e11e3f55-42da-4e07-8ead-4d7a1d7ea1c6" providerId="ADAL" clId="{DEC8990C-F1E8-4081-8796-F50D8B9FA883}" dt="2024-10-13T12:33:18.771" v="1821"/>
          <ac:inkMkLst>
            <pc:docMk/>
            <pc:sldMk cId="3127916699" sldId="396"/>
            <ac:inkMk id="155" creationId="{13CF2E3D-2E41-B8B7-6745-BCF6BDB9E006}"/>
          </ac:inkMkLst>
        </pc:inkChg>
        <pc:inkChg chg="add mod">
          <ac:chgData name="Mahima Weerasinghe" userId="e11e3f55-42da-4e07-8ead-4d7a1d7ea1c6" providerId="ADAL" clId="{DEC8990C-F1E8-4081-8796-F50D8B9FA883}" dt="2024-10-13T12:33:18.771" v="1821"/>
          <ac:inkMkLst>
            <pc:docMk/>
            <pc:sldMk cId="3127916699" sldId="396"/>
            <ac:inkMk id="156" creationId="{90C4582D-5C1E-C498-0A1E-7974EC36BFD0}"/>
          </ac:inkMkLst>
        </pc:inkChg>
        <pc:inkChg chg="add mod">
          <ac:chgData name="Mahima Weerasinghe" userId="e11e3f55-42da-4e07-8ead-4d7a1d7ea1c6" providerId="ADAL" clId="{DEC8990C-F1E8-4081-8796-F50D8B9FA883}" dt="2024-10-13T12:33:18.771" v="1821"/>
          <ac:inkMkLst>
            <pc:docMk/>
            <pc:sldMk cId="3127916699" sldId="396"/>
            <ac:inkMk id="157" creationId="{750AA21A-B0A6-7A77-9BE9-072AF8D5A0C2}"/>
          </ac:inkMkLst>
        </pc:inkChg>
        <pc:inkChg chg="add mod">
          <ac:chgData name="Mahima Weerasinghe" userId="e11e3f55-42da-4e07-8ead-4d7a1d7ea1c6" providerId="ADAL" clId="{DEC8990C-F1E8-4081-8796-F50D8B9FA883}" dt="2024-10-13T12:33:20.771" v="1823"/>
          <ac:inkMkLst>
            <pc:docMk/>
            <pc:sldMk cId="3127916699" sldId="396"/>
            <ac:inkMk id="158" creationId="{0EA7C1C9-294C-E0D5-7FDA-6E77A6B9853E}"/>
          </ac:inkMkLst>
        </pc:inkChg>
        <pc:inkChg chg="add mod">
          <ac:chgData name="Mahima Weerasinghe" userId="e11e3f55-42da-4e07-8ead-4d7a1d7ea1c6" providerId="ADAL" clId="{DEC8990C-F1E8-4081-8796-F50D8B9FA883}" dt="2024-10-13T12:33:20.771" v="1823"/>
          <ac:inkMkLst>
            <pc:docMk/>
            <pc:sldMk cId="3127916699" sldId="396"/>
            <ac:inkMk id="159" creationId="{02042B80-878E-43C6-0B99-3FB123275088}"/>
          </ac:inkMkLst>
        </pc:inkChg>
        <pc:inkChg chg="add mod">
          <ac:chgData name="Mahima Weerasinghe" userId="e11e3f55-42da-4e07-8ead-4d7a1d7ea1c6" providerId="ADAL" clId="{DEC8990C-F1E8-4081-8796-F50D8B9FA883}" dt="2024-10-13T12:33:20.771" v="1823"/>
          <ac:inkMkLst>
            <pc:docMk/>
            <pc:sldMk cId="3127916699" sldId="396"/>
            <ac:inkMk id="160" creationId="{810AFC7D-0970-A191-253F-7D373124E3E2}"/>
          </ac:inkMkLst>
        </pc:inkChg>
        <pc:inkChg chg="add mod">
          <ac:chgData name="Mahima Weerasinghe" userId="e11e3f55-42da-4e07-8ead-4d7a1d7ea1c6" providerId="ADAL" clId="{DEC8990C-F1E8-4081-8796-F50D8B9FA883}" dt="2024-10-13T12:33:18.771" v="1821"/>
          <ac:inkMkLst>
            <pc:docMk/>
            <pc:sldMk cId="3127916699" sldId="396"/>
            <ac:inkMk id="161" creationId="{DCFD8DAE-7055-BCB3-8396-39C164144F5B}"/>
          </ac:inkMkLst>
        </pc:inkChg>
        <pc:inkChg chg="add mod">
          <ac:chgData name="Mahima Weerasinghe" userId="e11e3f55-42da-4e07-8ead-4d7a1d7ea1c6" providerId="ADAL" clId="{DEC8990C-F1E8-4081-8796-F50D8B9FA883}" dt="2024-10-13T12:33:20.771" v="1823"/>
          <ac:inkMkLst>
            <pc:docMk/>
            <pc:sldMk cId="3127916699" sldId="396"/>
            <ac:inkMk id="166" creationId="{BAF17B6C-C93F-5DAB-53FB-885EDC26976E}"/>
          </ac:inkMkLst>
        </pc:inkChg>
      </pc:sldChg>
      <pc:sldChg chg="addSp delSp modSp new mod">
        <pc:chgData name="Mahima Weerasinghe" userId="e11e3f55-42da-4e07-8ead-4d7a1d7ea1c6" providerId="ADAL" clId="{DEC8990C-F1E8-4081-8796-F50D8B9FA883}" dt="2024-10-13T13:04:14.388" v="2060"/>
        <pc:sldMkLst>
          <pc:docMk/>
          <pc:sldMk cId="3647272894" sldId="397"/>
        </pc:sldMkLst>
        <pc:spChg chg="mod">
          <ac:chgData name="Mahima Weerasinghe" userId="e11e3f55-42da-4e07-8ead-4d7a1d7ea1c6" providerId="ADAL" clId="{DEC8990C-F1E8-4081-8796-F50D8B9FA883}" dt="2024-10-13T04:31:40.799" v="477" actId="20577"/>
          <ac:spMkLst>
            <pc:docMk/>
            <pc:sldMk cId="3647272894" sldId="397"/>
            <ac:spMk id="2" creationId="{1CCD5F1B-C313-2BCB-0BB0-1C044414DE5C}"/>
          </ac:spMkLst>
        </pc:spChg>
        <pc:spChg chg="add mod">
          <ac:chgData name="Mahima Weerasinghe" userId="e11e3f55-42da-4e07-8ead-4d7a1d7ea1c6" providerId="ADAL" clId="{DEC8990C-F1E8-4081-8796-F50D8B9FA883}" dt="2024-10-13T04:48:30.111" v="480" actId="14100"/>
          <ac:spMkLst>
            <pc:docMk/>
            <pc:sldMk cId="3647272894" sldId="397"/>
            <ac:spMk id="4" creationId="{98E225C3-8FDB-6339-BB2A-91C2603F4393}"/>
          </ac:spMkLst>
        </pc:spChg>
        <pc:grpChg chg="mod">
          <ac:chgData name="Mahima Weerasinghe" userId="e11e3f55-42da-4e07-8ead-4d7a1d7ea1c6" providerId="ADAL" clId="{DEC8990C-F1E8-4081-8796-F50D8B9FA883}" dt="2024-10-13T12:33:54.461" v="1834"/>
          <ac:grpSpMkLst>
            <pc:docMk/>
            <pc:sldMk cId="3647272894" sldId="397"/>
            <ac:grpSpMk id="15" creationId="{E1C0FB35-CC10-24D1-2F4E-2FA06F83EEE3}"/>
          </ac:grpSpMkLst>
        </pc:grpChg>
        <pc:grpChg chg="mod">
          <ac:chgData name="Mahima Weerasinghe" userId="e11e3f55-42da-4e07-8ead-4d7a1d7ea1c6" providerId="ADAL" clId="{DEC8990C-F1E8-4081-8796-F50D8B9FA883}" dt="2024-10-13T12:33:54.461" v="1834"/>
          <ac:grpSpMkLst>
            <pc:docMk/>
            <pc:sldMk cId="3647272894" sldId="397"/>
            <ac:grpSpMk id="16" creationId="{BF04F6C6-CA47-05DD-7884-3B3DB09CD5C0}"/>
          </ac:grpSpMkLst>
        </pc:grpChg>
        <pc:grpChg chg="mod">
          <ac:chgData name="Mahima Weerasinghe" userId="e11e3f55-42da-4e07-8ead-4d7a1d7ea1c6" providerId="ADAL" clId="{DEC8990C-F1E8-4081-8796-F50D8B9FA883}" dt="2024-10-13T12:34:03.704" v="1837"/>
          <ac:grpSpMkLst>
            <pc:docMk/>
            <pc:sldMk cId="3647272894" sldId="397"/>
            <ac:grpSpMk id="19" creationId="{B4FD8426-383B-2C23-B81A-CE3F3D479F05}"/>
          </ac:grpSpMkLst>
        </pc:grpChg>
        <pc:grpChg chg="del mod">
          <ac:chgData name="Mahima Weerasinghe" userId="e11e3f55-42da-4e07-8ead-4d7a1d7ea1c6" providerId="ADAL" clId="{DEC8990C-F1E8-4081-8796-F50D8B9FA883}" dt="2024-10-13T13:01:27.531" v="1972"/>
          <ac:grpSpMkLst>
            <pc:docMk/>
            <pc:sldMk cId="3647272894" sldId="397"/>
            <ac:grpSpMk id="27" creationId="{C840723C-12EF-8624-EEF6-F1040616C451}"/>
          </ac:grpSpMkLst>
        </pc:grpChg>
        <pc:grpChg chg="del mod">
          <ac:chgData name="Mahima Weerasinghe" userId="e11e3f55-42da-4e07-8ead-4d7a1d7ea1c6" providerId="ADAL" clId="{DEC8990C-F1E8-4081-8796-F50D8B9FA883}" dt="2024-10-13T13:04:09.519" v="2053"/>
          <ac:grpSpMkLst>
            <pc:docMk/>
            <pc:sldMk cId="3647272894" sldId="397"/>
            <ac:grpSpMk id="34" creationId="{D6F8A4F0-ED97-EECB-9FAD-F67A493E2417}"/>
          </ac:grpSpMkLst>
        </pc:grpChg>
        <pc:grpChg chg="del mod">
          <ac:chgData name="Mahima Weerasinghe" userId="e11e3f55-42da-4e07-8ead-4d7a1d7ea1c6" providerId="ADAL" clId="{DEC8990C-F1E8-4081-8796-F50D8B9FA883}" dt="2024-10-13T13:03:25.450" v="2021"/>
          <ac:grpSpMkLst>
            <pc:docMk/>
            <pc:sldMk cId="3647272894" sldId="397"/>
            <ac:grpSpMk id="40" creationId="{59D19344-A9D3-7C92-632A-84F8C0EB37C3}"/>
          </ac:grpSpMkLst>
        </pc:grpChg>
        <pc:grpChg chg="mod">
          <ac:chgData name="Mahima Weerasinghe" userId="e11e3f55-42da-4e07-8ead-4d7a1d7ea1c6" providerId="ADAL" clId="{DEC8990C-F1E8-4081-8796-F50D8B9FA883}" dt="2024-10-13T13:01:45.585" v="1981"/>
          <ac:grpSpMkLst>
            <pc:docMk/>
            <pc:sldMk cId="3647272894" sldId="397"/>
            <ac:grpSpMk id="43" creationId="{98098006-6557-6312-267B-550DFB9E7E15}"/>
          </ac:grpSpMkLst>
        </pc:grpChg>
        <pc:grpChg chg="mod">
          <ac:chgData name="Mahima Weerasinghe" userId="e11e3f55-42da-4e07-8ead-4d7a1d7ea1c6" providerId="ADAL" clId="{DEC8990C-F1E8-4081-8796-F50D8B9FA883}" dt="2024-10-13T13:01:48.479" v="1986"/>
          <ac:grpSpMkLst>
            <pc:docMk/>
            <pc:sldMk cId="3647272894" sldId="397"/>
            <ac:grpSpMk id="48" creationId="{C301A7E2-07C4-CE76-CCEE-AAB18BA04BEC}"/>
          </ac:grpSpMkLst>
        </pc:grpChg>
        <pc:grpChg chg="del mod">
          <ac:chgData name="Mahima Weerasinghe" userId="e11e3f55-42da-4e07-8ead-4d7a1d7ea1c6" providerId="ADAL" clId="{DEC8990C-F1E8-4081-8796-F50D8B9FA883}" dt="2024-10-13T13:01:58.622" v="1997"/>
          <ac:grpSpMkLst>
            <pc:docMk/>
            <pc:sldMk cId="3647272894" sldId="397"/>
            <ac:grpSpMk id="55" creationId="{8C21A52D-C7A0-533F-6D4F-49BFDE68ED51}"/>
          </ac:grpSpMkLst>
        </pc:grpChg>
        <pc:grpChg chg="del mod">
          <ac:chgData name="Mahima Weerasinghe" userId="e11e3f55-42da-4e07-8ead-4d7a1d7ea1c6" providerId="ADAL" clId="{DEC8990C-F1E8-4081-8796-F50D8B9FA883}" dt="2024-10-13T13:03:25.450" v="2021"/>
          <ac:grpSpMkLst>
            <pc:docMk/>
            <pc:sldMk cId="3647272894" sldId="397"/>
            <ac:grpSpMk id="59" creationId="{F2AF4124-9EB6-D440-E627-0D4977F0FE54}"/>
          </ac:grpSpMkLst>
        </pc:grpChg>
        <pc:grpChg chg="del mod">
          <ac:chgData name="Mahima Weerasinghe" userId="e11e3f55-42da-4e07-8ead-4d7a1d7ea1c6" providerId="ADAL" clId="{DEC8990C-F1E8-4081-8796-F50D8B9FA883}" dt="2024-10-13T13:04:14.388" v="2060"/>
          <ac:grpSpMkLst>
            <pc:docMk/>
            <pc:sldMk cId="3647272894" sldId="397"/>
            <ac:grpSpMk id="63" creationId="{1975C1A8-371C-0748-A69B-5197332954B7}"/>
          </ac:grpSpMkLst>
        </pc:grpChg>
        <pc:grpChg chg="mod">
          <ac:chgData name="Mahima Weerasinghe" userId="e11e3f55-42da-4e07-8ead-4d7a1d7ea1c6" providerId="ADAL" clId="{DEC8990C-F1E8-4081-8796-F50D8B9FA883}" dt="2024-10-13T13:03:25.450" v="2021"/>
          <ac:grpSpMkLst>
            <pc:docMk/>
            <pc:sldMk cId="3647272894" sldId="397"/>
            <ac:grpSpMk id="64" creationId="{14B0E3C7-66AF-A2BC-28A9-010DD4F14A96}"/>
          </ac:grpSpMkLst>
        </pc:grpChg>
        <pc:grpChg chg="del mod">
          <ac:chgData name="Mahima Weerasinghe" userId="e11e3f55-42da-4e07-8ead-4d7a1d7ea1c6" providerId="ADAL" clId="{DEC8990C-F1E8-4081-8796-F50D8B9FA883}" dt="2024-10-13T13:03:59.949" v="2039"/>
          <ac:grpSpMkLst>
            <pc:docMk/>
            <pc:sldMk cId="3647272894" sldId="397"/>
            <ac:grpSpMk id="82" creationId="{4B189DD6-C47C-2B02-FB9D-5E386BF70B31}"/>
          </ac:grpSpMkLst>
        </pc:grpChg>
        <pc:grpChg chg="del mod">
          <ac:chgData name="Mahima Weerasinghe" userId="e11e3f55-42da-4e07-8ead-4d7a1d7ea1c6" providerId="ADAL" clId="{DEC8990C-F1E8-4081-8796-F50D8B9FA883}" dt="2024-10-13T13:04:14.388" v="2060"/>
          <ac:grpSpMkLst>
            <pc:docMk/>
            <pc:sldMk cId="3647272894" sldId="397"/>
            <ac:grpSpMk id="83" creationId="{14614BB0-EDD8-9508-A90B-3A4E0862ECC6}"/>
          </ac:grpSpMkLst>
        </pc:grpChg>
        <pc:grpChg chg="del mod">
          <ac:chgData name="Mahima Weerasinghe" userId="e11e3f55-42da-4e07-8ead-4d7a1d7ea1c6" providerId="ADAL" clId="{DEC8990C-F1E8-4081-8796-F50D8B9FA883}" dt="2024-10-13T13:04:04.866" v="2046"/>
          <ac:grpSpMkLst>
            <pc:docMk/>
            <pc:sldMk cId="3647272894" sldId="397"/>
            <ac:grpSpMk id="86" creationId="{470F569A-21F9-91EE-DBF7-22C73750D02E}"/>
          </ac:grpSpMkLst>
        </pc:grpChg>
        <pc:grpChg chg="del mod">
          <ac:chgData name="Mahima Weerasinghe" userId="e11e3f55-42da-4e07-8ead-4d7a1d7ea1c6" providerId="ADAL" clId="{DEC8990C-F1E8-4081-8796-F50D8B9FA883}" dt="2024-10-13T13:04:14.388" v="2060"/>
          <ac:grpSpMkLst>
            <pc:docMk/>
            <pc:sldMk cId="3647272894" sldId="397"/>
            <ac:grpSpMk id="90" creationId="{78DC558E-487E-12C0-2602-55AF95118279}"/>
          </ac:grpSpMkLst>
        </pc:grpChg>
        <pc:grpChg chg="mod">
          <ac:chgData name="Mahima Weerasinghe" userId="e11e3f55-42da-4e07-8ead-4d7a1d7ea1c6" providerId="ADAL" clId="{DEC8990C-F1E8-4081-8796-F50D8B9FA883}" dt="2024-10-13T13:04:09.519" v="2053"/>
          <ac:grpSpMkLst>
            <pc:docMk/>
            <pc:sldMk cId="3647272894" sldId="397"/>
            <ac:grpSpMk id="97" creationId="{3B1C469E-CA01-BDB0-CC83-3279B53B1760}"/>
          </ac:grpSpMkLst>
        </pc:grpChg>
        <pc:grpChg chg="mod">
          <ac:chgData name="Mahima Weerasinghe" userId="e11e3f55-42da-4e07-8ead-4d7a1d7ea1c6" providerId="ADAL" clId="{DEC8990C-F1E8-4081-8796-F50D8B9FA883}" dt="2024-10-13T13:04:14.388" v="2060"/>
          <ac:grpSpMkLst>
            <pc:docMk/>
            <pc:sldMk cId="3647272894" sldId="397"/>
            <ac:grpSpMk id="104" creationId="{F452A860-CF26-DAE1-4D56-BB0C921A9905}"/>
          </ac:grpSpMkLst>
        </pc:grpChg>
        <pc:grpChg chg="mod">
          <ac:chgData name="Mahima Weerasinghe" userId="e11e3f55-42da-4e07-8ead-4d7a1d7ea1c6" providerId="ADAL" clId="{DEC8990C-F1E8-4081-8796-F50D8B9FA883}" dt="2024-10-13T13:04:14.388" v="2060"/>
          <ac:grpSpMkLst>
            <pc:docMk/>
            <pc:sldMk cId="3647272894" sldId="397"/>
            <ac:grpSpMk id="105" creationId="{505E4F35-921F-E030-019A-7CD189B256CE}"/>
          </ac:grpSpMkLst>
        </pc:grpChg>
        <pc:picChg chg="add mod">
          <ac:chgData name="Mahima Weerasinghe" userId="e11e3f55-42da-4e07-8ead-4d7a1d7ea1c6" providerId="ADAL" clId="{DEC8990C-F1E8-4081-8796-F50D8B9FA883}" dt="2024-10-13T04:48:48.848" v="484" actId="1076"/>
          <ac:picMkLst>
            <pc:docMk/>
            <pc:sldMk cId="3647272894" sldId="397"/>
            <ac:picMk id="6" creationId="{D10E350D-87E4-C1E2-3317-7E1387C2EFB7}"/>
          </ac:picMkLst>
        </pc:picChg>
        <pc:inkChg chg="add mod">
          <ac:chgData name="Mahima Weerasinghe" userId="e11e3f55-42da-4e07-8ead-4d7a1d7ea1c6" providerId="ADAL" clId="{DEC8990C-F1E8-4081-8796-F50D8B9FA883}" dt="2024-10-13T12:33:54.461" v="1834"/>
          <ac:inkMkLst>
            <pc:docMk/>
            <pc:sldMk cId="3647272894" sldId="397"/>
            <ac:inkMk id="3" creationId="{27834A7F-5B64-9E7A-1BB3-AE79F68BDAF3}"/>
          </ac:inkMkLst>
        </pc:inkChg>
        <pc:inkChg chg="add mod">
          <ac:chgData name="Mahima Weerasinghe" userId="e11e3f55-42da-4e07-8ead-4d7a1d7ea1c6" providerId="ADAL" clId="{DEC8990C-F1E8-4081-8796-F50D8B9FA883}" dt="2024-10-13T12:33:54.461" v="1834"/>
          <ac:inkMkLst>
            <pc:docMk/>
            <pc:sldMk cId="3647272894" sldId="397"/>
            <ac:inkMk id="5" creationId="{A19B9EBE-D100-99D9-F3D3-057F3924BE1F}"/>
          </ac:inkMkLst>
        </pc:inkChg>
        <pc:inkChg chg="add mod">
          <ac:chgData name="Mahima Weerasinghe" userId="e11e3f55-42da-4e07-8ead-4d7a1d7ea1c6" providerId="ADAL" clId="{DEC8990C-F1E8-4081-8796-F50D8B9FA883}" dt="2024-10-13T12:33:54.461" v="1834"/>
          <ac:inkMkLst>
            <pc:docMk/>
            <pc:sldMk cId="3647272894" sldId="397"/>
            <ac:inkMk id="7" creationId="{4B2F8A93-F41F-9BA1-E3DB-0F6758AF9682}"/>
          </ac:inkMkLst>
        </pc:inkChg>
        <pc:inkChg chg="add mod">
          <ac:chgData name="Mahima Weerasinghe" userId="e11e3f55-42da-4e07-8ead-4d7a1d7ea1c6" providerId="ADAL" clId="{DEC8990C-F1E8-4081-8796-F50D8B9FA883}" dt="2024-10-13T12:33:54.461" v="1834"/>
          <ac:inkMkLst>
            <pc:docMk/>
            <pc:sldMk cId="3647272894" sldId="397"/>
            <ac:inkMk id="8" creationId="{5D56ED7A-A064-D811-7C88-12E5B89C56CA}"/>
          </ac:inkMkLst>
        </pc:inkChg>
        <pc:inkChg chg="add mod">
          <ac:chgData name="Mahima Weerasinghe" userId="e11e3f55-42da-4e07-8ead-4d7a1d7ea1c6" providerId="ADAL" clId="{DEC8990C-F1E8-4081-8796-F50D8B9FA883}" dt="2024-10-13T12:33:54.461" v="1834"/>
          <ac:inkMkLst>
            <pc:docMk/>
            <pc:sldMk cId="3647272894" sldId="397"/>
            <ac:inkMk id="9" creationId="{8A856130-30BE-A1F8-D5F5-E350A0D98867}"/>
          </ac:inkMkLst>
        </pc:inkChg>
        <pc:inkChg chg="add mod">
          <ac:chgData name="Mahima Weerasinghe" userId="e11e3f55-42da-4e07-8ead-4d7a1d7ea1c6" providerId="ADAL" clId="{DEC8990C-F1E8-4081-8796-F50D8B9FA883}" dt="2024-10-13T12:33:54.461" v="1834"/>
          <ac:inkMkLst>
            <pc:docMk/>
            <pc:sldMk cId="3647272894" sldId="397"/>
            <ac:inkMk id="10" creationId="{9612359E-23BA-C8CB-156A-F96FEC094D24}"/>
          </ac:inkMkLst>
        </pc:inkChg>
        <pc:inkChg chg="add mod">
          <ac:chgData name="Mahima Weerasinghe" userId="e11e3f55-42da-4e07-8ead-4d7a1d7ea1c6" providerId="ADAL" clId="{DEC8990C-F1E8-4081-8796-F50D8B9FA883}" dt="2024-10-13T12:33:54.461" v="1834"/>
          <ac:inkMkLst>
            <pc:docMk/>
            <pc:sldMk cId="3647272894" sldId="397"/>
            <ac:inkMk id="11" creationId="{A11210E1-E985-633E-EA0E-9C789E851302}"/>
          </ac:inkMkLst>
        </pc:inkChg>
        <pc:inkChg chg="add mod">
          <ac:chgData name="Mahima Weerasinghe" userId="e11e3f55-42da-4e07-8ead-4d7a1d7ea1c6" providerId="ADAL" clId="{DEC8990C-F1E8-4081-8796-F50D8B9FA883}" dt="2024-10-13T12:33:54.461" v="1834"/>
          <ac:inkMkLst>
            <pc:docMk/>
            <pc:sldMk cId="3647272894" sldId="397"/>
            <ac:inkMk id="12" creationId="{5F3094A5-D389-73E0-63C7-BA0C5B855BFB}"/>
          </ac:inkMkLst>
        </pc:inkChg>
        <pc:inkChg chg="add mod">
          <ac:chgData name="Mahima Weerasinghe" userId="e11e3f55-42da-4e07-8ead-4d7a1d7ea1c6" providerId="ADAL" clId="{DEC8990C-F1E8-4081-8796-F50D8B9FA883}" dt="2024-10-13T12:33:54.461" v="1834"/>
          <ac:inkMkLst>
            <pc:docMk/>
            <pc:sldMk cId="3647272894" sldId="397"/>
            <ac:inkMk id="13" creationId="{4616AC2D-9544-FD21-52C8-E88733CD1777}"/>
          </ac:inkMkLst>
        </pc:inkChg>
        <pc:inkChg chg="add mod">
          <ac:chgData name="Mahima Weerasinghe" userId="e11e3f55-42da-4e07-8ead-4d7a1d7ea1c6" providerId="ADAL" clId="{DEC8990C-F1E8-4081-8796-F50D8B9FA883}" dt="2024-10-13T12:33:54.461" v="1834"/>
          <ac:inkMkLst>
            <pc:docMk/>
            <pc:sldMk cId="3647272894" sldId="397"/>
            <ac:inkMk id="14" creationId="{21243ADB-F5F5-D3EB-422D-92AA3E1FF6EC}"/>
          </ac:inkMkLst>
        </pc:inkChg>
        <pc:inkChg chg="add mod">
          <ac:chgData name="Mahima Weerasinghe" userId="e11e3f55-42da-4e07-8ead-4d7a1d7ea1c6" providerId="ADAL" clId="{DEC8990C-F1E8-4081-8796-F50D8B9FA883}" dt="2024-10-13T12:34:03.704" v="1837"/>
          <ac:inkMkLst>
            <pc:docMk/>
            <pc:sldMk cId="3647272894" sldId="397"/>
            <ac:inkMk id="17" creationId="{5C888C05-B5FC-1C2D-C6F9-7DD35FDA5D2F}"/>
          </ac:inkMkLst>
        </pc:inkChg>
        <pc:inkChg chg="add mod">
          <ac:chgData name="Mahima Weerasinghe" userId="e11e3f55-42da-4e07-8ead-4d7a1d7ea1c6" providerId="ADAL" clId="{DEC8990C-F1E8-4081-8796-F50D8B9FA883}" dt="2024-10-13T12:34:03.704" v="1837"/>
          <ac:inkMkLst>
            <pc:docMk/>
            <pc:sldMk cId="3647272894" sldId="397"/>
            <ac:inkMk id="18" creationId="{98C8F175-0FE2-4993-5905-4C0B900DD1CF}"/>
          </ac:inkMkLst>
        </pc:inkChg>
        <pc:inkChg chg="add">
          <ac:chgData name="Mahima Weerasinghe" userId="e11e3f55-42da-4e07-8ead-4d7a1d7ea1c6" providerId="ADAL" clId="{DEC8990C-F1E8-4081-8796-F50D8B9FA883}" dt="2024-10-13T12:56:21.443" v="1849" actId="9405"/>
          <ac:inkMkLst>
            <pc:docMk/>
            <pc:sldMk cId="3647272894" sldId="397"/>
            <ac:inkMk id="20" creationId="{52AF84FB-0747-0442-52AE-54B9CA328A9B}"/>
          </ac:inkMkLst>
        </pc:inkChg>
        <pc:inkChg chg="add mod">
          <ac:chgData name="Mahima Weerasinghe" userId="e11e3f55-42da-4e07-8ead-4d7a1d7ea1c6" providerId="ADAL" clId="{DEC8990C-F1E8-4081-8796-F50D8B9FA883}" dt="2024-10-13T13:04:09.519" v="2053"/>
          <ac:inkMkLst>
            <pc:docMk/>
            <pc:sldMk cId="3647272894" sldId="397"/>
            <ac:inkMk id="21" creationId="{92C1DBBF-DF81-4012-BFA6-CCCCE6B2DEA8}"/>
          </ac:inkMkLst>
        </pc:inkChg>
        <pc:inkChg chg="add mod">
          <ac:chgData name="Mahima Weerasinghe" userId="e11e3f55-42da-4e07-8ead-4d7a1d7ea1c6" providerId="ADAL" clId="{DEC8990C-F1E8-4081-8796-F50D8B9FA883}" dt="2024-10-13T13:04:09.519" v="2053"/>
          <ac:inkMkLst>
            <pc:docMk/>
            <pc:sldMk cId="3647272894" sldId="397"/>
            <ac:inkMk id="22" creationId="{41BE25E5-466B-3653-A7AF-AD80FA14D2D8}"/>
          </ac:inkMkLst>
        </pc:inkChg>
        <pc:inkChg chg="add mod">
          <ac:chgData name="Mahima Weerasinghe" userId="e11e3f55-42da-4e07-8ead-4d7a1d7ea1c6" providerId="ADAL" clId="{DEC8990C-F1E8-4081-8796-F50D8B9FA883}" dt="2024-10-13T13:04:09.519" v="2053"/>
          <ac:inkMkLst>
            <pc:docMk/>
            <pc:sldMk cId="3647272894" sldId="397"/>
            <ac:inkMk id="23" creationId="{3DFCC5B6-B1DD-82C5-80D3-3752CB520CF6}"/>
          </ac:inkMkLst>
        </pc:inkChg>
        <pc:inkChg chg="add mod">
          <ac:chgData name="Mahima Weerasinghe" userId="e11e3f55-42da-4e07-8ead-4d7a1d7ea1c6" providerId="ADAL" clId="{DEC8990C-F1E8-4081-8796-F50D8B9FA883}" dt="2024-10-13T13:04:09.519" v="2053"/>
          <ac:inkMkLst>
            <pc:docMk/>
            <pc:sldMk cId="3647272894" sldId="397"/>
            <ac:inkMk id="24" creationId="{A4B49A29-2089-ED92-EC18-FB27DCB5C940}"/>
          </ac:inkMkLst>
        </pc:inkChg>
        <pc:inkChg chg="add mod">
          <ac:chgData name="Mahima Weerasinghe" userId="e11e3f55-42da-4e07-8ead-4d7a1d7ea1c6" providerId="ADAL" clId="{DEC8990C-F1E8-4081-8796-F50D8B9FA883}" dt="2024-10-13T13:04:09.519" v="2053"/>
          <ac:inkMkLst>
            <pc:docMk/>
            <pc:sldMk cId="3647272894" sldId="397"/>
            <ac:inkMk id="25" creationId="{E1057EAB-7A80-B041-DB31-69BC2F9449F9}"/>
          </ac:inkMkLst>
        </pc:inkChg>
        <pc:inkChg chg="add mod">
          <ac:chgData name="Mahima Weerasinghe" userId="e11e3f55-42da-4e07-8ead-4d7a1d7ea1c6" providerId="ADAL" clId="{DEC8990C-F1E8-4081-8796-F50D8B9FA883}" dt="2024-10-13T13:04:09.519" v="2053"/>
          <ac:inkMkLst>
            <pc:docMk/>
            <pc:sldMk cId="3647272894" sldId="397"/>
            <ac:inkMk id="26" creationId="{46A6AAFD-64A5-2503-1F22-D603DEA6F6FE}"/>
          </ac:inkMkLst>
        </pc:inkChg>
        <pc:inkChg chg="add mod">
          <ac:chgData name="Mahima Weerasinghe" userId="e11e3f55-42da-4e07-8ead-4d7a1d7ea1c6" providerId="ADAL" clId="{DEC8990C-F1E8-4081-8796-F50D8B9FA883}" dt="2024-10-13T13:04:09.519" v="2053"/>
          <ac:inkMkLst>
            <pc:docMk/>
            <pc:sldMk cId="3647272894" sldId="397"/>
            <ac:inkMk id="28" creationId="{5437B20E-E8FC-0B96-D7D0-A625F2CE898A}"/>
          </ac:inkMkLst>
        </pc:inkChg>
        <pc:inkChg chg="add mod">
          <ac:chgData name="Mahima Weerasinghe" userId="e11e3f55-42da-4e07-8ead-4d7a1d7ea1c6" providerId="ADAL" clId="{DEC8990C-F1E8-4081-8796-F50D8B9FA883}" dt="2024-10-13T13:04:09.519" v="2053"/>
          <ac:inkMkLst>
            <pc:docMk/>
            <pc:sldMk cId="3647272894" sldId="397"/>
            <ac:inkMk id="29" creationId="{2E290FF4-6273-AD4B-56A7-D384EF0E819D}"/>
          </ac:inkMkLst>
        </pc:inkChg>
        <pc:inkChg chg="add mod">
          <ac:chgData name="Mahima Weerasinghe" userId="e11e3f55-42da-4e07-8ead-4d7a1d7ea1c6" providerId="ADAL" clId="{DEC8990C-F1E8-4081-8796-F50D8B9FA883}" dt="2024-10-13T13:04:09.519" v="2053"/>
          <ac:inkMkLst>
            <pc:docMk/>
            <pc:sldMk cId="3647272894" sldId="397"/>
            <ac:inkMk id="30" creationId="{615DEE17-14F4-4199-9C55-B7B1EBFB81B5}"/>
          </ac:inkMkLst>
        </pc:inkChg>
        <pc:inkChg chg="add mod">
          <ac:chgData name="Mahima Weerasinghe" userId="e11e3f55-42da-4e07-8ead-4d7a1d7ea1c6" providerId="ADAL" clId="{DEC8990C-F1E8-4081-8796-F50D8B9FA883}" dt="2024-10-13T13:04:09.519" v="2053"/>
          <ac:inkMkLst>
            <pc:docMk/>
            <pc:sldMk cId="3647272894" sldId="397"/>
            <ac:inkMk id="31" creationId="{7AF26388-2F2D-A67C-18E4-2B21801226BE}"/>
          </ac:inkMkLst>
        </pc:inkChg>
        <pc:inkChg chg="add mod">
          <ac:chgData name="Mahima Weerasinghe" userId="e11e3f55-42da-4e07-8ead-4d7a1d7ea1c6" providerId="ADAL" clId="{DEC8990C-F1E8-4081-8796-F50D8B9FA883}" dt="2024-10-13T13:04:09.519" v="2053"/>
          <ac:inkMkLst>
            <pc:docMk/>
            <pc:sldMk cId="3647272894" sldId="397"/>
            <ac:inkMk id="32" creationId="{FA14D0FA-9FD7-D3D5-8AD2-14D4088DAC29}"/>
          </ac:inkMkLst>
        </pc:inkChg>
        <pc:inkChg chg="add mod">
          <ac:chgData name="Mahima Weerasinghe" userId="e11e3f55-42da-4e07-8ead-4d7a1d7ea1c6" providerId="ADAL" clId="{DEC8990C-F1E8-4081-8796-F50D8B9FA883}" dt="2024-10-13T13:04:09.519" v="2053"/>
          <ac:inkMkLst>
            <pc:docMk/>
            <pc:sldMk cId="3647272894" sldId="397"/>
            <ac:inkMk id="33" creationId="{4DDA8259-A3B9-3803-51C5-6D8D2563C912}"/>
          </ac:inkMkLst>
        </pc:inkChg>
        <pc:inkChg chg="add mod">
          <ac:chgData name="Mahima Weerasinghe" userId="e11e3f55-42da-4e07-8ead-4d7a1d7ea1c6" providerId="ADAL" clId="{DEC8990C-F1E8-4081-8796-F50D8B9FA883}" dt="2024-10-13T13:04:14.388" v="2060"/>
          <ac:inkMkLst>
            <pc:docMk/>
            <pc:sldMk cId="3647272894" sldId="397"/>
            <ac:inkMk id="35" creationId="{4D1AC377-4998-D6BA-F2B4-65908EC262B1}"/>
          </ac:inkMkLst>
        </pc:inkChg>
        <pc:inkChg chg="add mod">
          <ac:chgData name="Mahima Weerasinghe" userId="e11e3f55-42da-4e07-8ead-4d7a1d7ea1c6" providerId="ADAL" clId="{DEC8990C-F1E8-4081-8796-F50D8B9FA883}" dt="2024-10-13T13:04:14.388" v="2060"/>
          <ac:inkMkLst>
            <pc:docMk/>
            <pc:sldMk cId="3647272894" sldId="397"/>
            <ac:inkMk id="36" creationId="{D8F8ED72-49AF-B844-9033-04BF834A4B38}"/>
          </ac:inkMkLst>
        </pc:inkChg>
        <pc:inkChg chg="add mod">
          <ac:chgData name="Mahima Weerasinghe" userId="e11e3f55-42da-4e07-8ead-4d7a1d7ea1c6" providerId="ADAL" clId="{DEC8990C-F1E8-4081-8796-F50D8B9FA883}" dt="2024-10-13T13:04:14.388" v="2060"/>
          <ac:inkMkLst>
            <pc:docMk/>
            <pc:sldMk cId="3647272894" sldId="397"/>
            <ac:inkMk id="37" creationId="{41327C03-1764-7F8C-A0CB-708768F6617B}"/>
          </ac:inkMkLst>
        </pc:inkChg>
        <pc:inkChg chg="add mod">
          <ac:chgData name="Mahima Weerasinghe" userId="e11e3f55-42da-4e07-8ead-4d7a1d7ea1c6" providerId="ADAL" clId="{DEC8990C-F1E8-4081-8796-F50D8B9FA883}" dt="2024-10-13T13:04:14.388" v="2060"/>
          <ac:inkMkLst>
            <pc:docMk/>
            <pc:sldMk cId="3647272894" sldId="397"/>
            <ac:inkMk id="38" creationId="{CDC5945A-64E9-BFE5-59BD-7B038A5D39DA}"/>
          </ac:inkMkLst>
        </pc:inkChg>
        <pc:inkChg chg="add mod">
          <ac:chgData name="Mahima Weerasinghe" userId="e11e3f55-42da-4e07-8ead-4d7a1d7ea1c6" providerId="ADAL" clId="{DEC8990C-F1E8-4081-8796-F50D8B9FA883}" dt="2024-10-13T13:04:14.388" v="2060"/>
          <ac:inkMkLst>
            <pc:docMk/>
            <pc:sldMk cId="3647272894" sldId="397"/>
            <ac:inkMk id="39" creationId="{587BC5E0-EED8-D204-343F-66726B312995}"/>
          </ac:inkMkLst>
        </pc:inkChg>
        <pc:inkChg chg="add mod">
          <ac:chgData name="Mahima Weerasinghe" userId="e11e3f55-42da-4e07-8ead-4d7a1d7ea1c6" providerId="ADAL" clId="{DEC8990C-F1E8-4081-8796-F50D8B9FA883}" dt="2024-10-13T13:01:45.585" v="1981"/>
          <ac:inkMkLst>
            <pc:docMk/>
            <pc:sldMk cId="3647272894" sldId="397"/>
            <ac:inkMk id="41" creationId="{7AA88348-2EB7-60F3-F39E-5B494A28F34C}"/>
          </ac:inkMkLst>
        </pc:inkChg>
        <pc:inkChg chg="add mod">
          <ac:chgData name="Mahima Weerasinghe" userId="e11e3f55-42da-4e07-8ead-4d7a1d7ea1c6" providerId="ADAL" clId="{DEC8990C-F1E8-4081-8796-F50D8B9FA883}" dt="2024-10-13T13:01:45.585" v="1981"/>
          <ac:inkMkLst>
            <pc:docMk/>
            <pc:sldMk cId="3647272894" sldId="397"/>
            <ac:inkMk id="42" creationId="{08D649B1-101B-EEA9-147D-B95A59DDDDD8}"/>
          </ac:inkMkLst>
        </pc:inkChg>
        <pc:inkChg chg="add mod">
          <ac:chgData name="Mahima Weerasinghe" userId="e11e3f55-42da-4e07-8ead-4d7a1d7ea1c6" providerId="ADAL" clId="{DEC8990C-F1E8-4081-8796-F50D8B9FA883}" dt="2024-10-13T13:01:48.479" v="1986"/>
          <ac:inkMkLst>
            <pc:docMk/>
            <pc:sldMk cId="3647272894" sldId="397"/>
            <ac:inkMk id="44" creationId="{DBDBB30F-8B66-A1FB-9837-AD71D9D4DFA0}"/>
          </ac:inkMkLst>
        </pc:inkChg>
        <pc:inkChg chg="add mod">
          <ac:chgData name="Mahima Weerasinghe" userId="e11e3f55-42da-4e07-8ead-4d7a1d7ea1c6" providerId="ADAL" clId="{DEC8990C-F1E8-4081-8796-F50D8B9FA883}" dt="2024-10-13T13:01:48.479" v="1986"/>
          <ac:inkMkLst>
            <pc:docMk/>
            <pc:sldMk cId="3647272894" sldId="397"/>
            <ac:inkMk id="45" creationId="{ECFCC2E3-5F52-3857-C95D-7EF0CF4A13C6}"/>
          </ac:inkMkLst>
        </pc:inkChg>
        <pc:inkChg chg="add mod">
          <ac:chgData name="Mahima Weerasinghe" userId="e11e3f55-42da-4e07-8ead-4d7a1d7ea1c6" providerId="ADAL" clId="{DEC8990C-F1E8-4081-8796-F50D8B9FA883}" dt="2024-10-13T13:01:48.479" v="1986"/>
          <ac:inkMkLst>
            <pc:docMk/>
            <pc:sldMk cId="3647272894" sldId="397"/>
            <ac:inkMk id="46" creationId="{B247807B-AEFC-F985-9876-9B1B6AD68860}"/>
          </ac:inkMkLst>
        </pc:inkChg>
        <pc:inkChg chg="add mod">
          <ac:chgData name="Mahima Weerasinghe" userId="e11e3f55-42da-4e07-8ead-4d7a1d7ea1c6" providerId="ADAL" clId="{DEC8990C-F1E8-4081-8796-F50D8B9FA883}" dt="2024-10-13T13:01:48.479" v="1986"/>
          <ac:inkMkLst>
            <pc:docMk/>
            <pc:sldMk cId="3647272894" sldId="397"/>
            <ac:inkMk id="47" creationId="{07CF73A8-A289-EF76-C358-C5FAF770F77E}"/>
          </ac:inkMkLst>
        </pc:inkChg>
        <pc:inkChg chg="add mod">
          <ac:chgData name="Mahima Weerasinghe" userId="e11e3f55-42da-4e07-8ead-4d7a1d7ea1c6" providerId="ADAL" clId="{DEC8990C-F1E8-4081-8796-F50D8B9FA883}" dt="2024-10-13T13:03:25.450" v="2021"/>
          <ac:inkMkLst>
            <pc:docMk/>
            <pc:sldMk cId="3647272894" sldId="397"/>
            <ac:inkMk id="49" creationId="{2B95973F-C8D3-D004-7262-94EE7AEEC156}"/>
          </ac:inkMkLst>
        </pc:inkChg>
        <pc:inkChg chg="add mod">
          <ac:chgData name="Mahima Weerasinghe" userId="e11e3f55-42da-4e07-8ead-4d7a1d7ea1c6" providerId="ADAL" clId="{DEC8990C-F1E8-4081-8796-F50D8B9FA883}" dt="2024-10-13T13:03:25.450" v="2021"/>
          <ac:inkMkLst>
            <pc:docMk/>
            <pc:sldMk cId="3647272894" sldId="397"/>
            <ac:inkMk id="50" creationId="{5A10EB44-B38F-54D2-0750-91DA3E3827C5}"/>
          </ac:inkMkLst>
        </pc:inkChg>
        <pc:inkChg chg="add mod">
          <ac:chgData name="Mahima Weerasinghe" userId="e11e3f55-42da-4e07-8ead-4d7a1d7ea1c6" providerId="ADAL" clId="{DEC8990C-F1E8-4081-8796-F50D8B9FA883}" dt="2024-10-13T13:03:25.450" v="2021"/>
          <ac:inkMkLst>
            <pc:docMk/>
            <pc:sldMk cId="3647272894" sldId="397"/>
            <ac:inkMk id="51" creationId="{6AF898A3-84E9-C5F0-5223-B81FBF35D1F6}"/>
          </ac:inkMkLst>
        </pc:inkChg>
        <pc:inkChg chg="add mod">
          <ac:chgData name="Mahima Weerasinghe" userId="e11e3f55-42da-4e07-8ead-4d7a1d7ea1c6" providerId="ADAL" clId="{DEC8990C-F1E8-4081-8796-F50D8B9FA883}" dt="2024-10-13T13:03:25.450" v="2021"/>
          <ac:inkMkLst>
            <pc:docMk/>
            <pc:sldMk cId="3647272894" sldId="397"/>
            <ac:inkMk id="52" creationId="{2157A94F-A195-A82F-B0E2-E5E0743F5D24}"/>
          </ac:inkMkLst>
        </pc:inkChg>
        <pc:inkChg chg="add mod">
          <ac:chgData name="Mahima Weerasinghe" userId="e11e3f55-42da-4e07-8ead-4d7a1d7ea1c6" providerId="ADAL" clId="{DEC8990C-F1E8-4081-8796-F50D8B9FA883}" dt="2024-10-13T13:03:25.450" v="2021"/>
          <ac:inkMkLst>
            <pc:docMk/>
            <pc:sldMk cId="3647272894" sldId="397"/>
            <ac:inkMk id="53" creationId="{08094474-85C5-1C86-FA33-7E013F1D76C3}"/>
          </ac:inkMkLst>
        </pc:inkChg>
        <pc:inkChg chg="add mod">
          <ac:chgData name="Mahima Weerasinghe" userId="e11e3f55-42da-4e07-8ead-4d7a1d7ea1c6" providerId="ADAL" clId="{DEC8990C-F1E8-4081-8796-F50D8B9FA883}" dt="2024-10-13T13:03:25.450" v="2021"/>
          <ac:inkMkLst>
            <pc:docMk/>
            <pc:sldMk cId="3647272894" sldId="397"/>
            <ac:inkMk id="54" creationId="{EBF5EFD4-13DB-FB9A-98A0-29D8C9C3F263}"/>
          </ac:inkMkLst>
        </pc:inkChg>
        <pc:inkChg chg="add mod">
          <ac:chgData name="Mahima Weerasinghe" userId="e11e3f55-42da-4e07-8ead-4d7a1d7ea1c6" providerId="ADAL" clId="{DEC8990C-F1E8-4081-8796-F50D8B9FA883}" dt="2024-10-13T13:03:25.450" v="2021"/>
          <ac:inkMkLst>
            <pc:docMk/>
            <pc:sldMk cId="3647272894" sldId="397"/>
            <ac:inkMk id="56" creationId="{01954164-67A0-0329-AD90-30BC6E5CC95F}"/>
          </ac:inkMkLst>
        </pc:inkChg>
        <pc:inkChg chg="add mod">
          <ac:chgData name="Mahima Weerasinghe" userId="e11e3f55-42da-4e07-8ead-4d7a1d7ea1c6" providerId="ADAL" clId="{DEC8990C-F1E8-4081-8796-F50D8B9FA883}" dt="2024-10-13T13:03:25.450" v="2021"/>
          <ac:inkMkLst>
            <pc:docMk/>
            <pc:sldMk cId="3647272894" sldId="397"/>
            <ac:inkMk id="57" creationId="{784B81B0-8900-A7FD-5CF4-8C8C887995DD}"/>
          </ac:inkMkLst>
        </pc:inkChg>
        <pc:inkChg chg="add mod">
          <ac:chgData name="Mahima Weerasinghe" userId="e11e3f55-42da-4e07-8ead-4d7a1d7ea1c6" providerId="ADAL" clId="{DEC8990C-F1E8-4081-8796-F50D8B9FA883}" dt="2024-10-13T13:03:25.450" v="2021"/>
          <ac:inkMkLst>
            <pc:docMk/>
            <pc:sldMk cId="3647272894" sldId="397"/>
            <ac:inkMk id="58" creationId="{7FC30219-DF97-FE58-5355-12D16FC40CFF}"/>
          </ac:inkMkLst>
        </pc:inkChg>
        <pc:inkChg chg="add mod">
          <ac:chgData name="Mahima Weerasinghe" userId="e11e3f55-42da-4e07-8ead-4d7a1d7ea1c6" providerId="ADAL" clId="{DEC8990C-F1E8-4081-8796-F50D8B9FA883}" dt="2024-10-13T13:03:25.450" v="2021"/>
          <ac:inkMkLst>
            <pc:docMk/>
            <pc:sldMk cId="3647272894" sldId="397"/>
            <ac:inkMk id="60" creationId="{81539F0D-4CF2-31F0-6A63-74DBD91B81A9}"/>
          </ac:inkMkLst>
        </pc:inkChg>
        <pc:inkChg chg="add mod">
          <ac:chgData name="Mahima Weerasinghe" userId="e11e3f55-42da-4e07-8ead-4d7a1d7ea1c6" providerId="ADAL" clId="{DEC8990C-F1E8-4081-8796-F50D8B9FA883}" dt="2024-10-13T13:04:14.388" v="2060"/>
          <ac:inkMkLst>
            <pc:docMk/>
            <pc:sldMk cId="3647272894" sldId="397"/>
            <ac:inkMk id="61" creationId="{458CEBF7-4F06-9257-507C-1973FB30C7E4}"/>
          </ac:inkMkLst>
        </pc:inkChg>
        <pc:inkChg chg="add mod">
          <ac:chgData name="Mahima Weerasinghe" userId="e11e3f55-42da-4e07-8ead-4d7a1d7ea1c6" providerId="ADAL" clId="{DEC8990C-F1E8-4081-8796-F50D8B9FA883}" dt="2024-10-13T13:04:14.388" v="2060"/>
          <ac:inkMkLst>
            <pc:docMk/>
            <pc:sldMk cId="3647272894" sldId="397"/>
            <ac:inkMk id="62" creationId="{0A47B8D4-F5C3-E6E4-7B2C-170498A48D48}"/>
          </ac:inkMkLst>
        </pc:inkChg>
        <pc:inkChg chg="add mod">
          <ac:chgData name="Mahima Weerasinghe" userId="e11e3f55-42da-4e07-8ead-4d7a1d7ea1c6" providerId="ADAL" clId="{DEC8990C-F1E8-4081-8796-F50D8B9FA883}" dt="2024-10-13T13:04:14.388" v="2060"/>
          <ac:inkMkLst>
            <pc:docMk/>
            <pc:sldMk cId="3647272894" sldId="397"/>
            <ac:inkMk id="65" creationId="{768271E7-3C5E-7BF1-BF2E-A66A2350324E}"/>
          </ac:inkMkLst>
        </pc:inkChg>
        <pc:inkChg chg="add mod">
          <ac:chgData name="Mahima Weerasinghe" userId="e11e3f55-42da-4e07-8ead-4d7a1d7ea1c6" providerId="ADAL" clId="{DEC8990C-F1E8-4081-8796-F50D8B9FA883}" dt="2024-10-13T13:04:14.388" v="2060"/>
          <ac:inkMkLst>
            <pc:docMk/>
            <pc:sldMk cId="3647272894" sldId="397"/>
            <ac:inkMk id="66" creationId="{1F30BEAD-5D69-2A46-2607-160E4C53B11F}"/>
          </ac:inkMkLst>
        </pc:inkChg>
        <pc:inkChg chg="add mod">
          <ac:chgData name="Mahima Weerasinghe" userId="e11e3f55-42da-4e07-8ead-4d7a1d7ea1c6" providerId="ADAL" clId="{DEC8990C-F1E8-4081-8796-F50D8B9FA883}" dt="2024-10-13T13:04:14.388" v="2060"/>
          <ac:inkMkLst>
            <pc:docMk/>
            <pc:sldMk cId="3647272894" sldId="397"/>
            <ac:inkMk id="67" creationId="{98D0F0B3-9D5D-70B8-FBAD-BED53F6F330D}"/>
          </ac:inkMkLst>
        </pc:inkChg>
        <pc:inkChg chg="add mod">
          <ac:chgData name="Mahima Weerasinghe" userId="e11e3f55-42da-4e07-8ead-4d7a1d7ea1c6" providerId="ADAL" clId="{DEC8990C-F1E8-4081-8796-F50D8B9FA883}" dt="2024-10-13T13:04:14.388" v="2060"/>
          <ac:inkMkLst>
            <pc:docMk/>
            <pc:sldMk cId="3647272894" sldId="397"/>
            <ac:inkMk id="68" creationId="{FE7EEFD9-D769-4B4B-A334-76767D3531A7}"/>
          </ac:inkMkLst>
        </pc:inkChg>
        <pc:inkChg chg="add mod">
          <ac:chgData name="Mahima Weerasinghe" userId="e11e3f55-42da-4e07-8ead-4d7a1d7ea1c6" providerId="ADAL" clId="{DEC8990C-F1E8-4081-8796-F50D8B9FA883}" dt="2024-10-13T13:04:14.388" v="2060"/>
          <ac:inkMkLst>
            <pc:docMk/>
            <pc:sldMk cId="3647272894" sldId="397"/>
            <ac:inkMk id="69" creationId="{050712A2-9CB1-8539-5521-6A77FE360416}"/>
          </ac:inkMkLst>
        </pc:inkChg>
        <pc:inkChg chg="add mod">
          <ac:chgData name="Mahima Weerasinghe" userId="e11e3f55-42da-4e07-8ead-4d7a1d7ea1c6" providerId="ADAL" clId="{DEC8990C-F1E8-4081-8796-F50D8B9FA883}" dt="2024-10-13T13:04:14.388" v="2060"/>
          <ac:inkMkLst>
            <pc:docMk/>
            <pc:sldMk cId="3647272894" sldId="397"/>
            <ac:inkMk id="70" creationId="{50611BEA-6BAB-E07A-AF90-25CC793A01A0}"/>
          </ac:inkMkLst>
        </pc:inkChg>
        <pc:inkChg chg="add mod">
          <ac:chgData name="Mahima Weerasinghe" userId="e11e3f55-42da-4e07-8ead-4d7a1d7ea1c6" providerId="ADAL" clId="{DEC8990C-F1E8-4081-8796-F50D8B9FA883}" dt="2024-10-13T13:04:14.388" v="2060"/>
          <ac:inkMkLst>
            <pc:docMk/>
            <pc:sldMk cId="3647272894" sldId="397"/>
            <ac:inkMk id="71" creationId="{9B8E8696-386B-09A1-C89A-C6A4FDE4058C}"/>
          </ac:inkMkLst>
        </pc:inkChg>
        <pc:inkChg chg="add mod">
          <ac:chgData name="Mahima Weerasinghe" userId="e11e3f55-42da-4e07-8ead-4d7a1d7ea1c6" providerId="ADAL" clId="{DEC8990C-F1E8-4081-8796-F50D8B9FA883}" dt="2024-10-13T13:04:14.388" v="2060"/>
          <ac:inkMkLst>
            <pc:docMk/>
            <pc:sldMk cId="3647272894" sldId="397"/>
            <ac:inkMk id="72" creationId="{384AAA38-ACA6-2A3D-A89B-FA648F59F636}"/>
          </ac:inkMkLst>
        </pc:inkChg>
        <pc:inkChg chg="add mod">
          <ac:chgData name="Mahima Weerasinghe" userId="e11e3f55-42da-4e07-8ead-4d7a1d7ea1c6" providerId="ADAL" clId="{DEC8990C-F1E8-4081-8796-F50D8B9FA883}" dt="2024-10-13T13:04:14.388" v="2060"/>
          <ac:inkMkLst>
            <pc:docMk/>
            <pc:sldMk cId="3647272894" sldId="397"/>
            <ac:inkMk id="73" creationId="{7578D393-1801-F76A-799B-3E8AB4298EC6}"/>
          </ac:inkMkLst>
        </pc:inkChg>
        <pc:inkChg chg="add mod">
          <ac:chgData name="Mahima Weerasinghe" userId="e11e3f55-42da-4e07-8ead-4d7a1d7ea1c6" providerId="ADAL" clId="{DEC8990C-F1E8-4081-8796-F50D8B9FA883}" dt="2024-10-13T13:04:14.388" v="2060"/>
          <ac:inkMkLst>
            <pc:docMk/>
            <pc:sldMk cId="3647272894" sldId="397"/>
            <ac:inkMk id="74" creationId="{8C978BDE-59A5-C56D-6A65-10B3038C369D}"/>
          </ac:inkMkLst>
        </pc:inkChg>
        <pc:inkChg chg="add mod">
          <ac:chgData name="Mahima Weerasinghe" userId="e11e3f55-42da-4e07-8ead-4d7a1d7ea1c6" providerId="ADAL" clId="{DEC8990C-F1E8-4081-8796-F50D8B9FA883}" dt="2024-10-13T13:04:14.388" v="2060"/>
          <ac:inkMkLst>
            <pc:docMk/>
            <pc:sldMk cId="3647272894" sldId="397"/>
            <ac:inkMk id="75" creationId="{0BA8695B-DCE4-DB43-4410-ED03D182FC10}"/>
          </ac:inkMkLst>
        </pc:inkChg>
        <pc:inkChg chg="add mod">
          <ac:chgData name="Mahima Weerasinghe" userId="e11e3f55-42da-4e07-8ead-4d7a1d7ea1c6" providerId="ADAL" clId="{DEC8990C-F1E8-4081-8796-F50D8B9FA883}" dt="2024-10-13T13:04:14.388" v="2060"/>
          <ac:inkMkLst>
            <pc:docMk/>
            <pc:sldMk cId="3647272894" sldId="397"/>
            <ac:inkMk id="76" creationId="{E771BA64-0F38-DE77-E7C3-99123330D94C}"/>
          </ac:inkMkLst>
        </pc:inkChg>
        <pc:inkChg chg="add mod">
          <ac:chgData name="Mahima Weerasinghe" userId="e11e3f55-42da-4e07-8ead-4d7a1d7ea1c6" providerId="ADAL" clId="{DEC8990C-F1E8-4081-8796-F50D8B9FA883}" dt="2024-10-13T13:04:14.388" v="2060"/>
          <ac:inkMkLst>
            <pc:docMk/>
            <pc:sldMk cId="3647272894" sldId="397"/>
            <ac:inkMk id="77" creationId="{5B091BD2-80CA-1AA1-638B-EA16A2EA7221}"/>
          </ac:inkMkLst>
        </pc:inkChg>
        <pc:inkChg chg="add mod">
          <ac:chgData name="Mahima Weerasinghe" userId="e11e3f55-42da-4e07-8ead-4d7a1d7ea1c6" providerId="ADAL" clId="{DEC8990C-F1E8-4081-8796-F50D8B9FA883}" dt="2024-10-13T13:04:14.388" v="2060"/>
          <ac:inkMkLst>
            <pc:docMk/>
            <pc:sldMk cId="3647272894" sldId="397"/>
            <ac:inkMk id="78" creationId="{AA598AC7-090B-A613-BBFF-5C68F0D72C28}"/>
          </ac:inkMkLst>
        </pc:inkChg>
        <pc:inkChg chg="add mod">
          <ac:chgData name="Mahima Weerasinghe" userId="e11e3f55-42da-4e07-8ead-4d7a1d7ea1c6" providerId="ADAL" clId="{DEC8990C-F1E8-4081-8796-F50D8B9FA883}" dt="2024-10-13T13:04:14.388" v="2060"/>
          <ac:inkMkLst>
            <pc:docMk/>
            <pc:sldMk cId="3647272894" sldId="397"/>
            <ac:inkMk id="79" creationId="{C6169688-5611-91DA-CCD7-2355742AD48D}"/>
          </ac:inkMkLst>
        </pc:inkChg>
        <pc:inkChg chg="add mod">
          <ac:chgData name="Mahima Weerasinghe" userId="e11e3f55-42da-4e07-8ead-4d7a1d7ea1c6" providerId="ADAL" clId="{DEC8990C-F1E8-4081-8796-F50D8B9FA883}" dt="2024-10-13T13:04:14.388" v="2060"/>
          <ac:inkMkLst>
            <pc:docMk/>
            <pc:sldMk cId="3647272894" sldId="397"/>
            <ac:inkMk id="80" creationId="{C76C1C22-BA6B-0536-F06B-505738750F10}"/>
          </ac:inkMkLst>
        </pc:inkChg>
        <pc:inkChg chg="add mod">
          <ac:chgData name="Mahima Weerasinghe" userId="e11e3f55-42da-4e07-8ead-4d7a1d7ea1c6" providerId="ADAL" clId="{DEC8990C-F1E8-4081-8796-F50D8B9FA883}" dt="2024-10-13T13:04:14.388" v="2060"/>
          <ac:inkMkLst>
            <pc:docMk/>
            <pc:sldMk cId="3647272894" sldId="397"/>
            <ac:inkMk id="81" creationId="{99BDC6F1-5610-AA87-9B68-235039C5B8A0}"/>
          </ac:inkMkLst>
        </pc:inkChg>
        <pc:inkChg chg="add mod">
          <ac:chgData name="Mahima Weerasinghe" userId="e11e3f55-42da-4e07-8ead-4d7a1d7ea1c6" providerId="ADAL" clId="{DEC8990C-F1E8-4081-8796-F50D8B9FA883}" dt="2024-10-13T13:04:14.388" v="2060"/>
          <ac:inkMkLst>
            <pc:docMk/>
            <pc:sldMk cId="3647272894" sldId="397"/>
            <ac:inkMk id="84" creationId="{9D3CB20E-81B5-DB7D-A288-2CFA0CD186B5}"/>
          </ac:inkMkLst>
        </pc:inkChg>
        <pc:inkChg chg="add mod">
          <ac:chgData name="Mahima Weerasinghe" userId="e11e3f55-42da-4e07-8ead-4d7a1d7ea1c6" providerId="ADAL" clId="{DEC8990C-F1E8-4081-8796-F50D8B9FA883}" dt="2024-10-13T13:04:14.388" v="2060"/>
          <ac:inkMkLst>
            <pc:docMk/>
            <pc:sldMk cId="3647272894" sldId="397"/>
            <ac:inkMk id="85" creationId="{9FB3102D-B5AB-C90C-9C3D-A6E35BE2F1BA}"/>
          </ac:inkMkLst>
        </pc:inkChg>
        <pc:inkChg chg="add mod">
          <ac:chgData name="Mahima Weerasinghe" userId="e11e3f55-42da-4e07-8ead-4d7a1d7ea1c6" providerId="ADAL" clId="{DEC8990C-F1E8-4081-8796-F50D8B9FA883}" dt="2024-10-13T13:04:14.388" v="2060"/>
          <ac:inkMkLst>
            <pc:docMk/>
            <pc:sldMk cId="3647272894" sldId="397"/>
            <ac:inkMk id="87" creationId="{7D16158B-7223-8E41-B57B-FA5371D19C04}"/>
          </ac:inkMkLst>
        </pc:inkChg>
        <pc:inkChg chg="add mod">
          <ac:chgData name="Mahima Weerasinghe" userId="e11e3f55-42da-4e07-8ead-4d7a1d7ea1c6" providerId="ADAL" clId="{DEC8990C-F1E8-4081-8796-F50D8B9FA883}" dt="2024-10-13T13:04:14.388" v="2060"/>
          <ac:inkMkLst>
            <pc:docMk/>
            <pc:sldMk cId="3647272894" sldId="397"/>
            <ac:inkMk id="88" creationId="{E226BD0A-2946-642A-953D-269E4C0A0959}"/>
          </ac:inkMkLst>
        </pc:inkChg>
        <pc:inkChg chg="add mod">
          <ac:chgData name="Mahima Weerasinghe" userId="e11e3f55-42da-4e07-8ead-4d7a1d7ea1c6" providerId="ADAL" clId="{DEC8990C-F1E8-4081-8796-F50D8B9FA883}" dt="2024-10-13T13:04:14.388" v="2060"/>
          <ac:inkMkLst>
            <pc:docMk/>
            <pc:sldMk cId="3647272894" sldId="397"/>
            <ac:inkMk id="89" creationId="{6CB0663D-8473-3FF6-854E-39CF6A5CDC98}"/>
          </ac:inkMkLst>
        </pc:inkChg>
        <pc:inkChg chg="add mod">
          <ac:chgData name="Mahima Weerasinghe" userId="e11e3f55-42da-4e07-8ead-4d7a1d7ea1c6" providerId="ADAL" clId="{DEC8990C-F1E8-4081-8796-F50D8B9FA883}" dt="2024-10-13T13:04:09.519" v="2053"/>
          <ac:inkMkLst>
            <pc:docMk/>
            <pc:sldMk cId="3647272894" sldId="397"/>
            <ac:inkMk id="91" creationId="{75624702-621C-21D1-B54D-27F9FB23D9F8}"/>
          </ac:inkMkLst>
        </pc:inkChg>
        <pc:inkChg chg="add mod">
          <ac:chgData name="Mahima Weerasinghe" userId="e11e3f55-42da-4e07-8ead-4d7a1d7ea1c6" providerId="ADAL" clId="{DEC8990C-F1E8-4081-8796-F50D8B9FA883}" dt="2024-10-13T13:04:09.519" v="2053"/>
          <ac:inkMkLst>
            <pc:docMk/>
            <pc:sldMk cId="3647272894" sldId="397"/>
            <ac:inkMk id="92" creationId="{380E8839-263B-A970-8170-0CED48492971}"/>
          </ac:inkMkLst>
        </pc:inkChg>
        <pc:inkChg chg="add mod">
          <ac:chgData name="Mahima Weerasinghe" userId="e11e3f55-42da-4e07-8ead-4d7a1d7ea1c6" providerId="ADAL" clId="{DEC8990C-F1E8-4081-8796-F50D8B9FA883}" dt="2024-10-13T13:04:09.519" v="2053"/>
          <ac:inkMkLst>
            <pc:docMk/>
            <pc:sldMk cId="3647272894" sldId="397"/>
            <ac:inkMk id="93" creationId="{05C71733-F822-88EB-ED41-875EF8FD312C}"/>
          </ac:inkMkLst>
        </pc:inkChg>
        <pc:inkChg chg="add mod">
          <ac:chgData name="Mahima Weerasinghe" userId="e11e3f55-42da-4e07-8ead-4d7a1d7ea1c6" providerId="ADAL" clId="{DEC8990C-F1E8-4081-8796-F50D8B9FA883}" dt="2024-10-13T13:04:09.519" v="2053"/>
          <ac:inkMkLst>
            <pc:docMk/>
            <pc:sldMk cId="3647272894" sldId="397"/>
            <ac:inkMk id="94" creationId="{612B94AA-9267-3DD4-A77C-164041448F5E}"/>
          </ac:inkMkLst>
        </pc:inkChg>
        <pc:inkChg chg="add mod">
          <ac:chgData name="Mahima Weerasinghe" userId="e11e3f55-42da-4e07-8ead-4d7a1d7ea1c6" providerId="ADAL" clId="{DEC8990C-F1E8-4081-8796-F50D8B9FA883}" dt="2024-10-13T13:04:09.519" v="2053"/>
          <ac:inkMkLst>
            <pc:docMk/>
            <pc:sldMk cId="3647272894" sldId="397"/>
            <ac:inkMk id="95" creationId="{E4A40F9F-99A1-8350-4142-15E592003ACB}"/>
          </ac:inkMkLst>
        </pc:inkChg>
        <pc:inkChg chg="add mod">
          <ac:chgData name="Mahima Weerasinghe" userId="e11e3f55-42da-4e07-8ead-4d7a1d7ea1c6" providerId="ADAL" clId="{DEC8990C-F1E8-4081-8796-F50D8B9FA883}" dt="2024-10-13T13:04:09.519" v="2053"/>
          <ac:inkMkLst>
            <pc:docMk/>
            <pc:sldMk cId="3647272894" sldId="397"/>
            <ac:inkMk id="96" creationId="{BB0ED213-A4B9-439B-23C8-851A925AA31F}"/>
          </ac:inkMkLst>
        </pc:inkChg>
        <pc:inkChg chg="add mod">
          <ac:chgData name="Mahima Weerasinghe" userId="e11e3f55-42da-4e07-8ead-4d7a1d7ea1c6" providerId="ADAL" clId="{DEC8990C-F1E8-4081-8796-F50D8B9FA883}" dt="2024-10-13T13:04:14.388" v="2060"/>
          <ac:inkMkLst>
            <pc:docMk/>
            <pc:sldMk cId="3647272894" sldId="397"/>
            <ac:inkMk id="98" creationId="{22FDF523-834D-2C32-21E5-60AEBC5166D1}"/>
          </ac:inkMkLst>
        </pc:inkChg>
        <pc:inkChg chg="add mod">
          <ac:chgData name="Mahima Weerasinghe" userId="e11e3f55-42da-4e07-8ead-4d7a1d7ea1c6" providerId="ADAL" clId="{DEC8990C-F1E8-4081-8796-F50D8B9FA883}" dt="2024-10-13T13:04:14.388" v="2060"/>
          <ac:inkMkLst>
            <pc:docMk/>
            <pc:sldMk cId="3647272894" sldId="397"/>
            <ac:inkMk id="99" creationId="{8E9F509F-3FD0-C8A1-55B4-2DDB3437F7A6}"/>
          </ac:inkMkLst>
        </pc:inkChg>
        <pc:inkChg chg="add mod">
          <ac:chgData name="Mahima Weerasinghe" userId="e11e3f55-42da-4e07-8ead-4d7a1d7ea1c6" providerId="ADAL" clId="{DEC8990C-F1E8-4081-8796-F50D8B9FA883}" dt="2024-10-13T13:04:14.388" v="2060"/>
          <ac:inkMkLst>
            <pc:docMk/>
            <pc:sldMk cId="3647272894" sldId="397"/>
            <ac:inkMk id="100" creationId="{88B4B8DC-5466-E28F-675B-40A5EE4A3A9A}"/>
          </ac:inkMkLst>
        </pc:inkChg>
        <pc:inkChg chg="add mod">
          <ac:chgData name="Mahima Weerasinghe" userId="e11e3f55-42da-4e07-8ead-4d7a1d7ea1c6" providerId="ADAL" clId="{DEC8990C-F1E8-4081-8796-F50D8B9FA883}" dt="2024-10-13T13:04:14.388" v="2060"/>
          <ac:inkMkLst>
            <pc:docMk/>
            <pc:sldMk cId="3647272894" sldId="397"/>
            <ac:inkMk id="101" creationId="{01A1740E-59AA-5E5B-9533-4169BE700812}"/>
          </ac:inkMkLst>
        </pc:inkChg>
        <pc:inkChg chg="add mod">
          <ac:chgData name="Mahima Weerasinghe" userId="e11e3f55-42da-4e07-8ead-4d7a1d7ea1c6" providerId="ADAL" clId="{DEC8990C-F1E8-4081-8796-F50D8B9FA883}" dt="2024-10-13T13:04:14.388" v="2060"/>
          <ac:inkMkLst>
            <pc:docMk/>
            <pc:sldMk cId="3647272894" sldId="397"/>
            <ac:inkMk id="102" creationId="{A2A58521-D7EE-BB22-3520-47897BAC7DA5}"/>
          </ac:inkMkLst>
        </pc:inkChg>
        <pc:inkChg chg="add mod">
          <ac:chgData name="Mahima Weerasinghe" userId="e11e3f55-42da-4e07-8ead-4d7a1d7ea1c6" providerId="ADAL" clId="{DEC8990C-F1E8-4081-8796-F50D8B9FA883}" dt="2024-10-13T13:04:14.388" v="2060"/>
          <ac:inkMkLst>
            <pc:docMk/>
            <pc:sldMk cId="3647272894" sldId="397"/>
            <ac:inkMk id="103" creationId="{8AD29EC3-C688-A7F0-65AC-5D9D7959030A}"/>
          </ac:inkMkLst>
        </pc:inkChg>
      </pc:sldChg>
      <pc:sldChg chg="addSp delSp modSp new mod">
        <pc:chgData name="Mahima Weerasinghe" userId="e11e3f55-42da-4e07-8ead-4d7a1d7ea1c6" providerId="ADAL" clId="{DEC8990C-F1E8-4081-8796-F50D8B9FA883}" dt="2024-10-13T13:06:54.067" v="2130" actId="9405"/>
        <pc:sldMkLst>
          <pc:docMk/>
          <pc:sldMk cId="3373792917" sldId="398"/>
        </pc:sldMkLst>
        <pc:spChg chg="del">
          <ac:chgData name="Mahima Weerasinghe" userId="e11e3f55-42da-4e07-8ead-4d7a1d7ea1c6" providerId="ADAL" clId="{DEC8990C-F1E8-4081-8796-F50D8B9FA883}" dt="2024-10-13T04:50:17.188" v="498" actId="478"/>
          <ac:spMkLst>
            <pc:docMk/>
            <pc:sldMk cId="3373792917" sldId="398"/>
            <ac:spMk id="2" creationId="{C5C8ADC6-5B3C-CDEB-021F-7BA14E90F2D5}"/>
          </ac:spMkLst>
        </pc:spChg>
        <pc:spChg chg="add del mod">
          <ac:chgData name="Mahima Weerasinghe" userId="e11e3f55-42da-4e07-8ead-4d7a1d7ea1c6" providerId="ADAL" clId="{DEC8990C-F1E8-4081-8796-F50D8B9FA883}" dt="2024-10-13T04:49:49.198" v="491" actId="22"/>
          <ac:spMkLst>
            <pc:docMk/>
            <pc:sldMk cId="3373792917" sldId="398"/>
            <ac:spMk id="4" creationId="{6D64C9EC-338D-4ECA-8354-2B7A3708095C}"/>
          </ac:spMkLst>
        </pc:spChg>
        <pc:spChg chg="add del">
          <ac:chgData name="Mahima Weerasinghe" userId="e11e3f55-42da-4e07-8ead-4d7a1d7ea1c6" providerId="ADAL" clId="{DEC8990C-F1E8-4081-8796-F50D8B9FA883}" dt="2024-10-13T04:49:56.516" v="493" actId="22"/>
          <ac:spMkLst>
            <pc:docMk/>
            <pc:sldMk cId="3373792917" sldId="398"/>
            <ac:spMk id="6" creationId="{1FBDFE37-1314-7E08-3EB5-4F866D911F5F}"/>
          </ac:spMkLst>
        </pc:spChg>
        <pc:spChg chg="add mod">
          <ac:chgData name="Mahima Weerasinghe" userId="e11e3f55-42da-4e07-8ead-4d7a1d7ea1c6" providerId="ADAL" clId="{DEC8990C-F1E8-4081-8796-F50D8B9FA883}" dt="2024-10-13T04:53:09.755" v="509" actId="1076"/>
          <ac:spMkLst>
            <pc:docMk/>
            <pc:sldMk cId="3373792917" sldId="398"/>
            <ac:spMk id="8" creationId="{4D42D9BE-2ED4-F4A7-7A74-5236D215DA1B}"/>
          </ac:spMkLst>
        </pc:spChg>
        <pc:spChg chg="add del">
          <ac:chgData name="Mahima Weerasinghe" userId="e11e3f55-42da-4e07-8ead-4d7a1d7ea1c6" providerId="ADAL" clId="{DEC8990C-F1E8-4081-8796-F50D8B9FA883}" dt="2024-10-13T04:52:57.458" v="503" actId="22"/>
          <ac:spMkLst>
            <pc:docMk/>
            <pc:sldMk cId="3373792917" sldId="398"/>
            <ac:spMk id="10" creationId="{30FE90DE-073C-53B6-5D8D-9F5DA5DB8CFE}"/>
          </ac:spMkLst>
        </pc:spChg>
        <pc:spChg chg="add mod">
          <ac:chgData name="Mahima Weerasinghe" userId="e11e3f55-42da-4e07-8ead-4d7a1d7ea1c6" providerId="ADAL" clId="{DEC8990C-F1E8-4081-8796-F50D8B9FA883}" dt="2024-10-13T04:54:54.245" v="557" actId="1076"/>
          <ac:spMkLst>
            <pc:docMk/>
            <pc:sldMk cId="3373792917" sldId="398"/>
            <ac:spMk id="12" creationId="{FA65AF9E-7B86-F453-404B-71725112EDD4}"/>
          </ac:spMkLst>
        </pc:spChg>
        <pc:grpChg chg="mod">
          <ac:chgData name="Mahima Weerasinghe" userId="e11e3f55-42da-4e07-8ead-4d7a1d7ea1c6" providerId="ADAL" clId="{DEC8990C-F1E8-4081-8796-F50D8B9FA883}" dt="2024-10-13T12:55:39.797" v="1844"/>
          <ac:grpSpMkLst>
            <pc:docMk/>
            <pc:sldMk cId="3373792917" sldId="398"/>
            <ac:grpSpMk id="9" creationId="{9E4AA029-20A2-524A-967B-989D446E3382}"/>
          </ac:grpSpMkLst>
        </pc:grpChg>
        <pc:grpChg chg="mod">
          <ac:chgData name="Mahima Weerasinghe" userId="e11e3f55-42da-4e07-8ead-4d7a1d7ea1c6" providerId="ADAL" clId="{DEC8990C-F1E8-4081-8796-F50D8B9FA883}" dt="2024-10-13T12:55:44.134" v="1848"/>
          <ac:grpSpMkLst>
            <pc:docMk/>
            <pc:sldMk cId="3373792917" sldId="398"/>
            <ac:grpSpMk id="14" creationId="{1F10F7ED-8F7B-94C3-24E4-050A1D514609}"/>
          </ac:grpSpMkLst>
        </pc:grpChg>
        <pc:grpChg chg="mod">
          <ac:chgData name="Mahima Weerasinghe" userId="e11e3f55-42da-4e07-8ead-4d7a1d7ea1c6" providerId="ADAL" clId="{DEC8990C-F1E8-4081-8796-F50D8B9FA883}" dt="2024-10-13T12:58:12.280" v="1858"/>
          <ac:grpSpMkLst>
            <pc:docMk/>
            <pc:sldMk cId="3373792917" sldId="398"/>
            <ac:grpSpMk id="23" creationId="{68965A32-81F8-505C-940D-A8F37DC0496E}"/>
          </ac:grpSpMkLst>
        </pc:grpChg>
        <pc:grpChg chg="del mod">
          <ac:chgData name="Mahima Weerasinghe" userId="e11e3f55-42da-4e07-8ead-4d7a1d7ea1c6" providerId="ADAL" clId="{DEC8990C-F1E8-4081-8796-F50D8B9FA883}" dt="2024-10-13T12:58:43.755" v="1877"/>
          <ac:grpSpMkLst>
            <pc:docMk/>
            <pc:sldMk cId="3373792917" sldId="398"/>
            <ac:grpSpMk id="32" creationId="{9FDA6E32-B92F-2F65-F675-7D3A7954A895}"/>
          </ac:grpSpMkLst>
        </pc:grpChg>
        <pc:grpChg chg="del mod">
          <ac:chgData name="Mahima Weerasinghe" userId="e11e3f55-42da-4e07-8ead-4d7a1d7ea1c6" providerId="ADAL" clId="{DEC8990C-F1E8-4081-8796-F50D8B9FA883}" dt="2024-10-13T12:59:36.612" v="1920"/>
          <ac:grpSpMkLst>
            <pc:docMk/>
            <pc:sldMk cId="3373792917" sldId="398"/>
            <ac:grpSpMk id="40" creationId="{36ED61B8-B1E3-F35B-4BD2-0D7990EDD0DA}"/>
          </ac:grpSpMkLst>
        </pc:grpChg>
        <pc:grpChg chg="del mod">
          <ac:chgData name="Mahima Weerasinghe" userId="e11e3f55-42da-4e07-8ead-4d7a1d7ea1c6" providerId="ADAL" clId="{DEC8990C-F1E8-4081-8796-F50D8B9FA883}" dt="2024-10-13T12:58:46.359" v="1879"/>
          <ac:grpSpMkLst>
            <pc:docMk/>
            <pc:sldMk cId="3373792917" sldId="398"/>
            <ac:grpSpMk id="42" creationId="{551ED4D9-AD03-F095-90FA-0ACDA40F198B}"/>
          </ac:grpSpMkLst>
        </pc:grpChg>
        <pc:grpChg chg="del mod">
          <ac:chgData name="Mahima Weerasinghe" userId="e11e3f55-42da-4e07-8ead-4d7a1d7ea1c6" providerId="ADAL" clId="{DEC8990C-F1E8-4081-8796-F50D8B9FA883}" dt="2024-10-13T12:58:58.043" v="1893"/>
          <ac:grpSpMkLst>
            <pc:docMk/>
            <pc:sldMk cId="3373792917" sldId="398"/>
            <ac:grpSpMk id="44" creationId="{2C1A4233-3930-A55B-06B1-4E789C1F022E}"/>
          </ac:grpSpMkLst>
        </pc:grpChg>
        <pc:grpChg chg="mod">
          <ac:chgData name="Mahima Weerasinghe" userId="e11e3f55-42da-4e07-8ead-4d7a1d7ea1c6" providerId="ADAL" clId="{DEC8990C-F1E8-4081-8796-F50D8B9FA883}" dt="2024-10-13T12:58:50.740" v="1888"/>
          <ac:grpSpMkLst>
            <pc:docMk/>
            <pc:sldMk cId="3373792917" sldId="398"/>
            <ac:grpSpMk id="53" creationId="{098853FB-F8BD-C82D-FE9E-8330D7C7060B}"/>
          </ac:grpSpMkLst>
        </pc:grpChg>
        <pc:grpChg chg="del mod">
          <ac:chgData name="Mahima Weerasinghe" userId="e11e3f55-42da-4e07-8ead-4d7a1d7ea1c6" providerId="ADAL" clId="{DEC8990C-F1E8-4081-8796-F50D8B9FA883}" dt="2024-10-13T12:59:01.783" v="1895"/>
          <ac:grpSpMkLst>
            <pc:docMk/>
            <pc:sldMk cId="3373792917" sldId="398"/>
            <ac:grpSpMk id="58" creationId="{E5E14E52-E2B5-B6A1-1E11-4D5722400B16}"/>
          </ac:grpSpMkLst>
        </pc:grpChg>
        <pc:grpChg chg="del mod">
          <ac:chgData name="Mahima Weerasinghe" userId="e11e3f55-42da-4e07-8ead-4d7a1d7ea1c6" providerId="ADAL" clId="{DEC8990C-F1E8-4081-8796-F50D8B9FA883}" dt="2024-10-13T12:59:02.747" v="1898"/>
          <ac:grpSpMkLst>
            <pc:docMk/>
            <pc:sldMk cId="3373792917" sldId="398"/>
            <ac:grpSpMk id="60" creationId="{429B1333-3D36-4CD3-4882-CDE796247BD3}"/>
          </ac:grpSpMkLst>
        </pc:grpChg>
        <pc:grpChg chg="del mod">
          <ac:chgData name="Mahima Weerasinghe" userId="e11e3f55-42da-4e07-8ead-4d7a1d7ea1c6" providerId="ADAL" clId="{DEC8990C-F1E8-4081-8796-F50D8B9FA883}" dt="2024-10-13T12:59:12.898" v="1902"/>
          <ac:grpSpMkLst>
            <pc:docMk/>
            <pc:sldMk cId="3373792917" sldId="398"/>
            <ac:grpSpMk id="63" creationId="{9C1CA1A4-1278-509C-079B-7E7FDF7A9924}"/>
          </ac:grpSpMkLst>
        </pc:grpChg>
        <pc:grpChg chg="del mod">
          <ac:chgData name="Mahima Weerasinghe" userId="e11e3f55-42da-4e07-8ead-4d7a1d7ea1c6" providerId="ADAL" clId="{DEC8990C-F1E8-4081-8796-F50D8B9FA883}" dt="2024-10-13T12:59:14.836" v="1907"/>
          <ac:grpSpMkLst>
            <pc:docMk/>
            <pc:sldMk cId="3373792917" sldId="398"/>
            <ac:grpSpMk id="67" creationId="{05D8F635-163F-583F-FE9F-CFE1F3283BA7}"/>
          </ac:grpSpMkLst>
        </pc:grpChg>
        <pc:grpChg chg="del mod">
          <ac:chgData name="Mahima Weerasinghe" userId="e11e3f55-42da-4e07-8ead-4d7a1d7ea1c6" providerId="ADAL" clId="{DEC8990C-F1E8-4081-8796-F50D8B9FA883}" dt="2024-10-13T12:59:36.612" v="1920"/>
          <ac:grpSpMkLst>
            <pc:docMk/>
            <pc:sldMk cId="3373792917" sldId="398"/>
            <ac:grpSpMk id="72" creationId="{9A061EEB-E026-D1D7-64E3-7D575DE5D55D}"/>
          </ac:grpSpMkLst>
        </pc:grpChg>
        <pc:grpChg chg="del mod">
          <ac:chgData name="Mahima Weerasinghe" userId="e11e3f55-42da-4e07-8ead-4d7a1d7ea1c6" providerId="ADAL" clId="{DEC8990C-F1E8-4081-8796-F50D8B9FA883}" dt="2024-10-13T12:59:25.373" v="1916"/>
          <ac:grpSpMkLst>
            <pc:docMk/>
            <pc:sldMk cId="3373792917" sldId="398"/>
            <ac:grpSpMk id="79" creationId="{AA71B08B-74C9-A4C9-6153-898011E754D2}"/>
          </ac:grpSpMkLst>
        </pc:grpChg>
        <pc:grpChg chg="del mod">
          <ac:chgData name="Mahima Weerasinghe" userId="e11e3f55-42da-4e07-8ead-4d7a1d7ea1c6" providerId="ADAL" clId="{DEC8990C-F1E8-4081-8796-F50D8B9FA883}" dt="2024-10-13T12:59:36.612" v="1920"/>
          <ac:grpSpMkLst>
            <pc:docMk/>
            <pc:sldMk cId="3373792917" sldId="398"/>
            <ac:grpSpMk id="81" creationId="{1CAEA403-B3DB-CAD7-4DC5-AFE3EF56EA0C}"/>
          </ac:grpSpMkLst>
        </pc:grpChg>
        <pc:grpChg chg="del mod">
          <ac:chgData name="Mahima Weerasinghe" userId="e11e3f55-42da-4e07-8ead-4d7a1d7ea1c6" providerId="ADAL" clId="{DEC8990C-F1E8-4081-8796-F50D8B9FA883}" dt="2024-10-13T12:59:40.085" v="1928"/>
          <ac:grpSpMkLst>
            <pc:docMk/>
            <pc:sldMk cId="3373792917" sldId="398"/>
            <ac:grpSpMk id="85" creationId="{59AD7A9D-5DE6-88E2-4F11-FC18CECB921E}"/>
          </ac:grpSpMkLst>
        </pc:grpChg>
        <pc:grpChg chg="del mod">
          <ac:chgData name="Mahima Weerasinghe" userId="e11e3f55-42da-4e07-8ead-4d7a1d7ea1c6" providerId="ADAL" clId="{DEC8990C-F1E8-4081-8796-F50D8B9FA883}" dt="2024-10-13T13:00:14.390" v="1945"/>
          <ac:grpSpMkLst>
            <pc:docMk/>
            <pc:sldMk cId="3373792917" sldId="398"/>
            <ac:grpSpMk id="93" creationId="{69917CBB-AC90-A09F-000C-775F4DF0A58C}"/>
          </ac:grpSpMkLst>
        </pc:grpChg>
        <pc:grpChg chg="del mod">
          <ac:chgData name="Mahima Weerasinghe" userId="e11e3f55-42da-4e07-8ead-4d7a1d7ea1c6" providerId="ADAL" clId="{DEC8990C-F1E8-4081-8796-F50D8B9FA883}" dt="2024-10-13T13:00:14.390" v="1945"/>
          <ac:grpSpMkLst>
            <pc:docMk/>
            <pc:sldMk cId="3373792917" sldId="398"/>
            <ac:grpSpMk id="100" creationId="{D5A577FA-F1F7-7C11-993E-CF254D82561D}"/>
          </ac:grpSpMkLst>
        </pc:grpChg>
        <pc:grpChg chg="del mod">
          <ac:chgData name="Mahima Weerasinghe" userId="e11e3f55-42da-4e07-8ead-4d7a1d7ea1c6" providerId="ADAL" clId="{DEC8990C-F1E8-4081-8796-F50D8B9FA883}" dt="2024-10-13T13:00:14.390" v="1945"/>
          <ac:grpSpMkLst>
            <pc:docMk/>
            <pc:sldMk cId="3373792917" sldId="398"/>
            <ac:grpSpMk id="108" creationId="{62CF96CD-E081-E6F6-4BF9-51E24C11BAC0}"/>
          </ac:grpSpMkLst>
        </pc:grpChg>
        <pc:grpChg chg="del mod">
          <ac:chgData name="Mahima Weerasinghe" userId="e11e3f55-42da-4e07-8ead-4d7a1d7ea1c6" providerId="ADAL" clId="{DEC8990C-F1E8-4081-8796-F50D8B9FA883}" dt="2024-10-13T13:00:21.305" v="1947"/>
          <ac:grpSpMkLst>
            <pc:docMk/>
            <pc:sldMk cId="3373792917" sldId="398"/>
            <ac:grpSpMk id="110" creationId="{0AF0B3FE-5B64-691A-9A7A-A42FBC8A8196}"/>
          </ac:grpSpMkLst>
        </pc:grpChg>
        <pc:grpChg chg="del mod">
          <ac:chgData name="Mahima Weerasinghe" userId="e11e3f55-42da-4e07-8ead-4d7a1d7ea1c6" providerId="ADAL" clId="{DEC8990C-F1E8-4081-8796-F50D8B9FA883}" dt="2024-10-13T13:00:32.983" v="1950"/>
          <ac:grpSpMkLst>
            <pc:docMk/>
            <pc:sldMk cId="3373792917" sldId="398"/>
            <ac:grpSpMk id="112" creationId="{DAC8FC53-6E94-82F6-FA5E-010D962870E8}"/>
          </ac:grpSpMkLst>
        </pc:grpChg>
        <pc:grpChg chg="del mod">
          <ac:chgData name="Mahima Weerasinghe" userId="e11e3f55-42da-4e07-8ead-4d7a1d7ea1c6" providerId="ADAL" clId="{DEC8990C-F1E8-4081-8796-F50D8B9FA883}" dt="2024-10-13T13:00:39.718" v="1954"/>
          <ac:grpSpMkLst>
            <pc:docMk/>
            <pc:sldMk cId="3373792917" sldId="398"/>
            <ac:grpSpMk id="115" creationId="{E4DEADD9-2565-1FED-826C-ADC1ADBE8E02}"/>
          </ac:grpSpMkLst>
        </pc:grpChg>
        <pc:grpChg chg="mod">
          <ac:chgData name="Mahima Weerasinghe" userId="e11e3f55-42da-4e07-8ead-4d7a1d7ea1c6" providerId="ADAL" clId="{DEC8990C-F1E8-4081-8796-F50D8B9FA883}" dt="2024-10-13T13:00:39.718" v="1954"/>
          <ac:grpSpMkLst>
            <pc:docMk/>
            <pc:sldMk cId="3373792917" sldId="398"/>
            <ac:grpSpMk id="119" creationId="{337B22F2-A6F6-F0D4-41E1-DCBE7F94CB18}"/>
          </ac:grpSpMkLst>
        </pc:grpChg>
        <pc:grpChg chg="mod">
          <ac:chgData name="Mahima Weerasinghe" userId="e11e3f55-42da-4e07-8ead-4d7a1d7ea1c6" providerId="ADAL" clId="{DEC8990C-F1E8-4081-8796-F50D8B9FA883}" dt="2024-10-13T13:01:02.767" v="1958"/>
          <ac:grpSpMkLst>
            <pc:docMk/>
            <pc:sldMk cId="3373792917" sldId="398"/>
            <ac:grpSpMk id="123" creationId="{B9DB6BDC-A836-05AF-6FE9-0F8DC596484A}"/>
          </ac:grpSpMkLst>
        </pc:grpChg>
        <pc:inkChg chg="add">
          <ac:chgData name="Mahima Weerasinghe" userId="e11e3f55-42da-4e07-8ead-4d7a1d7ea1c6" providerId="ADAL" clId="{DEC8990C-F1E8-4081-8796-F50D8B9FA883}" dt="2024-10-13T12:55:15.149" v="1838" actId="9405"/>
          <ac:inkMkLst>
            <pc:docMk/>
            <pc:sldMk cId="3373792917" sldId="398"/>
            <ac:inkMk id="2" creationId="{41619F3B-AF4A-8EFC-4BC8-CEAA87920B07}"/>
          </ac:inkMkLst>
        </pc:inkChg>
        <pc:inkChg chg="add">
          <ac:chgData name="Mahima Weerasinghe" userId="e11e3f55-42da-4e07-8ead-4d7a1d7ea1c6" providerId="ADAL" clId="{DEC8990C-F1E8-4081-8796-F50D8B9FA883}" dt="2024-10-13T12:55:18.121" v="1839" actId="9405"/>
          <ac:inkMkLst>
            <pc:docMk/>
            <pc:sldMk cId="3373792917" sldId="398"/>
            <ac:inkMk id="3" creationId="{EBB927B3-DF6B-3F73-A278-29663C0B255B}"/>
          </ac:inkMkLst>
        </pc:inkChg>
        <pc:inkChg chg="add">
          <ac:chgData name="Mahima Weerasinghe" userId="e11e3f55-42da-4e07-8ead-4d7a1d7ea1c6" providerId="ADAL" clId="{DEC8990C-F1E8-4081-8796-F50D8B9FA883}" dt="2024-10-13T12:55:22.487" v="1840" actId="9405"/>
          <ac:inkMkLst>
            <pc:docMk/>
            <pc:sldMk cId="3373792917" sldId="398"/>
            <ac:inkMk id="4" creationId="{E07D8827-01A1-E4CF-52FD-AF7F6DB2387C}"/>
          </ac:inkMkLst>
        </pc:inkChg>
        <pc:inkChg chg="add">
          <ac:chgData name="Mahima Weerasinghe" userId="e11e3f55-42da-4e07-8ead-4d7a1d7ea1c6" providerId="ADAL" clId="{DEC8990C-F1E8-4081-8796-F50D8B9FA883}" dt="2024-10-13T12:55:24.074" v="1841" actId="9405"/>
          <ac:inkMkLst>
            <pc:docMk/>
            <pc:sldMk cId="3373792917" sldId="398"/>
            <ac:inkMk id="5" creationId="{5AB13255-9E2A-91D8-9DCB-E94A45D89ED3}"/>
          </ac:inkMkLst>
        </pc:inkChg>
        <pc:inkChg chg="add mod">
          <ac:chgData name="Mahima Weerasinghe" userId="e11e3f55-42da-4e07-8ead-4d7a1d7ea1c6" providerId="ADAL" clId="{DEC8990C-F1E8-4081-8796-F50D8B9FA883}" dt="2024-10-13T12:55:39.797" v="1844"/>
          <ac:inkMkLst>
            <pc:docMk/>
            <pc:sldMk cId="3373792917" sldId="398"/>
            <ac:inkMk id="6" creationId="{A2401AA3-6ECB-2A45-2546-A35E30873F19}"/>
          </ac:inkMkLst>
        </pc:inkChg>
        <pc:inkChg chg="add mod">
          <ac:chgData name="Mahima Weerasinghe" userId="e11e3f55-42da-4e07-8ead-4d7a1d7ea1c6" providerId="ADAL" clId="{DEC8990C-F1E8-4081-8796-F50D8B9FA883}" dt="2024-10-13T12:55:39.797" v="1844"/>
          <ac:inkMkLst>
            <pc:docMk/>
            <pc:sldMk cId="3373792917" sldId="398"/>
            <ac:inkMk id="7" creationId="{F6D42EB7-EB80-ADEE-2147-7C578A2AF487}"/>
          </ac:inkMkLst>
        </pc:inkChg>
        <pc:inkChg chg="add">
          <ac:chgData name="Mahima Weerasinghe" userId="e11e3f55-42da-4e07-8ead-4d7a1d7ea1c6" providerId="ADAL" clId="{DEC8990C-F1E8-4081-8796-F50D8B9FA883}" dt="2024-10-13T12:55:41.588" v="1845" actId="9405"/>
          <ac:inkMkLst>
            <pc:docMk/>
            <pc:sldMk cId="3373792917" sldId="398"/>
            <ac:inkMk id="10" creationId="{1DFEE5B5-02BB-5C54-5C55-B3FA3C5DA8C8}"/>
          </ac:inkMkLst>
        </pc:inkChg>
        <pc:inkChg chg="add mod">
          <ac:chgData name="Mahima Weerasinghe" userId="e11e3f55-42da-4e07-8ead-4d7a1d7ea1c6" providerId="ADAL" clId="{DEC8990C-F1E8-4081-8796-F50D8B9FA883}" dt="2024-10-13T12:55:44.134" v="1848"/>
          <ac:inkMkLst>
            <pc:docMk/>
            <pc:sldMk cId="3373792917" sldId="398"/>
            <ac:inkMk id="11" creationId="{3735C91B-A05C-34B3-2C20-69363C2BF322}"/>
          </ac:inkMkLst>
        </pc:inkChg>
        <pc:inkChg chg="add mod">
          <ac:chgData name="Mahima Weerasinghe" userId="e11e3f55-42da-4e07-8ead-4d7a1d7ea1c6" providerId="ADAL" clId="{DEC8990C-F1E8-4081-8796-F50D8B9FA883}" dt="2024-10-13T12:55:44.134" v="1848"/>
          <ac:inkMkLst>
            <pc:docMk/>
            <pc:sldMk cId="3373792917" sldId="398"/>
            <ac:inkMk id="13" creationId="{4E96DAA3-7542-A9CD-B956-ACB3800D5C84}"/>
          </ac:inkMkLst>
        </pc:inkChg>
        <pc:inkChg chg="add">
          <ac:chgData name="Mahima Weerasinghe" userId="e11e3f55-42da-4e07-8ead-4d7a1d7ea1c6" providerId="ADAL" clId="{DEC8990C-F1E8-4081-8796-F50D8B9FA883}" dt="2024-10-13T12:57:31.177" v="1850" actId="9405"/>
          <ac:inkMkLst>
            <pc:docMk/>
            <pc:sldMk cId="3373792917" sldId="398"/>
            <ac:inkMk id="15" creationId="{1C92CC05-4E93-F824-B736-885AD711D6F9}"/>
          </ac:inkMkLst>
        </pc:inkChg>
        <pc:inkChg chg="add">
          <ac:chgData name="Mahima Weerasinghe" userId="e11e3f55-42da-4e07-8ead-4d7a1d7ea1c6" providerId="ADAL" clId="{DEC8990C-F1E8-4081-8796-F50D8B9FA883}" dt="2024-10-13T12:57:58.665" v="1851" actId="9405"/>
          <ac:inkMkLst>
            <pc:docMk/>
            <pc:sldMk cId="3373792917" sldId="398"/>
            <ac:inkMk id="16" creationId="{8C1219D0-F2FB-4913-6C72-AE15162E24A9}"/>
          </ac:inkMkLst>
        </pc:inkChg>
        <pc:inkChg chg="add">
          <ac:chgData name="Mahima Weerasinghe" userId="e11e3f55-42da-4e07-8ead-4d7a1d7ea1c6" providerId="ADAL" clId="{DEC8990C-F1E8-4081-8796-F50D8B9FA883}" dt="2024-10-13T12:58:04.086" v="1852" actId="9405"/>
          <ac:inkMkLst>
            <pc:docMk/>
            <pc:sldMk cId="3373792917" sldId="398"/>
            <ac:inkMk id="17" creationId="{3D1BABE4-545E-9B59-E75C-F7229A80CDD5}"/>
          </ac:inkMkLst>
        </pc:inkChg>
        <pc:inkChg chg="add mod">
          <ac:chgData name="Mahima Weerasinghe" userId="e11e3f55-42da-4e07-8ead-4d7a1d7ea1c6" providerId="ADAL" clId="{DEC8990C-F1E8-4081-8796-F50D8B9FA883}" dt="2024-10-13T12:58:12.280" v="1858"/>
          <ac:inkMkLst>
            <pc:docMk/>
            <pc:sldMk cId="3373792917" sldId="398"/>
            <ac:inkMk id="18" creationId="{8F98EEB3-F399-E420-16D4-A5AB429FAEAE}"/>
          </ac:inkMkLst>
        </pc:inkChg>
        <pc:inkChg chg="add mod">
          <ac:chgData name="Mahima Weerasinghe" userId="e11e3f55-42da-4e07-8ead-4d7a1d7ea1c6" providerId="ADAL" clId="{DEC8990C-F1E8-4081-8796-F50D8B9FA883}" dt="2024-10-13T12:58:12.280" v="1858"/>
          <ac:inkMkLst>
            <pc:docMk/>
            <pc:sldMk cId="3373792917" sldId="398"/>
            <ac:inkMk id="19" creationId="{9D094BFF-CD85-186D-8A02-3A73E95D0327}"/>
          </ac:inkMkLst>
        </pc:inkChg>
        <pc:inkChg chg="add mod">
          <ac:chgData name="Mahima Weerasinghe" userId="e11e3f55-42da-4e07-8ead-4d7a1d7ea1c6" providerId="ADAL" clId="{DEC8990C-F1E8-4081-8796-F50D8B9FA883}" dt="2024-10-13T12:58:12.280" v="1858"/>
          <ac:inkMkLst>
            <pc:docMk/>
            <pc:sldMk cId="3373792917" sldId="398"/>
            <ac:inkMk id="20" creationId="{1A8BE75B-E68C-9518-9ADD-83F6C93762F1}"/>
          </ac:inkMkLst>
        </pc:inkChg>
        <pc:inkChg chg="add mod">
          <ac:chgData name="Mahima Weerasinghe" userId="e11e3f55-42da-4e07-8ead-4d7a1d7ea1c6" providerId="ADAL" clId="{DEC8990C-F1E8-4081-8796-F50D8B9FA883}" dt="2024-10-13T12:58:12.280" v="1858"/>
          <ac:inkMkLst>
            <pc:docMk/>
            <pc:sldMk cId="3373792917" sldId="398"/>
            <ac:inkMk id="21" creationId="{E8BBBA05-D7D3-26F3-5D82-9A6ADADE5134}"/>
          </ac:inkMkLst>
        </pc:inkChg>
        <pc:inkChg chg="add mod">
          <ac:chgData name="Mahima Weerasinghe" userId="e11e3f55-42da-4e07-8ead-4d7a1d7ea1c6" providerId="ADAL" clId="{DEC8990C-F1E8-4081-8796-F50D8B9FA883}" dt="2024-10-13T12:58:12.280" v="1858"/>
          <ac:inkMkLst>
            <pc:docMk/>
            <pc:sldMk cId="3373792917" sldId="398"/>
            <ac:inkMk id="22" creationId="{745F592E-7C05-3FF3-3526-1D200B0AFADD}"/>
          </ac:inkMkLst>
        </pc:inkChg>
        <pc:inkChg chg="add">
          <ac:chgData name="Mahima Weerasinghe" userId="e11e3f55-42da-4e07-8ead-4d7a1d7ea1c6" providerId="ADAL" clId="{DEC8990C-F1E8-4081-8796-F50D8B9FA883}" dt="2024-10-13T12:58:20.168" v="1859" actId="9405"/>
          <ac:inkMkLst>
            <pc:docMk/>
            <pc:sldMk cId="3373792917" sldId="398"/>
            <ac:inkMk id="24" creationId="{A5933CCA-9BBF-EAF7-4FB3-19B83E33CABE}"/>
          </ac:inkMkLst>
        </pc:inkChg>
        <pc:inkChg chg="add">
          <ac:chgData name="Mahima Weerasinghe" userId="e11e3f55-42da-4e07-8ead-4d7a1d7ea1c6" providerId="ADAL" clId="{DEC8990C-F1E8-4081-8796-F50D8B9FA883}" dt="2024-10-13T12:58:21.191" v="1860" actId="9405"/>
          <ac:inkMkLst>
            <pc:docMk/>
            <pc:sldMk cId="3373792917" sldId="398"/>
            <ac:inkMk id="25" creationId="{560A269B-36AB-1679-F277-93448C541357}"/>
          </ac:inkMkLst>
        </pc:inkChg>
        <pc:inkChg chg="add">
          <ac:chgData name="Mahima Weerasinghe" userId="e11e3f55-42da-4e07-8ead-4d7a1d7ea1c6" providerId="ADAL" clId="{DEC8990C-F1E8-4081-8796-F50D8B9FA883}" dt="2024-10-13T12:58:22.555" v="1861" actId="9405"/>
          <ac:inkMkLst>
            <pc:docMk/>
            <pc:sldMk cId="3373792917" sldId="398"/>
            <ac:inkMk id="26" creationId="{ED60DD40-7848-EE17-0D00-BAEE1B828987}"/>
          </ac:inkMkLst>
        </pc:inkChg>
        <pc:inkChg chg="add">
          <ac:chgData name="Mahima Weerasinghe" userId="e11e3f55-42da-4e07-8ead-4d7a1d7ea1c6" providerId="ADAL" clId="{DEC8990C-F1E8-4081-8796-F50D8B9FA883}" dt="2024-10-13T12:58:24.251" v="1862" actId="9405"/>
          <ac:inkMkLst>
            <pc:docMk/>
            <pc:sldMk cId="3373792917" sldId="398"/>
            <ac:inkMk id="27" creationId="{B55D9C87-4DC8-F196-ECF4-DF88968D4B34}"/>
          </ac:inkMkLst>
        </pc:inkChg>
        <pc:inkChg chg="add">
          <ac:chgData name="Mahima Weerasinghe" userId="e11e3f55-42da-4e07-8ead-4d7a1d7ea1c6" providerId="ADAL" clId="{DEC8990C-F1E8-4081-8796-F50D8B9FA883}" dt="2024-10-13T12:58:26.121" v="1863" actId="9405"/>
          <ac:inkMkLst>
            <pc:docMk/>
            <pc:sldMk cId="3373792917" sldId="398"/>
            <ac:inkMk id="28" creationId="{CEC0B29A-708C-3018-F40A-B01181A84ED5}"/>
          </ac:inkMkLst>
        </pc:inkChg>
        <pc:inkChg chg="add">
          <ac:chgData name="Mahima Weerasinghe" userId="e11e3f55-42da-4e07-8ead-4d7a1d7ea1c6" providerId="ADAL" clId="{DEC8990C-F1E8-4081-8796-F50D8B9FA883}" dt="2024-10-13T12:58:26.739" v="1864" actId="9405"/>
          <ac:inkMkLst>
            <pc:docMk/>
            <pc:sldMk cId="3373792917" sldId="398"/>
            <ac:inkMk id="29" creationId="{B5999AEC-A574-D2AA-E72B-33B3008434B5}"/>
          </ac:inkMkLst>
        </pc:inkChg>
        <pc:inkChg chg="add mod">
          <ac:chgData name="Mahima Weerasinghe" userId="e11e3f55-42da-4e07-8ead-4d7a1d7ea1c6" providerId="ADAL" clId="{DEC8990C-F1E8-4081-8796-F50D8B9FA883}" dt="2024-10-13T13:00:39.718" v="1954"/>
          <ac:inkMkLst>
            <pc:docMk/>
            <pc:sldMk cId="3373792917" sldId="398"/>
            <ac:inkMk id="30" creationId="{F8066893-0D32-77BE-69D5-78D64BEBB29C}"/>
          </ac:inkMkLst>
        </pc:inkChg>
        <pc:inkChg chg="add mod">
          <ac:chgData name="Mahima Weerasinghe" userId="e11e3f55-42da-4e07-8ead-4d7a1d7ea1c6" providerId="ADAL" clId="{DEC8990C-F1E8-4081-8796-F50D8B9FA883}" dt="2024-10-13T13:00:39.718" v="1954"/>
          <ac:inkMkLst>
            <pc:docMk/>
            <pc:sldMk cId="3373792917" sldId="398"/>
            <ac:inkMk id="31" creationId="{C31536C3-64F2-7639-114F-8D69865F43DE}"/>
          </ac:inkMkLst>
        </pc:inkChg>
        <pc:inkChg chg="add mod">
          <ac:chgData name="Mahima Weerasinghe" userId="e11e3f55-42da-4e07-8ead-4d7a1d7ea1c6" providerId="ADAL" clId="{DEC8990C-F1E8-4081-8796-F50D8B9FA883}" dt="2024-10-13T13:00:39.718" v="1954"/>
          <ac:inkMkLst>
            <pc:docMk/>
            <pc:sldMk cId="3373792917" sldId="398"/>
            <ac:inkMk id="33" creationId="{2ACF55F5-4B8C-7372-938B-9F58B93EFB30}"/>
          </ac:inkMkLst>
        </pc:inkChg>
        <pc:inkChg chg="add mod">
          <ac:chgData name="Mahima Weerasinghe" userId="e11e3f55-42da-4e07-8ead-4d7a1d7ea1c6" providerId="ADAL" clId="{DEC8990C-F1E8-4081-8796-F50D8B9FA883}" dt="2024-10-13T13:00:39.718" v="1954"/>
          <ac:inkMkLst>
            <pc:docMk/>
            <pc:sldMk cId="3373792917" sldId="398"/>
            <ac:inkMk id="34" creationId="{0BCC8E07-0131-BDE3-413A-0162DB2CBC03}"/>
          </ac:inkMkLst>
        </pc:inkChg>
        <pc:inkChg chg="add mod">
          <ac:chgData name="Mahima Weerasinghe" userId="e11e3f55-42da-4e07-8ead-4d7a1d7ea1c6" providerId="ADAL" clId="{DEC8990C-F1E8-4081-8796-F50D8B9FA883}" dt="2024-10-13T13:00:39.718" v="1954"/>
          <ac:inkMkLst>
            <pc:docMk/>
            <pc:sldMk cId="3373792917" sldId="398"/>
            <ac:inkMk id="35" creationId="{62D11230-B146-4478-2542-E4A035531CA9}"/>
          </ac:inkMkLst>
        </pc:inkChg>
        <pc:inkChg chg="add mod">
          <ac:chgData name="Mahima Weerasinghe" userId="e11e3f55-42da-4e07-8ead-4d7a1d7ea1c6" providerId="ADAL" clId="{DEC8990C-F1E8-4081-8796-F50D8B9FA883}" dt="2024-10-13T13:00:39.718" v="1954"/>
          <ac:inkMkLst>
            <pc:docMk/>
            <pc:sldMk cId="3373792917" sldId="398"/>
            <ac:inkMk id="36" creationId="{0AB2B79A-8AF5-2D5C-A6E9-61EEE18719C5}"/>
          </ac:inkMkLst>
        </pc:inkChg>
        <pc:inkChg chg="add mod">
          <ac:chgData name="Mahima Weerasinghe" userId="e11e3f55-42da-4e07-8ead-4d7a1d7ea1c6" providerId="ADAL" clId="{DEC8990C-F1E8-4081-8796-F50D8B9FA883}" dt="2024-10-13T13:00:39.718" v="1954"/>
          <ac:inkMkLst>
            <pc:docMk/>
            <pc:sldMk cId="3373792917" sldId="398"/>
            <ac:inkMk id="37" creationId="{87D29F59-5C44-71BB-AB98-9F8461240451}"/>
          </ac:inkMkLst>
        </pc:inkChg>
        <pc:inkChg chg="add mod">
          <ac:chgData name="Mahima Weerasinghe" userId="e11e3f55-42da-4e07-8ead-4d7a1d7ea1c6" providerId="ADAL" clId="{DEC8990C-F1E8-4081-8796-F50D8B9FA883}" dt="2024-10-13T13:00:39.718" v="1954"/>
          <ac:inkMkLst>
            <pc:docMk/>
            <pc:sldMk cId="3373792917" sldId="398"/>
            <ac:inkMk id="38" creationId="{D229C0EF-C566-3D70-C414-070349C2F245}"/>
          </ac:inkMkLst>
        </pc:inkChg>
        <pc:inkChg chg="add mod">
          <ac:chgData name="Mahima Weerasinghe" userId="e11e3f55-42da-4e07-8ead-4d7a1d7ea1c6" providerId="ADAL" clId="{DEC8990C-F1E8-4081-8796-F50D8B9FA883}" dt="2024-10-13T13:00:39.718" v="1954"/>
          <ac:inkMkLst>
            <pc:docMk/>
            <pc:sldMk cId="3373792917" sldId="398"/>
            <ac:inkMk id="39" creationId="{3F155C18-F37A-2F49-C288-7E4263C4F6B5}"/>
          </ac:inkMkLst>
        </pc:inkChg>
        <pc:inkChg chg="add mod">
          <ac:chgData name="Mahima Weerasinghe" userId="e11e3f55-42da-4e07-8ead-4d7a1d7ea1c6" providerId="ADAL" clId="{DEC8990C-F1E8-4081-8796-F50D8B9FA883}" dt="2024-10-13T13:00:39.718" v="1954"/>
          <ac:inkMkLst>
            <pc:docMk/>
            <pc:sldMk cId="3373792917" sldId="398"/>
            <ac:inkMk id="41" creationId="{4D03D214-15D5-A85E-B8E3-82BE7AC733B0}"/>
          </ac:inkMkLst>
        </pc:inkChg>
        <pc:inkChg chg="add mod">
          <ac:chgData name="Mahima Weerasinghe" userId="e11e3f55-42da-4e07-8ead-4d7a1d7ea1c6" providerId="ADAL" clId="{DEC8990C-F1E8-4081-8796-F50D8B9FA883}" dt="2024-10-13T13:00:39.718" v="1954"/>
          <ac:inkMkLst>
            <pc:docMk/>
            <pc:sldMk cId="3373792917" sldId="398"/>
            <ac:inkMk id="43" creationId="{84D9727C-9795-BEE5-D01F-0573A371BDE9}"/>
          </ac:inkMkLst>
        </pc:inkChg>
        <pc:inkChg chg="add mod">
          <ac:chgData name="Mahima Weerasinghe" userId="e11e3f55-42da-4e07-8ead-4d7a1d7ea1c6" providerId="ADAL" clId="{DEC8990C-F1E8-4081-8796-F50D8B9FA883}" dt="2024-10-13T12:58:50.740" v="1888"/>
          <ac:inkMkLst>
            <pc:docMk/>
            <pc:sldMk cId="3373792917" sldId="398"/>
            <ac:inkMk id="45" creationId="{B7212CB8-3B13-0687-541C-756902D593AC}"/>
          </ac:inkMkLst>
        </pc:inkChg>
        <pc:inkChg chg="add mod">
          <ac:chgData name="Mahima Weerasinghe" userId="e11e3f55-42da-4e07-8ead-4d7a1d7ea1c6" providerId="ADAL" clId="{DEC8990C-F1E8-4081-8796-F50D8B9FA883}" dt="2024-10-13T12:58:50.740" v="1888"/>
          <ac:inkMkLst>
            <pc:docMk/>
            <pc:sldMk cId="3373792917" sldId="398"/>
            <ac:inkMk id="46" creationId="{94E5CDEC-6235-1AB4-5A9F-53D089F338D5}"/>
          </ac:inkMkLst>
        </pc:inkChg>
        <pc:inkChg chg="add mod">
          <ac:chgData name="Mahima Weerasinghe" userId="e11e3f55-42da-4e07-8ead-4d7a1d7ea1c6" providerId="ADAL" clId="{DEC8990C-F1E8-4081-8796-F50D8B9FA883}" dt="2024-10-13T12:58:50.740" v="1888"/>
          <ac:inkMkLst>
            <pc:docMk/>
            <pc:sldMk cId="3373792917" sldId="398"/>
            <ac:inkMk id="47" creationId="{862108D3-0E51-B0A5-FA37-C895860852F6}"/>
          </ac:inkMkLst>
        </pc:inkChg>
        <pc:inkChg chg="add mod">
          <ac:chgData name="Mahima Weerasinghe" userId="e11e3f55-42da-4e07-8ead-4d7a1d7ea1c6" providerId="ADAL" clId="{DEC8990C-F1E8-4081-8796-F50D8B9FA883}" dt="2024-10-13T12:58:50.740" v="1888"/>
          <ac:inkMkLst>
            <pc:docMk/>
            <pc:sldMk cId="3373792917" sldId="398"/>
            <ac:inkMk id="48" creationId="{055DE502-A734-0C78-1677-6C7C37565721}"/>
          </ac:inkMkLst>
        </pc:inkChg>
        <pc:inkChg chg="add mod">
          <ac:chgData name="Mahima Weerasinghe" userId="e11e3f55-42da-4e07-8ead-4d7a1d7ea1c6" providerId="ADAL" clId="{DEC8990C-F1E8-4081-8796-F50D8B9FA883}" dt="2024-10-13T12:58:50.740" v="1888"/>
          <ac:inkMkLst>
            <pc:docMk/>
            <pc:sldMk cId="3373792917" sldId="398"/>
            <ac:inkMk id="49" creationId="{477B2B42-1435-4937-B88E-9DF22A365BED}"/>
          </ac:inkMkLst>
        </pc:inkChg>
        <pc:inkChg chg="add mod">
          <ac:chgData name="Mahima Weerasinghe" userId="e11e3f55-42da-4e07-8ead-4d7a1d7ea1c6" providerId="ADAL" clId="{DEC8990C-F1E8-4081-8796-F50D8B9FA883}" dt="2024-10-13T12:58:50.740" v="1888"/>
          <ac:inkMkLst>
            <pc:docMk/>
            <pc:sldMk cId="3373792917" sldId="398"/>
            <ac:inkMk id="50" creationId="{51410960-9F95-DE0F-A761-BB8185A2FA23}"/>
          </ac:inkMkLst>
        </pc:inkChg>
        <pc:inkChg chg="add mod">
          <ac:chgData name="Mahima Weerasinghe" userId="e11e3f55-42da-4e07-8ead-4d7a1d7ea1c6" providerId="ADAL" clId="{DEC8990C-F1E8-4081-8796-F50D8B9FA883}" dt="2024-10-13T12:58:50.740" v="1888"/>
          <ac:inkMkLst>
            <pc:docMk/>
            <pc:sldMk cId="3373792917" sldId="398"/>
            <ac:inkMk id="51" creationId="{EB80CE1E-C0FD-721D-DE54-7E222706ECC1}"/>
          </ac:inkMkLst>
        </pc:inkChg>
        <pc:inkChg chg="add mod">
          <ac:chgData name="Mahima Weerasinghe" userId="e11e3f55-42da-4e07-8ead-4d7a1d7ea1c6" providerId="ADAL" clId="{DEC8990C-F1E8-4081-8796-F50D8B9FA883}" dt="2024-10-13T12:58:50.740" v="1888"/>
          <ac:inkMkLst>
            <pc:docMk/>
            <pc:sldMk cId="3373792917" sldId="398"/>
            <ac:inkMk id="52" creationId="{BD23D324-4E55-E175-7B9B-0025242ED462}"/>
          </ac:inkMkLst>
        </pc:inkChg>
        <pc:inkChg chg="add mod">
          <ac:chgData name="Mahima Weerasinghe" userId="e11e3f55-42da-4e07-8ead-4d7a1d7ea1c6" providerId="ADAL" clId="{DEC8990C-F1E8-4081-8796-F50D8B9FA883}" dt="2024-10-13T13:00:39.718" v="1954"/>
          <ac:inkMkLst>
            <pc:docMk/>
            <pc:sldMk cId="3373792917" sldId="398"/>
            <ac:inkMk id="54" creationId="{60856B4A-D427-9557-BFB3-8F6F49EB09B1}"/>
          </ac:inkMkLst>
        </pc:inkChg>
        <pc:inkChg chg="add mod">
          <ac:chgData name="Mahima Weerasinghe" userId="e11e3f55-42da-4e07-8ead-4d7a1d7ea1c6" providerId="ADAL" clId="{DEC8990C-F1E8-4081-8796-F50D8B9FA883}" dt="2024-10-13T13:00:39.718" v="1954"/>
          <ac:inkMkLst>
            <pc:docMk/>
            <pc:sldMk cId="3373792917" sldId="398"/>
            <ac:inkMk id="55" creationId="{900A5F7C-8481-9F40-935A-0E26DDD41E62}"/>
          </ac:inkMkLst>
        </pc:inkChg>
        <pc:inkChg chg="add mod">
          <ac:chgData name="Mahima Weerasinghe" userId="e11e3f55-42da-4e07-8ead-4d7a1d7ea1c6" providerId="ADAL" clId="{DEC8990C-F1E8-4081-8796-F50D8B9FA883}" dt="2024-10-13T13:00:39.718" v="1954"/>
          <ac:inkMkLst>
            <pc:docMk/>
            <pc:sldMk cId="3373792917" sldId="398"/>
            <ac:inkMk id="56" creationId="{CFF9B854-A4B5-CB86-A66C-1FE9CA78DDB3}"/>
          </ac:inkMkLst>
        </pc:inkChg>
        <pc:inkChg chg="add mod">
          <ac:chgData name="Mahima Weerasinghe" userId="e11e3f55-42da-4e07-8ead-4d7a1d7ea1c6" providerId="ADAL" clId="{DEC8990C-F1E8-4081-8796-F50D8B9FA883}" dt="2024-10-13T13:00:39.718" v="1954"/>
          <ac:inkMkLst>
            <pc:docMk/>
            <pc:sldMk cId="3373792917" sldId="398"/>
            <ac:inkMk id="57" creationId="{9CFA8C16-B530-57D7-A17D-90F878EAC46C}"/>
          </ac:inkMkLst>
        </pc:inkChg>
        <pc:inkChg chg="add mod">
          <ac:chgData name="Mahima Weerasinghe" userId="e11e3f55-42da-4e07-8ead-4d7a1d7ea1c6" providerId="ADAL" clId="{DEC8990C-F1E8-4081-8796-F50D8B9FA883}" dt="2024-10-13T13:00:39.718" v="1954"/>
          <ac:inkMkLst>
            <pc:docMk/>
            <pc:sldMk cId="3373792917" sldId="398"/>
            <ac:inkMk id="59" creationId="{FF0AE96B-BCF8-1D52-7123-0A4719D58FBB}"/>
          </ac:inkMkLst>
        </pc:inkChg>
        <pc:inkChg chg="add mod">
          <ac:chgData name="Mahima Weerasinghe" userId="e11e3f55-42da-4e07-8ead-4d7a1d7ea1c6" providerId="ADAL" clId="{DEC8990C-F1E8-4081-8796-F50D8B9FA883}" dt="2024-10-13T13:00:39.718" v="1954"/>
          <ac:inkMkLst>
            <pc:docMk/>
            <pc:sldMk cId="3373792917" sldId="398"/>
            <ac:inkMk id="61" creationId="{C87A7BEA-C872-9012-609E-760DB47C5582}"/>
          </ac:inkMkLst>
        </pc:inkChg>
        <pc:inkChg chg="add mod">
          <ac:chgData name="Mahima Weerasinghe" userId="e11e3f55-42da-4e07-8ead-4d7a1d7ea1c6" providerId="ADAL" clId="{DEC8990C-F1E8-4081-8796-F50D8B9FA883}" dt="2024-10-13T13:00:39.718" v="1954"/>
          <ac:inkMkLst>
            <pc:docMk/>
            <pc:sldMk cId="3373792917" sldId="398"/>
            <ac:inkMk id="62" creationId="{0C385AD5-D092-9200-47E7-1D3CDFACD7B5}"/>
          </ac:inkMkLst>
        </pc:inkChg>
        <pc:inkChg chg="add mod">
          <ac:chgData name="Mahima Weerasinghe" userId="e11e3f55-42da-4e07-8ead-4d7a1d7ea1c6" providerId="ADAL" clId="{DEC8990C-F1E8-4081-8796-F50D8B9FA883}" dt="2024-10-13T13:00:39.718" v="1954"/>
          <ac:inkMkLst>
            <pc:docMk/>
            <pc:sldMk cId="3373792917" sldId="398"/>
            <ac:inkMk id="64" creationId="{EDC697E7-60BE-0B60-ECB5-652811C5204C}"/>
          </ac:inkMkLst>
        </pc:inkChg>
        <pc:inkChg chg="add mod">
          <ac:chgData name="Mahima Weerasinghe" userId="e11e3f55-42da-4e07-8ead-4d7a1d7ea1c6" providerId="ADAL" clId="{DEC8990C-F1E8-4081-8796-F50D8B9FA883}" dt="2024-10-13T13:00:39.718" v="1954"/>
          <ac:inkMkLst>
            <pc:docMk/>
            <pc:sldMk cId="3373792917" sldId="398"/>
            <ac:inkMk id="65" creationId="{E485D7A0-E38D-68C1-4B63-2A0C89344E55}"/>
          </ac:inkMkLst>
        </pc:inkChg>
        <pc:inkChg chg="add mod">
          <ac:chgData name="Mahima Weerasinghe" userId="e11e3f55-42da-4e07-8ead-4d7a1d7ea1c6" providerId="ADAL" clId="{DEC8990C-F1E8-4081-8796-F50D8B9FA883}" dt="2024-10-13T13:00:39.718" v="1954"/>
          <ac:inkMkLst>
            <pc:docMk/>
            <pc:sldMk cId="3373792917" sldId="398"/>
            <ac:inkMk id="66" creationId="{EB41ECCC-882B-D373-7C3E-70B4DAF2D5AC}"/>
          </ac:inkMkLst>
        </pc:inkChg>
        <pc:inkChg chg="add mod">
          <ac:chgData name="Mahima Weerasinghe" userId="e11e3f55-42da-4e07-8ead-4d7a1d7ea1c6" providerId="ADAL" clId="{DEC8990C-F1E8-4081-8796-F50D8B9FA883}" dt="2024-10-13T13:00:39.718" v="1954"/>
          <ac:inkMkLst>
            <pc:docMk/>
            <pc:sldMk cId="3373792917" sldId="398"/>
            <ac:inkMk id="68" creationId="{E1C6FB60-48F5-2B15-A18A-0615812BDCCC}"/>
          </ac:inkMkLst>
        </pc:inkChg>
        <pc:inkChg chg="add mod">
          <ac:chgData name="Mahima Weerasinghe" userId="e11e3f55-42da-4e07-8ead-4d7a1d7ea1c6" providerId="ADAL" clId="{DEC8990C-F1E8-4081-8796-F50D8B9FA883}" dt="2024-10-13T13:00:39.718" v="1954"/>
          <ac:inkMkLst>
            <pc:docMk/>
            <pc:sldMk cId="3373792917" sldId="398"/>
            <ac:inkMk id="69" creationId="{51267509-9885-265A-0377-39632BD90D57}"/>
          </ac:inkMkLst>
        </pc:inkChg>
        <pc:inkChg chg="add mod">
          <ac:chgData name="Mahima Weerasinghe" userId="e11e3f55-42da-4e07-8ead-4d7a1d7ea1c6" providerId="ADAL" clId="{DEC8990C-F1E8-4081-8796-F50D8B9FA883}" dt="2024-10-13T13:00:39.718" v="1954"/>
          <ac:inkMkLst>
            <pc:docMk/>
            <pc:sldMk cId="3373792917" sldId="398"/>
            <ac:inkMk id="70" creationId="{BC837B4B-E5A0-21E1-14BB-A8B96CC427E6}"/>
          </ac:inkMkLst>
        </pc:inkChg>
        <pc:inkChg chg="add mod">
          <ac:chgData name="Mahima Weerasinghe" userId="e11e3f55-42da-4e07-8ead-4d7a1d7ea1c6" providerId="ADAL" clId="{DEC8990C-F1E8-4081-8796-F50D8B9FA883}" dt="2024-10-13T13:00:39.718" v="1954"/>
          <ac:inkMkLst>
            <pc:docMk/>
            <pc:sldMk cId="3373792917" sldId="398"/>
            <ac:inkMk id="71" creationId="{EB018C24-2C19-D3D4-F72F-7D91DE7FAB3C}"/>
          </ac:inkMkLst>
        </pc:inkChg>
        <pc:inkChg chg="add mod">
          <ac:chgData name="Mahima Weerasinghe" userId="e11e3f55-42da-4e07-8ead-4d7a1d7ea1c6" providerId="ADAL" clId="{DEC8990C-F1E8-4081-8796-F50D8B9FA883}" dt="2024-10-13T13:00:39.718" v="1954"/>
          <ac:inkMkLst>
            <pc:docMk/>
            <pc:sldMk cId="3373792917" sldId="398"/>
            <ac:inkMk id="73" creationId="{DDA0EADE-A4EE-B3DB-9C65-82B1D81F434A}"/>
          </ac:inkMkLst>
        </pc:inkChg>
        <pc:inkChg chg="add mod">
          <ac:chgData name="Mahima Weerasinghe" userId="e11e3f55-42da-4e07-8ead-4d7a1d7ea1c6" providerId="ADAL" clId="{DEC8990C-F1E8-4081-8796-F50D8B9FA883}" dt="2024-10-13T13:00:39.718" v="1954"/>
          <ac:inkMkLst>
            <pc:docMk/>
            <pc:sldMk cId="3373792917" sldId="398"/>
            <ac:inkMk id="74" creationId="{0529CBF4-38AD-681E-34FC-91803DFAD05F}"/>
          </ac:inkMkLst>
        </pc:inkChg>
        <pc:inkChg chg="add mod">
          <ac:chgData name="Mahima Weerasinghe" userId="e11e3f55-42da-4e07-8ead-4d7a1d7ea1c6" providerId="ADAL" clId="{DEC8990C-F1E8-4081-8796-F50D8B9FA883}" dt="2024-10-13T13:00:39.718" v="1954"/>
          <ac:inkMkLst>
            <pc:docMk/>
            <pc:sldMk cId="3373792917" sldId="398"/>
            <ac:inkMk id="75" creationId="{1E9ECF44-93CE-4DB7-6F39-0E6C369D46CE}"/>
          </ac:inkMkLst>
        </pc:inkChg>
        <pc:inkChg chg="add mod">
          <ac:chgData name="Mahima Weerasinghe" userId="e11e3f55-42da-4e07-8ead-4d7a1d7ea1c6" providerId="ADAL" clId="{DEC8990C-F1E8-4081-8796-F50D8B9FA883}" dt="2024-10-13T13:00:39.718" v="1954"/>
          <ac:inkMkLst>
            <pc:docMk/>
            <pc:sldMk cId="3373792917" sldId="398"/>
            <ac:inkMk id="76" creationId="{ABC5D8F4-2346-3F07-6856-06F38628407C}"/>
          </ac:inkMkLst>
        </pc:inkChg>
        <pc:inkChg chg="add mod">
          <ac:chgData name="Mahima Weerasinghe" userId="e11e3f55-42da-4e07-8ead-4d7a1d7ea1c6" providerId="ADAL" clId="{DEC8990C-F1E8-4081-8796-F50D8B9FA883}" dt="2024-10-13T13:00:39.718" v="1954"/>
          <ac:inkMkLst>
            <pc:docMk/>
            <pc:sldMk cId="3373792917" sldId="398"/>
            <ac:inkMk id="77" creationId="{95BDD4CE-842D-40C4-635C-6A09CD538868}"/>
          </ac:inkMkLst>
        </pc:inkChg>
        <pc:inkChg chg="add mod">
          <ac:chgData name="Mahima Weerasinghe" userId="e11e3f55-42da-4e07-8ead-4d7a1d7ea1c6" providerId="ADAL" clId="{DEC8990C-F1E8-4081-8796-F50D8B9FA883}" dt="2024-10-13T13:00:39.718" v="1954"/>
          <ac:inkMkLst>
            <pc:docMk/>
            <pc:sldMk cId="3373792917" sldId="398"/>
            <ac:inkMk id="78" creationId="{722A0034-17FF-7C49-4672-B3F7B271D4E1}"/>
          </ac:inkMkLst>
        </pc:inkChg>
        <pc:inkChg chg="add mod">
          <ac:chgData name="Mahima Weerasinghe" userId="e11e3f55-42da-4e07-8ead-4d7a1d7ea1c6" providerId="ADAL" clId="{DEC8990C-F1E8-4081-8796-F50D8B9FA883}" dt="2024-10-13T13:00:39.718" v="1954"/>
          <ac:inkMkLst>
            <pc:docMk/>
            <pc:sldMk cId="3373792917" sldId="398"/>
            <ac:inkMk id="80" creationId="{A06D0DD0-B7FE-23F0-BE45-B149B238FC78}"/>
          </ac:inkMkLst>
        </pc:inkChg>
        <pc:inkChg chg="add mod">
          <ac:chgData name="Mahima Weerasinghe" userId="e11e3f55-42da-4e07-8ead-4d7a1d7ea1c6" providerId="ADAL" clId="{DEC8990C-F1E8-4081-8796-F50D8B9FA883}" dt="2024-10-13T13:00:39.718" v="1954"/>
          <ac:inkMkLst>
            <pc:docMk/>
            <pc:sldMk cId="3373792917" sldId="398"/>
            <ac:inkMk id="82" creationId="{AA494E5C-D4C8-B188-FCDB-EE4657755629}"/>
          </ac:inkMkLst>
        </pc:inkChg>
        <pc:inkChg chg="add mod">
          <ac:chgData name="Mahima Weerasinghe" userId="e11e3f55-42da-4e07-8ead-4d7a1d7ea1c6" providerId="ADAL" clId="{DEC8990C-F1E8-4081-8796-F50D8B9FA883}" dt="2024-10-13T13:00:39.718" v="1954"/>
          <ac:inkMkLst>
            <pc:docMk/>
            <pc:sldMk cId="3373792917" sldId="398"/>
            <ac:inkMk id="83" creationId="{50F3A543-E2AA-2B42-1A58-5BD54200A46C}"/>
          </ac:inkMkLst>
        </pc:inkChg>
        <pc:inkChg chg="add mod">
          <ac:chgData name="Mahima Weerasinghe" userId="e11e3f55-42da-4e07-8ead-4d7a1d7ea1c6" providerId="ADAL" clId="{DEC8990C-F1E8-4081-8796-F50D8B9FA883}" dt="2024-10-13T13:00:39.718" v="1954"/>
          <ac:inkMkLst>
            <pc:docMk/>
            <pc:sldMk cId="3373792917" sldId="398"/>
            <ac:inkMk id="84" creationId="{E2BA48E0-A5CE-C58E-50F4-47D0A106AA6E}"/>
          </ac:inkMkLst>
        </pc:inkChg>
        <pc:inkChg chg="add mod">
          <ac:chgData name="Mahima Weerasinghe" userId="e11e3f55-42da-4e07-8ead-4d7a1d7ea1c6" providerId="ADAL" clId="{DEC8990C-F1E8-4081-8796-F50D8B9FA883}" dt="2024-10-13T13:00:39.718" v="1954"/>
          <ac:inkMkLst>
            <pc:docMk/>
            <pc:sldMk cId="3373792917" sldId="398"/>
            <ac:inkMk id="86" creationId="{9C60CA3B-3BBA-364C-B2A7-AAC7C3D53E45}"/>
          </ac:inkMkLst>
        </pc:inkChg>
        <pc:inkChg chg="add mod">
          <ac:chgData name="Mahima Weerasinghe" userId="e11e3f55-42da-4e07-8ead-4d7a1d7ea1c6" providerId="ADAL" clId="{DEC8990C-F1E8-4081-8796-F50D8B9FA883}" dt="2024-10-13T13:00:39.718" v="1954"/>
          <ac:inkMkLst>
            <pc:docMk/>
            <pc:sldMk cId="3373792917" sldId="398"/>
            <ac:inkMk id="87" creationId="{1055076D-7681-1436-2217-163F7C61FB76}"/>
          </ac:inkMkLst>
        </pc:inkChg>
        <pc:inkChg chg="add mod">
          <ac:chgData name="Mahima Weerasinghe" userId="e11e3f55-42da-4e07-8ead-4d7a1d7ea1c6" providerId="ADAL" clId="{DEC8990C-F1E8-4081-8796-F50D8B9FA883}" dt="2024-10-13T13:00:39.718" v="1954"/>
          <ac:inkMkLst>
            <pc:docMk/>
            <pc:sldMk cId="3373792917" sldId="398"/>
            <ac:inkMk id="88" creationId="{CC315A6B-7291-966B-6D4E-622A3017BCA9}"/>
          </ac:inkMkLst>
        </pc:inkChg>
        <pc:inkChg chg="add mod">
          <ac:chgData name="Mahima Weerasinghe" userId="e11e3f55-42da-4e07-8ead-4d7a1d7ea1c6" providerId="ADAL" clId="{DEC8990C-F1E8-4081-8796-F50D8B9FA883}" dt="2024-10-13T13:00:39.718" v="1954"/>
          <ac:inkMkLst>
            <pc:docMk/>
            <pc:sldMk cId="3373792917" sldId="398"/>
            <ac:inkMk id="89" creationId="{C95E66DC-AE22-BB05-6107-98BC664F1ED8}"/>
          </ac:inkMkLst>
        </pc:inkChg>
        <pc:inkChg chg="add mod">
          <ac:chgData name="Mahima Weerasinghe" userId="e11e3f55-42da-4e07-8ead-4d7a1d7ea1c6" providerId="ADAL" clId="{DEC8990C-F1E8-4081-8796-F50D8B9FA883}" dt="2024-10-13T13:00:39.718" v="1954"/>
          <ac:inkMkLst>
            <pc:docMk/>
            <pc:sldMk cId="3373792917" sldId="398"/>
            <ac:inkMk id="90" creationId="{4BFBBEBC-A6AC-780A-ECD3-9E2305A34155}"/>
          </ac:inkMkLst>
        </pc:inkChg>
        <pc:inkChg chg="add mod">
          <ac:chgData name="Mahima Weerasinghe" userId="e11e3f55-42da-4e07-8ead-4d7a1d7ea1c6" providerId="ADAL" clId="{DEC8990C-F1E8-4081-8796-F50D8B9FA883}" dt="2024-10-13T13:00:39.718" v="1954"/>
          <ac:inkMkLst>
            <pc:docMk/>
            <pc:sldMk cId="3373792917" sldId="398"/>
            <ac:inkMk id="91" creationId="{F0805983-5549-3ECB-8D9F-081A3EFDA6A3}"/>
          </ac:inkMkLst>
        </pc:inkChg>
        <pc:inkChg chg="add mod">
          <ac:chgData name="Mahima Weerasinghe" userId="e11e3f55-42da-4e07-8ead-4d7a1d7ea1c6" providerId="ADAL" clId="{DEC8990C-F1E8-4081-8796-F50D8B9FA883}" dt="2024-10-13T13:00:39.718" v="1954"/>
          <ac:inkMkLst>
            <pc:docMk/>
            <pc:sldMk cId="3373792917" sldId="398"/>
            <ac:inkMk id="92" creationId="{25E0CA19-A988-9040-EA99-92A16AB4A7E1}"/>
          </ac:inkMkLst>
        </pc:inkChg>
        <pc:inkChg chg="add mod">
          <ac:chgData name="Mahima Weerasinghe" userId="e11e3f55-42da-4e07-8ead-4d7a1d7ea1c6" providerId="ADAL" clId="{DEC8990C-F1E8-4081-8796-F50D8B9FA883}" dt="2024-10-13T13:00:39.718" v="1954"/>
          <ac:inkMkLst>
            <pc:docMk/>
            <pc:sldMk cId="3373792917" sldId="398"/>
            <ac:inkMk id="94" creationId="{C7A3CBD8-5A8E-8BA1-B3F3-3A8145096DD7}"/>
          </ac:inkMkLst>
        </pc:inkChg>
        <pc:inkChg chg="add mod">
          <ac:chgData name="Mahima Weerasinghe" userId="e11e3f55-42da-4e07-8ead-4d7a1d7ea1c6" providerId="ADAL" clId="{DEC8990C-F1E8-4081-8796-F50D8B9FA883}" dt="2024-10-13T13:00:39.718" v="1954"/>
          <ac:inkMkLst>
            <pc:docMk/>
            <pc:sldMk cId="3373792917" sldId="398"/>
            <ac:inkMk id="95" creationId="{B25A273C-C157-B992-EAD0-8C31834A9004}"/>
          </ac:inkMkLst>
        </pc:inkChg>
        <pc:inkChg chg="add mod">
          <ac:chgData name="Mahima Weerasinghe" userId="e11e3f55-42da-4e07-8ead-4d7a1d7ea1c6" providerId="ADAL" clId="{DEC8990C-F1E8-4081-8796-F50D8B9FA883}" dt="2024-10-13T13:00:39.718" v="1954"/>
          <ac:inkMkLst>
            <pc:docMk/>
            <pc:sldMk cId="3373792917" sldId="398"/>
            <ac:inkMk id="96" creationId="{DBEA5F07-BBCB-B654-D4A0-F8D3062E7021}"/>
          </ac:inkMkLst>
        </pc:inkChg>
        <pc:inkChg chg="add mod">
          <ac:chgData name="Mahima Weerasinghe" userId="e11e3f55-42da-4e07-8ead-4d7a1d7ea1c6" providerId="ADAL" clId="{DEC8990C-F1E8-4081-8796-F50D8B9FA883}" dt="2024-10-13T13:00:39.718" v="1954"/>
          <ac:inkMkLst>
            <pc:docMk/>
            <pc:sldMk cId="3373792917" sldId="398"/>
            <ac:inkMk id="97" creationId="{0C6DE125-2223-4177-8C04-A13BAFBE4E09}"/>
          </ac:inkMkLst>
        </pc:inkChg>
        <pc:inkChg chg="add mod">
          <ac:chgData name="Mahima Weerasinghe" userId="e11e3f55-42da-4e07-8ead-4d7a1d7ea1c6" providerId="ADAL" clId="{DEC8990C-F1E8-4081-8796-F50D8B9FA883}" dt="2024-10-13T13:00:39.718" v="1954"/>
          <ac:inkMkLst>
            <pc:docMk/>
            <pc:sldMk cId="3373792917" sldId="398"/>
            <ac:inkMk id="98" creationId="{26C4D3E9-F763-BA17-AECB-95C79B8451F4}"/>
          </ac:inkMkLst>
        </pc:inkChg>
        <pc:inkChg chg="add mod">
          <ac:chgData name="Mahima Weerasinghe" userId="e11e3f55-42da-4e07-8ead-4d7a1d7ea1c6" providerId="ADAL" clId="{DEC8990C-F1E8-4081-8796-F50D8B9FA883}" dt="2024-10-13T13:00:39.718" v="1954"/>
          <ac:inkMkLst>
            <pc:docMk/>
            <pc:sldMk cId="3373792917" sldId="398"/>
            <ac:inkMk id="99" creationId="{97AB1D99-6C0C-BDFD-D7F2-2C9F4653A377}"/>
          </ac:inkMkLst>
        </pc:inkChg>
        <pc:inkChg chg="add mod">
          <ac:chgData name="Mahima Weerasinghe" userId="e11e3f55-42da-4e07-8ead-4d7a1d7ea1c6" providerId="ADAL" clId="{DEC8990C-F1E8-4081-8796-F50D8B9FA883}" dt="2024-10-13T13:00:39.718" v="1954"/>
          <ac:inkMkLst>
            <pc:docMk/>
            <pc:sldMk cId="3373792917" sldId="398"/>
            <ac:inkMk id="101" creationId="{5F55C431-26CA-73F8-88B1-177E5D953FEF}"/>
          </ac:inkMkLst>
        </pc:inkChg>
        <pc:inkChg chg="add mod">
          <ac:chgData name="Mahima Weerasinghe" userId="e11e3f55-42da-4e07-8ead-4d7a1d7ea1c6" providerId="ADAL" clId="{DEC8990C-F1E8-4081-8796-F50D8B9FA883}" dt="2024-10-13T13:00:39.718" v="1954"/>
          <ac:inkMkLst>
            <pc:docMk/>
            <pc:sldMk cId="3373792917" sldId="398"/>
            <ac:inkMk id="102" creationId="{C202983C-7077-3E92-9147-AC2AD5510007}"/>
          </ac:inkMkLst>
        </pc:inkChg>
        <pc:inkChg chg="add mod">
          <ac:chgData name="Mahima Weerasinghe" userId="e11e3f55-42da-4e07-8ead-4d7a1d7ea1c6" providerId="ADAL" clId="{DEC8990C-F1E8-4081-8796-F50D8B9FA883}" dt="2024-10-13T13:00:39.718" v="1954"/>
          <ac:inkMkLst>
            <pc:docMk/>
            <pc:sldMk cId="3373792917" sldId="398"/>
            <ac:inkMk id="103" creationId="{52447015-0EEC-BFDB-ECCA-1279814649DA}"/>
          </ac:inkMkLst>
        </pc:inkChg>
        <pc:inkChg chg="add mod">
          <ac:chgData name="Mahima Weerasinghe" userId="e11e3f55-42da-4e07-8ead-4d7a1d7ea1c6" providerId="ADAL" clId="{DEC8990C-F1E8-4081-8796-F50D8B9FA883}" dt="2024-10-13T13:00:39.718" v="1954"/>
          <ac:inkMkLst>
            <pc:docMk/>
            <pc:sldMk cId="3373792917" sldId="398"/>
            <ac:inkMk id="104" creationId="{2AC9F6D6-5266-FDE4-568E-EA3B28A7E76C}"/>
          </ac:inkMkLst>
        </pc:inkChg>
        <pc:inkChg chg="add mod">
          <ac:chgData name="Mahima Weerasinghe" userId="e11e3f55-42da-4e07-8ead-4d7a1d7ea1c6" providerId="ADAL" clId="{DEC8990C-F1E8-4081-8796-F50D8B9FA883}" dt="2024-10-13T13:00:39.718" v="1954"/>
          <ac:inkMkLst>
            <pc:docMk/>
            <pc:sldMk cId="3373792917" sldId="398"/>
            <ac:inkMk id="105" creationId="{ABE0CF93-6E5A-7437-B90B-A99CB17641AB}"/>
          </ac:inkMkLst>
        </pc:inkChg>
        <pc:inkChg chg="add mod">
          <ac:chgData name="Mahima Weerasinghe" userId="e11e3f55-42da-4e07-8ead-4d7a1d7ea1c6" providerId="ADAL" clId="{DEC8990C-F1E8-4081-8796-F50D8B9FA883}" dt="2024-10-13T13:00:39.718" v="1954"/>
          <ac:inkMkLst>
            <pc:docMk/>
            <pc:sldMk cId="3373792917" sldId="398"/>
            <ac:inkMk id="106" creationId="{98C178FD-C2A9-D067-27BA-E08431CE8B36}"/>
          </ac:inkMkLst>
        </pc:inkChg>
        <pc:inkChg chg="add mod">
          <ac:chgData name="Mahima Weerasinghe" userId="e11e3f55-42da-4e07-8ead-4d7a1d7ea1c6" providerId="ADAL" clId="{DEC8990C-F1E8-4081-8796-F50D8B9FA883}" dt="2024-10-13T13:00:39.718" v="1954"/>
          <ac:inkMkLst>
            <pc:docMk/>
            <pc:sldMk cId="3373792917" sldId="398"/>
            <ac:inkMk id="107" creationId="{1F16B98D-BA7A-265D-30D0-B6F6EED74D17}"/>
          </ac:inkMkLst>
        </pc:inkChg>
        <pc:inkChg chg="add mod">
          <ac:chgData name="Mahima Weerasinghe" userId="e11e3f55-42da-4e07-8ead-4d7a1d7ea1c6" providerId="ADAL" clId="{DEC8990C-F1E8-4081-8796-F50D8B9FA883}" dt="2024-10-13T13:00:21.305" v="1947"/>
          <ac:inkMkLst>
            <pc:docMk/>
            <pc:sldMk cId="3373792917" sldId="398"/>
            <ac:inkMk id="109" creationId="{6066D8A3-265A-2AE4-C8CC-6480D12563F2}"/>
          </ac:inkMkLst>
        </pc:inkChg>
        <pc:inkChg chg="add mod">
          <ac:chgData name="Mahima Weerasinghe" userId="e11e3f55-42da-4e07-8ead-4d7a1d7ea1c6" providerId="ADAL" clId="{DEC8990C-F1E8-4081-8796-F50D8B9FA883}" dt="2024-10-13T13:00:32.983" v="1950"/>
          <ac:inkMkLst>
            <pc:docMk/>
            <pc:sldMk cId="3373792917" sldId="398"/>
            <ac:inkMk id="111" creationId="{F9FC3B3E-3126-125E-766B-A04ECD406420}"/>
          </ac:inkMkLst>
        </pc:inkChg>
        <pc:inkChg chg="add mod">
          <ac:chgData name="Mahima Weerasinghe" userId="e11e3f55-42da-4e07-8ead-4d7a1d7ea1c6" providerId="ADAL" clId="{DEC8990C-F1E8-4081-8796-F50D8B9FA883}" dt="2024-10-13T13:00:39.718" v="1954"/>
          <ac:inkMkLst>
            <pc:docMk/>
            <pc:sldMk cId="3373792917" sldId="398"/>
            <ac:inkMk id="113" creationId="{19BE723E-9895-1FE1-92F4-DA7D0C2FB21D}"/>
          </ac:inkMkLst>
        </pc:inkChg>
        <pc:inkChg chg="add mod">
          <ac:chgData name="Mahima Weerasinghe" userId="e11e3f55-42da-4e07-8ead-4d7a1d7ea1c6" providerId="ADAL" clId="{DEC8990C-F1E8-4081-8796-F50D8B9FA883}" dt="2024-10-13T13:00:39.718" v="1954"/>
          <ac:inkMkLst>
            <pc:docMk/>
            <pc:sldMk cId="3373792917" sldId="398"/>
            <ac:inkMk id="114" creationId="{54D08B9B-5190-9024-E250-069C14ECB4C5}"/>
          </ac:inkMkLst>
        </pc:inkChg>
        <pc:inkChg chg="add mod">
          <ac:chgData name="Mahima Weerasinghe" userId="e11e3f55-42da-4e07-8ead-4d7a1d7ea1c6" providerId="ADAL" clId="{DEC8990C-F1E8-4081-8796-F50D8B9FA883}" dt="2024-10-13T13:00:39.718" v="1954"/>
          <ac:inkMkLst>
            <pc:docMk/>
            <pc:sldMk cId="3373792917" sldId="398"/>
            <ac:inkMk id="116" creationId="{30BC0CD6-82E5-3276-55E5-AB2CE4B20C45}"/>
          </ac:inkMkLst>
        </pc:inkChg>
        <pc:inkChg chg="add mod">
          <ac:chgData name="Mahima Weerasinghe" userId="e11e3f55-42da-4e07-8ead-4d7a1d7ea1c6" providerId="ADAL" clId="{DEC8990C-F1E8-4081-8796-F50D8B9FA883}" dt="2024-10-13T13:00:39.718" v="1954"/>
          <ac:inkMkLst>
            <pc:docMk/>
            <pc:sldMk cId="3373792917" sldId="398"/>
            <ac:inkMk id="117" creationId="{0F76FCE7-FF7F-25BB-C7B4-9EF22020A410}"/>
          </ac:inkMkLst>
        </pc:inkChg>
        <pc:inkChg chg="add mod">
          <ac:chgData name="Mahima Weerasinghe" userId="e11e3f55-42da-4e07-8ead-4d7a1d7ea1c6" providerId="ADAL" clId="{DEC8990C-F1E8-4081-8796-F50D8B9FA883}" dt="2024-10-13T13:00:39.718" v="1954"/>
          <ac:inkMkLst>
            <pc:docMk/>
            <pc:sldMk cId="3373792917" sldId="398"/>
            <ac:inkMk id="118" creationId="{C86F3342-0D77-416A-719C-01D705897C81}"/>
          </ac:inkMkLst>
        </pc:inkChg>
        <pc:inkChg chg="add mod">
          <ac:chgData name="Mahima Weerasinghe" userId="e11e3f55-42da-4e07-8ead-4d7a1d7ea1c6" providerId="ADAL" clId="{DEC8990C-F1E8-4081-8796-F50D8B9FA883}" dt="2024-10-13T13:01:02.767" v="1958"/>
          <ac:inkMkLst>
            <pc:docMk/>
            <pc:sldMk cId="3373792917" sldId="398"/>
            <ac:inkMk id="120" creationId="{A5B7DEDE-7CC7-8C39-780E-6EC034BB0055}"/>
          </ac:inkMkLst>
        </pc:inkChg>
        <pc:inkChg chg="add mod">
          <ac:chgData name="Mahima Weerasinghe" userId="e11e3f55-42da-4e07-8ead-4d7a1d7ea1c6" providerId="ADAL" clId="{DEC8990C-F1E8-4081-8796-F50D8B9FA883}" dt="2024-10-13T13:01:02.767" v="1958"/>
          <ac:inkMkLst>
            <pc:docMk/>
            <pc:sldMk cId="3373792917" sldId="398"/>
            <ac:inkMk id="121" creationId="{C646AD63-37D2-1025-3336-8BEA63A0C5F2}"/>
          </ac:inkMkLst>
        </pc:inkChg>
        <pc:inkChg chg="add mod">
          <ac:chgData name="Mahima Weerasinghe" userId="e11e3f55-42da-4e07-8ead-4d7a1d7ea1c6" providerId="ADAL" clId="{DEC8990C-F1E8-4081-8796-F50D8B9FA883}" dt="2024-10-13T13:01:02.767" v="1958"/>
          <ac:inkMkLst>
            <pc:docMk/>
            <pc:sldMk cId="3373792917" sldId="398"/>
            <ac:inkMk id="122" creationId="{779B09E7-1DC6-3A6C-4C00-D860D9E5166A}"/>
          </ac:inkMkLst>
        </pc:inkChg>
        <pc:inkChg chg="add">
          <ac:chgData name="Mahima Weerasinghe" userId="e11e3f55-42da-4e07-8ead-4d7a1d7ea1c6" providerId="ADAL" clId="{DEC8990C-F1E8-4081-8796-F50D8B9FA883}" dt="2024-10-13T13:06:54.067" v="2130" actId="9405"/>
          <ac:inkMkLst>
            <pc:docMk/>
            <pc:sldMk cId="3373792917" sldId="398"/>
            <ac:inkMk id="124" creationId="{A23A6487-DA09-537C-B261-F58DD4102166}"/>
          </ac:inkMkLst>
        </pc:inkChg>
      </pc:sldChg>
      <pc:sldChg chg="addSp delSp modSp new mod">
        <pc:chgData name="Mahima Weerasinghe" userId="e11e3f55-42da-4e07-8ead-4d7a1d7ea1c6" providerId="ADAL" clId="{DEC8990C-F1E8-4081-8796-F50D8B9FA883}" dt="2024-10-13T13:06:35.509" v="2129" actId="9405"/>
        <pc:sldMkLst>
          <pc:docMk/>
          <pc:sldMk cId="975907035" sldId="399"/>
        </pc:sldMkLst>
        <pc:spChg chg="mod">
          <ac:chgData name="Mahima Weerasinghe" userId="e11e3f55-42da-4e07-8ead-4d7a1d7ea1c6" providerId="ADAL" clId="{DEC8990C-F1E8-4081-8796-F50D8B9FA883}" dt="2024-10-13T04:55:16.785" v="571" actId="20577"/>
          <ac:spMkLst>
            <pc:docMk/>
            <pc:sldMk cId="975907035" sldId="399"/>
            <ac:spMk id="2" creationId="{19EF5BBA-C033-7973-BC20-EBFFF3BEC0F9}"/>
          </ac:spMkLst>
        </pc:spChg>
        <pc:spChg chg="add del">
          <ac:chgData name="Mahima Weerasinghe" userId="e11e3f55-42da-4e07-8ead-4d7a1d7ea1c6" providerId="ADAL" clId="{DEC8990C-F1E8-4081-8796-F50D8B9FA883}" dt="2024-10-13T04:55:24.593" v="573" actId="22"/>
          <ac:spMkLst>
            <pc:docMk/>
            <pc:sldMk cId="975907035" sldId="399"/>
            <ac:spMk id="4" creationId="{67E53220-2C92-77EB-C146-22F3787F8C59}"/>
          </ac:spMkLst>
        </pc:spChg>
        <pc:spChg chg="add mod">
          <ac:chgData name="Mahima Weerasinghe" userId="e11e3f55-42da-4e07-8ead-4d7a1d7ea1c6" providerId="ADAL" clId="{DEC8990C-F1E8-4081-8796-F50D8B9FA883}" dt="2024-10-13T05:00:41.050" v="593" actId="1076"/>
          <ac:spMkLst>
            <pc:docMk/>
            <pc:sldMk cId="975907035" sldId="399"/>
            <ac:spMk id="6" creationId="{48494244-0373-BEE3-A625-F2F075BE122C}"/>
          </ac:spMkLst>
        </pc:spChg>
        <pc:spChg chg="add">
          <ac:chgData name="Mahima Weerasinghe" userId="e11e3f55-42da-4e07-8ead-4d7a1d7ea1c6" providerId="ADAL" clId="{DEC8990C-F1E8-4081-8796-F50D8B9FA883}" dt="2024-10-13T05:01:06.241" v="594"/>
          <ac:spMkLst>
            <pc:docMk/>
            <pc:sldMk cId="975907035" sldId="399"/>
            <ac:spMk id="7" creationId="{4EA9AEC3-4206-2EFA-865A-156E1EF69D04}"/>
          </ac:spMkLst>
        </pc:spChg>
        <pc:spChg chg="add">
          <ac:chgData name="Mahima Weerasinghe" userId="e11e3f55-42da-4e07-8ead-4d7a1d7ea1c6" providerId="ADAL" clId="{DEC8990C-F1E8-4081-8796-F50D8B9FA883}" dt="2024-10-13T05:01:10.068" v="595"/>
          <ac:spMkLst>
            <pc:docMk/>
            <pc:sldMk cId="975907035" sldId="399"/>
            <ac:spMk id="8" creationId="{4AF935B7-D891-BC03-6735-277FA9BCC909}"/>
          </ac:spMkLst>
        </pc:spChg>
        <pc:spChg chg="add del mod">
          <ac:chgData name="Mahima Weerasinghe" userId="e11e3f55-42da-4e07-8ead-4d7a1d7ea1c6" providerId="ADAL" clId="{DEC8990C-F1E8-4081-8796-F50D8B9FA883}" dt="2024-10-13T05:02:18.585" v="607" actId="21"/>
          <ac:spMkLst>
            <pc:docMk/>
            <pc:sldMk cId="975907035" sldId="399"/>
            <ac:spMk id="9" creationId="{16BA4234-CFB1-00A1-3F6E-5AC80E882CD1}"/>
          </ac:spMkLst>
        </pc:spChg>
        <pc:grpChg chg="mod">
          <ac:chgData name="Mahima Weerasinghe" userId="e11e3f55-42da-4e07-8ead-4d7a1d7ea1c6" providerId="ADAL" clId="{DEC8990C-F1E8-4081-8796-F50D8B9FA883}" dt="2024-10-13T13:02:20.625" v="2001"/>
          <ac:grpSpMkLst>
            <pc:docMk/>
            <pc:sldMk cId="975907035" sldId="399"/>
            <ac:grpSpMk id="7" creationId="{01349A18-7C83-AE8E-7B7D-721CE288AF85}"/>
          </ac:grpSpMkLst>
        </pc:grpChg>
        <pc:grpChg chg="del mod">
          <ac:chgData name="Mahima Weerasinghe" userId="e11e3f55-42da-4e07-8ead-4d7a1d7ea1c6" providerId="ADAL" clId="{DEC8990C-F1E8-4081-8796-F50D8B9FA883}" dt="2024-10-13T13:02:38.791" v="2006"/>
          <ac:grpSpMkLst>
            <pc:docMk/>
            <pc:sldMk cId="975907035" sldId="399"/>
            <ac:grpSpMk id="10" creationId="{83E1997E-8560-F5C4-CB7B-90D642CDF6B7}"/>
          </ac:grpSpMkLst>
        </pc:grpChg>
        <pc:grpChg chg="del mod">
          <ac:chgData name="Mahima Weerasinghe" userId="e11e3f55-42da-4e07-8ead-4d7a1d7ea1c6" providerId="ADAL" clId="{DEC8990C-F1E8-4081-8796-F50D8B9FA883}" dt="2024-10-13T13:02:44.303" v="2015"/>
          <ac:grpSpMkLst>
            <pc:docMk/>
            <pc:sldMk cId="975907035" sldId="399"/>
            <ac:grpSpMk id="12" creationId="{775463D4-09AF-F503-5CDE-9EABAA858DB9}"/>
          </ac:grpSpMkLst>
        </pc:grpChg>
        <pc:grpChg chg="mod">
          <ac:chgData name="Mahima Weerasinghe" userId="e11e3f55-42da-4e07-8ead-4d7a1d7ea1c6" providerId="ADAL" clId="{DEC8990C-F1E8-4081-8796-F50D8B9FA883}" dt="2024-10-13T13:02:44.303" v="2015"/>
          <ac:grpSpMkLst>
            <pc:docMk/>
            <pc:sldMk cId="975907035" sldId="399"/>
            <ac:grpSpMk id="21" creationId="{54E27AB9-6CA6-CA88-B3B1-0A38FD3A5EE9}"/>
          </ac:grpSpMkLst>
        </pc:grpChg>
        <pc:grpChg chg="del mod">
          <ac:chgData name="Mahima Weerasinghe" userId="e11e3f55-42da-4e07-8ead-4d7a1d7ea1c6" providerId="ADAL" clId="{DEC8990C-F1E8-4081-8796-F50D8B9FA883}" dt="2024-10-13T13:05:11.311" v="2072"/>
          <ac:grpSpMkLst>
            <pc:docMk/>
            <pc:sldMk cId="975907035" sldId="399"/>
            <ac:grpSpMk id="32" creationId="{8312EDFE-A557-D37C-5807-326BC32DECEE}"/>
          </ac:grpSpMkLst>
        </pc:grpChg>
        <pc:grpChg chg="del mod">
          <ac:chgData name="Mahima Weerasinghe" userId="e11e3f55-42da-4e07-8ead-4d7a1d7ea1c6" providerId="ADAL" clId="{DEC8990C-F1E8-4081-8796-F50D8B9FA883}" dt="2024-10-13T13:05:14.175" v="2076"/>
          <ac:grpSpMkLst>
            <pc:docMk/>
            <pc:sldMk cId="975907035" sldId="399"/>
            <ac:grpSpMk id="35" creationId="{32038135-6F21-305A-3366-A411A909A649}"/>
          </ac:grpSpMkLst>
        </pc:grpChg>
        <pc:grpChg chg="del mod">
          <ac:chgData name="Mahima Weerasinghe" userId="e11e3f55-42da-4e07-8ead-4d7a1d7ea1c6" providerId="ADAL" clId="{DEC8990C-F1E8-4081-8796-F50D8B9FA883}" dt="2024-10-13T13:05:20.340" v="2084"/>
          <ac:grpSpMkLst>
            <pc:docMk/>
            <pc:sldMk cId="975907035" sldId="399"/>
            <ac:grpSpMk id="39" creationId="{B1961C8B-3F70-27AB-B77E-476D02B1A12F}"/>
          </ac:grpSpMkLst>
        </pc:grpChg>
        <pc:grpChg chg="del mod">
          <ac:chgData name="Mahima Weerasinghe" userId="e11e3f55-42da-4e07-8ead-4d7a1d7ea1c6" providerId="ADAL" clId="{DEC8990C-F1E8-4081-8796-F50D8B9FA883}" dt="2024-10-13T13:05:21.736" v="2087"/>
          <ac:grpSpMkLst>
            <pc:docMk/>
            <pc:sldMk cId="975907035" sldId="399"/>
            <ac:grpSpMk id="47" creationId="{AA260375-F672-D31F-EB93-11A0F92C0C05}"/>
          </ac:grpSpMkLst>
        </pc:grpChg>
        <pc:grpChg chg="mod">
          <ac:chgData name="Mahima Weerasinghe" userId="e11e3f55-42da-4e07-8ead-4d7a1d7ea1c6" providerId="ADAL" clId="{DEC8990C-F1E8-4081-8796-F50D8B9FA883}" dt="2024-10-13T13:05:21.736" v="2087"/>
          <ac:grpSpMkLst>
            <pc:docMk/>
            <pc:sldMk cId="975907035" sldId="399"/>
            <ac:grpSpMk id="50" creationId="{89554B93-0267-9D36-B086-5D14BD128F09}"/>
          </ac:grpSpMkLst>
        </pc:grpChg>
        <pc:grpChg chg="mod">
          <ac:chgData name="Mahima Weerasinghe" userId="e11e3f55-42da-4e07-8ead-4d7a1d7ea1c6" providerId="ADAL" clId="{DEC8990C-F1E8-4081-8796-F50D8B9FA883}" dt="2024-10-13T13:05:53.074" v="2095"/>
          <ac:grpSpMkLst>
            <pc:docMk/>
            <pc:sldMk cId="975907035" sldId="399"/>
            <ac:grpSpMk id="58" creationId="{281F7029-92EC-BF6D-B63A-681ED09754D5}"/>
          </ac:grpSpMkLst>
        </pc:grpChg>
        <pc:grpChg chg="del mod">
          <ac:chgData name="Mahima Weerasinghe" userId="e11e3f55-42da-4e07-8ead-4d7a1d7ea1c6" providerId="ADAL" clId="{DEC8990C-F1E8-4081-8796-F50D8B9FA883}" dt="2024-10-13T13:06:05.327" v="2105"/>
          <ac:grpSpMkLst>
            <pc:docMk/>
            <pc:sldMk cId="975907035" sldId="399"/>
            <ac:grpSpMk id="61" creationId="{DF502A07-68E6-CA03-62DA-0032B609981E}"/>
          </ac:grpSpMkLst>
        </pc:grpChg>
        <pc:grpChg chg="mod">
          <ac:chgData name="Mahima Weerasinghe" userId="e11e3f55-42da-4e07-8ead-4d7a1d7ea1c6" providerId="ADAL" clId="{DEC8990C-F1E8-4081-8796-F50D8B9FA883}" dt="2024-10-13T13:06:05.327" v="2105"/>
          <ac:grpSpMkLst>
            <pc:docMk/>
            <pc:sldMk cId="975907035" sldId="399"/>
            <ac:grpSpMk id="68" creationId="{2D422C1A-F139-AD0B-7BB7-537E41D44151}"/>
          </ac:grpSpMkLst>
        </pc:grpChg>
        <pc:grpChg chg="del mod">
          <ac:chgData name="Mahima Weerasinghe" userId="e11e3f55-42da-4e07-8ead-4d7a1d7ea1c6" providerId="ADAL" clId="{DEC8990C-F1E8-4081-8796-F50D8B9FA883}" dt="2024-10-13T13:06:11.917" v="2113"/>
          <ac:grpSpMkLst>
            <pc:docMk/>
            <pc:sldMk cId="975907035" sldId="399"/>
            <ac:grpSpMk id="74" creationId="{2092A715-ED81-0842-4DA6-AC8B277C974B}"/>
          </ac:grpSpMkLst>
        </pc:grpChg>
        <pc:grpChg chg="del mod">
          <ac:chgData name="Mahima Weerasinghe" userId="e11e3f55-42da-4e07-8ead-4d7a1d7ea1c6" providerId="ADAL" clId="{DEC8990C-F1E8-4081-8796-F50D8B9FA883}" dt="2024-10-13T13:06:13.177" v="2115"/>
          <ac:grpSpMkLst>
            <pc:docMk/>
            <pc:sldMk cId="975907035" sldId="399"/>
            <ac:grpSpMk id="76" creationId="{5A1BF977-59AB-ED69-F645-5162B1F54093}"/>
          </ac:grpSpMkLst>
        </pc:grpChg>
        <pc:grpChg chg="del mod">
          <ac:chgData name="Mahima Weerasinghe" userId="e11e3f55-42da-4e07-8ead-4d7a1d7ea1c6" providerId="ADAL" clId="{DEC8990C-F1E8-4081-8796-F50D8B9FA883}" dt="2024-10-13T13:06:16.151" v="2122"/>
          <ac:grpSpMkLst>
            <pc:docMk/>
            <pc:sldMk cId="975907035" sldId="399"/>
            <ac:grpSpMk id="78" creationId="{A9B99BFA-B546-1004-9A53-101535372740}"/>
          </ac:grpSpMkLst>
        </pc:grpChg>
        <pc:grpChg chg="mod">
          <ac:chgData name="Mahima Weerasinghe" userId="e11e3f55-42da-4e07-8ead-4d7a1d7ea1c6" providerId="ADAL" clId="{DEC8990C-F1E8-4081-8796-F50D8B9FA883}" dt="2024-10-13T13:06:16.151" v="2122"/>
          <ac:grpSpMkLst>
            <pc:docMk/>
            <pc:sldMk cId="975907035" sldId="399"/>
            <ac:grpSpMk id="85" creationId="{AEAD20FE-05C3-C893-1DA8-4DB28B789E7E}"/>
          </ac:grpSpMkLst>
        </pc:grpChg>
        <pc:grpChg chg="mod">
          <ac:chgData name="Mahima Weerasinghe" userId="e11e3f55-42da-4e07-8ead-4d7a1d7ea1c6" providerId="ADAL" clId="{DEC8990C-F1E8-4081-8796-F50D8B9FA883}" dt="2024-10-13T13:06:26.747" v="2128"/>
          <ac:grpSpMkLst>
            <pc:docMk/>
            <pc:sldMk cId="975907035" sldId="399"/>
            <ac:grpSpMk id="91" creationId="{0BC0DE9E-5A98-C3BE-69BE-A3FC15517668}"/>
          </ac:grpSpMkLst>
        </pc:grpChg>
        <pc:inkChg chg="add mod">
          <ac:chgData name="Mahima Weerasinghe" userId="e11e3f55-42da-4e07-8ead-4d7a1d7ea1c6" providerId="ADAL" clId="{DEC8990C-F1E8-4081-8796-F50D8B9FA883}" dt="2024-10-13T13:02:20.625" v="2001"/>
          <ac:inkMkLst>
            <pc:docMk/>
            <pc:sldMk cId="975907035" sldId="399"/>
            <ac:inkMk id="3" creationId="{134B4E43-5D71-50D1-4CF9-501B5545586E}"/>
          </ac:inkMkLst>
        </pc:inkChg>
        <pc:inkChg chg="add mod">
          <ac:chgData name="Mahima Weerasinghe" userId="e11e3f55-42da-4e07-8ead-4d7a1d7ea1c6" providerId="ADAL" clId="{DEC8990C-F1E8-4081-8796-F50D8B9FA883}" dt="2024-10-13T13:02:20.625" v="2001"/>
          <ac:inkMkLst>
            <pc:docMk/>
            <pc:sldMk cId="975907035" sldId="399"/>
            <ac:inkMk id="4" creationId="{8A718E02-F18E-3FA8-2A69-3A8561106D8A}"/>
          </ac:inkMkLst>
        </pc:inkChg>
        <pc:inkChg chg="add">
          <ac:chgData name="Mahima Weerasinghe" userId="e11e3f55-42da-4e07-8ead-4d7a1d7ea1c6" providerId="ADAL" clId="{DEC8990C-F1E8-4081-8796-F50D8B9FA883}" dt="2024-10-13T13:02:19.806" v="2000" actId="9405"/>
          <ac:inkMkLst>
            <pc:docMk/>
            <pc:sldMk cId="975907035" sldId="399"/>
            <ac:inkMk id="5" creationId="{1935D03C-A3CA-ACFA-2DA8-75A3729CA916}"/>
          </ac:inkMkLst>
        </pc:inkChg>
        <pc:inkChg chg="add mod">
          <ac:chgData name="Mahima Weerasinghe" userId="e11e3f55-42da-4e07-8ead-4d7a1d7ea1c6" providerId="ADAL" clId="{DEC8990C-F1E8-4081-8796-F50D8B9FA883}" dt="2024-10-13T13:02:44.303" v="2015"/>
          <ac:inkMkLst>
            <pc:docMk/>
            <pc:sldMk cId="975907035" sldId="399"/>
            <ac:inkMk id="8" creationId="{5DE69FB2-E041-C69D-843F-85D2E62DDA67}"/>
          </ac:inkMkLst>
        </pc:inkChg>
        <pc:inkChg chg="add mod">
          <ac:chgData name="Mahima Weerasinghe" userId="e11e3f55-42da-4e07-8ead-4d7a1d7ea1c6" providerId="ADAL" clId="{DEC8990C-F1E8-4081-8796-F50D8B9FA883}" dt="2024-10-13T13:02:44.303" v="2015"/>
          <ac:inkMkLst>
            <pc:docMk/>
            <pc:sldMk cId="975907035" sldId="399"/>
            <ac:inkMk id="9" creationId="{84C2490B-8E34-F912-C331-D37EAFC74B22}"/>
          </ac:inkMkLst>
        </pc:inkChg>
        <pc:inkChg chg="add mod">
          <ac:chgData name="Mahima Weerasinghe" userId="e11e3f55-42da-4e07-8ead-4d7a1d7ea1c6" providerId="ADAL" clId="{DEC8990C-F1E8-4081-8796-F50D8B9FA883}" dt="2024-10-13T13:02:44.303" v="2015"/>
          <ac:inkMkLst>
            <pc:docMk/>
            <pc:sldMk cId="975907035" sldId="399"/>
            <ac:inkMk id="11" creationId="{80FE3BBF-8C85-E1E6-C658-90909A925BB1}"/>
          </ac:inkMkLst>
        </pc:inkChg>
        <pc:inkChg chg="add mod">
          <ac:chgData name="Mahima Weerasinghe" userId="e11e3f55-42da-4e07-8ead-4d7a1d7ea1c6" providerId="ADAL" clId="{DEC8990C-F1E8-4081-8796-F50D8B9FA883}" dt="2024-10-13T13:02:44.303" v="2015"/>
          <ac:inkMkLst>
            <pc:docMk/>
            <pc:sldMk cId="975907035" sldId="399"/>
            <ac:inkMk id="13" creationId="{3E1972B8-4EE0-36AD-9A39-07E1DA6004DE}"/>
          </ac:inkMkLst>
        </pc:inkChg>
        <pc:inkChg chg="add mod">
          <ac:chgData name="Mahima Weerasinghe" userId="e11e3f55-42da-4e07-8ead-4d7a1d7ea1c6" providerId="ADAL" clId="{DEC8990C-F1E8-4081-8796-F50D8B9FA883}" dt="2024-10-13T13:02:44.303" v="2015"/>
          <ac:inkMkLst>
            <pc:docMk/>
            <pc:sldMk cId="975907035" sldId="399"/>
            <ac:inkMk id="14" creationId="{30984A91-F2F2-6E37-A873-432C20F7E011}"/>
          </ac:inkMkLst>
        </pc:inkChg>
        <pc:inkChg chg="add mod">
          <ac:chgData name="Mahima Weerasinghe" userId="e11e3f55-42da-4e07-8ead-4d7a1d7ea1c6" providerId="ADAL" clId="{DEC8990C-F1E8-4081-8796-F50D8B9FA883}" dt="2024-10-13T13:02:44.303" v="2015"/>
          <ac:inkMkLst>
            <pc:docMk/>
            <pc:sldMk cId="975907035" sldId="399"/>
            <ac:inkMk id="15" creationId="{4881B8F7-BC8E-B68F-3388-4A4EDB16A2CF}"/>
          </ac:inkMkLst>
        </pc:inkChg>
        <pc:inkChg chg="add mod">
          <ac:chgData name="Mahima Weerasinghe" userId="e11e3f55-42da-4e07-8ead-4d7a1d7ea1c6" providerId="ADAL" clId="{DEC8990C-F1E8-4081-8796-F50D8B9FA883}" dt="2024-10-13T13:02:44.303" v="2015"/>
          <ac:inkMkLst>
            <pc:docMk/>
            <pc:sldMk cId="975907035" sldId="399"/>
            <ac:inkMk id="16" creationId="{1FA17CFE-D047-9117-043E-4C0D41589D7F}"/>
          </ac:inkMkLst>
        </pc:inkChg>
        <pc:inkChg chg="add mod">
          <ac:chgData name="Mahima Weerasinghe" userId="e11e3f55-42da-4e07-8ead-4d7a1d7ea1c6" providerId="ADAL" clId="{DEC8990C-F1E8-4081-8796-F50D8B9FA883}" dt="2024-10-13T13:02:44.303" v="2015"/>
          <ac:inkMkLst>
            <pc:docMk/>
            <pc:sldMk cId="975907035" sldId="399"/>
            <ac:inkMk id="17" creationId="{5193F310-32A9-376A-A503-15B96F4317A2}"/>
          </ac:inkMkLst>
        </pc:inkChg>
        <pc:inkChg chg="add mod">
          <ac:chgData name="Mahima Weerasinghe" userId="e11e3f55-42da-4e07-8ead-4d7a1d7ea1c6" providerId="ADAL" clId="{DEC8990C-F1E8-4081-8796-F50D8B9FA883}" dt="2024-10-13T13:02:44.303" v="2015"/>
          <ac:inkMkLst>
            <pc:docMk/>
            <pc:sldMk cId="975907035" sldId="399"/>
            <ac:inkMk id="18" creationId="{2B0335C9-E9D1-2959-CA0E-0841706A5D1E}"/>
          </ac:inkMkLst>
        </pc:inkChg>
        <pc:inkChg chg="add mod">
          <ac:chgData name="Mahima Weerasinghe" userId="e11e3f55-42da-4e07-8ead-4d7a1d7ea1c6" providerId="ADAL" clId="{DEC8990C-F1E8-4081-8796-F50D8B9FA883}" dt="2024-10-13T13:02:44.303" v="2015"/>
          <ac:inkMkLst>
            <pc:docMk/>
            <pc:sldMk cId="975907035" sldId="399"/>
            <ac:inkMk id="19" creationId="{EBD32C33-998E-CF94-AD22-D32F6DB551B0}"/>
          </ac:inkMkLst>
        </pc:inkChg>
        <pc:inkChg chg="add mod">
          <ac:chgData name="Mahima Weerasinghe" userId="e11e3f55-42da-4e07-8ead-4d7a1d7ea1c6" providerId="ADAL" clId="{DEC8990C-F1E8-4081-8796-F50D8B9FA883}" dt="2024-10-13T13:02:44.303" v="2015"/>
          <ac:inkMkLst>
            <pc:docMk/>
            <pc:sldMk cId="975907035" sldId="399"/>
            <ac:inkMk id="20" creationId="{897F0EE0-DF61-527A-296F-4FC0B972A545}"/>
          </ac:inkMkLst>
        </pc:inkChg>
        <pc:inkChg chg="add">
          <ac:chgData name="Mahima Weerasinghe" userId="e11e3f55-42da-4e07-8ead-4d7a1d7ea1c6" providerId="ADAL" clId="{DEC8990C-F1E8-4081-8796-F50D8B9FA883}" dt="2024-10-13T13:03:02.713" v="2016" actId="9405"/>
          <ac:inkMkLst>
            <pc:docMk/>
            <pc:sldMk cId="975907035" sldId="399"/>
            <ac:inkMk id="22" creationId="{54D794DC-46D7-CBAA-0E0D-F605B35AB5FE}"/>
          </ac:inkMkLst>
        </pc:inkChg>
        <pc:inkChg chg="add">
          <ac:chgData name="Mahima Weerasinghe" userId="e11e3f55-42da-4e07-8ead-4d7a1d7ea1c6" providerId="ADAL" clId="{DEC8990C-F1E8-4081-8796-F50D8B9FA883}" dt="2024-10-13T13:03:03.919" v="2017" actId="9405"/>
          <ac:inkMkLst>
            <pc:docMk/>
            <pc:sldMk cId="975907035" sldId="399"/>
            <ac:inkMk id="23" creationId="{B43C8B7B-9032-8BBB-A24D-71837116F1B5}"/>
          </ac:inkMkLst>
        </pc:inkChg>
        <pc:inkChg chg="add">
          <ac:chgData name="Mahima Weerasinghe" userId="e11e3f55-42da-4e07-8ead-4d7a1d7ea1c6" providerId="ADAL" clId="{DEC8990C-F1E8-4081-8796-F50D8B9FA883}" dt="2024-10-13T13:04:46.500" v="2061" actId="9405"/>
          <ac:inkMkLst>
            <pc:docMk/>
            <pc:sldMk cId="975907035" sldId="399"/>
            <ac:inkMk id="24" creationId="{02787962-D19D-EBA6-E7FE-0AD19D204FAF}"/>
          </ac:inkMkLst>
        </pc:inkChg>
        <pc:inkChg chg="add">
          <ac:chgData name="Mahima Weerasinghe" userId="e11e3f55-42da-4e07-8ead-4d7a1d7ea1c6" providerId="ADAL" clId="{DEC8990C-F1E8-4081-8796-F50D8B9FA883}" dt="2024-10-13T13:04:47.472" v="2062" actId="9405"/>
          <ac:inkMkLst>
            <pc:docMk/>
            <pc:sldMk cId="975907035" sldId="399"/>
            <ac:inkMk id="25" creationId="{36DE1058-A456-337D-5738-3F7F07508E56}"/>
          </ac:inkMkLst>
        </pc:inkChg>
        <pc:inkChg chg="add">
          <ac:chgData name="Mahima Weerasinghe" userId="e11e3f55-42da-4e07-8ead-4d7a1d7ea1c6" providerId="ADAL" clId="{DEC8990C-F1E8-4081-8796-F50D8B9FA883}" dt="2024-10-13T13:04:54.394" v="2063" actId="9405"/>
          <ac:inkMkLst>
            <pc:docMk/>
            <pc:sldMk cId="975907035" sldId="399"/>
            <ac:inkMk id="26" creationId="{1BF6D4AD-B37B-CD01-6788-40194E749E3A}"/>
          </ac:inkMkLst>
        </pc:inkChg>
        <pc:inkChg chg="add">
          <ac:chgData name="Mahima Weerasinghe" userId="e11e3f55-42da-4e07-8ead-4d7a1d7ea1c6" providerId="ADAL" clId="{DEC8990C-F1E8-4081-8796-F50D8B9FA883}" dt="2024-10-13T13:04:56.545" v="2064" actId="9405"/>
          <ac:inkMkLst>
            <pc:docMk/>
            <pc:sldMk cId="975907035" sldId="399"/>
            <ac:inkMk id="27" creationId="{E29D730E-908F-660E-9D97-3A471A5A7242}"/>
          </ac:inkMkLst>
        </pc:inkChg>
        <pc:inkChg chg="add">
          <ac:chgData name="Mahima Weerasinghe" userId="e11e3f55-42da-4e07-8ead-4d7a1d7ea1c6" providerId="ADAL" clId="{DEC8990C-F1E8-4081-8796-F50D8B9FA883}" dt="2024-10-13T13:05:01.823" v="2065" actId="9405"/>
          <ac:inkMkLst>
            <pc:docMk/>
            <pc:sldMk cId="975907035" sldId="399"/>
            <ac:inkMk id="28" creationId="{192D7287-5114-9A7F-7B9E-EE2F9D45D625}"/>
          </ac:inkMkLst>
        </pc:inkChg>
        <pc:inkChg chg="add">
          <ac:chgData name="Mahima Weerasinghe" userId="e11e3f55-42da-4e07-8ead-4d7a1d7ea1c6" providerId="ADAL" clId="{DEC8990C-F1E8-4081-8796-F50D8B9FA883}" dt="2024-10-13T13:05:02.922" v="2066" actId="9405"/>
          <ac:inkMkLst>
            <pc:docMk/>
            <pc:sldMk cId="975907035" sldId="399"/>
            <ac:inkMk id="29" creationId="{0906FDD7-D2F1-B304-7D61-25EE830A9BB5}"/>
          </ac:inkMkLst>
        </pc:inkChg>
        <pc:inkChg chg="add mod">
          <ac:chgData name="Mahima Weerasinghe" userId="e11e3f55-42da-4e07-8ead-4d7a1d7ea1c6" providerId="ADAL" clId="{DEC8990C-F1E8-4081-8796-F50D8B9FA883}" dt="2024-10-13T13:05:21.736" v="2087"/>
          <ac:inkMkLst>
            <pc:docMk/>
            <pc:sldMk cId="975907035" sldId="399"/>
            <ac:inkMk id="30" creationId="{D0316361-5CB6-D2F2-2A19-42D62BED9E63}"/>
          </ac:inkMkLst>
        </pc:inkChg>
        <pc:inkChg chg="add mod">
          <ac:chgData name="Mahima Weerasinghe" userId="e11e3f55-42da-4e07-8ead-4d7a1d7ea1c6" providerId="ADAL" clId="{DEC8990C-F1E8-4081-8796-F50D8B9FA883}" dt="2024-10-13T13:05:21.736" v="2087"/>
          <ac:inkMkLst>
            <pc:docMk/>
            <pc:sldMk cId="975907035" sldId="399"/>
            <ac:inkMk id="31" creationId="{550B9432-7045-FC15-1DE8-54BAEE0F934C}"/>
          </ac:inkMkLst>
        </pc:inkChg>
        <pc:inkChg chg="add mod">
          <ac:chgData name="Mahima Weerasinghe" userId="e11e3f55-42da-4e07-8ead-4d7a1d7ea1c6" providerId="ADAL" clId="{DEC8990C-F1E8-4081-8796-F50D8B9FA883}" dt="2024-10-13T13:05:21.736" v="2087"/>
          <ac:inkMkLst>
            <pc:docMk/>
            <pc:sldMk cId="975907035" sldId="399"/>
            <ac:inkMk id="33" creationId="{E4C2A952-D905-12D5-E753-8B1E538DD6C0}"/>
          </ac:inkMkLst>
        </pc:inkChg>
        <pc:inkChg chg="add mod">
          <ac:chgData name="Mahima Weerasinghe" userId="e11e3f55-42da-4e07-8ead-4d7a1d7ea1c6" providerId="ADAL" clId="{DEC8990C-F1E8-4081-8796-F50D8B9FA883}" dt="2024-10-13T13:05:21.736" v="2087"/>
          <ac:inkMkLst>
            <pc:docMk/>
            <pc:sldMk cId="975907035" sldId="399"/>
            <ac:inkMk id="34" creationId="{DD9C4023-001F-7157-59FB-070CFAEE0C1F}"/>
          </ac:inkMkLst>
        </pc:inkChg>
        <pc:inkChg chg="add mod">
          <ac:chgData name="Mahima Weerasinghe" userId="e11e3f55-42da-4e07-8ead-4d7a1d7ea1c6" providerId="ADAL" clId="{DEC8990C-F1E8-4081-8796-F50D8B9FA883}" dt="2024-10-13T13:05:21.736" v="2087"/>
          <ac:inkMkLst>
            <pc:docMk/>
            <pc:sldMk cId="975907035" sldId="399"/>
            <ac:inkMk id="36" creationId="{2964BAB1-84C1-869E-AEF5-E5D08D7A46AF}"/>
          </ac:inkMkLst>
        </pc:inkChg>
        <pc:inkChg chg="add mod">
          <ac:chgData name="Mahima Weerasinghe" userId="e11e3f55-42da-4e07-8ead-4d7a1d7ea1c6" providerId="ADAL" clId="{DEC8990C-F1E8-4081-8796-F50D8B9FA883}" dt="2024-10-13T13:05:21.736" v="2087"/>
          <ac:inkMkLst>
            <pc:docMk/>
            <pc:sldMk cId="975907035" sldId="399"/>
            <ac:inkMk id="37" creationId="{071FAC4B-6ECD-03C1-EEC0-4ECB607E824D}"/>
          </ac:inkMkLst>
        </pc:inkChg>
        <pc:inkChg chg="add mod">
          <ac:chgData name="Mahima Weerasinghe" userId="e11e3f55-42da-4e07-8ead-4d7a1d7ea1c6" providerId="ADAL" clId="{DEC8990C-F1E8-4081-8796-F50D8B9FA883}" dt="2024-10-13T13:05:21.736" v="2087"/>
          <ac:inkMkLst>
            <pc:docMk/>
            <pc:sldMk cId="975907035" sldId="399"/>
            <ac:inkMk id="38" creationId="{090C435A-4F40-A905-F8D8-D1BA963FAB26}"/>
          </ac:inkMkLst>
        </pc:inkChg>
        <pc:inkChg chg="add mod">
          <ac:chgData name="Mahima Weerasinghe" userId="e11e3f55-42da-4e07-8ead-4d7a1d7ea1c6" providerId="ADAL" clId="{DEC8990C-F1E8-4081-8796-F50D8B9FA883}" dt="2024-10-13T13:05:21.736" v="2087"/>
          <ac:inkMkLst>
            <pc:docMk/>
            <pc:sldMk cId="975907035" sldId="399"/>
            <ac:inkMk id="40" creationId="{9DCCC3E7-1280-59F8-A2E4-6797B2F88E28}"/>
          </ac:inkMkLst>
        </pc:inkChg>
        <pc:inkChg chg="add mod">
          <ac:chgData name="Mahima Weerasinghe" userId="e11e3f55-42da-4e07-8ead-4d7a1d7ea1c6" providerId="ADAL" clId="{DEC8990C-F1E8-4081-8796-F50D8B9FA883}" dt="2024-10-13T13:05:21.736" v="2087"/>
          <ac:inkMkLst>
            <pc:docMk/>
            <pc:sldMk cId="975907035" sldId="399"/>
            <ac:inkMk id="41" creationId="{A0D8E68A-91BA-4557-5D49-E364447826D6}"/>
          </ac:inkMkLst>
        </pc:inkChg>
        <pc:inkChg chg="add mod">
          <ac:chgData name="Mahima Weerasinghe" userId="e11e3f55-42da-4e07-8ead-4d7a1d7ea1c6" providerId="ADAL" clId="{DEC8990C-F1E8-4081-8796-F50D8B9FA883}" dt="2024-10-13T13:05:21.736" v="2087"/>
          <ac:inkMkLst>
            <pc:docMk/>
            <pc:sldMk cId="975907035" sldId="399"/>
            <ac:inkMk id="42" creationId="{981A5F6B-9A38-4708-93CC-E74656FEDD86}"/>
          </ac:inkMkLst>
        </pc:inkChg>
        <pc:inkChg chg="add mod">
          <ac:chgData name="Mahima Weerasinghe" userId="e11e3f55-42da-4e07-8ead-4d7a1d7ea1c6" providerId="ADAL" clId="{DEC8990C-F1E8-4081-8796-F50D8B9FA883}" dt="2024-10-13T13:05:21.736" v="2087"/>
          <ac:inkMkLst>
            <pc:docMk/>
            <pc:sldMk cId="975907035" sldId="399"/>
            <ac:inkMk id="43" creationId="{A76667FB-C9C1-D5A8-64AD-B42C7AD7217F}"/>
          </ac:inkMkLst>
        </pc:inkChg>
        <pc:inkChg chg="add mod">
          <ac:chgData name="Mahima Weerasinghe" userId="e11e3f55-42da-4e07-8ead-4d7a1d7ea1c6" providerId="ADAL" clId="{DEC8990C-F1E8-4081-8796-F50D8B9FA883}" dt="2024-10-13T13:05:21.736" v="2087"/>
          <ac:inkMkLst>
            <pc:docMk/>
            <pc:sldMk cId="975907035" sldId="399"/>
            <ac:inkMk id="44" creationId="{DB397E68-50A7-8F67-E052-EE15B36D0A80}"/>
          </ac:inkMkLst>
        </pc:inkChg>
        <pc:inkChg chg="add mod">
          <ac:chgData name="Mahima Weerasinghe" userId="e11e3f55-42da-4e07-8ead-4d7a1d7ea1c6" providerId="ADAL" clId="{DEC8990C-F1E8-4081-8796-F50D8B9FA883}" dt="2024-10-13T13:05:21.736" v="2087"/>
          <ac:inkMkLst>
            <pc:docMk/>
            <pc:sldMk cId="975907035" sldId="399"/>
            <ac:inkMk id="45" creationId="{2C97746D-40F3-262F-712A-1B54A0C350D2}"/>
          </ac:inkMkLst>
        </pc:inkChg>
        <pc:inkChg chg="add mod">
          <ac:chgData name="Mahima Weerasinghe" userId="e11e3f55-42da-4e07-8ead-4d7a1d7ea1c6" providerId="ADAL" clId="{DEC8990C-F1E8-4081-8796-F50D8B9FA883}" dt="2024-10-13T13:05:21.736" v="2087"/>
          <ac:inkMkLst>
            <pc:docMk/>
            <pc:sldMk cId="975907035" sldId="399"/>
            <ac:inkMk id="46" creationId="{7A7674B1-131E-FDA1-9CFD-EF653479BEC8}"/>
          </ac:inkMkLst>
        </pc:inkChg>
        <pc:inkChg chg="add mod">
          <ac:chgData name="Mahima Weerasinghe" userId="e11e3f55-42da-4e07-8ead-4d7a1d7ea1c6" providerId="ADAL" clId="{DEC8990C-F1E8-4081-8796-F50D8B9FA883}" dt="2024-10-13T13:05:21.736" v="2087"/>
          <ac:inkMkLst>
            <pc:docMk/>
            <pc:sldMk cId="975907035" sldId="399"/>
            <ac:inkMk id="48" creationId="{1932BBF6-0344-7E7E-1F47-2EEE365DC52A}"/>
          </ac:inkMkLst>
        </pc:inkChg>
        <pc:inkChg chg="add mod">
          <ac:chgData name="Mahima Weerasinghe" userId="e11e3f55-42da-4e07-8ead-4d7a1d7ea1c6" providerId="ADAL" clId="{DEC8990C-F1E8-4081-8796-F50D8B9FA883}" dt="2024-10-13T13:05:21.736" v="2087"/>
          <ac:inkMkLst>
            <pc:docMk/>
            <pc:sldMk cId="975907035" sldId="399"/>
            <ac:inkMk id="49" creationId="{AB3D9824-6CA9-4C3D-DA4F-7478E27A2982}"/>
          </ac:inkMkLst>
        </pc:inkChg>
        <pc:inkChg chg="add">
          <ac:chgData name="Mahima Weerasinghe" userId="e11e3f55-42da-4e07-8ead-4d7a1d7ea1c6" providerId="ADAL" clId="{DEC8990C-F1E8-4081-8796-F50D8B9FA883}" dt="2024-10-13T13:05:38.504" v="2088" actId="9405"/>
          <ac:inkMkLst>
            <pc:docMk/>
            <pc:sldMk cId="975907035" sldId="399"/>
            <ac:inkMk id="51" creationId="{42AFD645-3DC2-F963-7BC6-4BA9C4952804}"/>
          </ac:inkMkLst>
        </pc:inkChg>
        <pc:inkChg chg="add">
          <ac:chgData name="Mahima Weerasinghe" userId="e11e3f55-42da-4e07-8ead-4d7a1d7ea1c6" providerId="ADAL" clId="{DEC8990C-F1E8-4081-8796-F50D8B9FA883}" dt="2024-10-13T13:05:49.104" v="2089" actId="9405"/>
          <ac:inkMkLst>
            <pc:docMk/>
            <pc:sldMk cId="975907035" sldId="399"/>
            <ac:inkMk id="52" creationId="{52D242B0-BEA6-D69A-371F-747A50727545}"/>
          </ac:inkMkLst>
        </pc:inkChg>
        <pc:inkChg chg="add mod">
          <ac:chgData name="Mahima Weerasinghe" userId="e11e3f55-42da-4e07-8ead-4d7a1d7ea1c6" providerId="ADAL" clId="{DEC8990C-F1E8-4081-8796-F50D8B9FA883}" dt="2024-10-13T13:05:53.074" v="2095"/>
          <ac:inkMkLst>
            <pc:docMk/>
            <pc:sldMk cId="975907035" sldId="399"/>
            <ac:inkMk id="53" creationId="{7F12416F-4396-10D6-4C41-F3FD73204313}"/>
          </ac:inkMkLst>
        </pc:inkChg>
        <pc:inkChg chg="add mod">
          <ac:chgData name="Mahima Weerasinghe" userId="e11e3f55-42da-4e07-8ead-4d7a1d7ea1c6" providerId="ADAL" clId="{DEC8990C-F1E8-4081-8796-F50D8B9FA883}" dt="2024-10-13T13:05:53.074" v="2095"/>
          <ac:inkMkLst>
            <pc:docMk/>
            <pc:sldMk cId="975907035" sldId="399"/>
            <ac:inkMk id="54" creationId="{70E52659-2EE3-7D23-6AF0-8068F1597C41}"/>
          </ac:inkMkLst>
        </pc:inkChg>
        <pc:inkChg chg="add mod">
          <ac:chgData name="Mahima Weerasinghe" userId="e11e3f55-42da-4e07-8ead-4d7a1d7ea1c6" providerId="ADAL" clId="{DEC8990C-F1E8-4081-8796-F50D8B9FA883}" dt="2024-10-13T13:05:53.074" v="2095"/>
          <ac:inkMkLst>
            <pc:docMk/>
            <pc:sldMk cId="975907035" sldId="399"/>
            <ac:inkMk id="55" creationId="{5E07ADCB-BBCE-C40A-638B-413778A4DC51}"/>
          </ac:inkMkLst>
        </pc:inkChg>
        <pc:inkChg chg="add mod">
          <ac:chgData name="Mahima Weerasinghe" userId="e11e3f55-42da-4e07-8ead-4d7a1d7ea1c6" providerId="ADAL" clId="{DEC8990C-F1E8-4081-8796-F50D8B9FA883}" dt="2024-10-13T13:05:53.074" v="2095"/>
          <ac:inkMkLst>
            <pc:docMk/>
            <pc:sldMk cId="975907035" sldId="399"/>
            <ac:inkMk id="56" creationId="{926A1364-C8B6-416D-B969-38F28E3C2FD9}"/>
          </ac:inkMkLst>
        </pc:inkChg>
        <pc:inkChg chg="add mod">
          <ac:chgData name="Mahima Weerasinghe" userId="e11e3f55-42da-4e07-8ead-4d7a1d7ea1c6" providerId="ADAL" clId="{DEC8990C-F1E8-4081-8796-F50D8B9FA883}" dt="2024-10-13T13:05:53.074" v="2095"/>
          <ac:inkMkLst>
            <pc:docMk/>
            <pc:sldMk cId="975907035" sldId="399"/>
            <ac:inkMk id="57" creationId="{CD369824-7FB5-D6F3-13AF-F13FFE6903E3}"/>
          </ac:inkMkLst>
        </pc:inkChg>
        <pc:inkChg chg="add mod">
          <ac:chgData name="Mahima Weerasinghe" userId="e11e3f55-42da-4e07-8ead-4d7a1d7ea1c6" providerId="ADAL" clId="{DEC8990C-F1E8-4081-8796-F50D8B9FA883}" dt="2024-10-13T13:06:05.327" v="2105"/>
          <ac:inkMkLst>
            <pc:docMk/>
            <pc:sldMk cId="975907035" sldId="399"/>
            <ac:inkMk id="59" creationId="{BBB9F827-450B-E28E-2C32-2F3CB9540536}"/>
          </ac:inkMkLst>
        </pc:inkChg>
        <pc:inkChg chg="add mod">
          <ac:chgData name="Mahima Weerasinghe" userId="e11e3f55-42da-4e07-8ead-4d7a1d7ea1c6" providerId="ADAL" clId="{DEC8990C-F1E8-4081-8796-F50D8B9FA883}" dt="2024-10-13T13:06:05.327" v="2105"/>
          <ac:inkMkLst>
            <pc:docMk/>
            <pc:sldMk cId="975907035" sldId="399"/>
            <ac:inkMk id="60" creationId="{FF26196D-AC86-62AD-07D8-B3A2701B8894}"/>
          </ac:inkMkLst>
        </pc:inkChg>
        <pc:inkChg chg="add mod">
          <ac:chgData name="Mahima Weerasinghe" userId="e11e3f55-42da-4e07-8ead-4d7a1d7ea1c6" providerId="ADAL" clId="{DEC8990C-F1E8-4081-8796-F50D8B9FA883}" dt="2024-10-13T13:06:05.327" v="2105"/>
          <ac:inkMkLst>
            <pc:docMk/>
            <pc:sldMk cId="975907035" sldId="399"/>
            <ac:inkMk id="62" creationId="{85682640-3A48-40B6-7585-94DDFB72969C}"/>
          </ac:inkMkLst>
        </pc:inkChg>
        <pc:inkChg chg="add mod">
          <ac:chgData name="Mahima Weerasinghe" userId="e11e3f55-42da-4e07-8ead-4d7a1d7ea1c6" providerId="ADAL" clId="{DEC8990C-F1E8-4081-8796-F50D8B9FA883}" dt="2024-10-13T13:06:05.327" v="2105"/>
          <ac:inkMkLst>
            <pc:docMk/>
            <pc:sldMk cId="975907035" sldId="399"/>
            <ac:inkMk id="63" creationId="{D944EDC1-850C-6C87-757C-1CAD557B6F15}"/>
          </ac:inkMkLst>
        </pc:inkChg>
        <pc:inkChg chg="add mod">
          <ac:chgData name="Mahima Weerasinghe" userId="e11e3f55-42da-4e07-8ead-4d7a1d7ea1c6" providerId="ADAL" clId="{DEC8990C-F1E8-4081-8796-F50D8B9FA883}" dt="2024-10-13T13:06:05.327" v="2105"/>
          <ac:inkMkLst>
            <pc:docMk/>
            <pc:sldMk cId="975907035" sldId="399"/>
            <ac:inkMk id="64" creationId="{0BAC14B8-0AB0-217B-26E0-A88AAF467E33}"/>
          </ac:inkMkLst>
        </pc:inkChg>
        <pc:inkChg chg="add mod">
          <ac:chgData name="Mahima Weerasinghe" userId="e11e3f55-42da-4e07-8ead-4d7a1d7ea1c6" providerId="ADAL" clId="{DEC8990C-F1E8-4081-8796-F50D8B9FA883}" dt="2024-10-13T13:06:05.327" v="2105"/>
          <ac:inkMkLst>
            <pc:docMk/>
            <pc:sldMk cId="975907035" sldId="399"/>
            <ac:inkMk id="65" creationId="{0DFE983C-2E60-44B4-0BE7-F38DD32986C2}"/>
          </ac:inkMkLst>
        </pc:inkChg>
        <pc:inkChg chg="add mod">
          <ac:chgData name="Mahima Weerasinghe" userId="e11e3f55-42da-4e07-8ead-4d7a1d7ea1c6" providerId="ADAL" clId="{DEC8990C-F1E8-4081-8796-F50D8B9FA883}" dt="2024-10-13T13:06:05.327" v="2105"/>
          <ac:inkMkLst>
            <pc:docMk/>
            <pc:sldMk cId="975907035" sldId="399"/>
            <ac:inkMk id="66" creationId="{ECBBA45B-9DDD-AEAF-96D9-BFA6F71F356D}"/>
          </ac:inkMkLst>
        </pc:inkChg>
        <pc:inkChg chg="add mod">
          <ac:chgData name="Mahima Weerasinghe" userId="e11e3f55-42da-4e07-8ead-4d7a1d7ea1c6" providerId="ADAL" clId="{DEC8990C-F1E8-4081-8796-F50D8B9FA883}" dt="2024-10-13T13:06:05.327" v="2105"/>
          <ac:inkMkLst>
            <pc:docMk/>
            <pc:sldMk cId="975907035" sldId="399"/>
            <ac:inkMk id="67" creationId="{8C3AF820-2AB0-AAE9-8C74-D6E0C7906416}"/>
          </ac:inkMkLst>
        </pc:inkChg>
        <pc:inkChg chg="add mod">
          <ac:chgData name="Mahima Weerasinghe" userId="e11e3f55-42da-4e07-8ead-4d7a1d7ea1c6" providerId="ADAL" clId="{DEC8990C-F1E8-4081-8796-F50D8B9FA883}" dt="2024-10-13T13:06:16.151" v="2122"/>
          <ac:inkMkLst>
            <pc:docMk/>
            <pc:sldMk cId="975907035" sldId="399"/>
            <ac:inkMk id="69" creationId="{49E49E34-A45B-22AC-DC61-DB187D69807D}"/>
          </ac:inkMkLst>
        </pc:inkChg>
        <pc:inkChg chg="add mod">
          <ac:chgData name="Mahima Weerasinghe" userId="e11e3f55-42da-4e07-8ead-4d7a1d7ea1c6" providerId="ADAL" clId="{DEC8990C-F1E8-4081-8796-F50D8B9FA883}" dt="2024-10-13T13:06:16.151" v="2122"/>
          <ac:inkMkLst>
            <pc:docMk/>
            <pc:sldMk cId="975907035" sldId="399"/>
            <ac:inkMk id="70" creationId="{367F29CF-E776-075F-AE14-5B2C88333E5B}"/>
          </ac:inkMkLst>
        </pc:inkChg>
        <pc:inkChg chg="add mod">
          <ac:chgData name="Mahima Weerasinghe" userId="e11e3f55-42da-4e07-8ead-4d7a1d7ea1c6" providerId="ADAL" clId="{DEC8990C-F1E8-4081-8796-F50D8B9FA883}" dt="2024-10-13T13:06:16.151" v="2122"/>
          <ac:inkMkLst>
            <pc:docMk/>
            <pc:sldMk cId="975907035" sldId="399"/>
            <ac:inkMk id="71" creationId="{4925D990-9215-580E-98B7-848DBEFED7B3}"/>
          </ac:inkMkLst>
        </pc:inkChg>
        <pc:inkChg chg="add mod">
          <ac:chgData name="Mahima Weerasinghe" userId="e11e3f55-42da-4e07-8ead-4d7a1d7ea1c6" providerId="ADAL" clId="{DEC8990C-F1E8-4081-8796-F50D8B9FA883}" dt="2024-10-13T13:06:16.151" v="2122"/>
          <ac:inkMkLst>
            <pc:docMk/>
            <pc:sldMk cId="975907035" sldId="399"/>
            <ac:inkMk id="72" creationId="{ADF07C1D-6E9A-AEC9-C70C-63D7174FB875}"/>
          </ac:inkMkLst>
        </pc:inkChg>
        <pc:inkChg chg="add mod">
          <ac:chgData name="Mahima Weerasinghe" userId="e11e3f55-42da-4e07-8ead-4d7a1d7ea1c6" providerId="ADAL" clId="{DEC8990C-F1E8-4081-8796-F50D8B9FA883}" dt="2024-10-13T13:06:16.151" v="2122"/>
          <ac:inkMkLst>
            <pc:docMk/>
            <pc:sldMk cId="975907035" sldId="399"/>
            <ac:inkMk id="73" creationId="{B9C81ABD-C6CF-A07B-D93D-63AE6F6A5266}"/>
          </ac:inkMkLst>
        </pc:inkChg>
        <pc:inkChg chg="add mod">
          <ac:chgData name="Mahima Weerasinghe" userId="e11e3f55-42da-4e07-8ead-4d7a1d7ea1c6" providerId="ADAL" clId="{DEC8990C-F1E8-4081-8796-F50D8B9FA883}" dt="2024-10-13T13:06:16.151" v="2122"/>
          <ac:inkMkLst>
            <pc:docMk/>
            <pc:sldMk cId="975907035" sldId="399"/>
            <ac:inkMk id="75" creationId="{80B471CB-8525-992A-A8D8-9F65239CA677}"/>
          </ac:inkMkLst>
        </pc:inkChg>
        <pc:inkChg chg="add mod">
          <ac:chgData name="Mahima Weerasinghe" userId="e11e3f55-42da-4e07-8ead-4d7a1d7ea1c6" providerId="ADAL" clId="{DEC8990C-F1E8-4081-8796-F50D8B9FA883}" dt="2024-10-13T13:06:16.151" v="2122"/>
          <ac:inkMkLst>
            <pc:docMk/>
            <pc:sldMk cId="975907035" sldId="399"/>
            <ac:inkMk id="77" creationId="{7D969004-E299-F591-71E0-514D2CD413B3}"/>
          </ac:inkMkLst>
        </pc:inkChg>
        <pc:inkChg chg="add mod">
          <ac:chgData name="Mahima Weerasinghe" userId="e11e3f55-42da-4e07-8ead-4d7a1d7ea1c6" providerId="ADAL" clId="{DEC8990C-F1E8-4081-8796-F50D8B9FA883}" dt="2024-10-13T13:06:16.151" v="2122"/>
          <ac:inkMkLst>
            <pc:docMk/>
            <pc:sldMk cId="975907035" sldId="399"/>
            <ac:inkMk id="79" creationId="{6CF3745C-D357-9E6E-22B7-B957A19BF60E}"/>
          </ac:inkMkLst>
        </pc:inkChg>
        <pc:inkChg chg="add mod">
          <ac:chgData name="Mahima Weerasinghe" userId="e11e3f55-42da-4e07-8ead-4d7a1d7ea1c6" providerId="ADAL" clId="{DEC8990C-F1E8-4081-8796-F50D8B9FA883}" dt="2024-10-13T13:06:16.151" v="2122"/>
          <ac:inkMkLst>
            <pc:docMk/>
            <pc:sldMk cId="975907035" sldId="399"/>
            <ac:inkMk id="80" creationId="{33BB3B39-2D86-C015-CAA7-3D9A4545A07A}"/>
          </ac:inkMkLst>
        </pc:inkChg>
        <pc:inkChg chg="add mod">
          <ac:chgData name="Mahima Weerasinghe" userId="e11e3f55-42da-4e07-8ead-4d7a1d7ea1c6" providerId="ADAL" clId="{DEC8990C-F1E8-4081-8796-F50D8B9FA883}" dt="2024-10-13T13:06:16.151" v="2122"/>
          <ac:inkMkLst>
            <pc:docMk/>
            <pc:sldMk cId="975907035" sldId="399"/>
            <ac:inkMk id="81" creationId="{64713843-C2A2-C866-B5B1-1C3F026DAC11}"/>
          </ac:inkMkLst>
        </pc:inkChg>
        <pc:inkChg chg="add mod">
          <ac:chgData name="Mahima Weerasinghe" userId="e11e3f55-42da-4e07-8ead-4d7a1d7ea1c6" providerId="ADAL" clId="{DEC8990C-F1E8-4081-8796-F50D8B9FA883}" dt="2024-10-13T13:06:16.151" v="2122"/>
          <ac:inkMkLst>
            <pc:docMk/>
            <pc:sldMk cId="975907035" sldId="399"/>
            <ac:inkMk id="82" creationId="{F5297522-1703-C9C0-45E2-2174C9E5DDB1}"/>
          </ac:inkMkLst>
        </pc:inkChg>
        <pc:inkChg chg="add mod">
          <ac:chgData name="Mahima Weerasinghe" userId="e11e3f55-42da-4e07-8ead-4d7a1d7ea1c6" providerId="ADAL" clId="{DEC8990C-F1E8-4081-8796-F50D8B9FA883}" dt="2024-10-13T13:06:16.151" v="2122"/>
          <ac:inkMkLst>
            <pc:docMk/>
            <pc:sldMk cId="975907035" sldId="399"/>
            <ac:inkMk id="83" creationId="{8ED587AE-F4DD-8C26-159C-E77D221D4CDB}"/>
          </ac:inkMkLst>
        </pc:inkChg>
        <pc:inkChg chg="add mod">
          <ac:chgData name="Mahima Weerasinghe" userId="e11e3f55-42da-4e07-8ead-4d7a1d7ea1c6" providerId="ADAL" clId="{DEC8990C-F1E8-4081-8796-F50D8B9FA883}" dt="2024-10-13T13:06:16.151" v="2122"/>
          <ac:inkMkLst>
            <pc:docMk/>
            <pc:sldMk cId="975907035" sldId="399"/>
            <ac:inkMk id="84" creationId="{1854DB0B-FF6B-7299-83EA-51FF5D820DD4}"/>
          </ac:inkMkLst>
        </pc:inkChg>
        <pc:inkChg chg="add mod">
          <ac:chgData name="Mahima Weerasinghe" userId="e11e3f55-42da-4e07-8ead-4d7a1d7ea1c6" providerId="ADAL" clId="{DEC8990C-F1E8-4081-8796-F50D8B9FA883}" dt="2024-10-13T13:06:26.747" v="2128"/>
          <ac:inkMkLst>
            <pc:docMk/>
            <pc:sldMk cId="975907035" sldId="399"/>
            <ac:inkMk id="86" creationId="{666B7A7C-F047-90F0-F417-F48B77B2912E}"/>
          </ac:inkMkLst>
        </pc:inkChg>
        <pc:inkChg chg="add mod">
          <ac:chgData name="Mahima Weerasinghe" userId="e11e3f55-42da-4e07-8ead-4d7a1d7ea1c6" providerId="ADAL" clId="{DEC8990C-F1E8-4081-8796-F50D8B9FA883}" dt="2024-10-13T13:06:26.747" v="2128"/>
          <ac:inkMkLst>
            <pc:docMk/>
            <pc:sldMk cId="975907035" sldId="399"/>
            <ac:inkMk id="87" creationId="{2C831503-E6E8-63F1-214D-2134E25ED1A7}"/>
          </ac:inkMkLst>
        </pc:inkChg>
        <pc:inkChg chg="add mod">
          <ac:chgData name="Mahima Weerasinghe" userId="e11e3f55-42da-4e07-8ead-4d7a1d7ea1c6" providerId="ADAL" clId="{DEC8990C-F1E8-4081-8796-F50D8B9FA883}" dt="2024-10-13T13:06:26.747" v="2128"/>
          <ac:inkMkLst>
            <pc:docMk/>
            <pc:sldMk cId="975907035" sldId="399"/>
            <ac:inkMk id="88" creationId="{1091DC5E-1101-6B3D-8113-B7DB51CB7FB1}"/>
          </ac:inkMkLst>
        </pc:inkChg>
        <pc:inkChg chg="add mod">
          <ac:chgData name="Mahima Weerasinghe" userId="e11e3f55-42da-4e07-8ead-4d7a1d7ea1c6" providerId="ADAL" clId="{DEC8990C-F1E8-4081-8796-F50D8B9FA883}" dt="2024-10-13T13:06:26.747" v="2128"/>
          <ac:inkMkLst>
            <pc:docMk/>
            <pc:sldMk cId="975907035" sldId="399"/>
            <ac:inkMk id="89" creationId="{A2480C23-B384-7A0C-4112-3C1C1615EB81}"/>
          </ac:inkMkLst>
        </pc:inkChg>
        <pc:inkChg chg="add mod">
          <ac:chgData name="Mahima Weerasinghe" userId="e11e3f55-42da-4e07-8ead-4d7a1d7ea1c6" providerId="ADAL" clId="{DEC8990C-F1E8-4081-8796-F50D8B9FA883}" dt="2024-10-13T13:06:26.747" v="2128"/>
          <ac:inkMkLst>
            <pc:docMk/>
            <pc:sldMk cId="975907035" sldId="399"/>
            <ac:inkMk id="90" creationId="{A9DA640B-9D20-0AB7-0766-A9655F101827}"/>
          </ac:inkMkLst>
        </pc:inkChg>
        <pc:inkChg chg="add">
          <ac:chgData name="Mahima Weerasinghe" userId="e11e3f55-42da-4e07-8ead-4d7a1d7ea1c6" providerId="ADAL" clId="{DEC8990C-F1E8-4081-8796-F50D8B9FA883}" dt="2024-10-13T13:06:35.509" v="2129" actId="9405"/>
          <ac:inkMkLst>
            <pc:docMk/>
            <pc:sldMk cId="975907035" sldId="399"/>
            <ac:inkMk id="92" creationId="{2EE11AE8-8AB9-8558-6D03-962756336A01}"/>
          </ac:inkMkLst>
        </pc:inkChg>
      </pc:sldChg>
      <pc:sldChg chg="addSp delSp modSp new mod">
        <pc:chgData name="Mahima Weerasinghe" userId="e11e3f55-42da-4e07-8ead-4d7a1d7ea1c6" providerId="ADAL" clId="{DEC8990C-F1E8-4081-8796-F50D8B9FA883}" dt="2024-10-13T13:34:31.841" v="2581" actId="9405"/>
        <pc:sldMkLst>
          <pc:docMk/>
          <pc:sldMk cId="3516305260" sldId="400"/>
        </pc:sldMkLst>
        <pc:spChg chg="mod">
          <ac:chgData name="Mahima Weerasinghe" userId="e11e3f55-42da-4e07-8ead-4d7a1d7ea1c6" providerId="ADAL" clId="{DEC8990C-F1E8-4081-8796-F50D8B9FA883}" dt="2024-10-13T13:28:41.586" v="2399" actId="1076"/>
          <ac:spMkLst>
            <pc:docMk/>
            <pc:sldMk cId="3516305260" sldId="400"/>
            <ac:spMk id="2" creationId="{ED34CB3A-5E37-A342-E278-B65502FF0EB7}"/>
          </ac:spMkLst>
        </pc:spChg>
        <pc:spChg chg="add mod">
          <ac:chgData name="Mahima Weerasinghe" userId="e11e3f55-42da-4e07-8ead-4d7a1d7ea1c6" providerId="ADAL" clId="{DEC8990C-F1E8-4081-8796-F50D8B9FA883}" dt="2024-10-13T05:02:33.249" v="612" actId="20577"/>
          <ac:spMkLst>
            <pc:docMk/>
            <pc:sldMk cId="3516305260" sldId="400"/>
            <ac:spMk id="9" creationId="{16BA4234-CFB1-00A1-3F6E-5AC80E882CD1}"/>
          </ac:spMkLst>
        </pc:spChg>
        <pc:grpChg chg="del mod">
          <ac:chgData name="Mahima Weerasinghe" userId="e11e3f55-42da-4e07-8ead-4d7a1d7ea1c6" providerId="ADAL" clId="{DEC8990C-F1E8-4081-8796-F50D8B9FA883}" dt="2024-10-13T13:07:55.599" v="2142"/>
          <ac:grpSpMkLst>
            <pc:docMk/>
            <pc:sldMk cId="3516305260" sldId="400"/>
            <ac:grpSpMk id="6" creationId="{83F42157-AE85-06AA-B42C-D51FAA645E0C}"/>
          </ac:grpSpMkLst>
        </pc:grpChg>
        <pc:grpChg chg="del mod">
          <ac:chgData name="Mahima Weerasinghe" userId="e11e3f55-42da-4e07-8ead-4d7a1d7ea1c6" providerId="ADAL" clId="{DEC8990C-F1E8-4081-8796-F50D8B9FA883}" dt="2024-10-13T13:13:51.803" v="2272"/>
          <ac:grpSpMkLst>
            <pc:docMk/>
            <pc:sldMk cId="3516305260" sldId="400"/>
            <ac:grpSpMk id="15" creationId="{E3C015B4-7647-1EA7-E271-1A00F2590EF2}"/>
          </ac:grpSpMkLst>
        </pc:grpChg>
        <pc:grpChg chg="del mod">
          <ac:chgData name="Mahima Weerasinghe" userId="e11e3f55-42da-4e07-8ead-4d7a1d7ea1c6" providerId="ADAL" clId="{DEC8990C-F1E8-4081-8796-F50D8B9FA883}" dt="2024-10-13T13:08:34.470" v="2158"/>
          <ac:grpSpMkLst>
            <pc:docMk/>
            <pc:sldMk cId="3516305260" sldId="400"/>
            <ac:grpSpMk id="22" creationId="{53C5E84F-2871-D149-D0E3-98F3D5239A5D}"/>
          </ac:grpSpMkLst>
        </pc:grpChg>
        <pc:grpChg chg="mod">
          <ac:chgData name="Mahima Weerasinghe" userId="e11e3f55-42da-4e07-8ead-4d7a1d7ea1c6" providerId="ADAL" clId="{DEC8990C-F1E8-4081-8796-F50D8B9FA883}" dt="2024-10-13T13:08:34.470" v="2158"/>
          <ac:grpSpMkLst>
            <pc:docMk/>
            <pc:sldMk cId="3516305260" sldId="400"/>
            <ac:grpSpMk id="31" creationId="{73E40AF8-DEDF-DE9D-6F61-477E03F874AB}"/>
          </ac:grpSpMkLst>
        </pc:grpChg>
        <pc:grpChg chg="del mod">
          <ac:chgData name="Mahima Weerasinghe" userId="e11e3f55-42da-4e07-8ead-4d7a1d7ea1c6" providerId="ADAL" clId="{DEC8990C-F1E8-4081-8796-F50D8B9FA883}" dt="2024-10-13T13:08:45.009" v="2171"/>
          <ac:grpSpMkLst>
            <pc:docMk/>
            <pc:sldMk cId="3516305260" sldId="400"/>
            <ac:grpSpMk id="35" creationId="{4C9DCB0C-406F-6C7A-55A2-9AB2A59157A5}"/>
          </ac:grpSpMkLst>
        </pc:grpChg>
        <pc:grpChg chg="mod">
          <ac:chgData name="Mahima Weerasinghe" userId="e11e3f55-42da-4e07-8ead-4d7a1d7ea1c6" providerId="ADAL" clId="{DEC8990C-F1E8-4081-8796-F50D8B9FA883}" dt="2024-10-13T13:08:45.009" v="2171"/>
          <ac:grpSpMkLst>
            <pc:docMk/>
            <pc:sldMk cId="3516305260" sldId="400"/>
            <ac:grpSpMk id="44" creationId="{5BC3D541-08D4-F582-B379-780B4C2F70FA}"/>
          </ac:grpSpMkLst>
        </pc:grpChg>
        <pc:grpChg chg="del mod">
          <ac:chgData name="Mahima Weerasinghe" userId="e11e3f55-42da-4e07-8ead-4d7a1d7ea1c6" providerId="ADAL" clId="{DEC8990C-F1E8-4081-8796-F50D8B9FA883}" dt="2024-10-13T13:09:54.917" v="2179"/>
          <ac:grpSpMkLst>
            <pc:docMk/>
            <pc:sldMk cId="3516305260" sldId="400"/>
            <ac:grpSpMk id="50" creationId="{8A14286C-FEA7-6C3C-B013-F217E9C0F9AF}"/>
          </ac:grpSpMkLst>
        </pc:grpChg>
        <pc:grpChg chg="del mod">
          <ac:chgData name="Mahima Weerasinghe" userId="e11e3f55-42da-4e07-8ead-4d7a1d7ea1c6" providerId="ADAL" clId="{DEC8990C-F1E8-4081-8796-F50D8B9FA883}" dt="2024-10-13T13:09:57.898" v="2186"/>
          <ac:grpSpMkLst>
            <pc:docMk/>
            <pc:sldMk cId="3516305260" sldId="400"/>
            <ac:grpSpMk id="52" creationId="{3C3E674E-81B5-4E12-6F65-12353900BF49}"/>
          </ac:grpSpMkLst>
        </pc:grpChg>
        <pc:grpChg chg="del mod">
          <ac:chgData name="Mahima Weerasinghe" userId="e11e3f55-42da-4e07-8ead-4d7a1d7ea1c6" providerId="ADAL" clId="{DEC8990C-F1E8-4081-8796-F50D8B9FA883}" dt="2024-10-13T13:10:02.044" v="2191"/>
          <ac:grpSpMkLst>
            <pc:docMk/>
            <pc:sldMk cId="3516305260" sldId="400"/>
            <ac:grpSpMk id="59" creationId="{6F98253B-9269-436E-4482-8A889E8E864C}"/>
          </ac:grpSpMkLst>
        </pc:grpChg>
        <pc:grpChg chg="del mod">
          <ac:chgData name="Mahima Weerasinghe" userId="e11e3f55-42da-4e07-8ead-4d7a1d7ea1c6" providerId="ADAL" clId="{DEC8990C-F1E8-4081-8796-F50D8B9FA883}" dt="2024-10-13T13:10:29.745" v="2199"/>
          <ac:grpSpMkLst>
            <pc:docMk/>
            <pc:sldMk cId="3516305260" sldId="400"/>
            <ac:grpSpMk id="64" creationId="{F4977AAF-4D3D-A65B-386A-783B1975A98A}"/>
          </ac:grpSpMkLst>
        </pc:grpChg>
        <pc:grpChg chg="del mod">
          <ac:chgData name="Mahima Weerasinghe" userId="e11e3f55-42da-4e07-8ead-4d7a1d7ea1c6" providerId="ADAL" clId="{DEC8990C-F1E8-4081-8796-F50D8B9FA883}" dt="2024-10-13T13:10:29.745" v="2199"/>
          <ac:grpSpMkLst>
            <pc:docMk/>
            <pc:sldMk cId="3516305260" sldId="400"/>
            <ac:grpSpMk id="67" creationId="{AA41E919-3300-110C-2388-AE16DF5FE5C3}"/>
          </ac:grpSpMkLst>
        </pc:grpChg>
        <pc:grpChg chg="del mod">
          <ac:chgData name="Mahima Weerasinghe" userId="e11e3f55-42da-4e07-8ead-4d7a1d7ea1c6" providerId="ADAL" clId="{DEC8990C-F1E8-4081-8796-F50D8B9FA883}" dt="2024-10-13T13:10:34.701" v="2206"/>
          <ac:grpSpMkLst>
            <pc:docMk/>
            <pc:sldMk cId="3516305260" sldId="400"/>
            <ac:grpSpMk id="72" creationId="{DD722832-D725-146E-149B-662A13DCD40C}"/>
          </ac:grpSpMkLst>
        </pc:grpChg>
        <pc:grpChg chg="del mod">
          <ac:chgData name="Mahima Weerasinghe" userId="e11e3f55-42da-4e07-8ead-4d7a1d7ea1c6" providerId="ADAL" clId="{DEC8990C-F1E8-4081-8796-F50D8B9FA883}" dt="2024-10-13T13:10:56.681" v="2215"/>
          <ac:grpSpMkLst>
            <pc:docMk/>
            <pc:sldMk cId="3516305260" sldId="400"/>
            <ac:grpSpMk id="79" creationId="{C7CF49A4-B15A-C638-B771-EFD7C9641E37}"/>
          </ac:grpSpMkLst>
        </pc:grpChg>
        <pc:grpChg chg="del mod">
          <ac:chgData name="Mahima Weerasinghe" userId="e11e3f55-42da-4e07-8ead-4d7a1d7ea1c6" providerId="ADAL" clId="{DEC8990C-F1E8-4081-8796-F50D8B9FA883}" dt="2024-10-13T13:10:51.490" v="2212"/>
          <ac:grpSpMkLst>
            <pc:docMk/>
            <pc:sldMk cId="3516305260" sldId="400"/>
            <ac:grpSpMk id="83" creationId="{DE4FBEE9-F457-92C7-2CE3-A1A3CA24FC95}"/>
          </ac:grpSpMkLst>
        </pc:grpChg>
        <pc:grpChg chg="del mod">
          <ac:chgData name="Mahima Weerasinghe" userId="e11e3f55-42da-4e07-8ead-4d7a1d7ea1c6" providerId="ADAL" clId="{DEC8990C-F1E8-4081-8796-F50D8B9FA883}" dt="2024-10-13T13:12:49.984" v="2253"/>
          <ac:grpSpMkLst>
            <pc:docMk/>
            <pc:sldMk cId="3516305260" sldId="400"/>
            <ac:grpSpMk id="85" creationId="{4FC9CC4B-40C6-DADD-CBB6-3787A1F664D1}"/>
          </ac:grpSpMkLst>
        </pc:grpChg>
        <pc:grpChg chg="del mod">
          <ac:chgData name="Mahima Weerasinghe" userId="e11e3f55-42da-4e07-8ead-4d7a1d7ea1c6" providerId="ADAL" clId="{DEC8990C-F1E8-4081-8796-F50D8B9FA883}" dt="2024-10-13T13:11:04.246" v="2218"/>
          <ac:grpSpMkLst>
            <pc:docMk/>
            <pc:sldMk cId="3516305260" sldId="400"/>
            <ac:grpSpMk id="88" creationId="{9A57962D-6433-F388-EA5A-5A19C224CE90}"/>
          </ac:grpSpMkLst>
        </pc:grpChg>
        <pc:grpChg chg="del mod">
          <ac:chgData name="Mahima Weerasinghe" userId="e11e3f55-42da-4e07-8ead-4d7a1d7ea1c6" providerId="ADAL" clId="{DEC8990C-F1E8-4081-8796-F50D8B9FA883}" dt="2024-10-13T13:11:06.137" v="2220"/>
          <ac:grpSpMkLst>
            <pc:docMk/>
            <pc:sldMk cId="3516305260" sldId="400"/>
            <ac:grpSpMk id="91" creationId="{BA04EEA0-7488-5129-E157-00C0B276655C}"/>
          </ac:grpSpMkLst>
        </pc:grpChg>
        <pc:grpChg chg="del mod">
          <ac:chgData name="Mahima Weerasinghe" userId="e11e3f55-42da-4e07-8ead-4d7a1d7ea1c6" providerId="ADAL" clId="{DEC8990C-F1E8-4081-8796-F50D8B9FA883}" dt="2024-10-13T13:11:09.517" v="2223"/>
          <ac:grpSpMkLst>
            <pc:docMk/>
            <pc:sldMk cId="3516305260" sldId="400"/>
            <ac:grpSpMk id="93" creationId="{191C3812-DAC0-8113-58A7-3BB5F676280E}"/>
          </ac:grpSpMkLst>
        </pc:grpChg>
        <pc:grpChg chg="del mod">
          <ac:chgData name="Mahima Weerasinghe" userId="e11e3f55-42da-4e07-8ead-4d7a1d7ea1c6" providerId="ADAL" clId="{DEC8990C-F1E8-4081-8796-F50D8B9FA883}" dt="2024-10-13T13:11:11.284" v="2225"/>
          <ac:grpSpMkLst>
            <pc:docMk/>
            <pc:sldMk cId="3516305260" sldId="400"/>
            <ac:grpSpMk id="96" creationId="{6BDD4C19-CB6F-A4E5-3845-521E391F01F6}"/>
          </ac:grpSpMkLst>
        </pc:grpChg>
        <pc:grpChg chg="del mod">
          <ac:chgData name="Mahima Weerasinghe" userId="e11e3f55-42da-4e07-8ead-4d7a1d7ea1c6" providerId="ADAL" clId="{DEC8990C-F1E8-4081-8796-F50D8B9FA883}" dt="2024-10-13T13:11:15.810" v="2228"/>
          <ac:grpSpMkLst>
            <pc:docMk/>
            <pc:sldMk cId="3516305260" sldId="400"/>
            <ac:grpSpMk id="98" creationId="{3CA08BB3-3589-B52F-392F-AB1145BC3749}"/>
          </ac:grpSpMkLst>
        </pc:grpChg>
        <pc:grpChg chg="del mod">
          <ac:chgData name="Mahima Weerasinghe" userId="e11e3f55-42da-4e07-8ead-4d7a1d7ea1c6" providerId="ADAL" clId="{DEC8990C-F1E8-4081-8796-F50D8B9FA883}" dt="2024-10-13T13:11:17.400" v="2230"/>
          <ac:grpSpMkLst>
            <pc:docMk/>
            <pc:sldMk cId="3516305260" sldId="400"/>
            <ac:grpSpMk id="101" creationId="{F5AF5944-EFF0-ADDB-B2EC-FB83A818CD6A}"/>
          </ac:grpSpMkLst>
        </pc:grpChg>
        <pc:grpChg chg="del mod">
          <ac:chgData name="Mahima Weerasinghe" userId="e11e3f55-42da-4e07-8ead-4d7a1d7ea1c6" providerId="ADAL" clId="{DEC8990C-F1E8-4081-8796-F50D8B9FA883}" dt="2024-10-13T13:12:06.378" v="2232"/>
          <ac:grpSpMkLst>
            <pc:docMk/>
            <pc:sldMk cId="3516305260" sldId="400"/>
            <ac:grpSpMk id="103" creationId="{812B1C22-7300-3A7B-8726-28805786682C}"/>
          </ac:grpSpMkLst>
        </pc:grpChg>
        <pc:grpChg chg="del mod">
          <ac:chgData name="Mahima Weerasinghe" userId="e11e3f55-42da-4e07-8ead-4d7a1d7ea1c6" providerId="ADAL" clId="{DEC8990C-F1E8-4081-8796-F50D8B9FA883}" dt="2024-10-13T13:12:12.409" v="2234"/>
          <ac:grpSpMkLst>
            <pc:docMk/>
            <pc:sldMk cId="3516305260" sldId="400"/>
            <ac:grpSpMk id="105" creationId="{1EC6D620-28B4-D117-6DD6-657AE8B97F80}"/>
          </ac:grpSpMkLst>
        </pc:grpChg>
        <pc:grpChg chg="del mod">
          <ac:chgData name="Mahima Weerasinghe" userId="e11e3f55-42da-4e07-8ead-4d7a1d7ea1c6" providerId="ADAL" clId="{DEC8990C-F1E8-4081-8796-F50D8B9FA883}" dt="2024-10-13T13:12:24.211" v="2241"/>
          <ac:grpSpMkLst>
            <pc:docMk/>
            <pc:sldMk cId="3516305260" sldId="400"/>
            <ac:grpSpMk id="107" creationId="{F9BED0D9-DF3B-453F-BF76-AA78C159A68E}"/>
          </ac:grpSpMkLst>
        </pc:grpChg>
        <pc:grpChg chg="del mod">
          <ac:chgData name="Mahima Weerasinghe" userId="e11e3f55-42da-4e07-8ead-4d7a1d7ea1c6" providerId="ADAL" clId="{DEC8990C-F1E8-4081-8796-F50D8B9FA883}" dt="2024-10-13T13:12:44.231" v="2244"/>
          <ac:grpSpMkLst>
            <pc:docMk/>
            <pc:sldMk cId="3516305260" sldId="400"/>
            <ac:grpSpMk id="114" creationId="{A75669CB-D787-4B68-78A0-9CFF7F41F5E6}"/>
          </ac:grpSpMkLst>
        </pc:grpChg>
        <pc:grpChg chg="del mod">
          <ac:chgData name="Mahima Weerasinghe" userId="e11e3f55-42da-4e07-8ead-4d7a1d7ea1c6" providerId="ADAL" clId="{DEC8990C-F1E8-4081-8796-F50D8B9FA883}" dt="2024-10-13T13:33:12.529" v="2533"/>
          <ac:grpSpMkLst>
            <pc:docMk/>
            <pc:sldMk cId="3516305260" sldId="400"/>
            <ac:grpSpMk id="117" creationId="{0B2CE6CC-55B7-B7F4-7F48-6C0F71C9E984}"/>
          </ac:grpSpMkLst>
        </pc:grpChg>
        <pc:grpChg chg="del mod">
          <ac:chgData name="Mahima Weerasinghe" userId="e11e3f55-42da-4e07-8ead-4d7a1d7ea1c6" providerId="ADAL" clId="{DEC8990C-F1E8-4081-8796-F50D8B9FA883}" dt="2024-10-13T13:15:01.043" v="2304"/>
          <ac:grpSpMkLst>
            <pc:docMk/>
            <pc:sldMk cId="3516305260" sldId="400"/>
            <ac:grpSpMk id="126" creationId="{D09B7F44-B1AF-E67A-F404-512B5C66D3E8}"/>
          </ac:grpSpMkLst>
        </pc:grpChg>
        <pc:grpChg chg="del mod">
          <ac:chgData name="Mahima Weerasinghe" userId="e11e3f55-42da-4e07-8ead-4d7a1d7ea1c6" providerId="ADAL" clId="{DEC8990C-F1E8-4081-8796-F50D8B9FA883}" dt="2024-10-13T13:13:47.297" v="2264"/>
          <ac:grpSpMkLst>
            <pc:docMk/>
            <pc:sldMk cId="3516305260" sldId="400"/>
            <ac:grpSpMk id="137" creationId="{6D712A9D-AF61-A408-2930-523F9DC52772}"/>
          </ac:grpSpMkLst>
        </pc:grpChg>
        <pc:grpChg chg="del mod">
          <ac:chgData name="Mahima Weerasinghe" userId="e11e3f55-42da-4e07-8ead-4d7a1d7ea1c6" providerId="ADAL" clId="{DEC8990C-F1E8-4081-8796-F50D8B9FA883}" dt="2024-10-13T13:13:51.803" v="2272"/>
          <ac:grpSpMkLst>
            <pc:docMk/>
            <pc:sldMk cId="3516305260" sldId="400"/>
            <ac:grpSpMk id="138" creationId="{9976C257-A3C8-A54D-CA0B-F51E2AAA0566}"/>
          </ac:grpSpMkLst>
        </pc:grpChg>
        <pc:grpChg chg="mod">
          <ac:chgData name="Mahima Weerasinghe" userId="e11e3f55-42da-4e07-8ead-4d7a1d7ea1c6" providerId="ADAL" clId="{DEC8990C-F1E8-4081-8796-F50D8B9FA883}" dt="2024-10-13T13:13:51.803" v="2272"/>
          <ac:grpSpMkLst>
            <pc:docMk/>
            <pc:sldMk cId="3516305260" sldId="400"/>
            <ac:grpSpMk id="146" creationId="{F4DBFB3A-A209-8718-4718-7EB8912055A0}"/>
          </ac:grpSpMkLst>
        </pc:grpChg>
        <pc:grpChg chg="del mod">
          <ac:chgData name="Mahima Weerasinghe" userId="e11e3f55-42da-4e07-8ead-4d7a1d7ea1c6" providerId="ADAL" clId="{DEC8990C-F1E8-4081-8796-F50D8B9FA883}" dt="2024-10-13T13:14:48.629" v="2286"/>
          <ac:grpSpMkLst>
            <pc:docMk/>
            <pc:sldMk cId="3516305260" sldId="400"/>
            <ac:grpSpMk id="152" creationId="{658AAC11-2609-0A0A-AAE2-3022A6D634C6}"/>
          </ac:grpSpMkLst>
        </pc:grpChg>
        <pc:grpChg chg="del mod">
          <ac:chgData name="Mahima Weerasinghe" userId="e11e3f55-42da-4e07-8ead-4d7a1d7ea1c6" providerId="ADAL" clId="{DEC8990C-F1E8-4081-8796-F50D8B9FA883}" dt="2024-10-13T13:14:52.039" v="2289"/>
          <ac:grpSpMkLst>
            <pc:docMk/>
            <pc:sldMk cId="3516305260" sldId="400"/>
            <ac:grpSpMk id="160" creationId="{195B5A9A-1D72-CA0C-903E-D2059DA2951A}"/>
          </ac:grpSpMkLst>
        </pc:grpChg>
        <pc:grpChg chg="del mod">
          <ac:chgData name="Mahima Weerasinghe" userId="e11e3f55-42da-4e07-8ead-4d7a1d7ea1c6" providerId="ADAL" clId="{DEC8990C-F1E8-4081-8796-F50D8B9FA883}" dt="2024-10-13T13:14:57.773" v="2298"/>
          <ac:grpSpMkLst>
            <pc:docMk/>
            <pc:sldMk cId="3516305260" sldId="400"/>
            <ac:grpSpMk id="163" creationId="{C1A9D4E7-9075-E07E-134B-5370F97C3439}"/>
          </ac:grpSpMkLst>
        </pc:grpChg>
        <pc:grpChg chg="del mod">
          <ac:chgData name="Mahima Weerasinghe" userId="e11e3f55-42da-4e07-8ead-4d7a1d7ea1c6" providerId="ADAL" clId="{DEC8990C-F1E8-4081-8796-F50D8B9FA883}" dt="2024-10-13T13:15:01.043" v="2304"/>
          <ac:grpSpMkLst>
            <pc:docMk/>
            <pc:sldMk cId="3516305260" sldId="400"/>
            <ac:grpSpMk id="172" creationId="{8AC54EB2-F1DC-7AC6-7CC9-8ACAE08DADE2}"/>
          </ac:grpSpMkLst>
        </pc:grpChg>
        <pc:grpChg chg="del mod">
          <ac:chgData name="Mahima Weerasinghe" userId="e11e3f55-42da-4e07-8ead-4d7a1d7ea1c6" providerId="ADAL" clId="{DEC8990C-F1E8-4081-8796-F50D8B9FA883}" dt="2024-10-13T13:15:10.309" v="2309"/>
          <ac:grpSpMkLst>
            <pc:docMk/>
            <pc:sldMk cId="3516305260" sldId="400"/>
            <ac:grpSpMk id="178" creationId="{A03D9B7E-2AF5-B321-2F63-A38F3F520FD8}"/>
          </ac:grpSpMkLst>
        </pc:grpChg>
        <pc:grpChg chg="del mod">
          <ac:chgData name="Mahima Weerasinghe" userId="e11e3f55-42da-4e07-8ead-4d7a1d7ea1c6" providerId="ADAL" clId="{DEC8990C-F1E8-4081-8796-F50D8B9FA883}" dt="2024-10-13T13:15:15.875" v="2318"/>
          <ac:grpSpMkLst>
            <pc:docMk/>
            <pc:sldMk cId="3516305260" sldId="400"/>
            <ac:grpSpMk id="183" creationId="{B7BE9CD9-4A8C-5AC3-5C23-AB4A5519B89D}"/>
          </ac:grpSpMkLst>
        </pc:grpChg>
        <pc:grpChg chg="del mod">
          <ac:chgData name="Mahima Weerasinghe" userId="e11e3f55-42da-4e07-8ead-4d7a1d7ea1c6" providerId="ADAL" clId="{DEC8990C-F1E8-4081-8796-F50D8B9FA883}" dt="2024-10-13T13:15:39.909" v="2332"/>
          <ac:grpSpMkLst>
            <pc:docMk/>
            <pc:sldMk cId="3516305260" sldId="400"/>
            <ac:grpSpMk id="192" creationId="{968531AE-59F3-FBB7-21A4-0494DE71C729}"/>
          </ac:grpSpMkLst>
        </pc:grpChg>
        <pc:grpChg chg="del mod">
          <ac:chgData name="Mahima Weerasinghe" userId="e11e3f55-42da-4e07-8ead-4d7a1d7ea1c6" providerId="ADAL" clId="{DEC8990C-F1E8-4081-8796-F50D8B9FA883}" dt="2024-10-13T13:15:36.716" v="2326"/>
          <ac:grpSpMkLst>
            <pc:docMk/>
            <pc:sldMk cId="3516305260" sldId="400"/>
            <ac:grpSpMk id="195" creationId="{480CC0C3-C969-0288-ABCE-74C85DB42A9F}"/>
          </ac:grpSpMkLst>
        </pc:grpChg>
        <pc:grpChg chg="del mod">
          <ac:chgData name="Mahima Weerasinghe" userId="e11e3f55-42da-4e07-8ead-4d7a1d7ea1c6" providerId="ADAL" clId="{DEC8990C-F1E8-4081-8796-F50D8B9FA883}" dt="2024-10-13T13:15:39.909" v="2332"/>
          <ac:grpSpMkLst>
            <pc:docMk/>
            <pc:sldMk cId="3516305260" sldId="400"/>
            <ac:grpSpMk id="200" creationId="{DFE01719-01AB-0BE2-607A-1094D4546F75}"/>
          </ac:grpSpMkLst>
        </pc:grpChg>
        <pc:grpChg chg="del mod">
          <ac:chgData name="Mahima Weerasinghe" userId="e11e3f55-42da-4e07-8ead-4d7a1d7ea1c6" providerId="ADAL" clId="{DEC8990C-F1E8-4081-8796-F50D8B9FA883}" dt="2024-10-13T13:15:48.820" v="2340"/>
          <ac:grpSpMkLst>
            <pc:docMk/>
            <pc:sldMk cId="3516305260" sldId="400"/>
            <ac:grpSpMk id="206" creationId="{7CD8A1A2-8298-AECA-4F03-35820469C7AE}"/>
          </ac:grpSpMkLst>
        </pc:grpChg>
        <pc:grpChg chg="mod">
          <ac:chgData name="Mahima Weerasinghe" userId="e11e3f55-42da-4e07-8ead-4d7a1d7ea1c6" providerId="ADAL" clId="{DEC8990C-F1E8-4081-8796-F50D8B9FA883}" dt="2024-10-13T13:15:48.820" v="2340"/>
          <ac:grpSpMkLst>
            <pc:docMk/>
            <pc:sldMk cId="3516305260" sldId="400"/>
            <ac:grpSpMk id="214" creationId="{D7A31E48-51A0-6AE2-A24D-C361C2B58155}"/>
          </ac:grpSpMkLst>
        </pc:grpChg>
        <pc:grpChg chg="mod">
          <ac:chgData name="Mahima Weerasinghe" userId="e11e3f55-42da-4e07-8ead-4d7a1d7ea1c6" providerId="ADAL" clId="{DEC8990C-F1E8-4081-8796-F50D8B9FA883}" dt="2024-10-13T13:15:48.820" v="2340"/>
          <ac:grpSpMkLst>
            <pc:docMk/>
            <pc:sldMk cId="3516305260" sldId="400"/>
            <ac:grpSpMk id="215" creationId="{702959A1-6E1B-F568-0D11-AEC86B731EE8}"/>
          </ac:grpSpMkLst>
        </pc:grpChg>
        <pc:grpChg chg="mod">
          <ac:chgData name="Mahima Weerasinghe" userId="e11e3f55-42da-4e07-8ead-4d7a1d7ea1c6" providerId="ADAL" clId="{DEC8990C-F1E8-4081-8796-F50D8B9FA883}" dt="2024-10-13T13:15:57.424" v="2345"/>
          <ac:grpSpMkLst>
            <pc:docMk/>
            <pc:sldMk cId="3516305260" sldId="400"/>
            <ac:grpSpMk id="220" creationId="{2BFE1D1B-C082-B1C7-779D-43FA5F06B53A}"/>
          </ac:grpSpMkLst>
        </pc:grpChg>
        <pc:grpChg chg="mod">
          <ac:chgData name="Mahima Weerasinghe" userId="e11e3f55-42da-4e07-8ead-4d7a1d7ea1c6" providerId="ADAL" clId="{DEC8990C-F1E8-4081-8796-F50D8B9FA883}" dt="2024-10-13T13:16:09.739" v="2357"/>
          <ac:grpSpMkLst>
            <pc:docMk/>
            <pc:sldMk cId="3516305260" sldId="400"/>
            <ac:grpSpMk id="232" creationId="{1EEA1855-AC35-3EED-D417-9B24E5C60B39}"/>
          </ac:grpSpMkLst>
        </pc:grpChg>
        <pc:grpChg chg="mod">
          <ac:chgData name="Mahima Weerasinghe" userId="e11e3f55-42da-4e07-8ead-4d7a1d7ea1c6" providerId="ADAL" clId="{DEC8990C-F1E8-4081-8796-F50D8B9FA883}" dt="2024-10-13T13:16:43.587" v="2366"/>
          <ac:grpSpMkLst>
            <pc:docMk/>
            <pc:sldMk cId="3516305260" sldId="400"/>
            <ac:grpSpMk id="241" creationId="{450A40B6-581E-293C-ADF7-93F5BA005EA7}"/>
          </ac:grpSpMkLst>
        </pc:grpChg>
        <pc:grpChg chg="mod">
          <ac:chgData name="Mahima Weerasinghe" userId="e11e3f55-42da-4e07-8ead-4d7a1d7ea1c6" providerId="ADAL" clId="{DEC8990C-F1E8-4081-8796-F50D8B9FA883}" dt="2024-10-13T13:17:00.271" v="2373"/>
          <ac:grpSpMkLst>
            <pc:docMk/>
            <pc:sldMk cId="3516305260" sldId="400"/>
            <ac:grpSpMk id="248" creationId="{8BB99E69-93A0-FFFE-2674-AC5EA8981947}"/>
          </ac:grpSpMkLst>
        </pc:grpChg>
        <pc:grpChg chg="mod">
          <ac:chgData name="Mahima Weerasinghe" userId="e11e3f55-42da-4e07-8ead-4d7a1d7ea1c6" providerId="ADAL" clId="{DEC8990C-F1E8-4081-8796-F50D8B9FA883}" dt="2024-10-13T13:17:02.871" v="2377"/>
          <ac:grpSpMkLst>
            <pc:docMk/>
            <pc:sldMk cId="3516305260" sldId="400"/>
            <ac:grpSpMk id="252" creationId="{98667FB6-6DA7-121E-3A58-EC6AF55CB9F4}"/>
          </ac:grpSpMkLst>
        </pc:grpChg>
        <pc:grpChg chg="del mod">
          <ac:chgData name="Mahima Weerasinghe" userId="e11e3f55-42da-4e07-8ead-4d7a1d7ea1c6" providerId="ADAL" clId="{DEC8990C-F1E8-4081-8796-F50D8B9FA883}" dt="2024-10-13T13:28:18.435" v="2387"/>
          <ac:grpSpMkLst>
            <pc:docMk/>
            <pc:sldMk cId="3516305260" sldId="400"/>
            <ac:grpSpMk id="259" creationId="{32C59D92-A3DF-F841-40D4-D3CF16820967}"/>
          </ac:grpSpMkLst>
        </pc:grpChg>
        <pc:grpChg chg="del mod">
          <ac:chgData name="Mahima Weerasinghe" userId="e11e3f55-42da-4e07-8ead-4d7a1d7ea1c6" providerId="ADAL" clId="{DEC8990C-F1E8-4081-8796-F50D8B9FA883}" dt="2024-10-13T13:28:25.119" v="2398"/>
          <ac:grpSpMkLst>
            <pc:docMk/>
            <pc:sldMk cId="3516305260" sldId="400"/>
            <ac:grpSpMk id="262" creationId="{EC2F67F7-784D-E9AD-E219-82EE00BB666B}"/>
          </ac:grpSpMkLst>
        </pc:grpChg>
        <pc:grpChg chg="mod">
          <ac:chgData name="Mahima Weerasinghe" userId="e11e3f55-42da-4e07-8ead-4d7a1d7ea1c6" providerId="ADAL" clId="{DEC8990C-F1E8-4081-8796-F50D8B9FA883}" dt="2024-10-13T13:28:25.119" v="2398"/>
          <ac:grpSpMkLst>
            <pc:docMk/>
            <pc:sldMk cId="3516305260" sldId="400"/>
            <ac:grpSpMk id="273" creationId="{64222AC8-8C24-008F-B702-089C164B6463}"/>
          </ac:grpSpMkLst>
        </pc:grpChg>
        <pc:grpChg chg="mod">
          <ac:chgData name="Mahima Weerasinghe" userId="e11e3f55-42da-4e07-8ead-4d7a1d7ea1c6" providerId="ADAL" clId="{DEC8990C-F1E8-4081-8796-F50D8B9FA883}" dt="2024-10-13T13:28:48.820" v="2404"/>
          <ac:grpSpMkLst>
            <pc:docMk/>
            <pc:sldMk cId="3516305260" sldId="400"/>
            <ac:grpSpMk id="278" creationId="{D990D065-CA0A-1FB5-2330-04221CFF6A7F}"/>
          </ac:grpSpMkLst>
        </pc:grpChg>
        <pc:grpChg chg="mod">
          <ac:chgData name="Mahima Weerasinghe" userId="e11e3f55-42da-4e07-8ead-4d7a1d7ea1c6" providerId="ADAL" clId="{DEC8990C-F1E8-4081-8796-F50D8B9FA883}" dt="2024-10-13T13:28:53.624" v="2413"/>
          <ac:grpSpMkLst>
            <pc:docMk/>
            <pc:sldMk cId="3516305260" sldId="400"/>
            <ac:grpSpMk id="287" creationId="{3F9D0C8D-C563-0254-99F3-9428E630964D}"/>
          </ac:grpSpMkLst>
        </pc:grpChg>
        <pc:grpChg chg="del mod">
          <ac:chgData name="Mahima Weerasinghe" userId="e11e3f55-42da-4e07-8ead-4d7a1d7ea1c6" providerId="ADAL" clId="{DEC8990C-F1E8-4081-8796-F50D8B9FA883}" dt="2024-10-13T13:29:44.511" v="2422"/>
          <ac:grpSpMkLst>
            <pc:docMk/>
            <pc:sldMk cId="3516305260" sldId="400"/>
            <ac:grpSpMk id="291" creationId="{8A2ADB92-CA7C-E2CB-E9DF-57DCEF944355}"/>
          </ac:grpSpMkLst>
        </pc:grpChg>
        <pc:grpChg chg="mod">
          <ac:chgData name="Mahima Weerasinghe" userId="e11e3f55-42da-4e07-8ead-4d7a1d7ea1c6" providerId="ADAL" clId="{DEC8990C-F1E8-4081-8796-F50D8B9FA883}" dt="2024-10-13T13:29:44.511" v="2422"/>
          <ac:grpSpMkLst>
            <pc:docMk/>
            <pc:sldMk cId="3516305260" sldId="400"/>
            <ac:grpSpMk id="296" creationId="{799ECBEF-3963-AE8C-F8D7-135B6E389C3F}"/>
          </ac:grpSpMkLst>
        </pc:grpChg>
        <pc:grpChg chg="mod">
          <ac:chgData name="Mahima Weerasinghe" userId="e11e3f55-42da-4e07-8ead-4d7a1d7ea1c6" providerId="ADAL" clId="{DEC8990C-F1E8-4081-8796-F50D8B9FA883}" dt="2024-10-13T13:29:56.236" v="2434"/>
          <ac:grpSpMkLst>
            <pc:docMk/>
            <pc:sldMk cId="3516305260" sldId="400"/>
            <ac:grpSpMk id="308" creationId="{7462E841-2F9B-8843-AEFE-564BF55019AB}"/>
          </ac:grpSpMkLst>
        </pc:grpChg>
        <pc:grpChg chg="del mod">
          <ac:chgData name="Mahima Weerasinghe" userId="e11e3f55-42da-4e07-8ead-4d7a1d7ea1c6" providerId="ADAL" clId="{DEC8990C-F1E8-4081-8796-F50D8B9FA883}" dt="2024-10-13T13:30:26.260" v="2454"/>
          <ac:grpSpMkLst>
            <pc:docMk/>
            <pc:sldMk cId="3516305260" sldId="400"/>
            <ac:grpSpMk id="316" creationId="{963E3F69-D285-87E9-D283-46CCBF43F843}"/>
          </ac:grpSpMkLst>
        </pc:grpChg>
        <pc:grpChg chg="mod">
          <ac:chgData name="Mahima Weerasinghe" userId="e11e3f55-42da-4e07-8ead-4d7a1d7ea1c6" providerId="ADAL" clId="{DEC8990C-F1E8-4081-8796-F50D8B9FA883}" dt="2024-10-13T13:30:26.260" v="2454"/>
          <ac:grpSpMkLst>
            <pc:docMk/>
            <pc:sldMk cId="3516305260" sldId="400"/>
            <ac:grpSpMk id="328" creationId="{80E4A98F-CE43-9D7F-6F43-B6C24824B09C}"/>
          </ac:grpSpMkLst>
        </pc:grpChg>
        <pc:grpChg chg="mod">
          <ac:chgData name="Mahima Weerasinghe" userId="e11e3f55-42da-4e07-8ead-4d7a1d7ea1c6" providerId="ADAL" clId="{DEC8990C-F1E8-4081-8796-F50D8B9FA883}" dt="2024-10-13T13:31:08.646" v="2461"/>
          <ac:grpSpMkLst>
            <pc:docMk/>
            <pc:sldMk cId="3516305260" sldId="400"/>
            <ac:grpSpMk id="335" creationId="{E5005705-CEE6-85AA-E3CC-4B5F437BCD14}"/>
          </ac:grpSpMkLst>
        </pc:grpChg>
        <pc:grpChg chg="mod">
          <ac:chgData name="Mahima Weerasinghe" userId="e11e3f55-42da-4e07-8ead-4d7a1d7ea1c6" providerId="ADAL" clId="{DEC8990C-F1E8-4081-8796-F50D8B9FA883}" dt="2024-10-13T13:31:56.723" v="2477"/>
          <ac:grpSpMkLst>
            <pc:docMk/>
            <pc:sldMk cId="3516305260" sldId="400"/>
            <ac:grpSpMk id="351" creationId="{8D5837CA-9F1B-1AE3-F140-79C179724F6B}"/>
          </ac:grpSpMkLst>
        </pc:grpChg>
        <pc:grpChg chg="del mod">
          <ac:chgData name="Mahima Weerasinghe" userId="e11e3f55-42da-4e07-8ead-4d7a1d7ea1c6" providerId="ADAL" clId="{DEC8990C-F1E8-4081-8796-F50D8B9FA883}" dt="2024-10-13T13:32:22.611" v="2490"/>
          <ac:grpSpMkLst>
            <pc:docMk/>
            <pc:sldMk cId="3516305260" sldId="400"/>
            <ac:grpSpMk id="360" creationId="{655D3599-F3EB-7A74-0517-69D17E17F3A2}"/>
          </ac:grpSpMkLst>
        </pc:grpChg>
        <pc:grpChg chg="del mod">
          <ac:chgData name="Mahima Weerasinghe" userId="e11e3f55-42da-4e07-8ead-4d7a1d7ea1c6" providerId="ADAL" clId="{DEC8990C-F1E8-4081-8796-F50D8B9FA883}" dt="2024-10-13T13:32:24.357" v="2492"/>
          <ac:grpSpMkLst>
            <pc:docMk/>
            <pc:sldMk cId="3516305260" sldId="400"/>
            <ac:grpSpMk id="364" creationId="{82D95AB1-FE7A-E89B-8B92-5AD782FDE0E2}"/>
          </ac:grpSpMkLst>
        </pc:grpChg>
        <pc:grpChg chg="del mod">
          <ac:chgData name="Mahima Weerasinghe" userId="e11e3f55-42da-4e07-8ead-4d7a1d7ea1c6" providerId="ADAL" clId="{DEC8990C-F1E8-4081-8796-F50D8B9FA883}" dt="2024-10-13T13:32:27.415" v="2495"/>
          <ac:grpSpMkLst>
            <pc:docMk/>
            <pc:sldMk cId="3516305260" sldId="400"/>
            <ac:grpSpMk id="366" creationId="{5A973888-B2ED-4D76-0267-18E6F5363E27}"/>
          </ac:grpSpMkLst>
        </pc:grpChg>
        <pc:grpChg chg="del mod">
          <ac:chgData name="Mahima Weerasinghe" userId="e11e3f55-42da-4e07-8ead-4d7a1d7ea1c6" providerId="ADAL" clId="{DEC8990C-F1E8-4081-8796-F50D8B9FA883}" dt="2024-10-13T13:32:33.156" v="2501"/>
          <ac:grpSpMkLst>
            <pc:docMk/>
            <pc:sldMk cId="3516305260" sldId="400"/>
            <ac:grpSpMk id="369" creationId="{967929F3-D662-F9A0-1D50-E5E7869F6C65}"/>
          </ac:grpSpMkLst>
        </pc:grpChg>
        <pc:grpChg chg="del mod">
          <ac:chgData name="Mahima Weerasinghe" userId="e11e3f55-42da-4e07-8ead-4d7a1d7ea1c6" providerId="ADAL" clId="{DEC8990C-F1E8-4081-8796-F50D8B9FA883}" dt="2024-10-13T13:32:39.330" v="2511"/>
          <ac:grpSpMkLst>
            <pc:docMk/>
            <pc:sldMk cId="3516305260" sldId="400"/>
            <ac:grpSpMk id="375" creationId="{629A13CD-1990-C6A1-A8E1-F25E004791C7}"/>
          </ac:grpSpMkLst>
        </pc:grpChg>
        <pc:grpChg chg="del mod">
          <ac:chgData name="Mahima Weerasinghe" userId="e11e3f55-42da-4e07-8ead-4d7a1d7ea1c6" providerId="ADAL" clId="{DEC8990C-F1E8-4081-8796-F50D8B9FA883}" dt="2024-10-13T13:32:42.910" v="2513"/>
          <ac:grpSpMkLst>
            <pc:docMk/>
            <pc:sldMk cId="3516305260" sldId="400"/>
            <ac:grpSpMk id="385" creationId="{11CABEE8-C3C3-987E-6A67-EEE3D10F2DC8}"/>
          </ac:grpSpMkLst>
        </pc:grpChg>
        <pc:grpChg chg="del mod">
          <ac:chgData name="Mahima Weerasinghe" userId="e11e3f55-42da-4e07-8ead-4d7a1d7ea1c6" providerId="ADAL" clId="{DEC8990C-F1E8-4081-8796-F50D8B9FA883}" dt="2024-10-13T13:32:45.907" v="2516"/>
          <ac:grpSpMkLst>
            <pc:docMk/>
            <pc:sldMk cId="3516305260" sldId="400"/>
            <ac:grpSpMk id="387" creationId="{B3C0E341-3C5E-C0C2-2CD8-D4275BA2E142}"/>
          </ac:grpSpMkLst>
        </pc:grpChg>
        <pc:grpChg chg="del mod">
          <ac:chgData name="Mahima Weerasinghe" userId="e11e3f55-42da-4e07-8ead-4d7a1d7ea1c6" providerId="ADAL" clId="{DEC8990C-F1E8-4081-8796-F50D8B9FA883}" dt="2024-10-13T13:32:50.625" v="2519"/>
          <ac:grpSpMkLst>
            <pc:docMk/>
            <pc:sldMk cId="3516305260" sldId="400"/>
            <ac:grpSpMk id="390" creationId="{46C71C65-B877-84EB-AC47-E5763C3B05AE}"/>
          </ac:grpSpMkLst>
        </pc:grpChg>
        <pc:grpChg chg="del mod">
          <ac:chgData name="Mahima Weerasinghe" userId="e11e3f55-42da-4e07-8ead-4d7a1d7ea1c6" providerId="ADAL" clId="{DEC8990C-F1E8-4081-8796-F50D8B9FA883}" dt="2024-10-13T13:32:54.143" v="2522"/>
          <ac:grpSpMkLst>
            <pc:docMk/>
            <pc:sldMk cId="3516305260" sldId="400"/>
            <ac:grpSpMk id="393" creationId="{382792D2-EC0A-6112-6739-7B170AB540F0}"/>
          </ac:grpSpMkLst>
        </pc:grpChg>
        <pc:grpChg chg="del mod">
          <ac:chgData name="Mahima Weerasinghe" userId="e11e3f55-42da-4e07-8ead-4d7a1d7ea1c6" providerId="ADAL" clId="{DEC8990C-F1E8-4081-8796-F50D8B9FA883}" dt="2024-10-13T13:32:57.233" v="2524"/>
          <ac:grpSpMkLst>
            <pc:docMk/>
            <pc:sldMk cId="3516305260" sldId="400"/>
            <ac:grpSpMk id="396" creationId="{79CFF9D5-F001-BFB6-1870-967C49E85B22}"/>
          </ac:grpSpMkLst>
        </pc:grpChg>
        <pc:grpChg chg="del mod">
          <ac:chgData name="Mahima Weerasinghe" userId="e11e3f55-42da-4e07-8ead-4d7a1d7ea1c6" providerId="ADAL" clId="{DEC8990C-F1E8-4081-8796-F50D8B9FA883}" dt="2024-10-13T13:32:59.059" v="2526"/>
          <ac:grpSpMkLst>
            <pc:docMk/>
            <pc:sldMk cId="3516305260" sldId="400"/>
            <ac:grpSpMk id="398" creationId="{C47BDDC8-10BA-6D7A-64A3-BC210F62CCD0}"/>
          </ac:grpSpMkLst>
        </pc:grpChg>
        <pc:grpChg chg="del mod">
          <ac:chgData name="Mahima Weerasinghe" userId="e11e3f55-42da-4e07-8ead-4d7a1d7ea1c6" providerId="ADAL" clId="{DEC8990C-F1E8-4081-8796-F50D8B9FA883}" dt="2024-10-13T13:33:05.343" v="2529"/>
          <ac:grpSpMkLst>
            <pc:docMk/>
            <pc:sldMk cId="3516305260" sldId="400"/>
            <ac:grpSpMk id="400" creationId="{514E849C-65FA-3507-BA9C-B41AC0C3BA00}"/>
          </ac:grpSpMkLst>
        </pc:grpChg>
        <pc:grpChg chg="del mod">
          <ac:chgData name="Mahima Weerasinghe" userId="e11e3f55-42da-4e07-8ead-4d7a1d7ea1c6" providerId="ADAL" clId="{DEC8990C-F1E8-4081-8796-F50D8B9FA883}" dt="2024-10-13T13:33:12.529" v="2533"/>
          <ac:grpSpMkLst>
            <pc:docMk/>
            <pc:sldMk cId="3516305260" sldId="400"/>
            <ac:grpSpMk id="403" creationId="{FA5AD367-CCC5-6323-ACF0-C53F4E20889E}"/>
          </ac:grpSpMkLst>
        </pc:grpChg>
        <pc:grpChg chg="del mod">
          <ac:chgData name="Mahima Weerasinghe" userId="e11e3f55-42da-4e07-8ead-4d7a1d7ea1c6" providerId="ADAL" clId="{DEC8990C-F1E8-4081-8796-F50D8B9FA883}" dt="2024-10-13T13:33:20.598" v="2538"/>
          <ac:grpSpMkLst>
            <pc:docMk/>
            <pc:sldMk cId="3516305260" sldId="400"/>
            <ac:grpSpMk id="407" creationId="{E16186BC-E177-DB51-562F-6E58647255AF}"/>
          </ac:grpSpMkLst>
        </pc:grpChg>
        <pc:grpChg chg="del mod">
          <ac:chgData name="Mahima Weerasinghe" userId="e11e3f55-42da-4e07-8ead-4d7a1d7ea1c6" providerId="ADAL" clId="{DEC8990C-F1E8-4081-8796-F50D8B9FA883}" dt="2024-10-13T13:33:29.254" v="2546"/>
          <ac:grpSpMkLst>
            <pc:docMk/>
            <pc:sldMk cId="3516305260" sldId="400"/>
            <ac:grpSpMk id="412" creationId="{6D83243D-E4D8-E7AB-A346-6E7F3ABF8513}"/>
          </ac:grpSpMkLst>
        </pc:grpChg>
        <pc:grpChg chg="del mod">
          <ac:chgData name="Mahima Weerasinghe" userId="e11e3f55-42da-4e07-8ead-4d7a1d7ea1c6" providerId="ADAL" clId="{DEC8990C-F1E8-4081-8796-F50D8B9FA883}" dt="2024-10-13T13:33:25.269" v="2544"/>
          <ac:grpSpMkLst>
            <pc:docMk/>
            <pc:sldMk cId="3516305260" sldId="400"/>
            <ac:grpSpMk id="416" creationId="{CE639E89-8089-3678-088C-C9398343B8B8}"/>
          </ac:grpSpMkLst>
        </pc:grpChg>
        <pc:grpChg chg="del mod">
          <ac:chgData name="Mahima Weerasinghe" userId="e11e3f55-42da-4e07-8ead-4d7a1d7ea1c6" providerId="ADAL" clId="{DEC8990C-F1E8-4081-8796-F50D8B9FA883}" dt="2024-10-13T13:33:29.254" v="2546"/>
          <ac:grpSpMkLst>
            <pc:docMk/>
            <pc:sldMk cId="3516305260" sldId="400"/>
            <ac:grpSpMk id="418" creationId="{24C69763-CF20-A2DA-7352-B1D318E0B636}"/>
          </ac:grpSpMkLst>
        </pc:grpChg>
        <pc:grpChg chg="del mod">
          <ac:chgData name="Mahima Weerasinghe" userId="e11e3f55-42da-4e07-8ead-4d7a1d7ea1c6" providerId="ADAL" clId="{DEC8990C-F1E8-4081-8796-F50D8B9FA883}" dt="2024-10-13T13:33:34.276" v="2548"/>
          <ac:grpSpMkLst>
            <pc:docMk/>
            <pc:sldMk cId="3516305260" sldId="400"/>
            <ac:grpSpMk id="420" creationId="{0BB47B13-4CC8-B81E-F307-C3087B810530}"/>
          </ac:grpSpMkLst>
        </pc:grpChg>
        <pc:grpChg chg="del mod">
          <ac:chgData name="Mahima Weerasinghe" userId="e11e3f55-42da-4e07-8ead-4d7a1d7ea1c6" providerId="ADAL" clId="{DEC8990C-F1E8-4081-8796-F50D8B9FA883}" dt="2024-10-13T13:33:44.584" v="2565"/>
          <ac:grpSpMkLst>
            <pc:docMk/>
            <pc:sldMk cId="3516305260" sldId="400"/>
            <ac:grpSpMk id="422" creationId="{0887A53A-7011-FA77-A402-B741691F01B1}"/>
          </ac:grpSpMkLst>
        </pc:grpChg>
        <pc:grpChg chg="del mod">
          <ac:chgData name="Mahima Weerasinghe" userId="e11e3f55-42da-4e07-8ead-4d7a1d7ea1c6" providerId="ADAL" clId="{DEC8990C-F1E8-4081-8796-F50D8B9FA883}" dt="2024-10-13T13:33:47.633" v="2568"/>
          <ac:grpSpMkLst>
            <pc:docMk/>
            <pc:sldMk cId="3516305260" sldId="400"/>
            <ac:grpSpMk id="439" creationId="{F5716802-D784-051C-FACD-CB5486C94C19}"/>
          </ac:grpSpMkLst>
        </pc:grpChg>
        <pc:grpChg chg="del mod">
          <ac:chgData name="Mahima Weerasinghe" userId="e11e3f55-42da-4e07-8ead-4d7a1d7ea1c6" providerId="ADAL" clId="{DEC8990C-F1E8-4081-8796-F50D8B9FA883}" dt="2024-10-13T13:33:51.366" v="2573"/>
          <ac:grpSpMkLst>
            <pc:docMk/>
            <pc:sldMk cId="3516305260" sldId="400"/>
            <ac:grpSpMk id="442" creationId="{DE35586D-47B3-31AE-7454-A19CDC5EEF41}"/>
          </ac:grpSpMkLst>
        </pc:grpChg>
        <pc:grpChg chg="del mod">
          <ac:chgData name="Mahima Weerasinghe" userId="e11e3f55-42da-4e07-8ead-4d7a1d7ea1c6" providerId="ADAL" clId="{DEC8990C-F1E8-4081-8796-F50D8B9FA883}" dt="2024-10-13T13:33:51.366" v="2573"/>
          <ac:grpSpMkLst>
            <pc:docMk/>
            <pc:sldMk cId="3516305260" sldId="400"/>
            <ac:grpSpMk id="447" creationId="{058A2CD0-E2D5-63FF-E163-C5B6051E9A87}"/>
          </ac:grpSpMkLst>
        </pc:grpChg>
        <pc:grpChg chg="del mod">
          <ac:chgData name="Mahima Weerasinghe" userId="e11e3f55-42da-4e07-8ead-4d7a1d7ea1c6" providerId="ADAL" clId="{DEC8990C-F1E8-4081-8796-F50D8B9FA883}" dt="2024-10-13T13:34:11.090" v="2579"/>
          <ac:grpSpMkLst>
            <pc:docMk/>
            <pc:sldMk cId="3516305260" sldId="400"/>
            <ac:grpSpMk id="448" creationId="{F2F69962-2BFE-754D-44B3-35934A8628C3}"/>
          </ac:grpSpMkLst>
        </pc:grpChg>
        <pc:grpChg chg="mod">
          <ac:chgData name="Mahima Weerasinghe" userId="e11e3f55-42da-4e07-8ead-4d7a1d7ea1c6" providerId="ADAL" clId="{DEC8990C-F1E8-4081-8796-F50D8B9FA883}" dt="2024-10-13T13:34:11.090" v="2579"/>
          <ac:grpSpMkLst>
            <pc:docMk/>
            <pc:sldMk cId="3516305260" sldId="400"/>
            <ac:grpSpMk id="454" creationId="{780A3C2A-9AEE-6076-6F6D-397AC4A088E1}"/>
          </ac:grpSpMkLst>
        </pc:grpChg>
        <pc:inkChg chg="add">
          <ac:chgData name="Mahima Weerasinghe" userId="e11e3f55-42da-4e07-8ead-4d7a1d7ea1c6" providerId="ADAL" clId="{DEC8990C-F1E8-4081-8796-F50D8B9FA883}" dt="2024-10-13T13:07:38.701" v="2131" actId="9405"/>
          <ac:inkMkLst>
            <pc:docMk/>
            <pc:sldMk cId="3516305260" sldId="400"/>
            <ac:inkMk id="3" creationId="{EDCE2CAF-30D1-3411-1D90-D7A41D583456}"/>
          </ac:inkMkLst>
        </pc:inkChg>
        <pc:inkChg chg="add mod">
          <ac:chgData name="Mahima Weerasinghe" userId="e11e3f55-42da-4e07-8ead-4d7a1d7ea1c6" providerId="ADAL" clId="{DEC8990C-F1E8-4081-8796-F50D8B9FA883}" dt="2024-10-13T13:13:51.803" v="2272"/>
          <ac:inkMkLst>
            <pc:docMk/>
            <pc:sldMk cId="3516305260" sldId="400"/>
            <ac:inkMk id="4" creationId="{A924B0D6-F11A-96A3-347E-71577EA74229}"/>
          </ac:inkMkLst>
        </pc:inkChg>
        <pc:inkChg chg="add mod">
          <ac:chgData name="Mahima Weerasinghe" userId="e11e3f55-42da-4e07-8ead-4d7a1d7ea1c6" providerId="ADAL" clId="{DEC8990C-F1E8-4081-8796-F50D8B9FA883}" dt="2024-10-13T13:13:51.803" v="2272"/>
          <ac:inkMkLst>
            <pc:docMk/>
            <pc:sldMk cId="3516305260" sldId="400"/>
            <ac:inkMk id="5" creationId="{0C335E0F-611B-4FBB-C99A-0B4AC1DCB011}"/>
          </ac:inkMkLst>
        </pc:inkChg>
        <pc:inkChg chg="add mod">
          <ac:chgData name="Mahima Weerasinghe" userId="e11e3f55-42da-4e07-8ead-4d7a1d7ea1c6" providerId="ADAL" clId="{DEC8990C-F1E8-4081-8796-F50D8B9FA883}" dt="2024-10-13T13:13:51.803" v="2272"/>
          <ac:inkMkLst>
            <pc:docMk/>
            <pc:sldMk cId="3516305260" sldId="400"/>
            <ac:inkMk id="7" creationId="{EA4FC6A5-725A-128D-3FCA-EF45D7FC7CEF}"/>
          </ac:inkMkLst>
        </pc:inkChg>
        <pc:inkChg chg="add mod">
          <ac:chgData name="Mahima Weerasinghe" userId="e11e3f55-42da-4e07-8ead-4d7a1d7ea1c6" providerId="ADAL" clId="{DEC8990C-F1E8-4081-8796-F50D8B9FA883}" dt="2024-10-13T13:13:51.803" v="2272"/>
          <ac:inkMkLst>
            <pc:docMk/>
            <pc:sldMk cId="3516305260" sldId="400"/>
            <ac:inkMk id="8" creationId="{4C7182CB-5CFE-8B2C-6CB7-A0C49348A77C}"/>
          </ac:inkMkLst>
        </pc:inkChg>
        <pc:inkChg chg="add mod">
          <ac:chgData name="Mahima Weerasinghe" userId="e11e3f55-42da-4e07-8ead-4d7a1d7ea1c6" providerId="ADAL" clId="{DEC8990C-F1E8-4081-8796-F50D8B9FA883}" dt="2024-10-13T13:13:51.803" v="2272"/>
          <ac:inkMkLst>
            <pc:docMk/>
            <pc:sldMk cId="3516305260" sldId="400"/>
            <ac:inkMk id="10" creationId="{ADFF15A4-6B03-89BD-AF04-70FFEBA0DEC7}"/>
          </ac:inkMkLst>
        </pc:inkChg>
        <pc:inkChg chg="add mod">
          <ac:chgData name="Mahima Weerasinghe" userId="e11e3f55-42da-4e07-8ead-4d7a1d7ea1c6" providerId="ADAL" clId="{DEC8990C-F1E8-4081-8796-F50D8B9FA883}" dt="2024-10-13T13:13:51.803" v="2272"/>
          <ac:inkMkLst>
            <pc:docMk/>
            <pc:sldMk cId="3516305260" sldId="400"/>
            <ac:inkMk id="11" creationId="{02CC7A12-44D2-F60A-29C4-52719FEED412}"/>
          </ac:inkMkLst>
        </pc:inkChg>
        <pc:inkChg chg="add mod">
          <ac:chgData name="Mahima Weerasinghe" userId="e11e3f55-42da-4e07-8ead-4d7a1d7ea1c6" providerId="ADAL" clId="{DEC8990C-F1E8-4081-8796-F50D8B9FA883}" dt="2024-10-13T13:13:51.803" v="2272"/>
          <ac:inkMkLst>
            <pc:docMk/>
            <pc:sldMk cId="3516305260" sldId="400"/>
            <ac:inkMk id="12" creationId="{0BF6EC20-2FDE-FB10-1350-1AF02821DF3D}"/>
          </ac:inkMkLst>
        </pc:inkChg>
        <pc:inkChg chg="add mod">
          <ac:chgData name="Mahima Weerasinghe" userId="e11e3f55-42da-4e07-8ead-4d7a1d7ea1c6" providerId="ADAL" clId="{DEC8990C-F1E8-4081-8796-F50D8B9FA883}" dt="2024-10-13T13:13:51.803" v="2272"/>
          <ac:inkMkLst>
            <pc:docMk/>
            <pc:sldMk cId="3516305260" sldId="400"/>
            <ac:inkMk id="13" creationId="{EA4FC50A-4B0A-05F0-0EC5-D36356AEAAE3}"/>
          </ac:inkMkLst>
        </pc:inkChg>
        <pc:inkChg chg="add mod">
          <ac:chgData name="Mahima Weerasinghe" userId="e11e3f55-42da-4e07-8ead-4d7a1d7ea1c6" providerId="ADAL" clId="{DEC8990C-F1E8-4081-8796-F50D8B9FA883}" dt="2024-10-13T13:13:51.803" v="2272"/>
          <ac:inkMkLst>
            <pc:docMk/>
            <pc:sldMk cId="3516305260" sldId="400"/>
            <ac:inkMk id="14" creationId="{D64C1D91-ABC0-F98A-E0B7-375F66BEBAF1}"/>
          </ac:inkMkLst>
        </pc:inkChg>
        <pc:inkChg chg="add">
          <ac:chgData name="Mahima Weerasinghe" userId="e11e3f55-42da-4e07-8ead-4d7a1d7ea1c6" providerId="ADAL" clId="{DEC8990C-F1E8-4081-8796-F50D8B9FA883}" dt="2024-10-13T13:08:00.066" v="2143" actId="9405"/>
          <ac:inkMkLst>
            <pc:docMk/>
            <pc:sldMk cId="3516305260" sldId="400"/>
            <ac:inkMk id="16" creationId="{AB71CBD0-AFAC-8092-77FC-1534DB13CA38}"/>
          </ac:inkMkLst>
        </pc:inkChg>
        <pc:inkChg chg="add mod">
          <ac:chgData name="Mahima Weerasinghe" userId="e11e3f55-42da-4e07-8ead-4d7a1d7ea1c6" providerId="ADAL" clId="{DEC8990C-F1E8-4081-8796-F50D8B9FA883}" dt="2024-10-13T13:08:34.470" v="2158"/>
          <ac:inkMkLst>
            <pc:docMk/>
            <pc:sldMk cId="3516305260" sldId="400"/>
            <ac:inkMk id="17" creationId="{E28EA946-9C30-928A-F832-42FB66567697}"/>
          </ac:inkMkLst>
        </pc:inkChg>
        <pc:inkChg chg="add mod">
          <ac:chgData name="Mahima Weerasinghe" userId="e11e3f55-42da-4e07-8ead-4d7a1d7ea1c6" providerId="ADAL" clId="{DEC8990C-F1E8-4081-8796-F50D8B9FA883}" dt="2024-10-13T13:08:34.470" v="2158"/>
          <ac:inkMkLst>
            <pc:docMk/>
            <pc:sldMk cId="3516305260" sldId="400"/>
            <ac:inkMk id="18" creationId="{F627DCC9-6E61-3C33-5177-E818C69B39D0}"/>
          </ac:inkMkLst>
        </pc:inkChg>
        <pc:inkChg chg="add mod">
          <ac:chgData name="Mahima Weerasinghe" userId="e11e3f55-42da-4e07-8ead-4d7a1d7ea1c6" providerId="ADAL" clId="{DEC8990C-F1E8-4081-8796-F50D8B9FA883}" dt="2024-10-13T13:08:34.470" v="2158"/>
          <ac:inkMkLst>
            <pc:docMk/>
            <pc:sldMk cId="3516305260" sldId="400"/>
            <ac:inkMk id="19" creationId="{D95207E3-71B7-A242-676F-FDA982540EE3}"/>
          </ac:inkMkLst>
        </pc:inkChg>
        <pc:inkChg chg="add mod">
          <ac:chgData name="Mahima Weerasinghe" userId="e11e3f55-42da-4e07-8ead-4d7a1d7ea1c6" providerId="ADAL" clId="{DEC8990C-F1E8-4081-8796-F50D8B9FA883}" dt="2024-10-13T13:08:34.470" v="2158"/>
          <ac:inkMkLst>
            <pc:docMk/>
            <pc:sldMk cId="3516305260" sldId="400"/>
            <ac:inkMk id="20" creationId="{AF16F0D2-320F-D435-5C00-6AFF4BB788E3}"/>
          </ac:inkMkLst>
        </pc:inkChg>
        <pc:inkChg chg="add mod">
          <ac:chgData name="Mahima Weerasinghe" userId="e11e3f55-42da-4e07-8ead-4d7a1d7ea1c6" providerId="ADAL" clId="{DEC8990C-F1E8-4081-8796-F50D8B9FA883}" dt="2024-10-13T13:08:34.470" v="2158"/>
          <ac:inkMkLst>
            <pc:docMk/>
            <pc:sldMk cId="3516305260" sldId="400"/>
            <ac:inkMk id="21" creationId="{E77C61AB-368E-893F-C6B2-8A58795BC6C0}"/>
          </ac:inkMkLst>
        </pc:inkChg>
        <pc:inkChg chg="add mod">
          <ac:chgData name="Mahima Weerasinghe" userId="e11e3f55-42da-4e07-8ead-4d7a1d7ea1c6" providerId="ADAL" clId="{DEC8990C-F1E8-4081-8796-F50D8B9FA883}" dt="2024-10-13T13:08:34.470" v="2158"/>
          <ac:inkMkLst>
            <pc:docMk/>
            <pc:sldMk cId="3516305260" sldId="400"/>
            <ac:inkMk id="23" creationId="{F89065F6-F06C-39EE-2ACF-383DC598FF53}"/>
          </ac:inkMkLst>
        </pc:inkChg>
        <pc:inkChg chg="add mod">
          <ac:chgData name="Mahima Weerasinghe" userId="e11e3f55-42da-4e07-8ead-4d7a1d7ea1c6" providerId="ADAL" clId="{DEC8990C-F1E8-4081-8796-F50D8B9FA883}" dt="2024-10-13T13:08:34.470" v="2158"/>
          <ac:inkMkLst>
            <pc:docMk/>
            <pc:sldMk cId="3516305260" sldId="400"/>
            <ac:inkMk id="24" creationId="{B35948D7-3306-2C87-5359-4F4E8E9E03D9}"/>
          </ac:inkMkLst>
        </pc:inkChg>
        <pc:inkChg chg="add mod">
          <ac:chgData name="Mahima Weerasinghe" userId="e11e3f55-42da-4e07-8ead-4d7a1d7ea1c6" providerId="ADAL" clId="{DEC8990C-F1E8-4081-8796-F50D8B9FA883}" dt="2024-10-13T13:08:34.470" v="2158"/>
          <ac:inkMkLst>
            <pc:docMk/>
            <pc:sldMk cId="3516305260" sldId="400"/>
            <ac:inkMk id="25" creationId="{65331D3D-FDB4-9971-4FC7-BD934AB9B446}"/>
          </ac:inkMkLst>
        </pc:inkChg>
        <pc:inkChg chg="add mod">
          <ac:chgData name="Mahima Weerasinghe" userId="e11e3f55-42da-4e07-8ead-4d7a1d7ea1c6" providerId="ADAL" clId="{DEC8990C-F1E8-4081-8796-F50D8B9FA883}" dt="2024-10-13T13:08:34.470" v="2158"/>
          <ac:inkMkLst>
            <pc:docMk/>
            <pc:sldMk cId="3516305260" sldId="400"/>
            <ac:inkMk id="26" creationId="{F869DC64-3101-F1D2-21A6-6AC8B01E7796}"/>
          </ac:inkMkLst>
        </pc:inkChg>
        <pc:inkChg chg="add mod">
          <ac:chgData name="Mahima Weerasinghe" userId="e11e3f55-42da-4e07-8ead-4d7a1d7ea1c6" providerId="ADAL" clId="{DEC8990C-F1E8-4081-8796-F50D8B9FA883}" dt="2024-10-13T13:08:34.470" v="2158"/>
          <ac:inkMkLst>
            <pc:docMk/>
            <pc:sldMk cId="3516305260" sldId="400"/>
            <ac:inkMk id="27" creationId="{A78D5C50-A3F6-F309-856F-A86C2ADD6262}"/>
          </ac:inkMkLst>
        </pc:inkChg>
        <pc:inkChg chg="add mod">
          <ac:chgData name="Mahima Weerasinghe" userId="e11e3f55-42da-4e07-8ead-4d7a1d7ea1c6" providerId="ADAL" clId="{DEC8990C-F1E8-4081-8796-F50D8B9FA883}" dt="2024-10-13T13:08:34.470" v="2158"/>
          <ac:inkMkLst>
            <pc:docMk/>
            <pc:sldMk cId="3516305260" sldId="400"/>
            <ac:inkMk id="28" creationId="{E24354DE-1E98-2F36-71FB-60F48D25FF5E}"/>
          </ac:inkMkLst>
        </pc:inkChg>
        <pc:inkChg chg="add mod">
          <ac:chgData name="Mahima Weerasinghe" userId="e11e3f55-42da-4e07-8ead-4d7a1d7ea1c6" providerId="ADAL" clId="{DEC8990C-F1E8-4081-8796-F50D8B9FA883}" dt="2024-10-13T13:08:34.470" v="2158"/>
          <ac:inkMkLst>
            <pc:docMk/>
            <pc:sldMk cId="3516305260" sldId="400"/>
            <ac:inkMk id="29" creationId="{AC45165C-5CAB-6062-7F55-7FA7C6820194}"/>
          </ac:inkMkLst>
        </pc:inkChg>
        <pc:inkChg chg="add mod">
          <ac:chgData name="Mahima Weerasinghe" userId="e11e3f55-42da-4e07-8ead-4d7a1d7ea1c6" providerId="ADAL" clId="{DEC8990C-F1E8-4081-8796-F50D8B9FA883}" dt="2024-10-13T13:08:34.470" v="2158"/>
          <ac:inkMkLst>
            <pc:docMk/>
            <pc:sldMk cId="3516305260" sldId="400"/>
            <ac:inkMk id="30" creationId="{A1CA1B6D-9F75-05F2-5D26-6C680205762B}"/>
          </ac:inkMkLst>
        </pc:inkChg>
        <pc:inkChg chg="add mod">
          <ac:chgData name="Mahima Weerasinghe" userId="e11e3f55-42da-4e07-8ead-4d7a1d7ea1c6" providerId="ADAL" clId="{DEC8990C-F1E8-4081-8796-F50D8B9FA883}" dt="2024-10-13T13:08:45.009" v="2171"/>
          <ac:inkMkLst>
            <pc:docMk/>
            <pc:sldMk cId="3516305260" sldId="400"/>
            <ac:inkMk id="32" creationId="{AC232AFC-1584-35A3-66F9-05271809C9BD}"/>
          </ac:inkMkLst>
        </pc:inkChg>
        <pc:inkChg chg="add mod">
          <ac:chgData name="Mahima Weerasinghe" userId="e11e3f55-42da-4e07-8ead-4d7a1d7ea1c6" providerId="ADAL" clId="{DEC8990C-F1E8-4081-8796-F50D8B9FA883}" dt="2024-10-13T13:08:45.009" v="2171"/>
          <ac:inkMkLst>
            <pc:docMk/>
            <pc:sldMk cId="3516305260" sldId="400"/>
            <ac:inkMk id="33" creationId="{274107AB-00E8-A983-B52A-6519A88473AE}"/>
          </ac:inkMkLst>
        </pc:inkChg>
        <pc:inkChg chg="add mod">
          <ac:chgData name="Mahima Weerasinghe" userId="e11e3f55-42da-4e07-8ead-4d7a1d7ea1c6" providerId="ADAL" clId="{DEC8990C-F1E8-4081-8796-F50D8B9FA883}" dt="2024-10-13T13:08:45.009" v="2171"/>
          <ac:inkMkLst>
            <pc:docMk/>
            <pc:sldMk cId="3516305260" sldId="400"/>
            <ac:inkMk id="34" creationId="{400B7FE6-4877-F8F9-55B7-DFBB962B1EDF}"/>
          </ac:inkMkLst>
        </pc:inkChg>
        <pc:inkChg chg="add mod">
          <ac:chgData name="Mahima Weerasinghe" userId="e11e3f55-42da-4e07-8ead-4d7a1d7ea1c6" providerId="ADAL" clId="{DEC8990C-F1E8-4081-8796-F50D8B9FA883}" dt="2024-10-13T13:08:45.009" v="2171"/>
          <ac:inkMkLst>
            <pc:docMk/>
            <pc:sldMk cId="3516305260" sldId="400"/>
            <ac:inkMk id="36" creationId="{DEFFBD1A-0F8E-B3B4-C16B-BBA7AA7BAB29}"/>
          </ac:inkMkLst>
        </pc:inkChg>
        <pc:inkChg chg="add mod">
          <ac:chgData name="Mahima Weerasinghe" userId="e11e3f55-42da-4e07-8ead-4d7a1d7ea1c6" providerId="ADAL" clId="{DEC8990C-F1E8-4081-8796-F50D8B9FA883}" dt="2024-10-13T13:08:45.009" v="2171"/>
          <ac:inkMkLst>
            <pc:docMk/>
            <pc:sldMk cId="3516305260" sldId="400"/>
            <ac:inkMk id="37" creationId="{57BCA33A-9C4E-094E-66EA-480F01B684FE}"/>
          </ac:inkMkLst>
        </pc:inkChg>
        <pc:inkChg chg="add mod">
          <ac:chgData name="Mahima Weerasinghe" userId="e11e3f55-42da-4e07-8ead-4d7a1d7ea1c6" providerId="ADAL" clId="{DEC8990C-F1E8-4081-8796-F50D8B9FA883}" dt="2024-10-13T13:08:45.009" v="2171"/>
          <ac:inkMkLst>
            <pc:docMk/>
            <pc:sldMk cId="3516305260" sldId="400"/>
            <ac:inkMk id="38" creationId="{AAB5235F-F12F-7AD1-3800-B24AB4FDDF62}"/>
          </ac:inkMkLst>
        </pc:inkChg>
        <pc:inkChg chg="add mod">
          <ac:chgData name="Mahima Weerasinghe" userId="e11e3f55-42da-4e07-8ead-4d7a1d7ea1c6" providerId="ADAL" clId="{DEC8990C-F1E8-4081-8796-F50D8B9FA883}" dt="2024-10-13T13:08:45.009" v="2171"/>
          <ac:inkMkLst>
            <pc:docMk/>
            <pc:sldMk cId="3516305260" sldId="400"/>
            <ac:inkMk id="39" creationId="{2F2E672F-EE55-C937-C6A4-2408AD041590}"/>
          </ac:inkMkLst>
        </pc:inkChg>
        <pc:inkChg chg="add mod">
          <ac:chgData name="Mahima Weerasinghe" userId="e11e3f55-42da-4e07-8ead-4d7a1d7ea1c6" providerId="ADAL" clId="{DEC8990C-F1E8-4081-8796-F50D8B9FA883}" dt="2024-10-13T13:08:45.009" v="2171"/>
          <ac:inkMkLst>
            <pc:docMk/>
            <pc:sldMk cId="3516305260" sldId="400"/>
            <ac:inkMk id="40" creationId="{77D157B5-EC99-738F-0218-E5096B017689}"/>
          </ac:inkMkLst>
        </pc:inkChg>
        <pc:inkChg chg="add mod">
          <ac:chgData name="Mahima Weerasinghe" userId="e11e3f55-42da-4e07-8ead-4d7a1d7ea1c6" providerId="ADAL" clId="{DEC8990C-F1E8-4081-8796-F50D8B9FA883}" dt="2024-10-13T13:08:45.009" v="2171"/>
          <ac:inkMkLst>
            <pc:docMk/>
            <pc:sldMk cId="3516305260" sldId="400"/>
            <ac:inkMk id="41" creationId="{2D63D444-558A-E322-7DF4-5A9FDF28E351}"/>
          </ac:inkMkLst>
        </pc:inkChg>
        <pc:inkChg chg="add mod">
          <ac:chgData name="Mahima Weerasinghe" userId="e11e3f55-42da-4e07-8ead-4d7a1d7ea1c6" providerId="ADAL" clId="{DEC8990C-F1E8-4081-8796-F50D8B9FA883}" dt="2024-10-13T13:08:45.009" v="2171"/>
          <ac:inkMkLst>
            <pc:docMk/>
            <pc:sldMk cId="3516305260" sldId="400"/>
            <ac:inkMk id="42" creationId="{35A12D0D-B514-43DA-CD48-6C9E2D10A09E}"/>
          </ac:inkMkLst>
        </pc:inkChg>
        <pc:inkChg chg="add mod">
          <ac:chgData name="Mahima Weerasinghe" userId="e11e3f55-42da-4e07-8ead-4d7a1d7ea1c6" providerId="ADAL" clId="{DEC8990C-F1E8-4081-8796-F50D8B9FA883}" dt="2024-10-13T13:08:45.009" v="2171"/>
          <ac:inkMkLst>
            <pc:docMk/>
            <pc:sldMk cId="3516305260" sldId="400"/>
            <ac:inkMk id="43" creationId="{4F6B149A-162A-039F-B985-B61C9BC21B80}"/>
          </ac:inkMkLst>
        </pc:inkChg>
        <pc:inkChg chg="add">
          <ac:chgData name="Mahima Weerasinghe" userId="e11e3f55-42da-4e07-8ead-4d7a1d7ea1c6" providerId="ADAL" clId="{DEC8990C-F1E8-4081-8796-F50D8B9FA883}" dt="2024-10-13T13:09:39.408" v="2172" actId="9405"/>
          <ac:inkMkLst>
            <pc:docMk/>
            <pc:sldMk cId="3516305260" sldId="400"/>
            <ac:inkMk id="45" creationId="{7A6FBD17-57EB-C4B3-F981-22275BA58089}"/>
          </ac:inkMkLst>
        </pc:inkChg>
        <pc:inkChg chg="add">
          <ac:chgData name="Mahima Weerasinghe" userId="e11e3f55-42da-4e07-8ead-4d7a1d7ea1c6" providerId="ADAL" clId="{DEC8990C-F1E8-4081-8796-F50D8B9FA883}" dt="2024-10-13T13:09:43.369" v="2173" actId="9405"/>
          <ac:inkMkLst>
            <pc:docMk/>
            <pc:sldMk cId="3516305260" sldId="400"/>
            <ac:inkMk id="46" creationId="{52E8C190-8B4E-2F1F-6468-9A2A7528EEEF}"/>
          </ac:inkMkLst>
        </pc:inkChg>
        <pc:inkChg chg="add mod">
          <ac:chgData name="Mahima Weerasinghe" userId="e11e3f55-42da-4e07-8ead-4d7a1d7ea1c6" providerId="ADAL" clId="{DEC8990C-F1E8-4081-8796-F50D8B9FA883}" dt="2024-10-13T13:34:11.090" v="2579"/>
          <ac:inkMkLst>
            <pc:docMk/>
            <pc:sldMk cId="3516305260" sldId="400"/>
            <ac:inkMk id="47" creationId="{118C38F2-6FCC-6463-7858-FB436F23CD3A}"/>
          </ac:inkMkLst>
        </pc:inkChg>
        <pc:inkChg chg="add mod">
          <ac:chgData name="Mahima Weerasinghe" userId="e11e3f55-42da-4e07-8ead-4d7a1d7ea1c6" providerId="ADAL" clId="{DEC8990C-F1E8-4081-8796-F50D8B9FA883}" dt="2024-10-13T13:34:11.090" v="2579"/>
          <ac:inkMkLst>
            <pc:docMk/>
            <pc:sldMk cId="3516305260" sldId="400"/>
            <ac:inkMk id="48" creationId="{A3307353-2402-D493-98D8-F680FC2BEB80}"/>
          </ac:inkMkLst>
        </pc:inkChg>
        <pc:inkChg chg="add mod">
          <ac:chgData name="Mahima Weerasinghe" userId="e11e3f55-42da-4e07-8ead-4d7a1d7ea1c6" providerId="ADAL" clId="{DEC8990C-F1E8-4081-8796-F50D8B9FA883}" dt="2024-10-13T13:34:11.090" v="2579"/>
          <ac:inkMkLst>
            <pc:docMk/>
            <pc:sldMk cId="3516305260" sldId="400"/>
            <ac:inkMk id="49" creationId="{A9DA985E-BBD3-7D19-9268-54C6E51AB24D}"/>
          </ac:inkMkLst>
        </pc:inkChg>
        <pc:inkChg chg="add mod">
          <ac:chgData name="Mahima Weerasinghe" userId="e11e3f55-42da-4e07-8ead-4d7a1d7ea1c6" providerId="ADAL" clId="{DEC8990C-F1E8-4081-8796-F50D8B9FA883}" dt="2024-10-13T13:34:11.090" v="2579"/>
          <ac:inkMkLst>
            <pc:docMk/>
            <pc:sldMk cId="3516305260" sldId="400"/>
            <ac:inkMk id="51" creationId="{F077EBF2-0843-333F-B0DC-6F3825BCB217}"/>
          </ac:inkMkLst>
        </pc:inkChg>
        <pc:inkChg chg="add mod">
          <ac:chgData name="Mahima Weerasinghe" userId="e11e3f55-42da-4e07-8ead-4d7a1d7ea1c6" providerId="ADAL" clId="{DEC8990C-F1E8-4081-8796-F50D8B9FA883}" dt="2024-10-13T13:34:11.090" v="2579"/>
          <ac:inkMkLst>
            <pc:docMk/>
            <pc:sldMk cId="3516305260" sldId="400"/>
            <ac:inkMk id="53" creationId="{8D890808-4FAE-ABFD-21CB-09A0D46054FE}"/>
          </ac:inkMkLst>
        </pc:inkChg>
        <pc:inkChg chg="add mod">
          <ac:chgData name="Mahima Weerasinghe" userId="e11e3f55-42da-4e07-8ead-4d7a1d7ea1c6" providerId="ADAL" clId="{DEC8990C-F1E8-4081-8796-F50D8B9FA883}" dt="2024-10-13T13:34:11.090" v="2579"/>
          <ac:inkMkLst>
            <pc:docMk/>
            <pc:sldMk cId="3516305260" sldId="400"/>
            <ac:inkMk id="54" creationId="{8769D9C5-5D9C-C07F-8D5E-2EA6D9B91944}"/>
          </ac:inkMkLst>
        </pc:inkChg>
        <pc:inkChg chg="add mod">
          <ac:chgData name="Mahima Weerasinghe" userId="e11e3f55-42da-4e07-8ead-4d7a1d7ea1c6" providerId="ADAL" clId="{DEC8990C-F1E8-4081-8796-F50D8B9FA883}" dt="2024-10-13T13:34:11.090" v="2579"/>
          <ac:inkMkLst>
            <pc:docMk/>
            <pc:sldMk cId="3516305260" sldId="400"/>
            <ac:inkMk id="55" creationId="{7F65A262-70BE-1B6C-9283-CEA33539A02C}"/>
          </ac:inkMkLst>
        </pc:inkChg>
        <pc:inkChg chg="add mod">
          <ac:chgData name="Mahima Weerasinghe" userId="e11e3f55-42da-4e07-8ead-4d7a1d7ea1c6" providerId="ADAL" clId="{DEC8990C-F1E8-4081-8796-F50D8B9FA883}" dt="2024-10-13T13:34:11.090" v="2579"/>
          <ac:inkMkLst>
            <pc:docMk/>
            <pc:sldMk cId="3516305260" sldId="400"/>
            <ac:inkMk id="56" creationId="{7BE908FA-B583-63E6-7C02-26DF20F0C202}"/>
          </ac:inkMkLst>
        </pc:inkChg>
        <pc:inkChg chg="add mod">
          <ac:chgData name="Mahima Weerasinghe" userId="e11e3f55-42da-4e07-8ead-4d7a1d7ea1c6" providerId="ADAL" clId="{DEC8990C-F1E8-4081-8796-F50D8B9FA883}" dt="2024-10-13T13:34:11.090" v="2579"/>
          <ac:inkMkLst>
            <pc:docMk/>
            <pc:sldMk cId="3516305260" sldId="400"/>
            <ac:inkMk id="57" creationId="{43F11BEA-3B78-839B-72DC-9371B7C68532}"/>
          </ac:inkMkLst>
        </pc:inkChg>
        <pc:inkChg chg="add mod">
          <ac:chgData name="Mahima Weerasinghe" userId="e11e3f55-42da-4e07-8ead-4d7a1d7ea1c6" providerId="ADAL" clId="{DEC8990C-F1E8-4081-8796-F50D8B9FA883}" dt="2024-10-13T13:34:11.090" v="2579"/>
          <ac:inkMkLst>
            <pc:docMk/>
            <pc:sldMk cId="3516305260" sldId="400"/>
            <ac:inkMk id="58" creationId="{5A91A3DD-68D1-A451-4DBD-DB715C271C9B}"/>
          </ac:inkMkLst>
        </pc:inkChg>
        <pc:inkChg chg="add mod">
          <ac:chgData name="Mahima Weerasinghe" userId="e11e3f55-42da-4e07-8ead-4d7a1d7ea1c6" providerId="ADAL" clId="{DEC8990C-F1E8-4081-8796-F50D8B9FA883}" dt="2024-10-13T13:34:11.090" v="2579"/>
          <ac:inkMkLst>
            <pc:docMk/>
            <pc:sldMk cId="3516305260" sldId="400"/>
            <ac:inkMk id="60" creationId="{5E12CDDF-A6EB-268A-AF81-A6164D1006FC}"/>
          </ac:inkMkLst>
        </pc:inkChg>
        <pc:inkChg chg="add mod">
          <ac:chgData name="Mahima Weerasinghe" userId="e11e3f55-42da-4e07-8ead-4d7a1d7ea1c6" providerId="ADAL" clId="{DEC8990C-F1E8-4081-8796-F50D8B9FA883}" dt="2024-10-13T13:34:11.090" v="2579"/>
          <ac:inkMkLst>
            <pc:docMk/>
            <pc:sldMk cId="3516305260" sldId="400"/>
            <ac:inkMk id="61" creationId="{28E4A0E0-49ED-238D-A972-D8FE4F6F6035}"/>
          </ac:inkMkLst>
        </pc:inkChg>
        <pc:inkChg chg="add mod">
          <ac:chgData name="Mahima Weerasinghe" userId="e11e3f55-42da-4e07-8ead-4d7a1d7ea1c6" providerId="ADAL" clId="{DEC8990C-F1E8-4081-8796-F50D8B9FA883}" dt="2024-10-13T13:34:11.090" v="2579"/>
          <ac:inkMkLst>
            <pc:docMk/>
            <pc:sldMk cId="3516305260" sldId="400"/>
            <ac:inkMk id="62" creationId="{012A579B-74D6-C5B5-15F5-139A26C76CD4}"/>
          </ac:inkMkLst>
        </pc:inkChg>
        <pc:inkChg chg="add mod">
          <ac:chgData name="Mahima Weerasinghe" userId="e11e3f55-42da-4e07-8ead-4d7a1d7ea1c6" providerId="ADAL" clId="{DEC8990C-F1E8-4081-8796-F50D8B9FA883}" dt="2024-10-13T13:34:11.090" v="2579"/>
          <ac:inkMkLst>
            <pc:docMk/>
            <pc:sldMk cId="3516305260" sldId="400"/>
            <ac:inkMk id="63" creationId="{95D4ED06-9523-5497-4992-3DCC8006B2F7}"/>
          </ac:inkMkLst>
        </pc:inkChg>
        <pc:inkChg chg="add mod">
          <ac:chgData name="Mahima Weerasinghe" userId="e11e3f55-42da-4e07-8ead-4d7a1d7ea1c6" providerId="ADAL" clId="{DEC8990C-F1E8-4081-8796-F50D8B9FA883}" dt="2024-10-13T13:34:11.090" v="2579"/>
          <ac:inkMkLst>
            <pc:docMk/>
            <pc:sldMk cId="3516305260" sldId="400"/>
            <ac:inkMk id="65" creationId="{906A553E-5A67-FE5F-8EDA-00AFE1DF2D6E}"/>
          </ac:inkMkLst>
        </pc:inkChg>
        <pc:inkChg chg="add mod">
          <ac:chgData name="Mahima Weerasinghe" userId="e11e3f55-42da-4e07-8ead-4d7a1d7ea1c6" providerId="ADAL" clId="{DEC8990C-F1E8-4081-8796-F50D8B9FA883}" dt="2024-10-13T13:34:11.090" v="2579"/>
          <ac:inkMkLst>
            <pc:docMk/>
            <pc:sldMk cId="3516305260" sldId="400"/>
            <ac:inkMk id="66" creationId="{2EC0E28E-7C81-A18C-1C1C-D72953BA4D81}"/>
          </ac:inkMkLst>
        </pc:inkChg>
        <pc:inkChg chg="add mod">
          <ac:chgData name="Mahima Weerasinghe" userId="e11e3f55-42da-4e07-8ead-4d7a1d7ea1c6" providerId="ADAL" clId="{DEC8990C-F1E8-4081-8796-F50D8B9FA883}" dt="2024-10-13T13:34:11.090" v="2579"/>
          <ac:inkMkLst>
            <pc:docMk/>
            <pc:sldMk cId="3516305260" sldId="400"/>
            <ac:inkMk id="68" creationId="{C5B693E7-28F3-25AC-E594-527809233483}"/>
          </ac:inkMkLst>
        </pc:inkChg>
        <pc:inkChg chg="add mod">
          <ac:chgData name="Mahima Weerasinghe" userId="e11e3f55-42da-4e07-8ead-4d7a1d7ea1c6" providerId="ADAL" clId="{DEC8990C-F1E8-4081-8796-F50D8B9FA883}" dt="2024-10-13T13:34:11.090" v="2579"/>
          <ac:inkMkLst>
            <pc:docMk/>
            <pc:sldMk cId="3516305260" sldId="400"/>
            <ac:inkMk id="69" creationId="{4469675E-6138-B739-8E93-A7B4E76B7F32}"/>
          </ac:inkMkLst>
        </pc:inkChg>
        <pc:inkChg chg="add mod">
          <ac:chgData name="Mahima Weerasinghe" userId="e11e3f55-42da-4e07-8ead-4d7a1d7ea1c6" providerId="ADAL" clId="{DEC8990C-F1E8-4081-8796-F50D8B9FA883}" dt="2024-10-13T13:34:11.090" v="2579"/>
          <ac:inkMkLst>
            <pc:docMk/>
            <pc:sldMk cId="3516305260" sldId="400"/>
            <ac:inkMk id="70" creationId="{C76FBBB6-5AA1-8D64-1371-5DF30280B83B}"/>
          </ac:inkMkLst>
        </pc:inkChg>
        <pc:inkChg chg="add mod">
          <ac:chgData name="Mahima Weerasinghe" userId="e11e3f55-42da-4e07-8ead-4d7a1d7ea1c6" providerId="ADAL" clId="{DEC8990C-F1E8-4081-8796-F50D8B9FA883}" dt="2024-10-13T13:34:11.090" v="2579"/>
          <ac:inkMkLst>
            <pc:docMk/>
            <pc:sldMk cId="3516305260" sldId="400"/>
            <ac:inkMk id="71" creationId="{5F8E70E5-5FC7-9F89-DAC0-FD3313C3C3BE}"/>
          </ac:inkMkLst>
        </pc:inkChg>
        <pc:inkChg chg="add mod">
          <ac:chgData name="Mahima Weerasinghe" userId="e11e3f55-42da-4e07-8ead-4d7a1d7ea1c6" providerId="ADAL" clId="{DEC8990C-F1E8-4081-8796-F50D8B9FA883}" dt="2024-10-13T13:34:11.090" v="2579"/>
          <ac:inkMkLst>
            <pc:docMk/>
            <pc:sldMk cId="3516305260" sldId="400"/>
            <ac:inkMk id="73" creationId="{AC786D3C-4611-1D5F-02EC-832972643EAC}"/>
          </ac:inkMkLst>
        </pc:inkChg>
        <pc:inkChg chg="add mod">
          <ac:chgData name="Mahima Weerasinghe" userId="e11e3f55-42da-4e07-8ead-4d7a1d7ea1c6" providerId="ADAL" clId="{DEC8990C-F1E8-4081-8796-F50D8B9FA883}" dt="2024-10-13T13:34:11.090" v="2579"/>
          <ac:inkMkLst>
            <pc:docMk/>
            <pc:sldMk cId="3516305260" sldId="400"/>
            <ac:inkMk id="74" creationId="{3DD00F31-7032-5564-0880-C89B8618BF76}"/>
          </ac:inkMkLst>
        </pc:inkChg>
        <pc:inkChg chg="add mod">
          <ac:chgData name="Mahima Weerasinghe" userId="e11e3f55-42da-4e07-8ead-4d7a1d7ea1c6" providerId="ADAL" clId="{DEC8990C-F1E8-4081-8796-F50D8B9FA883}" dt="2024-10-13T13:34:11.090" v="2579"/>
          <ac:inkMkLst>
            <pc:docMk/>
            <pc:sldMk cId="3516305260" sldId="400"/>
            <ac:inkMk id="75" creationId="{641C1154-D756-531F-EEEF-8A2917690843}"/>
          </ac:inkMkLst>
        </pc:inkChg>
        <pc:inkChg chg="add mod">
          <ac:chgData name="Mahima Weerasinghe" userId="e11e3f55-42da-4e07-8ead-4d7a1d7ea1c6" providerId="ADAL" clId="{DEC8990C-F1E8-4081-8796-F50D8B9FA883}" dt="2024-10-13T13:34:11.090" v="2579"/>
          <ac:inkMkLst>
            <pc:docMk/>
            <pc:sldMk cId="3516305260" sldId="400"/>
            <ac:inkMk id="76" creationId="{D8AF381D-FDB1-4FAC-AEEA-BB43630475BA}"/>
          </ac:inkMkLst>
        </pc:inkChg>
        <pc:inkChg chg="add mod">
          <ac:chgData name="Mahima Weerasinghe" userId="e11e3f55-42da-4e07-8ead-4d7a1d7ea1c6" providerId="ADAL" clId="{DEC8990C-F1E8-4081-8796-F50D8B9FA883}" dt="2024-10-13T13:34:11.090" v="2579"/>
          <ac:inkMkLst>
            <pc:docMk/>
            <pc:sldMk cId="3516305260" sldId="400"/>
            <ac:inkMk id="77" creationId="{F6EB538B-B86E-2F53-99CB-A83345F16971}"/>
          </ac:inkMkLst>
        </pc:inkChg>
        <pc:inkChg chg="add mod">
          <ac:chgData name="Mahima Weerasinghe" userId="e11e3f55-42da-4e07-8ead-4d7a1d7ea1c6" providerId="ADAL" clId="{DEC8990C-F1E8-4081-8796-F50D8B9FA883}" dt="2024-10-13T13:34:11.090" v="2579"/>
          <ac:inkMkLst>
            <pc:docMk/>
            <pc:sldMk cId="3516305260" sldId="400"/>
            <ac:inkMk id="78" creationId="{580563A5-C49F-D615-B571-9CB8697FD3F1}"/>
          </ac:inkMkLst>
        </pc:inkChg>
        <pc:inkChg chg="add mod">
          <ac:chgData name="Mahima Weerasinghe" userId="e11e3f55-42da-4e07-8ead-4d7a1d7ea1c6" providerId="ADAL" clId="{DEC8990C-F1E8-4081-8796-F50D8B9FA883}" dt="2024-10-13T13:15:39.909" v="2332"/>
          <ac:inkMkLst>
            <pc:docMk/>
            <pc:sldMk cId="3516305260" sldId="400"/>
            <ac:inkMk id="80" creationId="{B4276C15-25C1-09A8-47D7-1F4819F7C057}"/>
          </ac:inkMkLst>
        </pc:inkChg>
        <pc:inkChg chg="add mod">
          <ac:chgData name="Mahima Weerasinghe" userId="e11e3f55-42da-4e07-8ead-4d7a1d7ea1c6" providerId="ADAL" clId="{DEC8990C-F1E8-4081-8796-F50D8B9FA883}" dt="2024-10-13T13:15:39.909" v="2332"/>
          <ac:inkMkLst>
            <pc:docMk/>
            <pc:sldMk cId="3516305260" sldId="400"/>
            <ac:inkMk id="81" creationId="{6BC54780-8D1B-63DB-BD30-4FE125C7750A}"/>
          </ac:inkMkLst>
        </pc:inkChg>
        <pc:inkChg chg="add mod">
          <ac:chgData name="Mahima Weerasinghe" userId="e11e3f55-42da-4e07-8ead-4d7a1d7ea1c6" providerId="ADAL" clId="{DEC8990C-F1E8-4081-8796-F50D8B9FA883}" dt="2024-10-13T13:15:39.909" v="2332"/>
          <ac:inkMkLst>
            <pc:docMk/>
            <pc:sldMk cId="3516305260" sldId="400"/>
            <ac:inkMk id="82" creationId="{2AA986F4-ED77-A8AA-582A-13ED56844721}"/>
          </ac:inkMkLst>
        </pc:inkChg>
        <pc:inkChg chg="add mod">
          <ac:chgData name="Mahima Weerasinghe" userId="e11e3f55-42da-4e07-8ead-4d7a1d7ea1c6" providerId="ADAL" clId="{DEC8990C-F1E8-4081-8796-F50D8B9FA883}" dt="2024-10-13T13:15:39.909" v="2332"/>
          <ac:inkMkLst>
            <pc:docMk/>
            <pc:sldMk cId="3516305260" sldId="400"/>
            <ac:inkMk id="84" creationId="{E899DE94-25BE-54D9-8D39-382DC599CDD8}"/>
          </ac:inkMkLst>
        </pc:inkChg>
        <pc:inkChg chg="add mod">
          <ac:chgData name="Mahima Weerasinghe" userId="e11e3f55-42da-4e07-8ead-4d7a1d7ea1c6" providerId="ADAL" clId="{DEC8990C-F1E8-4081-8796-F50D8B9FA883}" dt="2024-10-13T13:34:11.090" v="2579"/>
          <ac:inkMkLst>
            <pc:docMk/>
            <pc:sldMk cId="3516305260" sldId="400"/>
            <ac:inkMk id="86" creationId="{96ECE67B-2484-D378-6DB7-1AB9497AA609}"/>
          </ac:inkMkLst>
        </pc:inkChg>
        <pc:inkChg chg="add mod">
          <ac:chgData name="Mahima Weerasinghe" userId="e11e3f55-42da-4e07-8ead-4d7a1d7ea1c6" providerId="ADAL" clId="{DEC8990C-F1E8-4081-8796-F50D8B9FA883}" dt="2024-10-13T13:34:11.090" v="2579"/>
          <ac:inkMkLst>
            <pc:docMk/>
            <pc:sldMk cId="3516305260" sldId="400"/>
            <ac:inkMk id="87" creationId="{1DC20932-1B60-C9F1-91C5-9DA5F2E6FCD4}"/>
          </ac:inkMkLst>
        </pc:inkChg>
        <pc:inkChg chg="add mod">
          <ac:chgData name="Mahima Weerasinghe" userId="e11e3f55-42da-4e07-8ead-4d7a1d7ea1c6" providerId="ADAL" clId="{DEC8990C-F1E8-4081-8796-F50D8B9FA883}" dt="2024-10-13T13:33:34.276" v="2548"/>
          <ac:inkMkLst>
            <pc:docMk/>
            <pc:sldMk cId="3516305260" sldId="400"/>
            <ac:inkMk id="89" creationId="{D4A12EF9-A1FF-DDFF-8A8C-B77BAEB4E5E4}"/>
          </ac:inkMkLst>
        </pc:inkChg>
        <pc:inkChg chg="add mod">
          <ac:chgData name="Mahima Weerasinghe" userId="e11e3f55-42da-4e07-8ead-4d7a1d7ea1c6" providerId="ADAL" clId="{DEC8990C-F1E8-4081-8796-F50D8B9FA883}" dt="2024-10-13T13:33:34.276" v="2548"/>
          <ac:inkMkLst>
            <pc:docMk/>
            <pc:sldMk cId="3516305260" sldId="400"/>
            <ac:inkMk id="90" creationId="{365D6DEB-47A7-A3F5-4AFB-F8A1E5AC90BF}"/>
          </ac:inkMkLst>
        </pc:inkChg>
        <pc:inkChg chg="add mod">
          <ac:chgData name="Mahima Weerasinghe" userId="e11e3f55-42da-4e07-8ead-4d7a1d7ea1c6" providerId="ADAL" clId="{DEC8990C-F1E8-4081-8796-F50D8B9FA883}" dt="2024-10-13T13:33:34.276" v="2548"/>
          <ac:inkMkLst>
            <pc:docMk/>
            <pc:sldMk cId="3516305260" sldId="400"/>
            <ac:inkMk id="92" creationId="{E6D18295-0056-0898-8DCF-589CBEAC4E75}"/>
          </ac:inkMkLst>
        </pc:inkChg>
        <pc:inkChg chg="add mod">
          <ac:chgData name="Mahima Weerasinghe" userId="e11e3f55-42da-4e07-8ead-4d7a1d7ea1c6" providerId="ADAL" clId="{DEC8990C-F1E8-4081-8796-F50D8B9FA883}" dt="2024-10-13T13:33:34.276" v="2548"/>
          <ac:inkMkLst>
            <pc:docMk/>
            <pc:sldMk cId="3516305260" sldId="400"/>
            <ac:inkMk id="94" creationId="{E20AAD1E-A2BD-0A5E-F1E5-7FA4C059AAD4}"/>
          </ac:inkMkLst>
        </pc:inkChg>
        <pc:inkChg chg="add mod">
          <ac:chgData name="Mahima Weerasinghe" userId="e11e3f55-42da-4e07-8ead-4d7a1d7ea1c6" providerId="ADAL" clId="{DEC8990C-F1E8-4081-8796-F50D8B9FA883}" dt="2024-10-13T13:33:34.276" v="2548"/>
          <ac:inkMkLst>
            <pc:docMk/>
            <pc:sldMk cId="3516305260" sldId="400"/>
            <ac:inkMk id="95" creationId="{FEE09CDB-42B3-D30A-18F6-0CF71D922CCF}"/>
          </ac:inkMkLst>
        </pc:inkChg>
        <pc:inkChg chg="add mod">
          <ac:chgData name="Mahima Weerasinghe" userId="e11e3f55-42da-4e07-8ead-4d7a1d7ea1c6" providerId="ADAL" clId="{DEC8990C-F1E8-4081-8796-F50D8B9FA883}" dt="2024-10-13T13:33:34.276" v="2548"/>
          <ac:inkMkLst>
            <pc:docMk/>
            <pc:sldMk cId="3516305260" sldId="400"/>
            <ac:inkMk id="97" creationId="{3E49CFD1-12ED-0D85-7993-F29D4CDC2992}"/>
          </ac:inkMkLst>
        </pc:inkChg>
        <pc:inkChg chg="add mod">
          <ac:chgData name="Mahima Weerasinghe" userId="e11e3f55-42da-4e07-8ead-4d7a1d7ea1c6" providerId="ADAL" clId="{DEC8990C-F1E8-4081-8796-F50D8B9FA883}" dt="2024-10-13T13:34:11.090" v="2579"/>
          <ac:inkMkLst>
            <pc:docMk/>
            <pc:sldMk cId="3516305260" sldId="400"/>
            <ac:inkMk id="99" creationId="{0B0D25EE-893C-5371-97FD-928A1A8C9BC9}"/>
          </ac:inkMkLst>
        </pc:inkChg>
        <pc:inkChg chg="add mod">
          <ac:chgData name="Mahima Weerasinghe" userId="e11e3f55-42da-4e07-8ead-4d7a1d7ea1c6" providerId="ADAL" clId="{DEC8990C-F1E8-4081-8796-F50D8B9FA883}" dt="2024-10-13T13:34:11.090" v="2579"/>
          <ac:inkMkLst>
            <pc:docMk/>
            <pc:sldMk cId="3516305260" sldId="400"/>
            <ac:inkMk id="100" creationId="{8EB9D82F-DF0C-9F29-8411-B6864C5881BB}"/>
          </ac:inkMkLst>
        </pc:inkChg>
        <pc:inkChg chg="add mod">
          <ac:chgData name="Mahima Weerasinghe" userId="e11e3f55-42da-4e07-8ead-4d7a1d7ea1c6" providerId="ADAL" clId="{DEC8990C-F1E8-4081-8796-F50D8B9FA883}" dt="2024-10-13T13:33:34.276" v="2548"/>
          <ac:inkMkLst>
            <pc:docMk/>
            <pc:sldMk cId="3516305260" sldId="400"/>
            <ac:inkMk id="102" creationId="{331A22F3-BCFA-BBA0-48AA-45D7AC64EBE9}"/>
          </ac:inkMkLst>
        </pc:inkChg>
        <pc:inkChg chg="add mod">
          <ac:chgData name="Mahima Weerasinghe" userId="e11e3f55-42da-4e07-8ead-4d7a1d7ea1c6" providerId="ADAL" clId="{DEC8990C-F1E8-4081-8796-F50D8B9FA883}" dt="2024-10-13T13:12:12.409" v="2234"/>
          <ac:inkMkLst>
            <pc:docMk/>
            <pc:sldMk cId="3516305260" sldId="400"/>
            <ac:inkMk id="104" creationId="{CC69F6EC-A14A-4849-C9AD-7D4A3496B45D}"/>
          </ac:inkMkLst>
        </pc:inkChg>
        <pc:inkChg chg="add mod">
          <ac:chgData name="Mahima Weerasinghe" userId="e11e3f55-42da-4e07-8ead-4d7a1d7ea1c6" providerId="ADAL" clId="{DEC8990C-F1E8-4081-8796-F50D8B9FA883}" dt="2024-10-13T13:12:24.211" v="2241"/>
          <ac:inkMkLst>
            <pc:docMk/>
            <pc:sldMk cId="3516305260" sldId="400"/>
            <ac:inkMk id="106" creationId="{62A15679-D6D2-860A-AFA2-D22D36AD5A0C}"/>
          </ac:inkMkLst>
        </pc:inkChg>
        <pc:inkChg chg="add mod">
          <ac:chgData name="Mahima Weerasinghe" userId="e11e3f55-42da-4e07-8ead-4d7a1d7ea1c6" providerId="ADAL" clId="{DEC8990C-F1E8-4081-8796-F50D8B9FA883}" dt="2024-10-13T13:33:34.276" v="2548"/>
          <ac:inkMkLst>
            <pc:docMk/>
            <pc:sldMk cId="3516305260" sldId="400"/>
            <ac:inkMk id="108" creationId="{1D35D814-8E00-86F7-7D56-85CA55B97DC6}"/>
          </ac:inkMkLst>
        </pc:inkChg>
        <pc:inkChg chg="add mod">
          <ac:chgData name="Mahima Weerasinghe" userId="e11e3f55-42da-4e07-8ead-4d7a1d7ea1c6" providerId="ADAL" clId="{DEC8990C-F1E8-4081-8796-F50D8B9FA883}" dt="2024-10-13T13:33:34.276" v="2548"/>
          <ac:inkMkLst>
            <pc:docMk/>
            <pc:sldMk cId="3516305260" sldId="400"/>
            <ac:inkMk id="109" creationId="{72B19ECF-2A3E-CFE8-01E0-6DCD35394FDF}"/>
          </ac:inkMkLst>
        </pc:inkChg>
        <pc:inkChg chg="add mod">
          <ac:chgData name="Mahima Weerasinghe" userId="e11e3f55-42da-4e07-8ead-4d7a1d7ea1c6" providerId="ADAL" clId="{DEC8990C-F1E8-4081-8796-F50D8B9FA883}" dt="2024-10-13T13:33:34.276" v="2548"/>
          <ac:inkMkLst>
            <pc:docMk/>
            <pc:sldMk cId="3516305260" sldId="400"/>
            <ac:inkMk id="110" creationId="{F6EBBC2E-9157-099C-A72B-FC6FAD826671}"/>
          </ac:inkMkLst>
        </pc:inkChg>
        <pc:inkChg chg="add mod">
          <ac:chgData name="Mahima Weerasinghe" userId="e11e3f55-42da-4e07-8ead-4d7a1d7ea1c6" providerId="ADAL" clId="{DEC8990C-F1E8-4081-8796-F50D8B9FA883}" dt="2024-10-13T13:33:34.276" v="2548"/>
          <ac:inkMkLst>
            <pc:docMk/>
            <pc:sldMk cId="3516305260" sldId="400"/>
            <ac:inkMk id="111" creationId="{0B1BAB4F-D87D-7407-14F9-28273F7809C9}"/>
          </ac:inkMkLst>
        </pc:inkChg>
        <pc:inkChg chg="add mod">
          <ac:chgData name="Mahima Weerasinghe" userId="e11e3f55-42da-4e07-8ead-4d7a1d7ea1c6" providerId="ADAL" clId="{DEC8990C-F1E8-4081-8796-F50D8B9FA883}" dt="2024-10-13T13:33:34.276" v="2548"/>
          <ac:inkMkLst>
            <pc:docMk/>
            <pc:sldMk cId="3516305260" sldId="400"/>
            <ac:inkMk id="112" creationId="{8826DD89-6540-884E-88CF-C4DF174BE161}"/>
          </ac:inkMkLst>
        </pc:inkChg>
        <pc:inkChg chg="add mod">
          <ac:chgData name="Mahima Weerasinghe" userId="e11e3f55-42da-4e07-8ead-4d7a1d7ea1c6" providerId="ADAL" clId="{DEC8990C-F1E8-4081-8796-F50D8B9FA883}" dt="2024-10-13T13:33:34.276" v="2548"/>
          <ac:inkMkLst>
            <pc:docMk/>
            <pc:sldMk cId="3516305260" sldId="400"/>
            <ac:inkMk id="113" creationId="{29743464-FA6B-C4F2-D6FD-6CDE4FAD173A}"/>
          </ac:inkMkLst>
        </pc:inkChg>
        <pc:inkChg chg="add mod">
          <ac:chgData name="Mahima Weerasinghe" userId="e11e3f55-42da-4e07-8ead-4d7a1d7ea1c6" providerId="ADAL" clId="{DEC8990C-F1E8-4081-8796-F50D8B9FA883}" dt="2024-10-13T13:33:34.276" v="2548"/>
          <ac:inkMkLst>
            <pc:docMk/>
            <pc:sldMk cId="3516305260" sldId="400"/>
            <ac:inkMk id="115" creationId="{1E18C658-CD25-A5EA-3743-1E185023648C}"/>
          </ac:inkMkLst>
        </pc:inkChg>
        <pc:inkChg chg="add mod">
          <ac:chgData name="Mahima Weerasinghe" userId="e11e3f55-42da-4e07-8ead-4d7a1d7ea1c6" providerId="ADAL" clId="{DEC8990C-F1E8-4081-8796-F50D8B9FA883}" dt="2024-10-13T13:33:34.276" v="2548"/>
          <ac:inkMkLst>
            <pc:docMk/>
            <pc:sldMk cId="3516305260" sldId="400"/>
            <ac:inkMk id="116" creationId="{446FF3EC-75F6-E774-7201-09F0B315875B}"/>
          </ac:inkMkLst>
        </pc:inkChg>
        <pc:inkChg chg="add mod">
          <ac:chgData name="Mahima Weerasinghe" userId="e11e3f55-42da-4e07-8ead-4d7a1d7ea1c6" providerId="ADAL" clId="{DEC8990C-F1E8-4081-8796-F50D8B9FA883}" dt="2024-10-13T13:15:39.909" v="2332"/>
          <ac:inkMkLst>
            <pc:docMk/>
            <pc:sldMk cId="3516305260" sldId="400"/>
            <ac:inkMk id="118" creationId="{CCC6A8DF-D114-FF67-B3B8-4223A9F8DBFA}"/>
          </ac:inkMkLst>
        </pc:inkChg>
        <pc:inkChg chg="add mod">
          <ac:chgData name="Mahima Weerasinghe" userId="e11e3f55-42da-4e07-8ead-4d7a1d7ea1c6" providerId="ADAL" clId="{DEC8990C-F1E8-4081-8796-F50D8B9FA883}" dt="2024-10-13T13:15:39.909" v="2332"/>
          <ac:inkMkLst>
            <pc:docMk/>
            <pc:sldMk cId="3516305260" sldId="400"/>
            <ac:inkMk id="119" creationId="{CE1418CC-710D-0CE0-2E5E-CE1DD5061CC9}"/>
          </ac:inkMkLst>
        </pc:inkChg>
        <pc:inkChg chg="add mod">
          <ac:chgData name="Mahima Weerasinghe" userId="e11e3f55-42da-4e07-8ead-4d7a1d7ea1c6" providerId="ADAL" clId="{DEC8990C-F1E8-4081-8796-F50D8B9FA883}" dt="2024-10-13T13:15:39.909" v="2332"/>
          <ac:inkMkLst>
            <pc:docMk/>
            <pc:sldMk cId="3516305260" sldId="400"/>
            <ac:inkMk id="120" creationId="{114B358F-0E7D-15D5-252A-5EFF47855E0D}"/>
          </ac:inkMkLst>
        </pc:inkChg>
        <pc:inkChg chg="add mod">
          <ac:chgData name="Mahima Weerasinghe" userId="e11e3f55-42da-4e07-8ead-4d7a1d7ea1c6" providerId="ADAL" clId="{DEC8990C-F1E8-4081-8796-F50D8B9FA883}" dt="2024-10-13T13:15:39.909" v="2332"/>
          <ac:inkMkLst>
            <pc:docMk/>
            <pc:sldMk cId="3516305260" sldId="400"/>
            <ac:inkMk id="121" creationId="{0DA3223C-B8FE-25F9-3E85-4E5A6073F532}"/>
          </ac:inkMkLst>
        </pc:inkChg>
        <pc:inkChg chg="add mod">
          <ac:chgData name="Mahima Weerasinghe" userId="e11e3f55-42da-4e07-8ead-4d7a1d7ea1c6" providerId="ADAL" clId="{DEC8990C-F1E8-4081-8796-F50D8B9FA883}" dt="2024-10-13T13:15:39.909" v="2332"/>
          <ac:inkMkLst>
            <pc:docMk/>
            <pc:sldMk cId="3516305260" sldId="400"/>
            <ac:inkMk id="122" creationId="{9CB47704-A0D6-E1BC-0C90-8797B592A56A}"/>
          </ac:inkMkLst>
        </pc:inkChg>
        <pc:inkChg chg="add mod">
          <ac:chgData name="Mahima Weerasinghe" userId="e11e3f55-42da-4e07-8ead-4d7a1d7ea1c6" providerId="ADAL" clId="{DEC8990C-F1E8-4081-8796-F50D8B9FA883}" dt="2024-10-13T13:15:39.909" v="2332"/>
          <ac:inkMkLst>
            <pc:docMk/>
            <pc:sldMk cId="3516305260" sldId="400"/>
            <ac:inkMk id="123" creationId="{12A3BFE0-EAA9-2C3F-FC90-2FFA9112902C}"/>
          </ac:inkMkLst>
        </pc:inkChg>
        <pc:inkChg chg="add mod">
          <ac:chgData name="Mahima Weerasinghe" userId="e11e3f55-42da-4e07-8ead-4d7a1d7ea1c6" providerId="ADAL" clId="{DEC8990C-F1E8-4081-8796-F50D8B9FA883}" dt="2024-10-13T13:15:39.909" v="2332"/>
          <ac:inkMkLst>
            <pc:docMk/>
            <pc:sldMk cId="3516305260" sldId="400"/>
            <ac:inkMk id="124" creationId="{0DBB18D0-39DE-1C64-EAF3-372B2A476632}"/>
          </ac:inkMkLst>
        </pc:inkChg>
        <pc:inkChg chg="add mod">
          <ac:chgData name="Mahima Weerasinghe" userId="e11e3f55-42da-4e07-8ead-4d7a1d7ea1c6" providerId="ADAL" clId="{DEC8990C-F1E8-4081-8796-F50D8B9FA883}" dt="2024-10-13T13:15:39.909" v="2332"/>
          <ac:inkMkLst>
            <pc:docMk/>
            <pc:sldMk cId="3516305260" sldId="400"/>
            <ac:inkMk id="125" creationId="{887AF967-BD1D-3D43-79B0-B7018E0A5DEF}"/>
          </ac:inkMkLst>
        </pc:inkChg>
        <pc:inkChg chg="add mod">
          <ac:chgData name="Mahima Weerasinghe" userId="e11e3f55-42da-4e07-8ead-4d7a1d7ea1c6" providerId="ADAL" clId="{DEC8990C-F1E8-4081-8796-F50D8B9FA883}" dt="2024-10-13T13:13:51.803" v="2272"/>
          <ac:inkMkLst>
            <pc:docMk/>
            <pc:sldMk cId="3516305260" sldId="400"/>
            <ac:inkMk id="127" creationId="{2D52D955-2C9E-A9F9-1C64-B99976D8E436}"/>
          </ac:inkMkLst>
        </pc:inkChg>
        <pc:inkChg chg="add mod">
          <ac:chgData name="Mahima Weerasinghe" userId="e11e3f55-42da-4e07-8ead-4d7a1d7ea1c6" providerId="ADAL" clId="{DEC8990C-F1E8-4081-8796-F50D8B9FA883}" dt="2024-10-13T13:13:51.803" v="2272"/>
          <ac:inkMkLst>
            <pc:docMk/>
            <pc:sldMk cId="3516305260" sldId="400"/>
            <ac:inkMk id="128" creationId="{170AEB52-DF38-815D-C08B-67B731A714EC}"/>
          </ac:inkMkLst>
        </pc:inkChg>
        <pc:inkChg chg="add mod">
          <ac:chgData name="Mahima Weerasinghe" userId="e11e3f55-42da-4e07-8ead-4d7a1d7ea1c6" providerId="ADAL" clId="{DEC8990C-F1E8-4081-8796-F50D8B9FA883}" dt="2024-10-13T13:13:51.803" v="2272"/>
          <ac:inkMkLst>
            <pc:docMk/>
            <pc:sldMk cId="3516305260" sldId="400"/>
            <ac:inkMk id="129" creationId="{8818CE27-6DD2-D41B-1367-69E242AC6554}"/>
          </ac:inkMkLst>
        </pc:inkChg>
        <pc:inkChg chg="add mod">
          <ac:chgData name="Mahima Weerasinghe" userId="e11e3f55-42da-4e07-8ead-4d7a1d7ea1c6" providerId="ADAL" clId="{DEC8990C-F1E8-4081-8796-F50D8B9FA883}" dt="2024-10-13T13:13:51.803" v="2272"/>
          <ac:inkMkLst>
            <pc:docMk/>
            <pc:sldMk cId="3516305260" sldId="400"/>
            <ac:inkMk id="130" creationId="{87A7179D-60F4-102A-3F98-C78D337EA77A}"/>
          </ac:inkMkLst>
        </pc:inkChg>
        <pc:inkChg chg="add mod">
          <ac:chgData name="Mahima Weerasinghe" userId="e11e3f55-42da-4e07-8ead-4d7a1d7ea1c6" providerId="ADAL" clId="{DEC8990C-F1E8-4081-8796-F50D8B9FA883}" dt="2024-10-13T13:13:51.803" v="2272"/>
          <ac:inkMkLst>
            <pc:docMk/>
            <pc:sldMk cId="3516305260" sldId="400"/>
            <ac:inkMk id="131" creationId="{7E1A6661-CB07-55B5-3202-7BD25F289692}"/>
          </ac:inkMkLst>
        </pc:inkChg>
        <pc:inkChg chg="add mod">
          <ac:chgData name="Mahima Weerasinghe" userId="e11e3f55-42da-4e07-8ead-4d7a1d7ea1c6" providerId="ADAL" clId="{DEC8990C-F1E8-4081-8796-F50D8B9FA883}" dt="2024-10-13T13:13:51.803" v="2272"/>
          <ac:inkMkLst>
            <pc:docMk/>
            <pc:sldMk cId="3516305260" sldId="400"/>
            <ac:inkMk id="132" creationId="{D90C4188-9DB4-8607-4A52-42AB1CBAE5F2}"/>
          </ac:inkMkLst>
        </pc:inkChg>
        <pc:inkChg chg="add mod">
          <ac:chgData name="Mahima Weerasinghe" userId="e11e3f55-42da-4e07-8ead-4d7a1d7ea1c6" providerId="ADAL" clId="{DEC8990C-F1E8-4081-8796-F50D8B9FA883}" dt="2024-10-13T13:13:51.803" v="2272"/>
          <ac:inkMkLst>
            <pc:docMk/>
            <pc:sldMk cId="3516305260" sldId="400"/>
            <ac:inkMk id="133" creationId="{B210A956-5145-94E7-C121-D4D10BA69754}"/>
          </ac:inkMkLst>
        </pc:inkChg>
        <pc:inkChg chg="add mod">
          <ac:chgData name="Mahima Weerasinghe" userId="e11e3f55-42da-4e07-8ead-4d7a1d7ea1c6" providerId="ADAL" clId="{DEC8990C-F1E8-4081-8796-F50D8B9FA883}" dt="2024-10-13T13:13:51.803" v="2272"/>
          <ac:inkMkLst>
            <pc:docMk/>
            <pc:sldMk cId="3516305260" sldId="400"/>
            <ac:inkMk id="134" creationId="{17E1D842-4375-1515-1D29-D7326F5C5AFB}"/>
          </ac:inkMkLst>
        </pc:inkChg>
        <pc:inkChg chg="add mod">
          <ac:chgData name="Mahima Weerasinghe" userId="e11e3f55-42da-4e07-8ead-4d7a1d7ea1c6" providerId="ADAL" clId="{DEC8990C-F1E8-4081-8796-F50D8B9FA883}" dt="2024-10-13T13:13:51.803" v="2272"/>
          <ac:inkMkLst>
            <pc:docMk/>
            <pc:sldMk cId="3516305260" sldId="400"/>
            <ac:inkMk id="135" creationId="{A8835915-59DD-6C7E-2D22-93E819AEFC56}"/>
          </ac:inkMkLst>
        </pc:inkChg>
        <pc:inkChg chg="add mod">
          <ac:chgData name="Mahima Weerasinghe" userId="e11e3f55-42da-4e07-8ead-4d7a1d7ea1c6" providerId="ADAL" clId="{DEC8990C-F1E8-4081-8796-F50D8B9FA883}" dt="2024-10-13T13:13:51.803" v="2272"/>
          <ac:inkMkLst>
            <pc:docMk/>
            <pc:sldMk cId="3516305260" sldId="400"/>
            <ac:inkMk id="136" creationId="{1CDD41BB-E731-F7B0-242A-721D338CCCE6}"/>
          </ac:inkMkLst>
        </pc:inkChg>
        <pc:inkChg chg="add mod">
          <ac:chgData name="Mahima Weerasinghe" userId="e11e3f55-42da-4e07-8ead-4d7a1d7ea1c6" providerId="ADAL" clId="{DEC8990C-F1E8-4081-8796-F50D8B9FA883}" dt="2024-10-13T13:13:51.803" v="2272"/>
          <ac:inkMkLst>
            <pc:docMk/>
            <pc:sldMk cId="3516305260" sldId="400"/>
            <ac:inkMk id="139" creationId="{2B8AB684-2790-D002-7147-AC8BD35C25EA}"/>
          </ac:inkMkLst>
        </pc:inkChg>
        <pc:inkChg chg="add mod">
          <ac:chgData name="Mahima Weerasinghe" userId="e11e3f55-42da-4e07-8ead-4d7a1d7ea1c6" providerId="ADAL" clId="{DEC8990C-F1E8-4081-8796-F50D8B9FA883}" dt="2024-10-13T13:13:51.803" v="2272"/>
          <ac:inkMkLst>
            <pc:docMk/>
            <pc:sldMk cId="3516305260" sldId="400"/>
            <ac:inkMk id="140" creationId="{51A6BA31-23D7-2954-3300-03A64F8297BE}"/>
          </ac:inkMkLst>
        </pc:inkChg>
        <pc:inkChg chg="add mod">
          <ac:chgData name="Mahima Weerasinghe" userId="e11e3f55-42da-4e07-8ead-4d7a1d7ea1c6" providerId="ADAL" clId="{DEC8990C-F1E8-4081-8796-F50D8B9FA883}" dt="2024-10-13T13:13:51.803" v="2272"/>
          <ac:inkMkLst>
            <pc:docMk/>
            <pc:sldMk cId="3516305260" sldId="400"/>
            <ac:inkMk id="141" creationId="{0A0FC999-5757-E428-5016-ECBF06A3EA1F}"/>
          </ac:inkMkLst>
        </pc:inkChg>
        <pc:inkChg chg="add mod">
          <ac:chgData name="Mahima Weerasinghe" userId="e11e3f55-42da-4e07-8ead-4d7a1d7ea1c6" providerId="ADAL" clId="{DEC8990C-F1E8-4081-8796-F50D8B9FA883}" dt="2024-10-13T13:13:51.803" v="2272"/>
          <ac:inkMkLst>
            <pc:docMk/>
            <pc:sldMk cId="3516305260" sldId="400"/>
            <ac:inkMk id="142" creationId="{AD548E9D-94F9-9D63-F7DD-5440C9C63F5E}"/>
          </ac:inkMkLst>
        </pc:inkChg>
        <pc:inkChg chg="add mod">
          <ac:chgData name="Mahima Weerasinghe" userId="e11e3f55-42da-4e07-8ead-4d7a1d7ea1c6" providerId="ADAL" clId="{DEC8990C-F1E8-4081-8796-F50D8B9FA883}" dt="2024-10-13T13:13:51.803" v="2272"/>
          <ac:inkMkLst>
            <pc:docMk/>
            <pc:sldMk cId="3516305260" sldId="400"/>
            <ac:inkMk id="143" creationId="{48E3D8BF-1716-0424-71EA-D6EC4D852D5D}"/>
          </ac:inkMkLst>
        </pc:inkChg>
        <pc:inkChg chg="add mod">
          <ac:chgData name="Mahima Weerasinghe" userId="e11e3f55-42da-4e07-8ead-4d7a1d7ea1c6" providerId="ADAL" clId="{DEC8990C-F1E8-4081-8796-F50D8B9FA883}" dt="2024-10-13T13:13:51.803" v="2272"/>
          <ac:inkMkLst>
            <pc:docMk/>
            <pc:sldMk cId="3516305260" sldId="400"/>
            <ac:inkMk id="144" creationId="{6DD59CC5-9BDD-8905-1875-89A6C11EA69C}"/>
          </ac:inkMkLst>
        </pc:inkChg>
        <pc:inkChg chg="add mod">
          <ac:chgData name="Mahima Weerasinghe" userId="e11e3f55-42da-4e07-8ead-4d7a1d7ea1c6" providerId="ADAL" clId="{DEC8990C-F1E8-4081-8796-F50D8B9FA883}" dt="2024-10-13T13:13:51.803" v="2272"/>
          <ac:inkMkLst>
            <pc:docMk/>
            <pc:sldMk cId="3516305260" sldId="400"/>
            <ac:inkMk id="145" creationId="{70AD19AA-F5B1-1E1A-874F-21E72346B4FD}"/>
          </ac:inkMkLst>
        </pc:inkChg>
        <pc:inkChg chg="add mod">
          <ac:chgData name="Mahima Weerasinghe" userId="e11e3f55-42da-4e07-8ead-4d7a1d7ea1c6" providerId="ADAL" clId="{DEC8990C-F1E8-4081-8796-F50D8B9FA883}" dt="2024-10-13T13:15:48.820" v="2340"/>
          <ac:inkMkLst>
            <pc:docMk/>
            <pc:sldMk cId="3516305260" sldId="400"/>
            <ac:inkMk id="147" creationId="{9B7A269C-7A86-598B-DECF-50794E15AADA}"/>
          </ac:inkMkLst>
        </pc:inkChg>
        <pc:inkChg chg="add mod">
          <ac:chgData name="Mahima Weerasinghe" userId="e11e3f55-42da-4e07-8ead-4d7a1d7ea1c6" providerId="ADAL" clId="{DEC8990C-F1E8-4081-8796-F50D8B9FA883}" dt="2024-10-13T13:15:48.820" v="2340"/>
          <ac:inkMkLst>
            <pc:docMk/>
            <pc:sldMk cId="3516305260" sldId="400"/>
            <ac:inkMk id="148" creationId="{D8663DB2-29D6-1BDF-3DC1-1A600C2AA69E}"/>
          </ac:inkMkLst>
        </pc:inkChg>
        <pc:inkChg chg="add mod">
          <ac:chgData name="Mahima Weerasinghe" userId="e11e3f55-42da-4e07-8ead-4d7a1d7ea1c6" providerId="ADAL" clId="{DEC8990C-F1E8-4081-8796-F50D8B9FA883}" dt="2024-10-13T13:15:48.820" v="2340"/>
          <ac:inkMkLst>
            <pc:docMk/>
            <pc:sldMk cId="3516305260" sldId="400"/>
            <ac:inkMk id="149" creationId="{2AD65D9B-A9FF-53F5-28CC-48BE3F03E82D}"/>
          </ac:inkMkLst>
        </pc:inkChg>
        <pc:inkChg chg="add mod">
          <ac:chgData name="Mahima Weerasinghe" userId="e11e3f55-42da-4e07-8ead-4d7a1d7ea1c6" providerId="ADAL" clId="{DEC8990C-F1E8-4081-8796-F50D8B9FA883}" dt="2024-10-13T13:15:48.820" v="2340"/>
          <ac:inkMkLst>
            <pc:docMk/>
            <pc:sldMk cId="3516305260" sldId="400"/>
            <ac:inkMk id="150" creationId="{12881810-2ECB-FF8F-DA57-ADDDDE75DEAD}"/>
          </ac:inkMkLst>
        </pc:inkChg>
        <pc:inkChg chg="add mod">
          <ac:chgData name="Mahima Weerasinghe" userId="e11e3f55-42da-4e07-8ead-4d7a1d7ea1c6" providerId="ADAL" clId="{DEC8990C-F1E8-4081-8796-F50D8B9FA883}" dt="2024-10-13T13:15:48.820" v="2340"/>
          <ac:inkMkLst>
            <pc:docMk/>
            <pc:sldMk cId="3516305260" sldId="400"/>
            <ac:inkMk id="151" creationId="{D32DCE0E-7FC8-8135-087F-E09CFD87C944}"/>
          </ac:inkMkLst>
        </pc:inkChg>
        <pc:inkChg chg="add mod">
          <ac:chgData name="Mahima Weerasinghe" userId="e11e3f55-42da-4e07-8ead-4d7a1d7ea1c6" providerId="ADAL" clId="{DEC8990C-F1E8-4081-8796-F50D8B9FA883}" dt="2024-10-13T13:15:39.909" v="2332"/>
          <ac:inkMkLst>
            <pc:docMk/>
            <pc:sldMk cId="3516305260" sldId="400"/>
            <ac:inkMk id="153" creationId="{50FA247F-68CF-9E21-AB70-51F4B90D554F}"/>
          </ac:inkMkLst>
        </pc:inkChg>
        <pc:inkChg chg="add mod">
          <ac:chgData name="Mahima Weerasinghe" userId="e11e3f55-42da-4e07-8ead-4d7a1d7ea1c6" providerId="ADAL" clId="{DEC8990C-F1E8-4081-8796-F50D8B9FA883}" dt="2024-10-13T13:15:39.909" v="2332"/>
          <ac:inkMkLst>
            <pc:docMk/>
            <pc:sldMk cId="3516305260" sldId="400"/>
            <ac:inkMk id="154" creationId="{C5E5C881-DA1B-A57F-5D12-5BA37494D3A5}"/>
          </ac:inkMkLst>
        </pc:inkChg>
        <pc:inkChg chg="add mod">
          <ac:chgData name="Mahima Weerasinghe" userId="e11e3f55-42da-4e07-8ead-4d7a1d7ea1c6" providerId="ADAL" clId="{DEC8990C-F1E8-4081-8796-F50D8B9FA883}" dt="2024-10-13T13:15:39.909" v="2332"/>
          <ac:inkMkLst>
            <pc:docMk/>
            <pc:sldMk cId="3516305260" sldId="400"/>
            <ac:inkMk id="155" creationId="{CA4891D3-475E-24E5-4C8C-8A75A7B18BBC}"/>
          </ac:inkMkLst>
        </pc:inkChg>
        <pc:inkChg chg="add mod">
          <ac:chgData name="Mahima Weerasinghe" userId="e11e3f55-42da-4e07-8ead-4d7a1d7ea1c6" providerId="ADAL" clId="{DEC8990C-F1E8-4081-8796-F50D8B9FA883}" dt="2024-10-13T13:15:39.909" v="2332"/>
          <ac:inkMkLst>
            <pc:docMk/>
            <pc:sldMk cId="3516305260" sldId="400"/>
            <ac:inkMk id="156" creationId="{EACE25AE-1D83-A373-5E1B-AF6737A799A6}"/>
          </ac:inkMkLst>
        </pc:inkChg>
        <pc:inkChg chg="add mod">
          <ac:chgData name="Mahima Weerasinghe" userId="e11e3f55-42da-4e07-8ead-4d7a1d7ea1c6" providerId="ADAL" clId="{DEC8990C-F1E8-4081-8796-F50D8B9FA883}" dt="2024-10-13T13:15:39.909" v="2332"/>
          <ac:inkMkLst>
            <pc:docMk/>
            <pc:sldMk cId="3516305260" sldId="400"/>
            <ac:inkMk id="157" creationId="{07D07895-878F-5542-1F9C-6310B204AFC4}"/>
          </ac:inkMkLst>
        </pc:inkChg>
        <pc:inkChg chg="add mod">
          <ac:chgData name="Mahima Weerasinghe" userId="e11e3f55-42da-4e07-8ead-4d7a1d7ea1c6" providerId="ADAL" clId="{DEC8990C-F1E8-4081-8796-F50D8B9FA883}" dt="2024-10-13T13:15:39.909" v="2332"/>
          <ac:inkMkLst>
            <pc:docMk/>
            <pc:sldMk cId="3516305260" sldId="400"/>
            <ac:inkMk id="158" creationId="{2C8D0ED8-D03E-CBF4-C6BC-735DBE2B7603}"/>
          </ac:inkMkLst>
        </pc:inkChg>
        <pc:inkChg chg="add mod">
          <ac:chgData name="Mahima Weerasinghe" userId="e11e3f55-42da-4e07-8ead-4d7a1d7ea1c6" providerId="ADAL" clId="{DEC8990C-F1E8-4081-8796-F50D8B9FA883}" dt="2024-10-13T13:15:39.909" v="2332"/>
          <ac:inkMkLst>
            <pc:docMk/>
            <pc:sldMk cId="3516305260" sldId="400"/>
            <ac:inkMk id="159" creationId="{C17B2022-DC2C-C668-6337-49371A24499E}"/>
          </ac:inkMkLst>
        </pc:inkChg>
        <pc:inkChg chg="add mod">
          <ac:chgData name="Mahima Weerasinghe" userId="e11e3f55-42da-4e07-8ead-4d7a1d7ea1c6" providerId="ADAL" clId="{DEC8990C-F1E8-4081-8796-F50D8B9FA883}" dt="2024-10-13T13:15:39.909" v="2332"/>
          <ac:inkMkLst>
            <pc:docMk/>
            <pc:sldMk cId="3516305260" sldId="400"/>
            <ac:inkMk id="161" creationId="{D105BA32-7716-005E-3076-98E2F792D11E}"/>
          </ac:inkMkLst>
        </pc:inkChg>
        <pc:inkChg chg="add mod">
          <ac:chgData name="Mahima Weerasinghe" userId="e11e3f55-42da-4e07-8ead-4d7a1d7ea1c6" providerId="ADAL" clId="{DEC8990C-F1E8-4081-8796-F50D8B9FA883}" dt="2024-10-13T13:15:39.909" v="2332"/>
          <ac:inkMkLst>
            <pc:docMk/>
            <pc:sldMk cId="3516305260" sldId="400"/>
            <ac:inkMk id="162" creationId="{E328B75E-90C9-C064-4B9F-B972A9B199A3}"/>
          </ac:inkMkLst>
        </pc:inkChg>
        <pc:inkChg chg="add mod">
          <ac:chgData name="Mahima Weerasinghe" userId="e11e3f55-42da-4e07-8ead-4d7a1d7ea1c6" providerId="ADAL" clId="{DEC8990C-F1E8-4081-8796-F50D8B9FA883}" dt="2024-10-13T13:15:39.909" v="2332"/>
          <ac:inkMkLst>
            <pc:docMk/>
            <pc:sldMk cId="3516305260" sldId="400"/>
            <ac:inkMk id="164" creationId="{39281E09-F0B5-3D1F-0C74-A3B879A63E46}"/>
          </ac:inkMkLst>
        </pc:inkChg>
        <pc:inkChg chg="add mod">
          <ac:chgData name="Mahima Weerasinghe" userId="e11e3f55-42da-4e07-8ead-4d7a1d7ea1c6" providerId="ADAL" clId="{DEC8990C-F1E8-4081-8796-F50D8B9FA883}" dt="2024-10-13T13:15:39.909" v="2332"/>
          <ac:inkMkLst>
            <pc:docMk/>
            <pc:sldMk cId="3516305260" sldId="400"/>
            <ac:inkMk id="165" creationId="{BACB2004-350D-4238-3A4C-C207FC827EC8}"/>
          </ac:inkMkLst>
        </pc:inkChg>
        <pc:inkChg chg="add mod">
          <ac:chgData name="Mahima Weerasinghe" userId="e11e3f55-42da-4e07-8ead-4d7a1d7ea1c6" providerId="ADAL" clId="{DEC8990C-F1E8-4081-8796-F50D8B9FA883}" dt="2024-10-13T13:15:39.909" v="2332"/>
          <ac:inkMkLst>
            <pc:docMk/>
            <pc:sldMk cId="3516305260" sldId="400"/>
            <ac:inkMk id="166" creationId="{C43D0809-25D0-3EA5-6D6C-EA91C72D1F97}"/>
          </ac:inkMkLst>
        </pc:inkChg>
        <pc:inkChg chg="add mod">
          <ac:chgData name="Mahima Weerasinghe" userId="e11e3f55-42da-4e07-8ead-4d7a1d7ea1c6" providerId="ADAL" clId="{DEC8990C-F1E8-4081-8796-F50D8B9FA883}" dt="2024-10-13T13:15:39.909" v="2332"/>
          <ac:inkMkLst>
            <pc:docMk/>
            <pc:sldMk cId="3516305260" sldId="400"/>
            <ac:inkMk id="167" creationId="{071FA5EF-1CD2-F97A-DDE5-EA117514FF05}"/>
          </ac:inkMkLst>
        </pc:inkChg>
        <pc:inkChg chg="add mod">
          <ac:chgData name="Mahima Weerasinghe" userId="e11e3f55-42da-4e07-8ead-4d7a1d7ea1c6" providerId="ADAL" clId="{DEC8990C-F1E8-4081-8796-F50D8B9FA883}" dt="2024-10-13T13:15:39.909" v="2332"/>
          <ac:inkMkLst>
            <pc:docMk/>
            <pc:sldMk cId="3516305260" sldId="400"/>
            <ac:inkMk id="168" creationId="{2738848C-B84D-1578-9338-51E909D6939F}"/>
          </ac:inkMkLst>
        </pc:inkChg>
        <pc:inkChg chg="add mod">
          <ac:chgData name="Mahima Weerasinghe" userId="e11e3f55-42da-4e07-8ead-4d7a1d7ea1c6" providerId="ADAL" clId="{DEC8990C-F1E8-4081-8796-F50D8B9FA883}" dt="2024-10-13T13:15:39.909" v="2332"/>
          <ac:inkMkLst>
            <pc:docMk/>
            <pc:sldMk cId="3516305260" sldId="400"/>
            <ac:inkMk id="169" creationId="{AB3EF364-BB5B-3EDE-370D-F0655B4AFCCB}"/>
          </ac:inkMkLst>
        </pc:inkChg>
        <pc:inkChg chg="add mod">
          <ac:chgData name="Mahima Weerasinghe" userId="e11e3f55-42da-4e07-8ead-4d7a1d7ea1c6" providerId="ADAL" clId="{DEC8990C-F1E8-4081-8796-F50D8B9FA883}" dt="2024-10-13T13:15:39.909" v="2332"/>
          <ac:inkMkLst>
            <pc:docMk/>
            <pc:sldMk cId="3516305260" sldId="400"/>
            <ac:inkMk id="170" creationId="{47B3FE89-08D8-B2D7-1806-E158CF095FBF}"/>
          </ac:inkMkLst>
        </pc:inkChg>
        <pc:inkChg chg="add mod">
          <ac:chgData name="Mahima Weerasinghe" userId="e11e3f55-42da-4e07-8ead-4d7a1d7ea1c6" providerId="ADAL" clId="{DEC8990C-F1E8-4081-8796-F50D8B9FA883}" dt="2024-10-13T13:15:39.909" v="2332"/>
          <ac:inkMkLst>
            <pc:docMk/>
            <pc:sldMk cId="3516305260" sldId="400"/>
            <ac:inkMk id="171" creationId="{D62C537E-0BCD-31F3-2A24-DB29EACB7765}"/>
          </ac:inkMkLst>
        </pc:inkChg>
        <pc:inkChg chg="add mod">
          <ac:chgData name="Mahima Weerasinghe" userId="e11e3f55-42da-4e07-8ead-4d7a1d7ea1c6" providerId="ADAL" clId="{DEC8990C-F1E8-4081-8796-F50D8B9FA883}" dt="2024-10-13T13:15:39.909" v="2332"/>
          <ac:inkMkLst>
            <pc:docMk/>
            <pc:sldMk cId="3516305260" sldId="400"/>
            <ac:inkMk id="173" creationId="{2F5DD46F-E999-05AE-AF9F-26A652C72735}"/>
          </ac:inkMkLst>
        </pc:inkChg>
        <pc:inkChg chg="add mod">
          <ac:chgData name="Mahima Weerasinghe" userId="e11e3f55-42da-4e07-8ead-4d7a1d7ea1c6" providerId="ADAL" clId="{DEC8990C-F1E8-4081-8796-F50D8B9FA883}" dt="2024-10-13T13:15:39.909" v="2332"/>
          <ac:inkMkLst>
            <pc:docMk/>
            <pc:sldMk cId="3516305260" sldId="400"/>
            <ac:inkMk id="174" creationId="{82719BC7-2D05-35F7-0426-AFCE2947FB03}"/>
          </ac:inkMkLst>
        </pc:inkChg>
        <pc:inkChg chg="add mod">
          <ac:chgData name="Mahima Weerasinghe" userId="e11e3f55-42da-4e07-8ead-4d7a1d7ea1c6" providerId="ADAL" clId="{DEC8990C-F1E8-4081-8796-F50D8B9FA883}" dt="2024-10-13T13:15:39.909" v="2332"/>
          <ac:inkMkLst>
            <pc:docMk/>
            <pc:sldMk cId="3516305260" sldId="400"/>
            <ac:inkMk id="175" creationId="{5895F0CE-C5E6-77E6-A393-50387F13701D}"/>
          </ac:inkMkLst>
        </pc:inkChg>
        <pc:inkChg chg="add mod">
          <ac:chgData name="Mahima Weerasinghe" userId="e11e3f55-42da-4e07-8ead-4d7a1d7ea1c6" providerId="ADAL" clId="{DEC8990C-F1E8-4081-8796-F50D8B9FA883}" dt="2024-10-13T13:15:39.909" v="2332"/>
          <ac:inkMkLst>
            <pc:docMk/>
            <pc:sldMk cId="3516305260" sldId="400"/>
            <ac:inkMk id="176" creationId="{43BA4466-AD0A-2BC8-C3AF-D194CB77C9BE}"/>
          </ac:inkMkLst>
        </pc:inkChg>
        <pc:inkChg chg="add mod">
          <ac:chgData name="Mahima Weerasinghe" userId="e11e3f55-42da-4e07-8ead-4d7a1d7ea1c6" providerId="ADAL" clId="{DEC8990C-F1E8-4081-8796-F50D8B9FA883}" dt="2024-10-13T13:15:39.909" v="2332"/>
          <ac:inkMkLst>
            <pc:docMk/>
            <pc:sldMk cId="3516305260" sldId="400"/>
            <ac:inkMk id="177" creationId="{41D14690-0BE2-5E23-57C8-EFDB09CA36B7}"/>
          </ac:inkMkLst>
        </pc:inkChg>
        <pc:inkChg chg="add mod">
          <ac:chgData name="Mahima Weerasinghe" userId="e11e3f55-42da-4e07-8ead-4d7a1d7ea1c6" providerId="ADAL" clId="{DEC8990C-F1E8-4081-8796-F50D8B9FA883}" dt="2024-10-13T13:15:39.909" v="2332"/>
          <ac:inkMkLst>
            <pc:docMk/>
            <pc:sldMk cId="3516305260" sldId="400"/>
            <ac:inkMk id="179" creationId="{5A564F70-9F28-94EA-90A5-6BE48E6118D9}"/>
          </ac:inkMkLst>
        </pc:inkChg>
        <pc:inkChg chg="add mod">
          <ac:chgData name="Mahima Weerasinghe" userId="e11e3f55-42da-4e07-8ead-4d7a1d7ea1c6" providerId="ADAL" clId="{DEC8990C-F1E8-4081-8796-F50D8B9FA883}" dt="2024-10-13T13:15:39.909" v="2332"/>
          <ac:inkMkLst>
            <pc:docMk/>
            <pc:sldMk cId="3516305260" sldId="400"/>
            <ac:inkMk id="180" creationId="{1E79B378-A187-7A6E-DB0B-C0C00827441A}"/>
          </ac:inkMkLst>
        </pc:inkChg>
        <pc:inkChg chg="add mod">
          <ac:chgData name="Mahima Weerasinghe" userId="e11e3f55-42da-4e07-8ead-4d7a1d7ea1c6" providerId="ADAL" clId="{DEC8990C-F1E8-4081-8796-F50D8B9FA883}" dt="2024-10-13T13:15:39.909" v="2332"/>
          <ac:inkMkLst>
            <pc:docMk/>
            <pc:sldMk cId="3516305260" sldId="400"/>
            <ac:inkMk id="181" creationId="{EDC8476D-FFBB-FE48-0974-D4883F5CD775}"/>
          </ac:inkMkLst>
        </pc:inkChg>
        <pc:inkChg chg="add mod">
          <ac:chgData name="Mahima Weerasinghe" userId="e11e3f55-42da-4e07-8ead-4d7a1d7ea1c6" providerId="ADAL" clId="{DEC8990C-F1E8-4081-8796-F50D8B9FA883}" dt="2024-10-13T13:15:39.909" v="2332"/>
          <ac:inkMkLst>
            <pc:docMk/>
            <pc:sldMk cId="3516305260" sldId="400"/>
            <ac:inkMk id="182" creationId="{471E309D-F8C7-BECF-6C95-E015C0B03185}"/>
          </ac:inkMkLst>
        </pc:inkChg>
        <pc:inkChg chg="add mod">
          <ac:chgData name="Mahima Weerasinghe" userId="e11e3f55-42da-4e07-8ead-4d7a1d7ea1c6" providerId="ADAL" clId="{DEC8990C-F1E8-4081-8796-F50D8B9FA883}" dt="2024-10-13T13:15:39.909" v="2332"/>
          <ac:inkMkLst>
            <pc:docMk/>
            <pc:sldMk cId="3516305260" sldId="400"/>
            <ac:inkMk id="184" creationId="{3B2A40D7-5708-3564-AAEA-2CEE0D1D0B9E}"/>
          </ac:inkMkLst>
        </pc:inkChg>
        <pc:inkChg chg="add mod">
          <ac:chgData name="Mahima Weerasinghe" userId="e11e3f55-42da-4e07-8ead-4d7a1d7ea1c6" providerId="ADAL" clId="{DEC8990C-F1E8-4081-8796-F50D8B9FA883}" dt="2024-10-13T13:15:39.909" v="2332"/>
          <ac:inkMkLst>
            <pc:docMk/>
            <pc:sldMk cId="3516305260" sldId="400"/>
            <ac:inkMk id="185" creationId="{1B06E5C3-0451-86F7-CB4D-B9E50E7BEDC7}"/>
          </ac:inkMkLst>
        </pc:inkChg>
        <pc:inkChg chg="add mod">
          <ac:chgData name="Mahima Weerasinghe" userId="e11e3f55-42da-4e07-8ead-4d7a1d7ea1c6" providerId="ADAL" clId="{DEC8990C-F1E8-4081-8796-F50D8B9FA883}" dt="2024-10-13T13:15:39.909" v="2332"/>
          <ac:inkMkLst>
            <pc:docMk/>
            <pc:sldMk cId="3516305260" sldId="400"/>
            <ac:inkMk id="186" creationId="{E034B9AB-DF6E-5FBF-C712-4D82D15CD340}"/>
          </ac:inkMkLst>
        </pc:inkChg>
        <pc:inkChg chg="add mod">
          <ac:chgData name="Mahima Weerasinghe" userId="e11e3f55-42da-4e07-8ead-4d7a1d7ea1c6" providerId="ADAL" clId="{DEC8990C-F1E8-4081-8796-F50D8B9FA883}" dt="2024-10-13T13:15:39.909" v="2332"/>
          <ac:inkMkLst>
            <pc:docMk/>
            <pc:sldMk cId="3516305260" sldId="400"/>
            <ac:inkMk id="187" creationId="{75FD0C4F-B72A-F9A4-4021-6D908856AA52}"/>
          </ac:inkMkLst>
        </pc:inkChg>
        <pc:inkChg chg="add mod">
          <ac:chgData name="Mahima Weerasinghe" userId="e11e3f55-42da-4e07-8ead-4d7a1d7ea1c6" providerId="ADAL" clId="{DEC8990C-F1E8-4081-8796-F50D8B9FA883}" dt="2024-10-13T13:15:39.909" v="2332"/>
          <ac:inkMkLst>
            <pc:docMk/>
            <pc:sldMk cId="3516305260" sldId="400"/>
            <ac:inkMk id="188" creationId="{95B298E0-1396-967E-225D-848B839E0706}"/>
          </ac:inkMkLst>
        </pc:inkChg>
        <pc:inkChg chg="add mod">
          <ac:chgData name="Mahima Weerasinghe" userId="e11e3f55-42da-4e07-8ead-4d7a1d7ea1c6" providerId="ADAL" clId="{DEC8990C-F1E8-4081-8796-F50D8B9FA883}" dt="2024-10-13T13:15:39.909" v="2332"/>
          <ac:inkMkLst>
            <pc:docMk/>
            <pc:sldMk cId="3516305260" sldId="400"/>
            <ac:inkMk id="189" creationId="{31279A5B-DDAA-72AE-EDD3-F18960BFF748}"/>
          </ac:inkMkLst>
        </pc:inkChg>
        <pc:inkChg chg="add mod">
          <ac:chgData name="Mahima Weerasinghe" userId="e11e3f55-42da-4e07-8ead-4d7a1d7ea1c6" providerId="ADAL" clId="{DEC8990C-F1E8-4081-8796-F50D8B9FA883}" dt="2024-10-13T13:15:39.909" v="2332"/>
          <ac:inkMkLst>
            <pc:docMk/>
            <pc:sldMk cId="3516305260" sldId="400"/>
            <ac:inkMk id="190" creationId="{0EA3763B-2097-B402-7807-AF789D411227}"/>
          </ac:inkMkLst>
        </pc:inkChg>
        <pc:inkChg chg="add mod">
          <ac:chgData name="Mahima Weerasinghe" userId="e11e3f55-42da-4e07-8ead-4d7a1d7ea1c6" providerId="ADAL" clId="{DEC8990C-F1E8-4081-8796-F50D8B9FA883}" dt="2024-10-13T13:15:39.909" v="2332"/>
          <ac:inkMkLst>
            <pc:docMk/>
            <pc:sldMk cId="3516305260" sldId="400"/>
            <ac:inkMk id="191" creationId="{29693358-059A-8022-DF55-485DDB3D5B16}"/>
          </ac:inkMkLst>
        </pc:inkChg>
        <pc:inkChg chg="add mod">
          <ac:chgData name="Mahima Weerasinghe" userId="e11e3f55-42da-4e07-8ead-4d7a1d7ea1c6" providerId="ADAL" clId="{DEC8990C-F1E8-4081-8796-F50D8B9FA883}" dt="2024-10-13T13:15:48.820" v="2340"/>
          <ac:inkMkLst>
            <pc:docMk/>
            <pc:sldMk cId="3516305260" sldId="400"/>
            <ac:inkMk id="193" creationId="{3BB16C7C-73B5-088B-01DC-B0A1C95945AE}"/>
          </ac:inkMkLst>
        </pc:inkChg>
        <pc:inkChg chg="add mod">
          <ac:chgData name="Mahima Weerasinghe" userId="e11e3f55-42da-4e07-8ead-4d7a1d7ea1c6" providerId="ADAL" clId="{DEC8990C-F1E8-4081-8796-F50D8B9FA883}" dt="2024-10-13T13:15:48.820" v="2340"/>
          <ac:inkMkLst>
            <pc:docMk/>
            <pc:sldMk cId="3516305260" sldId="400"/>
            <ac:inkMk id="194" creationId="{8A49860F-2975-0161-2512-D151F5F29437}"/>
          </ac:inkMkLst>
        </pc:inkChg>
        <pc:inkChg chg="add mod">
          <ac:chgData name="Mahima Weerasinghe" userId="e11e3f55-42da-4e07-8ead-4d7a1d7ea1c6" providerId="ADAL" clId="{DEC8990C-F1E8-4081-8796-F50D8B9FA883}" dt="2024-10-13T13:15:48.820" v="2340"/>
          <ac:inkMkLst>
            <pc:docMk/>
            <pc:sldMk cId="3516305260" sldId="400"/>
            <ac:inkMk id="196" creationId="{DB89F203-A488-1703-28FD-43D022C25A6E}"/>
          </ac:inkMkLst>
        </pc:inkChg>
        <pc:inkChg chg="add mod">
          <ac:chgData name="Mahima Weerasinghe" userId="e11e3f55-42da-4e07-8ead-4d7a1d7ea1c6" providerId="ADAL" clId="{DEC8990C-F1E8-4081-8796-F50D8B9FA883}" dt="2024-10-13T13:15:48.820" v="2340"/>
          <ac:inkMkLst>
            <pc:docMk/>
            <pc:sldMk cId="3516305260" sldId="400"/>
            <ac:inkMk id="197" creationId="{250DAE26-424C-7E96-B8F8-054334F81347}"/>
          </ac:inkMkLst>
        </pc:inkChg>
        <pc:inkChg chg="add mod">
          <ac:chgData name="Mahima Weerasinghe" userId="e11e3f55-42da-4e07-8ead-4d7a1d7ea1c6" providerId="ADAL" clId="{DEC8990C-F1E8-4081-8796-F50D8B9FA883}" dt="2024-10-13T13:15:48.820" v="2340"/>
          <ac:inkMkLst>
            <pc:docMk/>
            <pc:sldMk cId="3516305260" sldId="400"/>
            <ac:inkMk id="198" creationId="{12C5D9ED-723B-4B71-7F47-462B527AB742}"/>
          </ac:inkMkLst>
        </pc:inkChg>
        <pc:inkChg chg="add mod">
          <ac:chgData name="Mahima Weerasinghe" userId="e11e3f55-42da-4e07-8ead-4d7a1d7ea1c6" providerId="ADAL" clId="{DEC8990C-F1E8-4081-8796-F50D8B9FA883}" dt="2024-10-13T13:15:48.820" v="2340"/>
          <ac:inkMkLst>
            <pc:docMk/>
            <pc:sldMk cId="3516305260" sldId="400"/>
            <ac:inkMk id="199" creationId="{B9F27843-1795-7AED-3226-9213D438FE78}"/>
          </ac:inkMkLst>
        </pc:inkChg>
        <pc:inkChg chg="add mod">
          <ac:chgData name="Mahima Weerasinghe" userId="e11e3f55-42da-4e07-8ead-4d7a1d7ea1c6" providerId="ADAL" clId="{DEC8990C-F1E8-4081-8796-F50D8B9FA883}" dt="2024-10-13T13:15:48.820" v="2340"/>
          <ac:inkMkLst>
            <pc:docMk/>
            <pc:sldMk cId="3516305260" sldId="400"/>
            <ac:inkMk id="201" creationId="{4F39D611-9D03-F538-3EF2-B900587EC1C3}"/>
          </ac:inkMkLst>
        </pc:inkChg>
        <pc:inkChg chg="add mod">
          <ac:chgData name="Mahima Weerasinghe" userId="e11e3f55-42da-4e07-8ead-4d7a1d7ea1c6" providerId="ADAL" clId="{DEC8990C-F1E8-4081-8796-F50D8B9FA883}" dt="2024-10-13T13:15:48.820" v="2340"/>
          <ac:inkMkLst>
            <pc:docMk/>
            <pc:sldMk cId="3516305260" sldId="400"/>
            <ac:inkMk id="202" creationId="{557435C0-D3EB-D2A6-E47B-718CF661C87D}"/>
          </ac:inkMkLst>
        </pc:inkChg>
        <pc:inkChg chg="add mod">
          <ac:chgData name="Mahima Weerasinghe" userId="e11e3f55-42da-4e07-8ead-4d7a1d7ea1c6" providerId="ADAL" clId="{DEC8990C-F1E8-4081-8796-F50D8B9FA883}" dt="2024-10-13T13:15:48.820" v="2340"/>
          <ac:inkMkLst>
            <pc:docMk/>
            <pc:sldMk cId="3516305260" sldId="400"/>
            <ac:inkMk id="203" creationId="{A560911D-A2EB-764A-0BC0-4F01A5106248}"/>
          </ac:inkMkLst>
        </pc:inkChg>
        <pc:inkChg chg="add mod">
          <ac:chgData name="Mahima Weerasinghe" userId="e11e3f55-42da-4e07-8ead-4d7a1d7ea1c6" providerId="ADAL" clId="{DEC8990C-F1E8-4081-8796-F50D8B9FA883}" dt="2024-10-13T13:15:48.820" v="2340"/>
          <ac:inkMkLst>
            <pc:docMk/>
            <pc:sldMk cId="3516305260" sldId="400"/>
            <ac:inkMk id="204" creationId="{01451305-524F-7D7A-68EE-CA388C25FCD0}"/>
          </ac:inkMkLst>
        </pc:inkChg>
        <pc:inkChg chg="add mod">
          <ac:chgData name="Mahima Weerasinghe" userId="e11e3f55-42da-4e07-8ead-4d7a1d7ea1c6" providerId="ADAL" clId="{DEC8990C-F1E8-4081-8796-F50D8B9FA883}" dt="2024-10-13T13:15:48.820" v="2340"/>
          <ac:inkMkLst>
            <pc:docMk/>
            <pc:sldMk cId="3516305260" sldId="400"/>
            <ac:inkMk id="205" creationId="{B38888CD-2387-D687-8601-28BCBE0984B4}"/>
          </ac:inkMkLst>
        </pc:inkChg>
        <pc:inkChg chg="add mod">
          <ac:chgData name="Mahima Weerasinghe" userId="e11e3f55-42da-4e07-8ead-4d7a1d7ea1c6" providerId="ADAL" clId="{DEC8990C-F1E8-4081-8796-F50D8B9FA883}" dt="2024-10-13T13:15:48.820" v="2340"/>
          <ac:inkMkLst>
            <pc:docMk/>
            <pc:sldMk cId="3516305260" sldId="400"/>
            <ac:inkMk id="207" creationId="{EFF6C090-D527-188F-BCCC-7C83029BE2F4}"/>
          </ac:inkMkLst>
        </pc:inkChg>
        <pc:inkChg chg="add mod">
          <ac:chgData name="Mahima Weerasinghe" userId="e11e3f55-42da-4e07-8ead-4d7a1d7ea1c6" providerId="ADAL" clId="{DEC8990C-F1E8-4081-8796-F50D8B9FA883}" dt="2024-10-13T13:15:48.820" v="2340"/>
          <ac:inkMkLst>
            <pc:docMk/>
            <pc:sldMk cId="3516305260" sldId="400"/>
            <ac:inkMk id="208" creationId="{10406855-CDD3-36AB-1545-7763249D063F}"/>
          </ac:inkMkLst>
        </pc:inkChg>
        <pc:inkChg chg="add mod">
          <ac:chgData name="Mahima Weerasinghe" userId="e11e3f55-42da-4e07-8ead-4d7a1d7ea1c6" providerId="ADAL" clId="{DEC8990C-F1E8-4081-8796-F50D8B9FA883}" dt="2024-10-13T13:15:48.820" v="2340"/>
          <ac:inkMkLst>
            <pc:docMk/>
            <pc:sldMk cId="3516305260" sldId="400"/>
            <ac:inkMk id="209" creationId="{BE5B39B9-EDBE-28CB-CB16-C1CCF94C7FD3}"/>
          </ac:inkMkLst>
        </pc:inkChg>
        <pc:inkChg chg="add mod">
          <ac:chgData name="Mahima Weerasinghe" userId="e11e3f55-42da-4e07-8ead-4d7a1d7ea1c6" providerId="ADAL" clId="{DEC8990C-F1E8-4081-8796-F50D8B9FA883}" dt="2024-10-13T13:15:48.820" v="2340"/>
          <ac:inkMkLst>
            <pc:docMk/>
            <pc:sldMk cId="3516305260" sldId="400"/>
            <ac:inkMk id="210" creationId="{D4192691-15FC-7B68-CB0C-63E34B9FCB45}"/>
          </ac:inkMkLst>
        </pc:inkChg>
        <pc:inkChg chg="add mod">
          <ac:chgData name="Mahima Weerasinghe" userId="e11e3f55-42da-4e07-8ead-4d7a1d7ea1c6" providerId="ADAL" clId="{DEC8990C-F1E8-4081-8796-F50D8B9FA883}" dt="2024-10-13T13:15:48.820" v="2340"/>
          <ac:inkMkLst>
            <pc:docMk/>
            <pc:sldMk cId="3516305260" sldId="400"/>
            <ac:inkMk id="211" creationId="{DBDCFC62-9FBC-C642-EF80-B94A8FA74B8E}"/>
          </ac:inkMkLst>
        </pc:inkChg>
        <pc:inkChg chg="add mod">
          <ac:chgData name="Mahima Weerasinghe" userId="e11e3f55-42da-4e07-8ead-4d7a1d7ea1c6" providerId="ADAL" clId="{DEC8990C-F1E8-4081-8796-F50D8B9FA883}" dt="2024-10-13T13:15:48.820" v="2340"/>
          <ac:inkMkLst>
            <pc:docMk/>
            <pc:sldMk cId="3516305260" sldId="400"/>
            <ac:inkMk id="212" creationId="{64E4B25C-A44F-A5BD-974C-304042CF728D}"/>
          </ac:inkMkLst>
        </pc:inkChg>
        <pc:inkChg chg="add mod">
          <ac:chgData name="Mahima Weerasinghe" userId="e11e3f55-42da-4e07-8ead-4d7a1d7ea1c6" providerId="ADAL" clId="{DEC8990C-F1E8-4081-8796-F50D8B9FA883}" dt="2024-10-13T13:15:48.820" v="2340"/>
          <ac:inkMkLst>
            <pc:docMk/>
            <pc:sldMk cId="3516305260" sldId="400"/>
            <ac:inkMk id="213" creationId="{032988E2-502E-E5FD-38AC-A847A72B83FE}"/>
          </ac:inkMkLst>
        </pc:inkChg>
        <pc:inkChg chg="add mod">
          <ac:chgData name="Mahima Weerasinghe" userId="e11e3f55-42da-4e07-8ead-4d7a1d7ea1c6" providerId="ADAL" clId="{DEC8990C-F1E8-4081-8796-F50D8B9FA883}" dt="2024-10-13T13:15:57.424" v="2345"/>
          <ac:inkMkLst>
            <pc:docMk/>
            <pc:sldMk cId="3516305260" sldId="400"/>
            <ac:inkMk id="216" creationId="{3F01FE89-D49D-E992-A1C0-4CA45B30ADB8}"/>
          </ac:inkMkLst>
        </pc:inkChg>
        <pc:inkChg chg="add mod">
          <ac:chgData name="Mahima Weerasinghe" userId="e11e3f55-42da-4e07-8ead-4d7a1d7ea1c6" providerId="ADAL" clId="{DEC8990C-F1E8-4081-8796-F50D8B9FA883}" dt="2024-10-13T13:15:57.424" v="2345"/>
          <ac:inkMkLst>
            <pc:docMk/>
            <pc:sldMk cId="3516305260" sldId="400"/>
            <ac:inkMk id="217" creationId="{22264045-60F3-D221-FB74-E62318567BE1}"/>
          </ac:inkMkLst>
        </pc:inkChg>
        <pc:inkChg chg="add mod">
          <ac:chgData name="Mahima Weerasinghe" userId="e11e3f55-42da-4e07-8ead-4d7a1d7ea1c6" providerId="ADAL" clId="{DEC8990C-F1E8-4081-8796-F50D8B9FA883}" dt="2024-10-13T13:15:57.424" v="2345"/>
          <ac:inkMkLst>
            <pc:docMk/>
            <pc:sldMk cId="3516305260" sldId="400"/>
            <ac:inkMk id="218" creationId="{9CE5241F-D6C0-1691-4D06-3440AE5DC462}"/>
          </ac:inkMkLst>
        </pc:inkChg>
        <pc:inkChg chg="add mod">
          <ac:chgData name="Mahima Weerasinghe" userId="e11e3f55-42da-4e07-8ead-4d7a1d7ea1c6" providerId="ADAL" clId="{DEC8990C-F1E8-4081-8796-F50D8B9FA883}" dt="2024-10-13T13:15:57.424" v="2345"/>
          <ac:inkMkLst>
            <pc:docMk/>
            <pc:sldMk cId="3516305260" sldId="400"/>
            <ac:inkMk id="219" creationId="{C0BD0C8E-5538-5530-81C8-9BF9DE1E7CB3}"/>
          </ac:inkMkLst>
        </pc:inkChg>
        <pc:inkChg chg="add mod">
          <ac:chgData name="Mahima Weerasinghe" userId="e11e3f55-42da-4e07-8ead-4d7a1d7ea1c6" providerId="ADAL" clId="{DEC8990C-F1E8-4081-8796-F50D8B9FA883}" dt="2024-10-13T13:16:09.739" v="2357"/>
          <ac:inkMkLst>
            <pc:docMk/>
            <pc:sldMk cId="3516305260" sldId="400"/>
            <ac:inkMk id="221" creationId="{3AE25371-AD76-B7F3-7C19-848D5BD770FF}"/>
          </ac:inkMkLst>
        </pc:inkChg>
        <pc:inkChg chg="add mod">
          <ac:chgData name="Mahima Weerasinghe" userId="e11e3f55-42da-4e07-8ead-4d7a1d7ea1c6" providerId="ADAL" clId="{DEC8990C-F1E8-4081-8796-F50D8B9FA883}" dt="2024-10-13T13:16:09.739" v="2357"/>
          <ac:inkMkLst>
            <pc:docMk/>
            <pc:sldMk cId="3516305260" sldId="400"/>
            <ac:inkMk id="222" creationId="{C1FAF79B-59C2-DE78-27B3-B43403A34BAA}"/>
          </ac:inkMkLst>
        </pc:inkChg>
        <pc:inkChg chg="add mod">
          <ac:chgData name="Mahima Weerasinghe" userId="e11e3f55-42da-4e07-8ead-4d7a1d7ea1c6" providerId="ADAL" clId="{DEC8990C-F1E8-4081-8796-F50D8B9FA883}" dt="2024-10-13T13:16:09.739" v="2357"/>
          <ac:inkMkLst>
            <pc:docMk/>
            <pc:sldMk cId="3516305260" sldId="400"/>
            <ac:inkMk id="223" creationId="{331484BF-6F7B-635F-14E5-7C9D2342D56A}"/>
          </ac:inkMkLst>
        </pc:inkChg>
        <pc:inkChg chg="add mod">
          <ac:chgData name="Mahima Weerasinghe" userId="e11e3f55-42da-4e07-8ead-4d7a1d7ea1c6" providerId="ADAL" clId="{DEC8990C-F1E8-4081-8796-F50D8B9FA883}" dt="2024-10-13T13:16:09.739" v="2357"/>
          <ac:inkMkLst>
            <pc:docMk/>
            <pc:sldMk cId="3516305260" sldId="400"/>
            <ac:inkMk id="224" creationId="{B9839B88-E570-643F-06CC-2DB0B530E570}"/>
          </ac:inkMkLst>
        </pc:inkChg>
        <pc:inkChg chg="add mod">
          <ac:chgData name="Mahima Weerasinghe" userId="e11e3f55-42da-4e07-8ead-4d7a1d7ea1c6" providerId="ADAL" clId="{DEC8990C-F1E8-4081-8796-F50D8B9FA883}" dt="2024-10-13T13:16:09.739" v="2357"/>
          <ac:inkMkLst>
            <pc:docMk/>
            <pc:sldMk cId="3516305260" sldId="400"/>
            <ac:inkMk id="225" creationId="{989BD743-43F7-C947-655B-0D12BCB9596A}"/>
          </ac:inkMkLst>
        </pc:inkChg>
        <pc:inkChg chg="add mod">
          <ac:chgData name="Mahima Weerasinghe" userId="e11e3f55-42da-4e07-8ead-4d7a1d7ea1c6" providerId="ADAL" clId="{DEC8990C-F1E8-4081-8796-F50D8B9FA883}" dt="2024-10-13T13:16:09.739" v="2357"/>
          <ac:inkMkLst>
            <pc:docMk/>
            <pc:sldMk cId="3516305260" sldId="400"/>
            <ac:inkMk id="226" creationId="{5417E026-D550-277D-AC1A-DD189D0372AC}"/>
          </ac:inkMkLst>
        </pc:inkChg>
        <pc:inkChg chg="add mod">
          <ac:chgData name="Mahima Weerasinghe" userId="e11e3f55-42da-4e07-8ead-4d7a1d7ea1c6" providerId="ADAL" clId="{DEC8990C-F1E8-4081-8796-F50D8B9FA883}" dt="2024-10-13T13:16:09.739" v="2357"/>
          <ac:inkMkLst>
            <pc:docMk/>
            <pc:sldMk cId="3516305260" sldId="400"/>
            <ac:inkMk id="227" creationId="{A162F9BD-544A-8C3D-9778-5E4739E4415B}"/>
          </ac:inkMkLst>
        </pc:inkChg>
        <pc:inkChg chg="add mod">
          <ac:chgData name="Mahima Weerasinghe" userId="e11e3f55-42da-4e07-8ead-4d7a1d7ea1c6" providerId="ADAL" clId="{DEC8990C-F1E8-4081-8796-F50D8B9FA883}" dt="2024-10-13T13:16:09.739" v="2357"/>
          <ac:inkMkLst>
            <pc:docMk/>
            <pc:sldMk cId="3516305260" sldId="400"/>
            <ac:inkMk id="228" creationId="{9EFC9E42-563D-F3F6-9EF8-187888260CA2}"/>
          </ac:inkMkLst>
        </pc:inkChg>
        <pc:inkChg chg="add mod">
          <ac:chgData name="Mahima Weerasinghe" userId="e11e3f55-42da-4e07-8ead-4d7a1d7ea1c6" providerId="ADAL" clId="{DEC8990C-F1E8-4081-8796-F50D8B9FA883}" dt="2024-10-13T13:16:09.739" v="2357"/>
          <ac:inkMkLst>
            <pc:docMk/>
            <pc:sldMk cId="3516305260" sldId="400"/>
            <ac:inkMk id="229" creationId="{6F71A20D-BA4C-27F5-D2A1-67A577347124}"/>
          </ac:inkMkLst>
        </pc:inkChg>
        <pc:inkChg chg="add mod">
          <ac:chgData name="Mahima Weerasinghe" userId="e11e3f55-42da-4e07-8ead-4d7a1d7ea1c6" providerId="ADAL" clId="{DEC8990C-F1E8-4081-8796-F50D8B9FA883}" dt="2024-10-13T13:16:09.739" v="2357"/>
          <ac:inkMkLst>
            <pc:docMk/>
            <pc:sldMk cId="3516305260" sldId="400"/>
            <ac:inkMk id="230" creationId="{A6446B2A-8314-8B43-E318-D0E27721AAE0}"/>
          </ac:inkMkLst>
        </pc:inkChg>
        <pc:inkChg chg="add mod">
          <ac:chgData name="Mahima Weerasinghe" userId="e11e3f55-42da-4e07-8ead-4d7a1d7ea1c6" providerId="ADAL" clId="{DEC8990C-F1E8-4081-8796-F50D8B9FA883}" dt="2024-10-13T13:16:09.739" v="2357"/>
          <ac:inkMkLst>
            <pc:docMk/>
            <pc:sldMk cId="3516305260" sldId="400"/>
            <ac:inkMk id="231" creationId="{2E85B9AC-75AB-A9EF-B3D2-3A3CFACDB6E2}"/>
          </ac:inkMkLst>
        </pc:inkChg>
        <pc:inkChg chg="add mod">
          <ac:chgData name="Mahima Weerasinghe" userId="e11e3f55-42da-4e07-8ead-4d7a1d7ea1c6" providerId="ADAL" clId="{DEC8990C-F1E8-4081-8796-F50D8B9FA883}" dt="2024-10-13T13:16:43.587" v="2366"/>
          <ac:inkMkLst>
            <pc:docMk/>
            <pc:sldMk cId="3516305260" sldId="400"/>
            <ac:inkMk id="233" creationId="{EDDF7566-804F-8321-906B-A07490F1BB9D}"/>
          </ac:inkMkLst>
        </pc:inkChg>
        <pc:inkChg chg="add mod">
          <ac:chgData name="Mahima Weerasinghe" userId="e11e3f55-42da-4e07-8ead-4d7a1d7ea1c6" providerId="ADAL" clId="{DEC8990C-F1E8-4081-8796-F50D8B9FA883}" dt="2024-10-13T13:16:43.587" v="2366"/>
          <ac:inkMkLst>
            <pc:docMk/>
            <pc:sldMk cId="3516305260" sldId="400"/>
            <ac:inkMk id="234" creationId="{9680FB34-796F-709F-EF3D-D007D2371B53}"/>
          </ac:inkMkLst>
        </pc:inkChg>
        <pc:inkChg chg="add mod">
          <ac:chgData name="Mahima Weerasinghe" userId="e11e3f55-42da-4e07-8ead-4d7a1d7ea1c6" providerId="ADAL" clId="{DEC8990C-F1E8-4081-8796-F50D8B9FA883}" dt="2024-10-13T13:16:43.587" v="2366"/>
          <ac:inkMkLst>
            <pc:docMk/>
            <pc:sldMk cId="3516305260" sldId="400"/>
            <ac:inkMk id="235" creationId="{64B09443-1A1F-9B4A-87EE-EAF639C77E67}"/>
          </ac:inkMkLst>
        </pc:inkChg>
        <pc:inkChg chg="add mod">
          <ac:chgData name="Mahima Weerasinghe" userId="e11e3f55-42da-4e07-8ead-4d7a1d7ea1c6" providerId="ADAL" clId="{DEC8990C-F1E8-4081-8796-F50D8B9FA883}" dt="2024-10-13T13:16:43.587" v="2366"/>
          <ac:inkMkLst>
            <pc:docMk/>
            <pc:sldMk cId="3516305260" sldId="400"/>
            <ac:inkMk id="236" creationId="{8A56F0A2-E704-7CAA-2B57-EE6BDDD13244}"/>
          </ac:inkMkLst>
        </pc:inkChg>
        <pc:inkChg chg="add mod">
          <ac:chgData name="Mahima Weerasinghe" userId="e11e3f55-42da-4e07-8ead-4d7a1d7ea1c6" providerId="ADAL" clId="{DEC8990C-F1E8-4081-8796-F50D8B9FA883}" dt="2024-10-13T13:16:43.587" v="2366"/>
          <ac:inkMkLst>
            <pc:docMk/>
            <pc:sldMk cId="3516305260" sldId="400"/>
            <ac:inkMk id="237" creationId="{354C6709-B28D-EA79-0585-ADEB75270FCD}"/>
          </ac:inkMkLst>
        </pc:inkChg>
        <pc:inkChg chg="add mod">
          <ac:chgData name="Mahima Weerasinghe" userId="e11e3f55-42da-4e07-8ead-4d7a1d7ea1c6" providerId="ADAL" clId="{DEC8990C-F1E8-4081-8796-F50D8B9FA883}" dt="2024-10-13T13:16:43.587" v="2366"/>
          <ac:inkMkLst>
            <pc:docMk/>
            <pc:sldMk cId="3516305260" sldId="400"/>
            <ac:inkMk id="238" creationId="{031DF73F-70E1-2105-26F1-E41CFE3FD024}"/>
          </ac:inkMkLst>
        </pc:inkChg>
        <pc:inkChg chg="add mod">
          <ac:chgData name="Mahima Weerasinghe" userId="e11e3f55-42da-4e07-8ead-4d7a1d7ea1c6" providerId="ADAL" clId="{DEC8990C-F1E8-4081-8796-F50D8B9FA883}" dt="2024-10-13T13:16:43.587" v="2366"/>
          <ac:inkMkLst>
            <pc:docMk/>
            <pc:sldMk cId="3516305260" sldId="400"/>
            <ac:inkMk id="239" creationId="{F9C7E4DA-FDD3-9E70-F70E-339372DE66E2}"/>
          </ac:inkMkLst>
        </pc:inkChg>
        <pc:inkChg chg="add mod">
          <ac:chgData name="Mahima Weerasinghe" userId="e11e3f55-42da-4e07-8ead-4d7a1d7ea1c6" providerId="ADAL" clId="{DEC8990C-F1E8-4081-8796-F50D8B9FA883}" dt="2024-10-13T13:16:43.587" v="2366"/>
          <ac:inkMkLst>
            <pc:docMk/>
            <pc:sldMk cId="3516305260" sldId="400"/>
            <ac:inkMk id="240" creationId="{DD74D672-0DAF-241B-F042-4981A31BE0A2}"/>
          </ac:inkMkLst>
        </pc:inkChg>
        <pc:inkChg chg="add mod">
          <ac:chgData name="Mahima Weerasinghe" userId="e11e3f55-42da-4e07-8ead-4d7a1d7ea1c6" providerId="ADAL" clId="{DEC8990C-F1E8-4081-8796-F50D8B9FA883}" dt="2024-10-13T13:17:00.271" v="2373"/>
          <ac:inkMkLst>
            <pc:docMk/>
            <pc:sldMk cId="3516305260" sldId="400"/>
            <ac:inkMk id="242" creationId="{2FBED764-905E-8753-A715-A5FD8DA17195}"/>
          </ac:inkMkLst>
        </pc:inkChg>
        <pc:inkChg chg="add mod">
          <ac:chgData name="Mahima Weerasinghe" userId="e11e3f55-42da-4e07-8ead-4d7a1d7ea1c6" providerId="ADAL" clId="{DEC8990C-F1E8-4081-8796-F50D8B9FA883}" dt="2024-10-13T13:17:00.271" v="2373"/>
          <ac:inkMkLst>
            <pc:docMk/>
            <pc:sldMk cId="3516305260" sldId="400"/>
            <ac:inkMk id="243" creationId="{4891D9EB-5142-3394-1173-7D41489C778E}"/>
          </ac:inkMkLst>
        </pc:inkChg>
        <pc:inkChg chg="add mod">
          <ac:chgData name="Mahima Weerasinghe" userId="e11e3f55-42da-4e07-8ead-4d7a1d7ea1c6" providerId="ADAL" clId="{DEC8990C-F1E8-4081-8796-F50D8B9FA883}" dt="2024-10-13T13:17:00.271" v="2373"/>
          <ac:inkMkLst>
            <pc:docMk/>
            <pc:sldMk cId="3516305260" sldId="400"/>
            <ac:inkMk id="244" creationId="{F5BF19E9-A4EF-E49C-F85F-99F2C733F517}"/>
          </ac:inkMkLst>
        </pc:inkChg>
        <pc:inkChg chg="add mod">
          <ac:chgData name="Mahima Weerasinghe" userId="e11e3f55-42da-4e07-8ead-4d7a1d7ea1c6" providerId="ADAL" clId="{DEC8990C-F1E8-4081-8796-F50D8B9FA883}" dt="2024-10-13T13:17:00.271" v="2373"/>
          <ac:inkMkLst>
            <pc:docMk/>
            <pc:sldMk cId="3516305260" sldId="400"/>
            <ac:inkMk id="245" creationId="{3B3BB201-AD1E-AEA4-0960-5F38B3416F46}"/>
          </ac:inkMkLst>
        </pc:inkChg>
        <pc:inkChg chg="add mod">
          <ac:chgData name="Mahima Weerasinghe" userId="e11e3f55-42da-4e07-8ead-4d7a1d7ea1c6" providerId="ADAL" clId="{DEC8990C-F1E8-4081-8796-F50D8B9FA883}" dt="2024-10-13T13:17:00.271" v="2373"/>
          <ac:inkMkLst>
            <pc:docMk/>
            <pc:sldMk cId="3516305260" sldId="400"/>
            <ac:inkMk id="246" creationId="{4A1344F2-900A-E914-79C5-3B90C1C6C134}"/>
          </ac:inkMkLst>
        </pc:inkChg>
        <pc:inkChg chg="add mod">
          <ac:chgData name="Mahima Weerasinghe" userId="e11e3f55-42da-4e07-8ead-4d7a1d7ea1c6" providerId="ADAL" clId="{DEC8990C-F1E8-4081-8796-F50D8B9FA883}" dt="2024-10-13T13:17:00.271" v="2373"/>
          <ac:inkMkLst>
            <pc:docMk/>
            <pc:sldMk cId="3516305260" sldId="400"/>
            <ac:inkMk id="247" creationId="{878DEAFC-3D16-CEFB-3972-BBAB479277A2}"/>
          </ac:inkMkLst>
        </pc:inkChg>
        <pc:inkChg chg="add mod">
          <ac:chgData name="Mahima Weerasinghe" userId="e11e3f55-42da-4e07-8ead-4d7a1d7ea1c6" providerId="ADAL" clId="{DEC8990C-F1E8-4081-8796-F50D8B9FA883}" dt="2024-10-13T13:17:02.871" v="2377"/>
          <ac:inkMkLst>
            <pc:docMk/>
            <pc:sldMk cId="3516305260" sldId="400"/>
            <ac:inkMk id="249" creationId="{298CC885-E9C2-D332-F849-60502F895E52}"/>
          </ac:inkMkLst>
        </pc:inkChg>
        <pc:inkChg chg="add mod">
          <ac:chgData name="Mahima Weerasinghe" userId="e11e3f55-42da-4e07-8ead-4d7a1d7ea1c6" providerId="ADAL" clId="{DEC8990C-F1E8-4081-8796-F50D8B9FA883}" dt="2024-10-13T13:17:02.871" v="2377"/>
          <ac:inkMkLst>
            <pc:docMk/>
            <pc:sldMk cId="3516305260" sldId="400"/>
            <ac:inkMk id="250" creationId="{07119EEE-D04E-E9F7-7D3A-698CF904FDE4}"/>
          </ac:inkMkLst>
        </pc:inkChg>
        <pc:inkChg chg="add mod">
          <ac:chgData name="Mahima Weerasinghe" userId="e11e3f55-42da-4e07-8ead-4d7a1d7ea1c6" providerId="ADAL" clId="{DEC8990C-F1E8-4081-8796-F50D8B9FA883}" dt="2024-10-13T13:17:02.871" v="2377"/>
          <ac:inkMkLst>
            <pc:docMk/>
            <pc:sldMk cId="3516305260" sldId="400"/>
            <ac:inkMk id="251" creationId="{70E5A08A-1581-0567-C0B6-D40034D66CD6}"/>
          </ac:inkMkLst>
        </pc:inkChg>
        <pc:inkChg chg="add">
          <ac:chgData name="Mahima Weerasinghe" userId="e11e3f55-42da-4e07-8ead-4d7a1d7ea1c6" providerId="ADAL" clId="{DEC8990C-F1E8-4081-8796-F50D8B9FA883}" dt="2024-10-13T13:17:03.475" v="2378" actId="9405"/>
          <ac:inkMkLst>
            <pc:docMk/>
            <pc:sldMk cId="3516305260" sldId="400"/>
            <ac:inkMk id="253" creationId="{B61000D2-F296-A0F1-F04A-46E2CBC8A9B4}"/>
          </ac:inkMkLst>
        </pc:inkChg>
        <pc:inkChg chg="add mod">
          <ac:chgData name="Mahima Weerasinghe" userId="e11e3f55-42da-4e07-8ead-4d7a1d7ea1c6" providerId="ADAL" clId="{DEC8990C-F1E8-4081-8796-F50D8B9FA883}" dt="2024-10-13T13:28:25.119" v="2398"/>
          <ac:inkMkLst>
            <pc:docMk/>
            <pc:sldMk cId="3516305260" sldId="400"/>
            <ac:inkMk id="254" creationId="{BC120924-9CE1-23CE-0914-E7CBAF1C7A40}"/>
          </ac:inkMkLst>
        </pc:inkChg>
        <pc:inkChg chg="add mod">
          <ac:chgData name="Mahima Weerasinghe" userId="e11e3f55-42da-4e07-8ead-4d7a1d7ea1c6" providerId="ADAL" clId="{DEC8990C-F1E8-4081-8796-F50D8B9FA883}" dt="2024-10-13T13:28:25.119" v="2398"/>
          <ac:inkMkLst>
            <pc:docMk/>
            <pc:sldMk cId="3516305260" sldId="400"/>
            <ac:inkMk id="255" creationId="{8E6A5271-7D6F-608E-5ABA-8BEC60F0FD35}"/>
          </ac:inkMkLst>
        </pc:inkChg>
        <pc:inkChg chg="add mod">
          <ac:chgData name="Mahima Weerasinghe" userId="e11e3f55-42da-4e07-8ead-4d7a1d7ea1c6" providerId="ADAL" clId="{DEC8990C-F1E8-4081-8796-F50D8B9FA883}" dt="2024-10-13T13:28:25.119" v="2398"/>
          <ac:inkMkLst>
            <pc:docMk/>
            <pc:sldMk cId="3516305260" sldId="400"/>
            <ac:inkMk id="256" creationId="{E2DBF9AC-1EE0-A73C-660D-C4E711108ED8}"/>
          </ac:inkMkLst>
        </pc:inkChg>
        <pc:inkChg chg="add mod">
          <ac:chgData name="Mahima Weerasinghe" userId="e11e3f55-42da-4e07-8ead-4d7a1d7ea1c6" providerId="ADAL" clId="{DEC8990C-F1E8-4081-8796-F50D8B9FA883}" dt="2024-10-13T13:28:25.119" v="2398"/>
          <ac:inkMkLst>
            <pc:docMk/>
            <pc:sldMk cId="3516305260" sldId="400"/>
            <ac:inkMk id="257" creationId="{819E7BB0-ACDA-679B-5E4D-0CEC1CE2E417}"/>
          </ac:inkMkLst>
        </pc:inkChg>
        <pc:inkChg chg="add mod">
          <ac:chgData name="Mahima Weerasinghe" userId="e11e3f55-42da-4e07-8ead-4d7a1d7ea1c6" providerId="ADAL" clId="{DEC8990C-F1E8-4081-8796-F50D8B9FA883}" dt="2024-10-13T13:28:25.119" v="2398"/>
          <ac:inkMkLst>
            <pc:docMk/>
            <pc:sldMk cId="3516305260" sldId="400"/>
            <ac:inkMk id="258" creationId="{F6441D8C-BE1A-CE16-BE1D-93116988C1A5}"/>
          </ac:inkMkLst>
        </pc:inkChg>
        <pc:inkChg chg="add mod">
          <ac:chgData name="Mahima Weerasinghe" userId="e11e3f55-42da-4e07-8ead-4d7a1d7ea1c6" providerId="ADAL" clId="{DEC8990C-F1E8-4081-8796-F50D8B9FA883}" dt="2024-10-13T13:28:25.119" v="2398"/>
          <ac:inkMkLst>
            <pc:docMk/>
            <pc:sldMk cId="3516305260" sldId="400"/>
            <ac:inkMk id="260" creationId="{A2FCD23E-A2C1-C26B-663F-A501B693EF6C}"/>
          </ac:inkMkLst>
        </pc:inkChg>
        <pc:inkChg chg="add mod">
          <ac:chgData name="Mahima Weerasinghe" userId="e11e3f55-42da-4e07-8ead-4d7a1d7ea1c6" providerId="ADAL" clId="{DEC8990C-F1E8-4081-8796-F50D8B9FA883}" dt="2024-10-13T13:28:25.119" v="2398"/>
          <ac:inkMkLst>
            <pc:docMk/>
            <pc:sldMk cId="3516305260" sldId="400"/>
            <ac:inkMk id="261" creationId="{C9B4154D-8BF6-CFB8-97E5-A7888753066E}"/>
          </ac:inkMkLst>
        </pc:inkChg>
        <pc:inkChg chg="add mod">
          <ac:chgData name="Mahima Weerasinghe" userId="e11e3f55-42da-4e07-8ead-4d7a1d7ea1c6" providerId="ADAL" clId="{DEC8990C-F1E8-4081-8796-F50D8B9FA883}" dt="2024-10-13T13:28:25.119" v="2398"/>
          <ac:inkMkLst>
            <pc:docMk/>
            <pc:sldMk cId="3516305260" sldId="400"/>
            <ac:inkMk id="263" creationId="{04BEADE6-4626-F8D8-175B-7351529C96EB}"/>
          </ac:inkMkLst>
        </pc:inkChg>
        <pc:inkChg chg="add mod">
          <ac:chgData name="Mahima Weerasinghe" userId="e11e3f55-42da-4e07-8ead-4d7a1d7ea1c6" providerId="ADAL" clId="{DEC8990C-F1E8-4081-8796-F50D8B9FA883}" dt="2024-10-13T13:28:25.119" v="2398"/>
          <ac:inkMkLst>
            <pc:docMk/>
            <pc:sldMk cId="3516305260" sldId="400"/>
            <ac:inkMk id="264" creationId="{CA848112-282F-9E9A-9794-882A448BBDF7}"/>
          </ac:inkMkLst>
        </pc:inkChg>
        <pc:inkChg chg="add mod">
          <ac:chgData name="Mahima Weerasinghe" userId="e11e3f55-42da-4e07-8ead-4d7a1d7ea1c6" providerId="ADAL" clId="{DEC8990C-F1E8-4081-8796-F50D8B9FA883}" dt="2024-10-13T13:28:25.119" v="2398"/>
          <ac:inkMkLst>
            <pc:docMk/>
            <pc:sldMk cId="3516305260" sldId="400"/>
            <ac:inkMk id="265" creationId="{519ADF6C-E88A-8019-C208-9290141B4386}"/>
          </ac:inkMkLst>
        </pc:inkChg>
        <pc:inkChg chg="add mod">
          <ac:chgData name="Mahima Weerasinghe" userId="e11e3f55-42da-4e07-8ead-4d7a1d7ea1c6" providerId="ADAL" clId="{DEC8990C-F1E8-4081-8796-F50D8B9FA883}" dt="2024-10-13T13:28:25.119" v="2398"/>
          <ac:inkMkLst>
            <pc:docMk/>
            <pc:sldMk cId="3516305260" sldId="400"/>
            <ac:inkMk id="266" creationId="{385828D1-D09F-0BD8-12FC-3EB6D67C022F}"/>
          </ac:inkMkLst>
        </pc:inkChg>
        <pc:inkChg chg="add mod">
          <ac:chgData name="Mahima Weerasinghe" userId="e11e3f55-42da-4e07-8ead-4d7a1d7ea1c6" providerId="ADAL" clId="{DEC8990C-F1E8-4081-8796-F50D8B9FA883}" dt="2024-10-13T13:28:25.119" v="2398"/>
          <ac:inkMkLst>
            <pc:docMk/>
            <pc:sldMk cId="3516305260" sldId="400"/>
            <ac:inkMk id="267" creationId="{BB3C89E4-1B37-7F29-3F00-C4655CCDED1E}"/>
          </ac:inkMkLst>
        </pc:inkChg>
        <pc:inkChg chg="add mod">
          <ac:chgData name="Mahima Weerasinghe" userId="e11e3f55-42da-4e07-8ead-4d7a1d7ea1c6" providerId="ADAL" clId="{DEC8990C-F1E8-4081-8796-F50D8B9FA883}" dt="2024-10-13T13:28:25.119" v="2398"/>
          <ac:inkMkLst>
            <pc:docMk/>
            <pc:sldMk cId="3516305260" sldId="400"/>
            <ac:inkMk id="268" creationId="{3AA11671-B997-339D-A7CD-EF42081FF0D2}"/>
          </ac:inkMkLst>
        </pc:inkChg>
        <pc:inkChg chg="add mod">
          <ac:chgData name="Mahima Weerasinghe" userId="e11e3f55-42da-4e07-8ead-4d7a1d7ea1c6" providerId="ADAL" clId="{DEC8990C-F1E8-4081-8796-F50D8B9FA883}" dt="2024-10-13T13:28:25.119" v="2398"/>
          <ac:inkMkLst>
            <pc:docMk/>
            <pc:sldMk cId="3516305260" sldId="400"/>
            <ac:inkMk id="269" creationId="{66AE01A0-F2FB-9480-267A-C6ED262EB8B4}"/>
          </ac:inkMkLst>
        </pc:inkChg>
        <pc:inkChg chg="add mod">
          <ac:chgData name="Mahima Weerasinghe" userId="e11e3f55-42da-4e07-8ead-4d7a1d7ea1c6" providerId="ADAL" clId="{DEC8990C-F1E8-4081-8796-F50D8B9FA883}" dt="2024-10-13T13:28:25.119" v="2398"/>
          <ac:inkMkLst>
            <pc:docMk/>
            <pc:sldMk cId="3516305260" sldId="400"/>
            <ac:inkMk id="270" creationId="{F1BF671A-64DC-ED37-768D-1FCEEDC45CF3}"/>
          </ac:inkMkLst>
        </pc:inkChg>
        <pc:inkChg chg="add mod">
          <ac:chgData name="Mahima Weerasinghe" userId="e11e3f55-42da-4e07-8ead-4d7a1d7ea1c6" providerId="ADAL" clId="{DEC8990C-F1E8-4081-8796-F50D8B9FA883}" dt="2024-10-13T13:28:25.119" v="2398"/>
          <ac:inkMkLst>
            <pc:docMk/>
            <pc:sldMk cId="3516305260" sldId="400"/>
            <ac:inkMk id="271" creationId="{687B48E9-8575-7E56-3B84-6E5EE65300E0}"/>
          </ac:inkMkLst>
        </pc:inkChg>
        <pc:inkChg chg="add mod">
          <ac:chgData name="Mahima Weerasinghe" userId="e11e3f55-42da-4e07-8ead-4d7a1d7ea1c6" providerId="ADAL" clId="{DEC8990C-F1E8-4081-8796-F50D8B9FA883}" dt="2024-10-13T13:28:25.119" v="2398"/>
          <ac:inkMkLst>
            <pc:docMk/>
            <pc:sldMk cId="3516305260" sldId="400"/>
            <ac:inkMk id="272" creationId="{E8FF02C3-D920-85A7-31B4-D7C1B12A4EFF}"/>
          </ac:inkMkLst>
        </pc:inkChg>
        <pc:inkChg chg="add mod">
          <ac:chgData name="Mahima Weerasinghe" userId="e11e3f55-42da-4e07-8ead-4d7a1d7ea1c6" providerId="ADAL" clId="{DEC8990C-F1E8-4081-8796-F50D8B9FA883}" dt="2024-10-13T13:28:48.820" v="2404"/>
          <ac:inkMkLst>
            <pc:docMk/>
            <pc:sldMk cId="3516305260" sldId="400"/>
            <ac:inkMk id="274" creationId="{BE8E8B74-3E4A-B4FD-21DB-744F8D46F4D9}"/>
          </ac:inkMkLst>
        </pc:inkChg>
        <pc:inkChg chg="add mod">
          <ac:chgData name="Mahima Weerasinghe" userId="e11e3f55-42da-4e07-8ead-4d7a1d7ea1c6" providerId="ADAL" clId="{DEC8990C-F1E8-4081-8796-F50D8B9FA883}" dt="2024-10-13T13:28:48.820" v="2404"/>
          <ac:inkMkLst>
            <pc:docMk/>
            <pc:sldMk cId="3516305260" sldId="400"/>
            <ac:inkMk id="275" creationId="{21A40FF1-F3D3-84F5-9751-140BFE0B4AE9}"/>
          </ac:inkMkLst>
        </pc:inkChg>
        <pc:inkChg chg="add mod">
          <ac:chgData name="Mahima Weerasinghe" userId="e11e3f55-42da-4e07-8ead-4d7a1d7ea1c6" providerId="ADAL" clId="{DEC8990C-F1E8-4081-8796-F50D8B9FA883}" dt="2024-10-13T13:28:48.820" v="2404"/>
          <ac:inkMkLst>
            <pc:docMk/>
            <pc:sldMk cId="3516305260" sldId="400"/>
            <ac:inkMk id="276" creationId="{64373D14-2F45-CC9F-05EE-D2BB05E12A73}"/>
          </ac:inkMkLst>
        </pc:inkChg>
        <pc:inkChg chg="add mod">
          <ac:chgData name="Mahima Weerasinghe" userId="e11e3f55-42da-4e07-8ead-4d7a1d7ea1c6" providerId="ADAL" clId="{DEC8990C-F1E8-4081-8796-F50D8B9FA883}" dt="2024-10-13T13:28:48.820" v="2404"/>
          <ac:inkMkLst>
            <pc:docMk/>
            <pc:sldMk cId="3516305260" sldId="400"/>
            <ac:inkMk id="277" creationId="{21EA73E3-9D91-3592-DECA-FF0DAC005FA0}"/>
          </ac:inkMkLst>
        </pc:inkChg>
        <pc:inkChg chg="add mod">
          <ac:chgData name="Mahima Weerasinghe" userId="e11e3f55-42da-4e07-8ead-4d7a1d7ea1c6" providerId="ADAL" clId="{DEC8990C-F1E8-4081-8796-F50D8B9FA883}" dt="2024-10-13T13:28:53.624" v="2413"/>
          <ac:inkMkLst>
            <pc:docMk/>
            <pc:sldMk cId="3516305260" sldId="400"/>
            <ac:inkMk id="279" creationId="{A65D7253-D76D-E35A-F7F0-86438368FC14}"/>
          </ac:inkMkLst>
        </pc:inkChg>
        <pc:inkChg chg="add mod">
          <ac:chgData name="Mahima Weerasinghe" userId="e11e3f55-42da-4e07-8ead-4d7a1d7ea1c6" providerId="ADAL" clId="{DEC8990C-F1E8-4081-8796-F50D8B9FA883}" dt="2024-10-13T13:28:53.624" v="2413"/>
          <ac:inkMkLst>
            <pc:docMk/>
            <pc:sldMk cId="3516305260" sldId="400"/>
            <ac:inkMk id="280" creationId="{9B43774A-D41C-5C6D-D8E8-16E83665F83F}"/>
          </ac:inkMkLst>
        </pc:inkChg>
        <pc:inkChg chg="add mod">
          <ac:chgData name="Mahima Weerasinghe" userId="e11e3f55-42da-4e07-8ead-4d7a1d7ea1c6" providerId="ADAL" clId="{DEC8990C-F1E8-4081-8796-F50D8B9FA883}" dt="2024-10-13T13:28:53.624" v="2413"/>
          <ac:inkMkLst>
            <pc:docMk/>
            <pc:sldMk cId="3516305260" sldId="400"/>
            <ac:inkMk id="281" creationId="{41D4674D-3086-3CAB-7DCB-EB1764B81169}"/>
          </ac:inkMkLst>
        </pc:inkChg>
        <pc:inkChg chg="add mod">
          <ac:chgData name="Mahima Weerasinghe" userId="e11e3f55-42da-4e07-8ead-4d7a1d7ea1c6" providerId="ADAL" clId="{DEC8990C-F1E8-4081-8796-F50D8B9FA883}" dt="2024-10-13T13:28:53.624" v="2413"/>
          <ac:inkMkLst>
            <pc:docMk/>
            <pc:sldMk cId="3516305260" sldId="400"/>
            <ac:inkMk id="282" creationId="{5E66A4B1-E289-5B94-F137-3A9C582AFB76}"/>
          </ac:inkMkLst>
        </pc:inkChg>
        <pc:inkChg chg="add mod">
          <ac:chgData name="Mahima Weerasinghe" userId="e11e3f55-42da-4e07-8ead-4d7a1d7ea1c6" providerId="ADAL" clId="{DEC8990C-F1E8-4081-8796-F50D8B9FA883}" dt="2024-10-13T13:28:53.624" v="2413"/>
          <ac:inkMkLst>
            <pc:docMk/>
            <pc:sldMk cId="3516305260" sldId="400"/>
            <ac:inkMk id="283" creationId="{8A395B55-2704-4D55-FFD0-DA62E2156FC5}"/>
          </ac:inkMkLst>
        </pc:inkChg>
        <pc:inkChg chg="add mod">
          <ac:chgData name="Mahima Weerasinghe" userId="e11e3f55-42da-4e07-8ead-4d7a1d7ea1c6" providerId="ADAL" clId="{DEC8990C-F1E8-4081-8796-F50D8B9FA883}" dt="2024-10-13T13:28:53.624" v="2413"/>
          <ac:inkMkLst>
            <pc:docMk/>
            <pc:sldMk cId="3516305260" sldId="400"/>
            <ac:inkMk id="284" creationId="{10A84FA0-B868-ECC0-F921-521628DFE0C1}"/>
          </ac:inkMkLst>
        </pc:inkChg>
        <pc:inkChg chg="add mod">
          <ac:chgData name="Mahima Weerasinghe" userId="e11e3f55-42da-4e07-8ead-4d7a1d7ea1c6" providerId="ADAL" clId="{DEC8990C-F1E8-4081-8796-F50D8B9FA883}" dt="2024-10-13T13:28:53.624" v="2413"/>
          <ac:inkMkLst>
            <pc:docMk/>
            <pc:sldMk cId="3516305260" sldId="400"/>
            <ac:inkMk id="285" creationId="{7BA29C94-7365-5578-C469-BEBDF1425BAD}"/>
          </ac:inkMkLst>
        </pc:inkChg>
        <pc:inkChg chg="add mod">
          <ac:chgData name="Mahima Weerasinghe" userId="e11e3f55-42da-4e07-8ead-4d7a1d7ea1c6" providerId="ADAL" clId="{DEC8990C-F1E8-4081-8796-F50D8B9FA883}" dt="2024-10-13T13:28:53.624" v="2413"/>
          <ac:inkMkLst>
            <pc:docMk/>
            <pc:sldMk cId="3516305260" sldId="400"/>
            <ac:inkMk id="286" creationId="{03CF4109-1611-A042-067A-06C0701900B7}"/>
          </ac:inkMkLst>
        </pc:inkChg>
        <pc:inkChg chg="add mod">
          <ac:chgData name="Mahima Weerasinghe" userId="e11e3f55-42da-4e07-8ead-4d7a1d7ea1c6" providerId="ADAL" clId="{DEC8990C-F1E8-4081-8796-F50D8B9FA883}" dt="2024-10-13T13:29:44.511" v="2422"/>
          <ac:inkMkLst>
            <pc:docMk/>
            <pc:sldMk cId="3516305260" sldId="400"/>
            <ac:inkMk id="288" creationId="{90300A06-51DE-F4D0-BDAE-F1023F3AE4AA}"/>
          </ac:inkMkLst>
        </pc:inkChg>
        <pc:inkChg chg="add mod">
          <ac:chgData name="Mahima Weerasinghe" userId="e11e3f55-42da-4e07-8ead-4d7a1d7ea1c6" providerId="ADAL" clId="{DEC8990C-F1E8-4081-8796-F50D8B9FA883}" dt="2024-10-13T13:29:44.511" v="2422"/>
          <ac:inkMkLst>
            <pc:docMk/>
            <pc:sldMk cId="3516305260" sldId="400"/>
            <ac:inkMk id="289" creationId="{802B816E-2194-548F-2E7A-A0B28987C50F}"/>
          </ac:inkMkLst>
        </pc:inkChg>
        <pc:inkChg chg="add mod">
          <ac:chgData name="Mahima Weerasinghe" userId="e11e3f55-42da-4e07-8ead-4d7a1d7ea1c6" providerId="ADAL" clId="{DEC8990C-F1E8-4081-8796-F50D8B9FA883}" dt="2024-10-13T13:29:44.511" v="2422"/>
          <ac:inkMkLst>
            <pc:docMk/>
            <pc:sldMk cId="3516305260" sldId="400"/>
            <ac:inkMk id="290" creationId="{D3EC457F-4795-93CC-5513-522CD4CBD081}"/>
          </ac:inkMkLst>
        </pc:inkChg>
        <pc:inkChg chg="add mod">
          <ac:chgData name="Mahima Weerasinghe" userId="e11e3f55-42da-4e07-8ead-4d7a1d7ea1c6" providerId="ADAL" clId="{DEC8990C-F1E8-4081-8796-F50D8B9FA883}" dt="2024-10-13T13:29:44.511" v="2422"/>
          <ac:inkMkLst>
            <pc:docMk/>
            <pc:sldMk cId="3516305260" sldId="400"/>
            <ac:inkMk id="292" creationId="{F7E82ED9-9398-B2BE-FB36-61E6C47EA7B3}"/>
          </ac:inkMkLst>
        </pc:inkChg>
        <pc:inkChg chg="add mod">
          <ac:chgData name="Mahima Weerasinghe" userId="e11e3f55-42da-4e07-8ead-4d7a1d7ea1c6" providerId="ADAL" clId="{DEC8990C-F1E8-4081-8796-F50D8B9FA883}" dt="2024-10-13T13:29:44.511" v="2422"/>
          <ac:inkMkLst>
            <pc:docMk/>
            <pc:sldMk cId="3516305260" sldId="400"/>
            <ac:inkMk id="293" creationId="{F61D6F61-4DEF-06CF-AB26-C9944C602DBE}"/>
          </ac:inkMkLst>
        </pc:inkChg>
        <pc:inkChg chg="add mod">
          <ac:chgData name="Mahima Weerasinghe" userId="e11e3f55-42da-4e07-8ead-4d7a1d7ea1c6" providerId="ADAL" clId="{DEC8990C-F1E8-4081-8796-F50D8B9FA883}" dt="2024-10-13T13:29:44.511" v="2422"/>
          <ac:inkMkLst>
            <pc:docMk/>
            <pc:sldMk cId="3516305260" sldId="400"/>
            <ac:inkMk id="294" creationId="{3A964E71-557E-4840-6CEE-24A93BFD5349}"/>
          </ac:inkMkLst>
        </pc:inkChg>
        <pc:inkChg chg="add mod">
          <ac:chgData name="Mahima Weerasinghe" userId="e11e3f55-42da-4e07-8ead-4d7a1d7ea1c6" providerId="ADAL" clId="{DEC8990C-F1E8-4081-8796-F50D8B9FA883}" dt="2024-10-13T13:29:44.511" v="2422"/>
          <ac:inkMkLst>
            <pc:docMk/>
            <pc:sldMk cId="3516305260" sldId="400"/>
            <ac:inkMk id="295" creationId="{1CE6D76D-CF6B-8E7A-EB87-5C789D91DE88}"/>
          </ac:inkMkLst>
        </pc:inkChg>
        <pc:inkChg chg="add mod">
          <ac:chgData name="Mahima Weerasinghe" userId="e11e3f55-42da-4e07-8ead-4d7a1d7ea1c6" providerId="ADAL" clId="{DEC8990C-F1E8-4081-8796-F50D8B9FA883}" dt="2024-10-13T13:29:56.236" v="2434"/>
          <ac:inkMkLst>
            <pc:docMk/>
            <pc:sldMk cId="3516305260" sldId="400"/>
            <ac:inkMk id="297" creationId="{6F15339A-BFCB-ECAA-D6FD-D56DEA9EDA40}"/>
          </ac:inkMkLst>
        </pc:inkChg>
        <pc:inkChg chg="add mod">
          <ac:chgData name="Mahima Weerasinghe" userId="e11e3f55-42da-4e07-8ead-4d7a1d7ea1c6" providerId="ADAL" clId="{DEC8990C-F1E8-4081-8796-F50D8B9FA883}" dt="2024-10-13T13:29:56.236" v="2434"/>
          <ac:inkMkLst>
            <pc:docMk/>
            <pc:sldMk cId="3516305260" sldId="400"/>
            <ac:inkMk id="298" creationId="{A166B221-36B4-5291-7D56-F498E9D3C810}"/>
          </ac:inkMkLst>
        </pc:inkChg>
        <pc:inkChg chg="add mod">
          <ac:chgData name="Mahima Weerasinghe" userId="e11e3f55-42da-4e07-8ead-4d7a1d7ea1c6" providerId="ADAL" clId="{DEC8990C-F1E8-4081-8796-F50D8B9FA883}" dt="2024-10-13T13:29:56.236" v="2434"/>
          <ac:inkMkLst>
            <pc:docMk/>
            <pc:sldMk cId="3516305260" sldId="400"/>
            <ac:inkMk id="299" creationId="{8D8AA592-6181-78C6-981B-7F7B6FB59F39}"/>
          </ac:inkMkLst>
        </pc:inkChg>
        <pc:inkChg chg="add mod">
          <ac:chgData name="Mahima Weerasinghe" userId="e11e3f55-42da-4e07-8ead-4d7a1d7ea1c6" providerId="ADAL" clId="{DEC8990C-F1E8-4081-8796-F50D8B9FA883}" dt="2024-10-13T13:29:56.236" v="2434"/>
          <ac:inkMkLst>
            <pc:docMk/>
            <pc:sldMk cId="3516305260" sldId="400"/>
            <ac:inkMk id="300" creationId="{07517832-6DC9-3D96-E9EC-0B0D0CFFA560}"/>
          </ac:inkMkLst>
        </pc:inkChg>
        <pc:inkChg chg="add mod">
          <ac:chgData name="Mahima Weerasinghe" userId="e11e3f55-42da-4e07-8ead-4d7a1d7ea1c6" providerId="ADAL" clId="{DEC8990C-F1E8-4081-8796-F50D8B9FA883}" dt="2024-10-13T13:29:56.236" v="2434"/>
          <ac:inkMkLst>
            <pc:docMk/>
            <pc:sldMk cId="3516305260" sldId="400"/>
            <ac:inkMk id="301" creationId="{96662B7C-E7E2-1387-55EC-8001742F08F2}"/>
          </ac:inkMkLst>
        </pc:inkChg>
        <pc:inkChg chg="add mod">
          <ac:chgData name="Mahima Weerasinghe" userId="e11e3f55-42da-4e07-8ead-4d7a1d7ea1c6" providerId="ADAL" clId="{DEC8990C-F1E8-4081-8796-F50D8B9FA883}" dt="2024-10-13T13:29:56.236" v="2434"/>
          <ac:inkMkLst>
            <pc:docMk/>
            <pc:sldMk cId="3516305260" sldId="400"/>
            <ac:inkMk id="302" creationId="{64DBA319-82B2-515E-40B4-FAEFD62010CF}"/>
          </ac:inkMkLst>
        </pc:inkChg>
        <pc:inkChg chg="add mod">
          <ac:chgData name="Mahima Weerasinghe" userId="e11e3f55-42da-4e07-8ead-4d7a1d7ea1c6" providerId="ADAL" clId="{DEC8990C-F1E8-4081-8796-F50D8B9FA883}" dt="2024-10-13T13:29:56.236" v="2434"/>
          <ac:inkMkLst>
            <pc:docMk/>
            <pc:sldMk cId="3516305260" sldId="400"/>
            <ac:inkMk id="303" creationId="{732DD608-C86D-9DA1-572A-1583CA35999D}"/>
          </ac:inkMkLst>
        </pc:inkChg>
        <pc:inkChg chg="add mod">
          <ac:chgData name="Mahima Weerasinghe" userId="e11e3f55-42da-4e07-8ead-4d7a1d7ea1c6" providerId="ADAL" clId="{DEC8990C-F1E8-4081-8796-F50D8B9FA883}" dt="2024-10-13T13:29:56.236" v="2434"/>
          <ac:inkMkLst>
            <pc:docMk/>
            <pc:sldMk cId="3516305260" sldId="400"/>
            <ac:inkMk id="304" creationId="{75A51701-25BE-9029-DAC4-EF6F28C3B59D}"/>
          </ac:inkMkLst>
        </pc:inkChg>
        <pc:inkChg chg="add mod">
          <ac:chgData name="Mahima Weerasinghe" userId="e11e3f55-42da-4e07-8ead-4d7a1d7ea1c6" providerId="ADAL" clId="{DEC8990C-F1E8-4081-8796-F50D8B9FA883}" dt="2024-10-13T13:29:56.236" v="2434"/>
          <ac:inkMkLst>
            <pc:docMk/>
            <pc:sldMk cId="3516305260" sldId="400"/>
            <ac:inkMk id="305" creationId="{2107764B-204D-F25A-DF8A-A7A9E90F277E}"/>
          </ac:inkMkLst>
        </pc:inkChg>
        <pc:inkChg chg="add mod">
          <ac:chgData name="Mahima Weerasinghe" userId="e11e3f55-42da-4e07-8ead-4d7a1d7ea1c6" providerId="ADAL" clId="{DEC8990C-F1E8-4081-8796-F50D8B9FA883}" dt="2024-10-13T13:29:56.236" v="2434"/>
          <ac:inkMkLst>
            <pc:docMk/>
            <pc:sldMk cId="3516305260" sldId="400"/>
            <ac:inkMk id="306" creationId="{6B0FF2F0-1954-3B49-741A-37B9F635CD49}"/>
          </ac:inkMkLst>
        </pc:inkChg>
        <pc:inkChg chg="add mod">
          <ac:chgData name="Mahima Weerasinghe" userId="e11e3f55-42da-4e07-8ead-4d7a1d7ea1c6" providerId="ADAL" clId="{DEC8990C-F1E8-4081-8796-F50D8B9FA883}" dt="2024-10-13T13:29:56.236" v="2434"/>
          <ac:inkMkLst>
            <pc:docMk/>
            <pc:sldMk cId="3516305260" sldId="400"/>
            <ac:inkMk id="307" creationId="{7DF9A9CD-6FF3-48C0-C9BF-E887754D9ED9}"/>
          </ac:inkMkLst>
        </pc:inkChg>
        <pc:inkChg chg="add mod">
          <ac:chgData name="Mahima Weerasinghe" userId="e11e3f55-42da-4e07-8ead-4d7a1d7ea1c6" providerId="ADAL" clId="{DEC8990C-F1E8-4081-8796-F50D8B9FA883}" dt="2024-10-13T13:30:26.260" v="2454"/>
          <ac:inkMkLst>
            <pc:docMk/>
            <pc:sldMk cId="3516305260" sldId="400"/>
            <ac:inkMk id="309" creationId="{82E0F865-194E-8B82-3705-CE983D624C8E}"/>
          </ac:inkMkLst>
        </pc:inkChg>
        <pc:inkChg chg="add mod">
          <ac:chgData name="Mahima Weerasinghe" userId="e11e3f55-42da-4e07-8ead-4d7a1d7ea1c6" providerId="ADAL" clId="{DEC8990C-F1E8-4081-8796-F50D8B9FA883}" dt="2024-10-13T13:30:26.260" v="2454"/>
          <ac:inkMkLst>
            <pc:docMk/>
            <pc:sldMk cId="3516305260" sldId="400"/>
            <ac:inkMk id="310" creationId="{3B395D21-5CC1-C9F2-2690-872E765B2FDC}"/>
          </ac:inkMkLst>
        </pc:inkChg>
        <pc:inkChg chg="add mod">
          <ac:chgData name="Mahima Weerasinghe" userId="e11e3f55-42da-4e07-8ead-4d7a1d7ea1c6" providerId="ADAL" clId="{DEC8990C-F1E8-4081-8796-F50D8B9FA883}" dt="2024-10-13T13:30:26.260" v="2454"/>
          <ac:inkMkLst>
            <pc:docMk/>
            <pc:sldMk cId="3516305260" sldId="400"/>
            <ac:inkMk id="311" creationId="{5B7890E1-B615-AAF0-8794-DCE700919DC8}"/>
          </ac:inkMkLst>
        </pc:inkChg>
        <pc:inkChg chg="add mod">
          <ac:chgData name="Mahima Weerasinghe" userId="e11e3f55-42da-4e07-8ead-4d7a1d7ea1c6" providerId="ADAL" clId="{DEC8990C-F1E8-4081-8796-F50D8B9FA883}" dt="2024-10-13T13:30:26.260" v="2454"/>
          <ac:inkMkLst>
            <pc:docMk/>
            <pc:sldMk cId="3516305260" sldId="400"/>
            <ac:inkMk id="312" creationId="{F7B51BD8-BC0C-7204-3402-2ED6F15809DC}"/>
          </ac:inkMkLst>
        </pc:inkChg>
        <pc:inkChg chg="add mod">
          <ac:chgData name="Mahima Weerasinghe" userId="e11e3f55-42da-4e07-8ead-4d7a1d7ea1c6" providerId="ADAL" clId="{DEC8990C-F1E8-4081-8796-F50D8B9FA883}" dt="2024-10-13T13:30:26.260" v="2454"/>
          <ac:inkMkLst>
            <pc:docMk/>
            <pc:sldMk cId="3516305260" sldId="400"/>
            <ac:inkMk id="313" creationId="{0847FD89-8DD6-DC88-355B-2341FDB79202}"/>
          </ac:inkMkLst>
        </pc:inkChg>
        <pc:inkChg chg="add mod">
          <ac:chgData name="Mahima Weerasinghe" userId="e11e3f55-42da-4e07-8ead-4d7a1d7ea1c6" providerId="ADAL" clId="{DEC8990C-F1E8-4081-8796-F50D8B9FA883}" dt="2024-10-13T13:30:26.260" v="2454"/>
          <ac:inkMkLst>
            <pc:docMk/>
            <pc:sldMk cId="3516305260" sldId="400"/>
            <ac:inkMk id="314" creationId="{DD5FBDA3-637F-9341-6A89-6FACF735844A}"/>
          </ac:inkMkLst>
        </pc:inkChg>
        <pc:inkChg chg="add mod">
          <ac:chgData name="Mahima Weerasinghe" userId="e11e3f55-42da-4e07-8ead-4d7a1d7ea1c6" providerId="ADAL" clId="{DEC8990C-F1E8-4081-8796-F50D8B9FA883}" dt="2024-10-13T13:30:26.260" v="2454"/>
          <ac:inkMkLst>
            <pc:docMk/>
            <pc:sldMk cId="3516305260" sldId="400"/>
            <ac:inkMk id="315" creationId="{4C5BFE19-E65B-2D53-4606-8E7842ED2676}"/>
          </ac:inkMkLst>
        </pc:inkChg>
        <pc:inkChg chg="add mod">
          <ac:chgData name="Mahima Weerasinghe" userId="e11e3f55-42da-4e07-8ead-4d7a1d7ea1c6" providerId="ADAL" clId="{DEC8990C-F1E8-4081-8796-F50D8B9FA883}" dt="2024-10-13T13:30:26.260" v="2454"/>
          <ac:inkMkLst>
            <pc:docMk/>
            <pc:sldMk cId="3516305260" sldId="400"/>
            <ac:inkMk id="317" creationId="{8A8CDF12-8B1A-1FB1-2ED5-3335217B79C0}"/>
          </ac:inkMkLst>
        </pc:inkChg>
        <pc:inkChg chg="add mod">
          <ac:chgData name="Mahima Weerasinghe" userId="e11e3f55-42da-4e07-8ead-4d7a1d7ea1c6" providerId="ADAL" clId="{DEC8990C-F1E8-4081-8796-F50D8B9FA883}" dt="2024-10-13T13:30:26.260" v="2454"/>
          <ac:inkMkLst>
            <pc:docMk/>
            <pc:sldMk cId="3516305260" sldId="400"/>
            <ac:inkMk id="318" creationId="{1CF82221-F8C9-8E56-CB89-14BECFFE82AA}"/>
          </ac:inkMkLst>
        </pc:inkChg>
        <pc:inkChg chg="add mod">
          <ac:chgData name="Mahima Weerasinghe" userId="e11e3f55-42da-4e07-8ead-4d7a1d7ea1c6" providerId="ADAL" clId="{DEC8990C-F1E8-4081-8796-F50D8B9FA883}" dt="2024-10-13T13:30:26.260" v="2454"/>
          <ac:inkMkLst>
            <pc:docMk/>
            <pc:sldMk cId="3516305260" sldId="400"/>
            <ac:inkMk id="319" creationId="{3F9A65CC-F28D-39B4-677D-DF2A39E00B35}"/>
          </ac:inkMkLst>
        </pc:inkChg>
        <pc:inkChg chg="add mod">
          <ac:chgData name="Mahima Weerasinghe" userId="e11e3f55-42da-4e07-8ead-4d7a1d7ea1c6" providerId="ADAL" clId="{DEC8990C-F1E8-4081-8796-F50D8B9FA883}" dt="2024-10-13T13:30:26.260" v="2454"/>
          <ac:inkMkLst>
            <pc:docMk/>
            <pc:sldMk cId="3516305260" sldId="400"/>
            <ac:inkMk id="320" creationId="{40183B7D-1871-3848-DFD3-B7CD6041C799}"/>
          </ac:inkMkLst>
        </pc:inkChg>
        <pc:inkChg chg="add mod">
          <ac:chgData name="Mahima Weerasinghe" userId="e11e3f55-42da-4e07-8ead-4d7a1d7ea1c6" providerId="ADAL" clId="{DEC8990C-F1E8-4081-8796-F50D8B9FA883}" dt="2024-10-13T13:30:26.260" v="2454"/>
          <ac:inkMkLst>
            <pc:docMk/>
            <pc:sldMk cId="3516305260" sldId="400"/>
            <ac:inkMk id="321" creationId="{BCA93BED-4105-FF67-8361-EAC24B7D9A11}"/>
          </ac:inkMkLst>
        </pc:inkChg>
        <pc:inkChg chg="add mod">
          <ac:chgData name="Mahima Weerasinghe" userId="e11e3f55-42da-4e07-8ead-4d7a1d7ea1c6" providerId="ADAL" clId="{DEC8990C-F1E8-4081-8796-F50D8B9FA883}" dt="2024-10-13T13:30:26.260" v="2454"/>
          <ac:inkMkLst>
            <pc:docMk/>
            <pc:sldMk cId="3516305260" sldId="400"/>
            <ac:inkMk id="322" creationId="{04DC3ED8-FDA2-9ACA-6606-2199531E4D78}"/>
          </ac:inkMkLst>
        </pc:inkChg>
        <pc:inkChg chg="add mod">
          <ac:chgData name="Mahima Weerasinghe" userId="e11e3f55-42da-4e07-8ead-4d7a1d7ea1c6" providerId="ADAL" clId="{DEC8990C-F1E8-4081-8796-F50D8B9FA883}" dt="2024-10-13T13:30:26.260" v="2454"/>
          <ac:inkMkLst>
            <pc:docMk/>
            <pc:sldMk cId="3516305260" sldId="400"/>
            <ac:inkMk id="323" creationId="{549ED7E5-9958-6649-E46F-554B3B56DA70}"/>
          </ac:inkMkLst>
        </pc:inkChg>
        <pc:inkChg chg="add mod">
          <ac:chgData name="Mahima Weerasinghe" userId="e11e3f55-42da-4e07-8ead-4d7a1d7ea1c6" providerId="ADAL" clId="{DEC8990C-F1E8-4081-8796-F50D8B9FA883}" dt="2024-10-13T13:30:26.260" v="2454"/>
          <ac:inkMkLst>
            <pc:docMk/>
            <pc:sldMk cId="3516305260" sldId="400"/>
            <ac:inkMk id="324" creationId="{15760D64-F9EE-CA1C-1496-2B25EE4070B9}"/>
          </ac:inkMkLst>
        </pc:inkChg>
        <pc:inkChg chg="add mod">
          <ac:chgData name="Mahima Weerasinghe" userId="e11e3f55-42da-4e07-8ead-4d7a1d7ea1c6" providerId="ADAL" clId="{DEC8990C-F1E8-4081-8796-F50D8B9FA883}" dt="2024-10-13T13:30:26.260" v="2454"/>
          <ac:inkMkLst>
            <pc:docMk/>
            <pc:sldMk cId="3516305260" sldId="400"/>
            <ac:inkMk id="325" creationId="{793BBFDC-279D-9E3A-38B9-9FB454DA0D21}"/>
          </ac:inkMkLst>
        </pc:inkChg>
        <pc:inkChg chg="add mod">
          <ac:chgData name="Mahima Weerasinghe" userId="e11e3f55-42da-4e07-8ead-4d7a1d7ea1c6" providerId="ADAL" clId="{DEC8990C-F1E8-4081-8796-F50D8B9FA883}" dt="2024-10-13T13:30:26.260" v="2454"/>
          <ac:inkMkLst>
            <pc:docMk/>
            <pc:sldMk cId="3516305260" sldId="400"/>
            <ac:inkMk id="326" creationId="{AE192FAE-4E9D-FB78-F20E-D21BB4F1AFB1}"/>
          </ac:inkMkLst>
        </pc:inkChg>
        <pc:inkChg chg="add mod">
          <ac:chgData name="Mahima Weerasinghe" userId="e11e3f55-42da-4e07-8ead-4d7a1d7ea1c6" providerId="ADAL" clId="{DEC8990C-F1E8-4081-8796-F50D8B9FA883}" dt="2024-10-13T13:30:26.260" v="2454"/>
          <ac:inkMkLst>
            <pc:docMk/>
            <pc:sldMk cId="3516305260" sldId="400"/>
            <ac:inkMk id="327" creationId="{D95ED082-C59D-CCC1-98C2-890A1AF2CD54}"/>
          </ac:inkMkLst>
        </pc:inkChg>
        <pc:inkChg chg="add mod">
          <ac:chgData name="Mahima Weerasinghe" userId="e11e3f55-42da-4e07-8ead-4d7a1d7ea1c6" providerId="ADAL" clId="{DEC8990C-F1E8-4081-8796-F50D8B9FA883}" dt="2024-10-13T13:31:08.646" v="2461"/>
          <ac:inkMkLst>
            <pc:docMk/>
            <pc:sldMk cId="3516305260" sldId="400"/>
            <ac:inkMk id="329" creationId="{9E3F6EA2-8840-432E-0F72-AA434710C313}"/>
          </ac:inkMkLst>
        </pc:inkChg>
        <pc:inkChg chg="add mod">
          <ac:chgData name="Mahima Weerasinghe" userId="e11e3f55-42da-4e07-8ead-4d7a1d7ea1c6" providerId="ADAL" clId="{DEC8990C-F1E8-4081-8796-F50D8B9FA883}" dt="2024-10-13T13:31:08.646" v="2461"/>
          <ac:inkMkLst>
            <pc:docMk/>
            <pc:sldMk cId="3516305260" sldId="400"/>
            <ac:inkMk id="330" creationId="{DBC87F18-9F8E-56D0-C61E-77DBC723B2BB}"/>
          </ac:inkMkLst>
        </pc:inkChg>
        <pc:inkChg chg="add mod">
          <ac:chgData name="Mahima Weerasinghe" userId="e11e3f55-42da-4e07-8ead-4d7a1d7ea1c6" providerId="ADAL" clId="{DEC8990C-F1E8-4081-8796-F50D8B9FA883}" dt="2024-10-13T13:31:08.646" v="2461"/>
          <ac:inkMkLst>
            <pc:docMk/>
            <pc:sldMk cId="3516305260" sldId="400"/>
            <ac:inkMk id="331" creationId="{D904B62F-649E-20BD-73CC-587245589E95}"/>
          </ac:inkMkLst>
        </pc:inkChg>
        <pc:inkChg chg="add mod">
          <ac:chgData name="Mahima Weerasinghe" userId="e11e3f55-42da-4e07-8ead-4d7a1d7ea1c6" providerId="ADAL" clId="{DEC8990C-F1E8-4081-8796-F50D8B9FA883}" dt="2024-10-13T13:31:08.646" v="2461"/>
          <ac:inkMkLst>
            <pc:docMk/>
            <pc:sldMk cId="3516305260" sldId="400"/>
            <ac:inkMk id="332" creationId="{60A17F12-AC8A-E912-92F8-15AD62723B4B}"/>
          </ac:inkMkLst>
        </pc:inkChg>
        <pc:inkChg chg="add mod">
          <ac:chgData name="Mahima Weerasinghe" userId="e11e3f55-42da-4e07-8ead-4d7a1d7ea1c6" providerId="ADAL" clId="{DEC8990C-F1E8-4081-8796-F50D8B9FA883}" dt="2024-10-13T13:31:08.646" v="2461"/>
          <ac:inkMkLst>
            <pc:docMk/>
            <pc:sldMk cId="3516305260" sldId="400"/>
            <ac:inkMk id="333" creationId="{D8682A33-E266-538E-6007-F851A67CA9E6}"/>
          </ac:inkMkLst>
        </pc:inkChg>
        <pc:inkChg chg="add mod">
          <ac:chgData name="Mahima Weerasinghe" userId="e11e3f55-42da-4e07-8ead-4d7a1d7ea1c6" providerId="ADAL" clId="{DEC8990C-F1E8-4081-8796-F50D8B9FA883}" dt="2024-10-13T13:31:08.646" v="2461"/>
          <ac:inkMkLst>
            <pc:docMk/>
            <pc:sldMk cId="3516305260" sldId="400"/>
            <ac:inkMk id="334" creationId="{C73EAE9F-2273-4778-FC84-2AD0BE30C507}"/>
          </ac:inkMkLst>
        </pc:inkChg>
        <pc:inkChg chg="add">
          <ac:chgData name="Mahima Weerasinghe" userId="e11e3f55-42da-4e07-8ead-4d7a1d7ea1c6" providerId="ADAL" clId="{DEC8990C-F1E8-4081-8796-F50D8B9FA883}" dt="2024-10-13T13:31:23.023" v="2462" actId="9405"/>
          <ac:inkMkLst>
            <pc:docMk/>
            <pc:sldMk cId="3516305260" sldId="400"/>
            <ac:inkMk id="336" creationId="{5535A41F-748C-CB61-2234-B8000745A72A}"/>
          </ac:inkMkLst>
        </pc:inkChg>
        <pc:inkChg chg="add mod">
          <ac:chgData name="Mahima Weerasinghe" userId="e11e3f55-42da-4e07-8ead-4d7a1d7ea1c6" providerId="ADAL" clId="{DEC8990C-F1E8-4081-8796-F50D8B9FA883}" dt="2024-10-13T13:31:56.723" v="2477"/>
          <ac:inkMkLst>
            <pc:docMk/>
            <pc:sldMk cId="3516305260" sldId="400"/>
            <ac:inkMk id="337" creationId="{8434998C-B19A-95F5-40DB-E8A80F355340}"/>
          </ac:inkMkLst>
        </pc:inkChg>
        <pc:inkChg chg="add mod">
          <ac:chgData name="Mahima Weerasinghe" userId="e11e3f55-42da-4e07-8ead-4d7a1d7ea1c6" providerId="ADAL" clId="{DEC8990C-F1E8-4081-8796-F50D8B9FA883}" dt="2024-10-13T13:31:56.723" v="2477"/>
          <ac:inkMkLst>
            <pc:docMk/>
            <pc:sldMk cId="3516305260" sldId="400"/>
            <ac:inkMk id="338" creationId="{39105093-E37C-517C-A697-00CFC3D05F13}"/>
          </ac:inkMkLst>
        </pc:inkChg>
        <pc:inkChg chg="add mod">
          <ac:chgData name="Mahima Weerasinghe" userId="e11e3f55-42da-4e07-8ead-4d7a1d7ea1c6" providerId="ADAL" clId="{DEC8990C-F1E8-4081-8796-F50D8B9FA883}" dt="2024-10-13T13:31:56.723" v="2477"/>
          <ac:inkMkLst>
            <pc:docMk/>
            <pc:sldMk cId="3516305260" sldId="400"/>
            <ac:inkMk id="339" creationId="{6A33C1E9-F315-07BE-7415-5E7F897ED858}"/>
          </ac:inkMkLst>
        </pc:inkChg>
        <pc:inkChg chg="add mod">
          <ac:chgData name="Mahima Weerasinghe" userId="e11e3f55-42da-4e07-8ead-4d7a1d7ea1c6" providerId="ADAL" clId="{DEC8990C-F1E8-4081-8796-F50D8B9FA883}" dt="2024-10-13T13:31:56.723" v="2477"/>
          <ac:inkMkLst>
            <pc:docMk/>
            <pc:sldMk cId="3516305260" sldId="400"/>
            <ac:inkMk id="340" creationId="{4B10A790-8D46-32A9-ABC7-A54722A4863D}"/>
          </ac:inkMkLst>
        </pc:inkChg>
        <pc:inkChg chg="add mod">
          <ac:chgData name="Mahima Weerasinghe" userId="e11e3f55-42da-4e07-8ead-4d7a1d7ea1c6" providerId="ADAL" clId="{DEC8990C-F1E8-4081-8796-F50D8B9FA883}" dt="2024-10-13T13:31:56.723" v="2477"/>
          <ac:inkMkLst>
            <pc:docMk/>
            <pc:sldMk cId="3516305260" sldId="400"/>
            <ac:inkMk id="341" creationId="{C8FC05A4-81A4-6A95-BC8E-C5E1AEFDE3DD}"/>
          </ac:inkMkLst>
        </pc:inkChg>
        <pc:inkChg chg="add mod">
          <ac:chgData name="Mahima Weerasinghe" userId="e11e3f55-42da-4e07-8ead-4d7a1d7ea1c6" providerId="ADAL" clId="{DEC8990C-F1E8-4081-8796-F50D8B9FA883}" dt="2024-10-13T13:31:56.723" v="2477"/>
          <ac:inkMkLst>
            <pc:docMk/>
            <pc:sldMk cId="3516305260" sldId="400"/>
            <ac:inkMk id="342" creationId="{88F87D02-DAFB-5EAF-2FA6-4083A5269AD7}"/>
          </ac:inkMkLst>
        </pc:inkChg>
        <pc:inkChg chg="add mod">
          <ac:chgData name="Mahima Weerasinghe" userId="e11e3f55-42da-4e07-8ead-4d7a1d7ea1c6" providerId="ADAL" clId="{DEC8990C-F1E8-4081-8796-F50D8B9FA883}" dt="2024-10-13T13:31:56.723" v="2477"/>
          <ac:inkMkLst>
            <pc:docMk/>
            <pc:sldMk cId="3516305260" sldId="400"/>
            <ac:inkMk id="343" creationId="{5421D615-CF5A-CE36-3BE8-0A98B54BB260}"/>
          </ac:inkMkLst>
        </pc:inkChg>
        <pc:inkChg chg="add mod">
          <ac:chgData name="Mahima Weerasinghe" userId="e11e3f55-42da-4e07-8ead-4d7a1d7ea1c6" providerId="ADAL" clId="{DEC8990C-F1E8-4081-8796-F50D8B9FA883}" dt="2024-10-13T13:31:56.723" v="2477"/>
          <ac:inkMkLst>
            <pc:docMk/>
            <pc:sldMk cId="3516305260" sldId="400"/>
            <ac:inkMk id="344" creationId="{6ABD3C59-1BEA-F0CE-443F-670DA0EEB2A8}"/>
          </ac:inkMkLst>
        </pc:inkChg>
        <pc:inkChg chg="add mod">
          <ac:chgData name="Mahima Weerasinghe" userId="e11e3f55-42da-4e07-8ead-4d7a1d7ea1c6" providerId="ADAL" clId="{DEC8990C-F1E8-4081-8796-F50D8B9FA883}" dt="2024-10-13T13:31:56.723" v="2477"/>
          <ac:inkMkLst>
            <pc:docMk/>
            <pc:sldMk cId="3516305260" sldId="400"/>
            <ac:inkMk id="345" creationId="{F9ADBF4B-34CE-2220-7459-075666954635}"/>
          </ac:inkMkLst>
        </pc:inkChg>
        <pc:inkChg chg="add mod">
          <ac:chgData name="Mahima Weerasinghe" userId="e11e3f55-42da-4e07-8ead-4d7a1d7ea1c6" providerId="ADAL" clId="{DEC8990C-F1E8-4081-8796-F50D8B9FA883}" dt="2024-10-13T13:31:56.723" v="2477"/>
          <ac:inkMkLst>
            <pc:docMk/>
            <pc:sldMk cId="3516305260" sldId="400"/>
            <ac:inkMk id="346" creationId="{51C85570-9DF6-98A5-BA36-AF54E496C3DE}"/>
          </ac:inkMkLst>
        </pc:inkChg>
        <pc:inkChg chg="add mod">
          <ac:chgData name="Mahima Weerasinghe" userId="e11e3f55-42da-4e07-8ead-4d7a1d7ea1c6" providerId="ADAL" clId="{DEC8990C-F1E8-4081-8796-F50D8B9FA883}" dt="2024-10-13T13:31:56.723" v="2477"/>
          <ac:inkMkLst>
            <pc:docMk/>
            <pc:sldMk cId="3516305260" sldId="400"/>
            <ac:inkMk id="347" creationId="{DA209AE5-56AB-E65A-3434-7415DB7CAED5}"/>
          </ac:inkMkLst>
        </pc:inkChg>
        <pc:inkChg chg="add mod">
          <ac:chgData name="Mahima Weerasinghe" userId="e11e3f55-42da-4e07-8ead-4d7a1d7ea1c6" providerId="ADAL" clId="{DEC8990C-F1E8-4081-8796-F50D8B9FA883}" dt="2024-10-13T13:31:56.723" v="2477"/>
          <ac:inkMkLst>
            <pc:docMk/>
            <pc:sldMk cId="3516305260" sldId="400"/>
            <ac:inkMk id="348" creationId="{DF0CF585-4020-88C2-BB87-BF138701765A}"/>
          </ac:inkMkLst>
        </pc:inkChg>
        <pc:inkChg chg="add mod">
          <ac:chgData name="Mahima Weerasinghe" userId="e11e3f55-42da-4e07-8ead-4d7a1d7ea1c6" providerId="ADAL" clId="{DEC8990C-F1E8-4081-8796-F50D8B9FA883}" dt="2024-10-13T13:31:56.723" v="2477"/>
          <ac:inkMkLst>
            <pc:docMk/>
            <pc:sldMk cId="3516305260" sldId="400"/>
            <ac:inkMk id="349" creationId="{B89D0417-3415-4303-2748-B6BAAEC2A645}"/>
          </ac:inkMkLst>
        </pc:inkChg>
        <pc:inkChg chg="add mod">
          <ac:chgData name="Mahima Weerasinghe" userId="e11e3f55-42da-4e07-8ead-4d7a1d7ea1c6" providerId="ADAL" clId="{DEC8990C-F1E8-4081-8796-F50D8B9FA883}" dt="2024-10-13T13:31:56.723" v="2477"/>
          <ac:inkMkLst>
            <pc:docMk/>
            <pc:sldMk cId="3516305260" sldId="400"/>
            <ac:inkMk id="350" creationId="{FEBEB84E-4919-CA35-890E-D5EF601B76A6}"/>
          </ac:inkMkLst>
        </pc:inkChg>
        <pc:inkChg chg="add mod">
          <ac:chgData name="Mahima Weerasinghe" userId="e11e3f55-42da-4e07-8ead-4d7a1d7ea1c6" providerId="ADAL" clId="{DEC8990C-F1E8-4081-8796-F50D8B9FA883}" dt="2024-10-13T13:34:11.090" v="2579"/>
          <ac:inkMkLst>
            <pc:docMk/>
            <pc:sldMk cId="3516305260" sldId="400"/>
            <ac:inkMk id="352" creationId="{B9FB61C4-B486-3D03-8315-0C262AFD1EB9}"/>
          </ac:inkMkLst>
        </pc:inkChg>
        <pc:inkChg chg="add mod">
          <ac:chgData name="Mahima Weerasinghe" userId="e11e3f55-42da-4e07-8ead-4d7a1d7ea1c6" providerId="ADAL" clId="{DEC8990C-F1E8-4081-8796-F50D8B9FA883}" dt="2024-10-13T13:34:11.090" v="2579"/>
          <ac:inkMkLst>
            <pc:docMk/>
            <pc:sldMk cId="3516305260" sldId="400"/>
            <ac:inkMk id="353" creationId="{97BE51A7-A544-834B-AFB3-A2943DC7DD2A}"/>
          </ac:inkMkLst>
        </pc:inkChg>
        <pc:inkChg chg="add mod">
          <ac:chgData name="Mahima Weerasinghe" userId="e11e3f55-42da-4e07-8ead-4d7a1d7ea1c6" providerId="ADAL" clId="{DEC8990C-F1E8-4081-8796-F50D8B9FA883}" dt="2024-10-13T13:34:11.090" v="2579"/>
          <ac:inkMkLst>
            <pc:docMk/>
            <pc:sldMk cId="3516305260" sldId="400"/>
            <ac:inkMk id="354" creationId="{6A81EBAE-377F-76E0-7D5A-0160BD9BEA9C}"/>
          </ac:inkMkLst>
        </pc:inkChg>
        <pc:inkChg chg="add mod">
          <ac:chgData name="Mahima Weerasinghe" userId="e11e3f55-42da-4e07-8ead-4d7a1d7ea1c6" providerId="ADAL" clId="{DEC8990C-F1E8-4081-8796-F50D8B9FA883}" dt="2024-10-13T13:34:11.090" v="2579"/>
          <ac:inkMkLst>
            <pc:docMk/>
            <pc:sldMk cId="3516305260" sldId="400"/>
            <ac:inkMk id="355" creationId="{15A27D97-504B-83E8-32F6-893067EF0B3D}"/>
          </ac:inkMkLst>
        </pc:inkChg>
        <pc:inkChg chg="add mod">
          <ac:chgData name="Mahima Weerasinghe" userId="e11e3f55-42da-4e07-8ead-4d7a1d7ea1c6" providerId="ADAL" clId="{DEC8990C-F1E8-4081-8796-F50D8B9FA883}" dt="2024-10-13T13:34:11.090" v="2579"/>
          <ac:inkMkLst>
            <pc:docMk/>
            <pc:sldMk cId="3516305260" sldId="400"/>
            <ac:inkMk id="356" creationId="{02D9FE4E-FFBA-A5F6-1381-2FBCB2E8F49A}"/>
          </ac:inkMkLst>
        </pc:inkChg>
        <pc:inkChg chg="add mod">
          <ac:chgData name="Mahima Weerasinghe" userId="e11e3f55-42da-4e07-8ead-4d7a1d7ea1c6" providerId="ADAL" clId="{DEC8990C-F1E8-4081-8796-F50D8B9FA883}" dt="2024-10-13T13:34:11.090" v="2579"/>
          <ac:inkMkLst>
            <pc:docMk/>
            <pc:sldMk cId="3516305260" sldId="400"/>
            <ac:inkMk id="357" creationId="{8E2A5958-DE02-3C9F-1D31-DFA99A0512FA}"/>
          </ac:inkMkLst>
        </pc:inkChg>
        <pc:inkChg chg="add mod">
          <ac:chgData name="Mahima Weerasinghe" userId="e11e3f55-42da-4e07-8ead-4d7a1d7ea1c6" providerId="ADAL" clId="{DEC8990C-F1E8-4081-8796-F50D8B9FA883}" dt="2024-10-13T13:34:11.090" v="2579"/>
          <ac:inkMkLst>
            <pc:docMk/>
            <pc:sldMk cId="3516305260" sldId="400"/>
            <ac:inkMk id="358" creationId="{75725EEC-3D0F-0112-1C12-1E4A33170A2C}"/>
          </ac:inkMkLst>
        </pc:inkChg>
        <pc:inkChg chg="add mod">
          <ac:chgData name="Mahima Weerasinghe" userId="e11e3f55-42da-4e07-8ead-4d7a1d7ea1c6" providerId="ADAL" clId="{DEC8990C-F1E8-4081-8796-F50D8B9FA883}" dt="2024-10-13T13:34:11.090" v="2579"/>
          <ac:inkMkLst>
            <pc:docMk/>
            <pc:sldMk cId="3516305260" sldId="400"/>
            <ac:inkMk id="359" creationId="{8C767929-2C17-8B92-EBB3-A97AF1E14106}"/>
          </ac:inkMkLst>
        </pc:inkChg>
        <pc:inkChg chg="add mod">
          <ac:chgData name="Mahima Weerasinghe" userId="e11e3f55-42da-4e07-8ead-4d7a1d7ea1c6" providerId="ADAL" clId="{DEC8990C-F1E8-4081-8796-F50D8B9FA883}" dt="2024-10-13T13:34:11.090" v="2579"/>
          <ac:inkMkLst>
            <pc:docMk/>
            <pc:sldMk cId="3516305260" sldId="400"/>
            <ac:inkMk id="361" creationId="{0F04722E-5AB4-1EE0-3D00-F569889C27E3}"/>
          </ac:inkMkLst>
        </pc:inkChg>
        <pc:inkChg chg="add mod">
          <ac:chgData name="Mahima Weerasinghe" userId="e11e3f55-42da-4e07-8ead-4d7a1d7ea1c6" providerId="ADAL" clId="{DEC8990C-F1E8-4081-8796-F50D8B9FA883}" dt="2024-10-13T13:34:11.090" v="2579"/>
          <ac:inkMkLst>
            <pc:docMk/>
            <pc:sldMk cId="3516305260" sldId="400"/>
            <ac:inkMk id="362" creationId="{DA8F63DF-5361-DB91-ACCC-727DF2B49B0F}"/>
          </ac:inkMkLst>
        </pc:inkChg>
        <pc:inkChg chg="add mod">
          <ac:chgData name="Mahima Weerasinghe" userId="e11e3f55-42da-4e07-8ead-4d7a1d7ea1c6" providerId="ADAL" clId="{DEC8990C-F1E8-4081-8796-F50D8B9FA883}" dt="2024-10-13T13:34:11.090" v="2579"/>
          <ac:inkMkLst>
            <pc:docMk/>
            <pc:sldMk cId="3516305260" sldId="400"/>
            <ac:inkMk id="363" creationId="{F00ACF92-69EC-94F2-8F21-22DE7E414494}"/>
          </ac:inkMkLst>
        </pc:inkChg>
        <pc:inkChg chg="add mod">
          <ac:chgData name="Mahima Weerasinghe" userId="e11e3f55-42da-4e07-8ead-4d7a1d7ea1c6" providerId="ADAL" clId="{DEC8990C-F1E8-4081-8796-F50D8B9FA883}" dt="2024-10-13T13:34:11.090" v="2579"/>
          <ac:inkMkLst>
            <pc:docMk/>
            <pc:sldMk cId="3516305260" sldId="400"/>
            <ac:inkMk id="365" creationId="{9ACD20F0-BD4D-FE72-3F9B-F3A37EBF911D}"/>
          </ac:inkMkLst>
        </pc:inkChg>
        <pc:inkChg chg="add mod">
          <ac:chgData name="Mahima Weerasinghe" userId="e11e3f55-42da-4e07-8ead-4d7a1d7ea1c6" providerId="ADAL" clId="{DEC8990C-F1E8-4081-8796-F50D8B9FA883}" dt="2024-10-13T13:34:11.090" v="2579"/>
          <ac:inkMkLst>
            <pc:docMk/>
            <pc:sldMk cId="3516305260" sldId="400"/>
            <ac:inkMk id="367" creationId="{CCEA1EF3-E1C6-1A02-2E6C-DFB3C77DA6BA}"/>
          </ac:inkMkLst>
        </pc:inkChg>
        <pc:inkChg chg="add mod">
          <ac:chgData name="Mahima Weerasinghe" userId="e11e3f55-42da-4e07-8ead-4d7a1d7ea1c6" providerId="ADAL" clId="{DEC8990C-F1E8-4081-8796-F50D8B9FA883}" dt="2024-10-13T13:34:11.090" v="2579"/>
          <ac:inkMkLst>
            <pc:docMk/>
            <pc:sldMk cId="3516305260" sldId="400"/>
            <ac:inkMk id="368" creationId="{391B6820-FE37-FE46-4DD8-2F6E57914554}"/>
          </ac:inkMkLst>
        </pc:inkChg>
        <pc:inkChg chg="add mod">
          <ac:chgData name="Mahima Weerasinghe" userId="e11e3f55-42da-4e07-8ead-4d7a1d7ea1c6" providerId="ADAL" clId="{DEC8990C-F1E8-4081-8796-F50D8B9FA883}" dt="2024-10-13T13:34:11.090" v="2579"/>
          <ac:inkMkLst>
            <pc:docMk/>
            <pc:sldMk cId="3516305260" sldId="400"/>
            <ac:inkMk id="370" creationId="{D44248C6-7763-FD79-1D32-C1F699BCFF3A}"/>
          </ac:inkMkLst>
        </pc:inkChg>
        <pc:inkChg chg="add mod">
          <ac:chgData name="Mahima Weerasinghe" userId="e11e3f55-42da-4e07-8ead-4d7a1d7ea1c6" providerId="ADAL" clId="{DEC8990C-F1E8-4081-8796-F50D8B9FA883}" dt="2024-10-13T13:34:11.090" v="2579"/>
          <ac:inkMkLst>
            <pc:docMk/>
            <pc:sldMk cId="3516305260" sldId="400"/>
            <ac:inkMk id="371" creationId="{2D93A083-12B2-173E-8765-06C213453D2C}"/>
          </ac:inkMkLst>
        </pc:inkChg>
        <pc:inkChg chg="add mod">
          <ac:chgData name="Mahima Weerasinghe" userId="e11e3f55-42da-4e07-8ead-4d7a1d7ea1c6" providerId="ADAL" clId="{DEC8990C-F1E8-4081-8796-F50D8B9FA883}" dt="2024-10-13T13:34:11.090" v="2579"/>
          <ac:inkMkLst>
            <pc:docMk/>
            <pc:sldMk cId="3516305260" sldId="400"/>
            <ac:inkMk id="372" creationId="{050C7380-5EBC-1098-21F5-8D76FFCF83BD}"/>
          </ac:inkMkLst>
        </pc:inkChg>
        <pc:inkChg chg="add mod">
          <ac:chgData name="Mahima Weerasinghe" userId="e11e3f55-42da-4e07-8ead-4d7a1d7ea1c6" providerId="ADAL" clId="{DEC8990C-F1E8-4081-8796-F50D8B9FA883}" dt="2024-10-13T13:34:11.090" v="2579"/>
          <ac:inkMkLst>
            <pc:docMk/>
            <pc:sldMk cId="3516305260" sldId="400"/>
            <ac:inkMk id="373" creationId="{F9BC77E6-08F0-3928-CFBD-F21DFB117963}"/>
          </ac:inkMkLst>
        </pc:inkChg>
        <pc:inkChg chg="add mod">
          <ac:chgData name="Mahima Weerasinghe" userId="e11e3f55-42da-4e07-8ead-4d7a1d7ea1c6" providerId="ADAL" clId="{DEC8990C-F1E8-4081-8796-F50D8B9FA883}" dt="2024-10-13T13:34:11.090" v="2579"/>
          <ac:inkMkLst>
            <pc:docMk/>
            <pc:sldMk cId="3516305260" sldId="400"/>
            <ac:inkMk id="374" creationId="{9C8F2368-D6B3-1E67-F6B3-E0C08C2D98E2}"/>
          </ac:inkMkLst>
        </pc:inkChg>
        <pc:inkChg chg="add mod">
          <ac:chgData name="Mahima Weerasinghe" userId="e11e3f55-42da-4e07-8ead-4d7a1d7ea1c6" providerId="ADAL" clId="{DEC8990C-F1E8-4081-8796-F50D8B9FA883}" dt="2024-10-13T13:34:11.090" v="2579"/>
          <ac:inkMkLst>
            <pc:docMk/>
            <pc:sldMk cId="3516305260" sldId="400"/>
            <ac:inkMk id="376" creationId="{5284E3DF-D5D5-94EF-5842-07EE06393016}"/>
          </ac:inkMkLst>
        </pc:inkChg>
        <pc:inkChg chg="add mod">
          <ac:chgData name="Mahima Weerasinghe" userId="e11e3f55-42da-4e07-8ead-4d7a1d7ea1c6" providerId="ADAL" clId="{DEC8990C-F1E8-4081-8796-F50D8B9FA883}" dt="2024-10-13T13:34:11.090" v="2579"/>
          <ac:inkMkLst>
            <pc:docMk/>
            <pc:sldMk cId="3516305260" sldId="400"/>
            <ac:inkMk id="377" creationId="{5057F06E-F5C9-4ECF-FDA1-23AFD0BAF018}"/>
          </ac:inkMkLst>
        </pc:inkChg>
        <pc:inkChg chg="add mod">
          <ac:chgData name="Mahima Weerasinghe" userId="e11e3f55-42da-4e07-8ead-4d7a1d7ea1c6" providerId="ADAL" clId="{DEC8990C-F1E8-4081-8796-F50D8B9FA883}" dt="2024-10-13T13:34:11.090" v="2579"/>
          <ac:inkMkLst>
            <pc:docMk/>
            <pc:sldMk cId="3516305260" sldId="400"/>
            <ac:inkMk id="378" creationId="{77ED120F-5A6B-5CB4-76BA-523D99CE7B1D}"/>
          </ac:inkMkLst>
        </pc:inkChg>
        <pc:inkChg chg="add mod">
          <ac:chgData name="Mahima Weerasinghe" userId="e11e3f55-42da-4e07-8ead-4d7a1d7ea1c6" providerId="ADAL" clId="{DEC8990C-F1E8-4081-8796-F50D8B9FA883}" dt="2024-10-13T13:34:11.090" v="2579"/>
          <ac:inkMkLst>
            <pc:docMk/>
            <pc:sldMk cId="3516305260" sldId="400"/>
            <ac:inkMk id="379" creationId="{C40A4AD0-86CF-C48A-F0CA-A733871D7C19}"/>
          </ac:inkMkLst>
        </pc:inkChg>
        <pc:inkChg chg="add mod">
          <ac:chgData name="Mahima Weerasinghe" userId="e11e3f55-42da-4e07-8ead-4d7a1d7ea1c6" providerId="ADAL" clId="{DEC8990C-F1E8-4081-8796-F50D8B9FA883}" dt="2024-10-13T13:34:11.090" v="2579"/>
          <ac:inkMkLst>
            <pc:docMk/>
            <pc:sldMk cId="3516305260" sldId="400"/>
            <ac:inkMk id="380" creationId="{F6186939-3B1C-B78E-7B89-934B3A8395F7}"/>
          </ac:inkMkLst>
        </pc:inkChg>
        <pc:inkChg chg="add mod">
          <ac:chgData name="Mahima Weerasinghe" userId="e11e3f55-42da-4e07-8ead-4d7a1d7ea1c6" providerId="ADAL" clId="{DEC8990C-F1E8-4081-8796-F50D8B9FA883}" dt="2024-10-13T13:34:11.090" v="2579"/>
          <ac:inkMkLst>
            <pc:docMk/>
            <pc:sldMk cId="3516305260" sldId="400"/>
            <ac:inkMk id="381" creationId="{79DD7AEE-7735-C836-474C-5490325BEE57}"/>
          </ac:inkMkLst>
        </pc:inkChg>
        <pc:inkChg chg="add mod">
          <ac:chgData name="Mahima Weerasinghe" userId="e11e3f55-42da-4e07-8ead-4d7a1d7ea1c6" providerId="ADAL" clId="{DEC8990C-F1E8-4081-8796-F50D8B9FA883}" dt="2024-10-13T13:34:11.090" v="2579"/>
          <ac:inkMkLst>
            <pc:docMk/>
            <pc:sldMk cId="3516305260" sldId="400"/>
            <ac:inkMk id="382" creationId="{4AD88438-8587-5CD5-E063-0DB26FECF70B}"/>
          </ac:inkMkLst>
        </pc:inkChg>
        <pc:inkChg chg="add mod">
          <ac:chgData name="Mahima Weerasinghe" userId="e11e3f55-42da-4e07-8ead-4d7a1d7ea1c6" providerId="ADAL" clId="{DEC8990C-F1E8-4081-8796-F50D8B9FA883}" dt="2024-10-13T13:34:11.090" v="2579"/>
          <ac:inkMkLst>
            <pc:docMk/>
            <pc:sldMk cId="3516305260" sldId="400"/>
            <ac:inkMk id="383" creationId="{60B51D8A-CA8B-8912-C028-F69CCE9C01CF}"/>
          </ac:inkMkLst>
        </pc:inkChg>
        <pc:inkChg chg="add mod">
          <ac:chgData name="Mahima Weerasinghe" userId="e11e3f55-42da-4e07-8ead-4d7a1d7ea1c6" providerId="ADAL" clId="{DEC8990C-F1E8-4081-8796-F50D8B9FA883}" dt="2024-10-13T13:34:11.090" v="2579"/>
          <ac:inkMkLst>
            <pc:docMk/>
            <pc:sldMk cId="3516305260" sldId="400"/>
            <ac:inkMk id="384" creationId="{AA066DFE-1F10-C3BD-D2A3-64E313DF3C1E}"/>
          </ac:inkMkLst>
        </pc:inkChg>
        <pc:inkChg chg="add mod">
          <ac:chgData name="Mahima Weerasinghe" userId="e11e3f55-42da-4e07-8ead-4d7a1d7ea1c6" providerId="ADAL" clId="{DEC8990C-F1E8-4081-8796-F50D8B9FA883}" dt="2024-10-13T13:32:45.907" v="2516"/>
          <ac:inkMkLst>
            <pc:docMk/>
            <pc:sldMk cId="3516305260" sldId="400"/>
            <ac:inkMk id="386" creationId="{6C4470B0-133B-58FC-898B-230B1186214B}"/>
          </ac:inkMkLst>
        </pc:inkChg>
        <pc:inkChg chg="add mod">
          <ac:chgData name="Mahima Weerasinghe" userId="e11e3f55-42da-4e07-8ead-4d7a1d7ea1c6" providerId="ADAL" clId="{DEC8990C-F1E8-4081-8796-F50D8B9FA883}" dt="2024-10-13T13:34:11.090" v="2579"/>
          <ac:inkMkLst>
            <pc:docMk/>
            <pc:sldMk cId="3516305260" sldId="400"/>
            <ac:inkMk id="388" creationId="{614F1992-ABFA-A155-B03A-EB81AC1E7879}"/>
          </ac:inkMkLst>
        </pc:inkChg>
        <pc:inkChg chg="add mod">
          <ac:chgData name="Mahima Weerasinghe" userId="e11e3f55-42da-4e07-8ead-4d7a1d7ea1c6" providerId="ADAL" clId="{DEC8990C-F1E8-4081-8796-F50D8B9FA883}" dt="2024-10-13T13:34:11.090" v="2579"/>
          <ac:inkMkLst>
            <pc:docMk/>
            <pc:sldMk cId="3516305260" sldId="400"/>
            <ac:inkMk id="389" creationId="{E7D1AC1B-1CA8-7EB7-A884-DAAA62C1C51B}"/>
          </ac:inkMkLst>
        </pc:inkChg>
        <pc:inkChg chg="add mod">
          <ac:chgData name="Mahima Weerasinghe" userId="e11e3f55-42da-4e07-8ead-4d7a1d7ea1c6" providerId="ADAL" clId="{DEC8990C-F1E8-4081-8796-F50D8B9FA883}" dt="2024-10-13T13:34:11.090" v="2579"/>
          <ac:inkMkLst>
            <pc:docMk/>
            <pc:sldMk cId="3516305260" sldId="400"/>
            <ac:inkMk id="391" creationId="{E81DD7FF-C38D-3D78-ED9F-AE35DFECF47C}"/>
          </ac:inkMkLst>
        </pc:inkChg>
        <pc:inkChg chg="add mod">
          <ac:chgData name="Mahima Weerasinghe" userId="e11e3f55-42da-4e07-8ead-4d7a1d7ea1c6" providerId="ADAL" clId="{DEC8990C-F1E8-4081-8796-F50D8B9FA883}" dt="2024-10-13T13:34:11.090" v="2579"/>
          <ac:inkMkLst>
            <pc:docMk/>
            <pc:sldMk cId="3516305260" sldId="400"/>
            <ac:inkMk id="392" creationId="{34052DD5-9C06-2C8D-CD45-1655A5E6029C}"/>
          </ac:inkMkLst>
        </pc:inkChg>
        <pc:inkChg chg="add mod">
          <ac:chgData name="Mahima Weerasinghe" userId="e11e3f55-42da-4e07-8ead-4d7a1d7ea1c6" providerId="ADAL" clId="{DEC8990C-F1E8-4081-8796-F50D8B9FA883}" dt="2024-10-13T13:34:11.090" v="2579"/>
          <ac:inkMkLst>
            <pc:docMk/>
            <pc:sldMk cId="3516305260" sldId="400"/>
            <ac:inkMk id="394" creationId="{386C25EC-6732-624D-97C2-28F2A8EBAA2D}"/>
          </ac:inkMkLst>
        </pc:inkChg>
        <pc:inkChg chg="add mod">
          <ac:chgData name="Mahima Weerasinghe" userId="e11e3f55-42da-4e07-8ead-4d7a1d7ea1c6" providerId="ADAL" clId="{DEC8990C-F1E8-4081-8796-F50D8B9FA883}" dt="2024-10-13T13:34:11.090" v="2579"/>
          <ac:inkMkLst>
            <pc:docMk/>
            <pc:sldMk cId="3516305260" sldId="400"/>
            <ac:inkMk id="395" creationId="{E7C4ECBF-6218-C4B7-203B-25B4A6560841}"/>
          </ac:inkMkLst>
        </pc:inkChg>
        <pc:inkChg chg="add mod">
          <ac:chgData name="Mahima Weerasinghe" userId="e11e3f55-42da-4e07-8ead-4d7a1d7ea1c6" providerId="ADAL" clId="{DEC8990C-F1E8-4081-8796-F50D8B9FA883}" dt="2024-10-13T13:34:11.090" v="2579"/>
          <ac:inkMkLst>
            <pc:docMk/>
            <pc:sldMk cId="3516305260" sldId="400"/>
            <ac:inkMk id="397" creationId="{F9F5D245-D4E5-3F90-F67F-D71969F51046}"/>
          </ac:inkMkLst>
        </pc:inkChg>
        <pc:inkChg chg="add mod">
          <ac:chgData name="Mahima Weerasinghe" userId="e11e3f55-42da-4e07-8ead-4d7a1d7ea1c6" providerId="ADAL" clId="{DEC8990C-F1E8-4081-8796-F50D8B9FA883}" dt="2024-10-13T13:34:11.090" v="2579"/>
          <ac:inkMkLst>
            <pc:docMk/>
            <pc:sldMk cId="3516305260" sldId="400"/>
            <ac:inkMk id="399" creationId="{A666A4C3-220A-3DAC-39FA-2DDA307840A0}"/>
          </ac:inkMkLst>
        </pc:inkChg>
        <pc:inkChg chg="add mod">
          <ac:chgData name="Mahima Weerasinghe" userId="e11e3f55-42da-4e07-8ead-4d7a1d7ea1c6" providerId="ADAL" clId="{DEC8990C-F1E8-4081-8796-F50D8B9FA883}" dt="2024-10-13T13:34:11.090" v="2579"/>
          <ac:inkMkLst>
            <pc:docMk/>
            <pc:sldMk cId="3516305260" sldId="400"/>
            <ac:inkMk id="401" creationId="{5105A28C-D2D1-83BB-83D9-58BED787ED23}"/>
          </ac:inkMkLst>
        </pc:inkChg>
        <pc:inkChg chg="add mod">
          <ac:chgData name="Mahima Weerasinghe" userId="e11e3f55-42da-4e07-8ead-4d7a1d7ea1c6" providerId="ADAL" clId="{DEC8990C-F1E8-4081-8796-F50D8B9FA883}" dt="2024-10-13T13:34:11.090" v="2579"/>
          <ac:inkMkLst>
            <pc:docMk/>
            <pc:sldMk cId="3516305260" sldId="400"/>
            <ac:inkMk id="402" creationId="{A01357DF-88C0-B502-90C7-204AFC765DE3}"/>
          </ac:inkMkLst>
        </pc:inkChg>
        <pc:inkChg chg="add mod">
          <ac:chgData name="Mahima Weerasinghe" userId="e11e3f55-42da-4e07-8ead-4d7a1d7ea1c6" providerId="ADAL" clId="{DEC8990C-F1E8-4081-8796-F50D8B9FA883}" dt="2024-10-13T13:34:11.090" v="2579"/>
          <ac:inkMkLst>
            <pc:docMk/>
            <pc:sldMk cId="3516305260" sldId="400"/>
            <ac:inkMk id="404" creationId="{0BC5867B-5F07-7641-F370-DA64650E8A37}"/>
          </ac:inkMkLst>
        </pc:inkChg>
        <pc:inkChg chg="add mod">
          <ac:chgData name="Mahima Weerasinghe" userId="e11e3f55-42da-4e07-8ead-4d7a1d7ea1c6" providerId="ADAL" clId="{DEC8990C-F1E8-4081-8796-F50D8B9FA883}" dt="2024-10-13T13:34:11.090" v="2579"/>
          <ac:inkMkLst>
            <pc:docMk/>
            <pc:sldMk cId="3516305260" sldId="400"/>
            <ac:inkMk id="405" creationId="{19D3E8A9-1571-40C7-9D64-836BFFB1EAA2}"/>
          </ac:inkMkLst>
        </pc:inkChg>
        <pc:inkChg chg="add mod">
          <ac:chgData name="Mahima Weerasinghe" userId="e11e3f55-42da-4e07-8ead-4d7a1d7ea1c6" providerId="ADAL" clId="{DEC8990C-F1E8-4081-8796-F50D8B9FA883}" dt="2024-10-13T13:34:11.090" v="2579"/>
          <ac:inkMkLst>
            <pc:docMk/>
            <pc:sldMk cId="3516305260" sldId="400"/>
            <ac:inkMk id="406" creationId="{2FBF1AE5-0D25-499D-E17E-0E14D587750E}"/>
          </ac:inkMkLst>
        </pc:inkChg>
        <pc:inkChg chg="add mod">
          <ac:chgData name="Mahima Weerasinghe" userId="e11e3f55-42da-4e07-8ead-4d7a1d7ea1c6" providerId="ADAL" clId="{DEC8990C-F1E8-4081-8796-F50D8B9FA883}" dt="2024-10-13T13:34:11.090" v="2579"/>
          <ac:inkMkLst>
            <pc:docMk/>
            <pc:sldMk cId="3516305260" sldId="400"/>
            <ac:inkMk id="408" creationId="{C5B70702-F419-75E9-8673-D73AE001CDE2}"/>
          </ac:inkMkLst>
        </pc:inkChg>
        <pc:inkChg chg="add mod">
          <ac:chgData name="Mahima Weerasinghe" userId="e11e3f55-42da-4e07-8ead-4d7a1d7ea1c6" providerId="ADAL" clId="{DEC8990C-F1E8-4081-8796-F50D8B9FA883}" dt="2024-10-13T13:34:11.090" v="2579"/>
          <ac:inkMkLst>
            <pc:docMk/>
            <pc:sldMk cId="3516305260" sldId="400"/>
            <ac:inkMk id="409" creationId="{8FBC1FBE-B16A-9E36-9CE7-D26DCB70DA5E}"/>
          </ac:inkMkLst>
        </pc:inkChg>
        <pc:inkChg chg="add mod">
          <ac:chgData name="Mahima Weerasinghe" userId="e11e3f55-42da-4e07-8ead-4d7a1d7ea1c6" providerId="ADAL" clId="{DEC8990C-F1E8-4081-8796-F50D8B9FA883}" dt="2024-10-13T13:34:11.090" v="2579"/>
          <ac:inkMkLst>
            <pc:docMk/>
            <pc:sldMk cId="3516305260" sldId="400"/>
            <ac:inkMk id="410" creationId="{CB92D740-677A-619A-E6D0-CA7270F821DB}"/>
          </ac:inkMkLst>
        </pc:inkChg>
        <pc:inkChg chg="add mod">
          <ac:chgData name="Mahima Weerasinghe" userId="e11e3f55-42da-4e07-8ead-4d7a1d7ea1c6" providerId="ADAL" clId="{DEC8990C-F1E8-4081-8796-F50D8B9FA883}" dt="2024-10-13T13:34:11.090" v="2579"/>
          <ac:inkMkLst>
            <pc:docMk/>
            <pc:sldMk cId="3516305260" sldId="400"/>
            <ac:inkMk id="411" creationId="{1000CA90-5584-E2F6-FD97-9A3D3E49FD29}"/>
          </ac:inkMkLst>
        </pc:inkChg>
        <pc:inkChg chg="add mod">
          <ac:chgData name="Mahima Weerasinghe" userId="e11e3f55-42da-4e07-8ead-4d7a1d7ea1c6" providerId="ADAL" clId="{DEC8990C-F1E8-4081-8796-F50D8B9FA883}" dt="2024-10-13T13:34:11.090" v="2579"/>
          <ac:inkMkLst>
            <pc:docMk/>
            <pc:sldMk cId="3516305260" sldId="400"/>
            <ac:inkMk id="413" creationId="{E4CA58F7-7574-A792-C716-8CA27562C430}"/>
          </ac:inkMkLst>
        </pc:inkChg>
        <pc:inkChg chg="add mod">
          <ac:chgData name="Mahima Weerasinghe" userId="e11e3f55-42da-4e07-8ead-4d7a1d7ea1c6" providerId="ADAL" clId="{DEC8990C-F1E8-4081-8796-F50D8B9FA883}" dt="2024-10-13T13:34:11.090" v="2579"/>
          <ac:inkMkLst>
            <pc:docMk/>
            <pc:sldMk cId="3516305260" sldId="400"/>
            <ac:inkMk id="414" creationId="{214E035E-4FE9-6EA6-C317-6C4EB2C5D22C}"/>
          </ac:inkMkLst>
        </pc:inkChg>
        <pc:inkChg chg="add mod">
          <ac:chgData name="Mahima Weerasinghe" userId="e11e3f55-42da-4e07-8ead-4d7a1d7ea1c6" providerId="ADAL" clId="{DEC8990C-F1E8-4081-8796-F50D8B9FA883}" dt="2024-10-13T13:34:11.090" v="2579"/>
          <ac:inkMkLst>
            <pc:docMk/>
            <pc:sldMk cId="3516305260" sldId="400"/>
            <ac:inkMk id="415" creationId="{63F09132-C287-2C12-BAB0-AA8BB5B3390F}"/>
          </ac:inkMkLst>
        </pc:inkChg>
        <pc:inkChg chg="add mod">
          <ac:chgData name="Mahima Weerasinghe" userId="e11e3f55-42da-4e07-8ead-4d7a1d7ea1c6" providerId="ADAL" clId="{DEC8990C-F1E8-4081-8796-F50D8B9FA883}" dt="2024-10-13T13:34:11.090" v="2579"/>
          <ac:inkMkLst>
            <pc:docMk/>
            <pc:sldMk cId="3516305260" sldId="400"/>
            <ac:inkMk id="417" creationId="{785664F8-18B5-F23E-8A6B-0974E9322EA0}"/>
          </ac:inkMkLst>
        </pc:inkChg>
        <pc:inkChg chg="add mod">
          <ac:chgData name="Mahima Weerasinghe" userId="e11e3f55-42da-4e07-8ead-4d7a1d7ea1c6" providerId="ADAL" clId="{DEC8990C-F1E8-4081-8796-F50D8B9FA883}" dt="2024-10-13T13:33:34.276" v="2548"/>
          <ac:inkMkLst>
            <pc:docMk/>
            <pc:sldMk cId="3516305260" sldId="400"/>
            <ac:inkMk id="419" creationId="{873ECAE9-5F75-4EA4-1DE4-68DB82158007}"/>
          </ac:inkMkLst>
        </pc:inkChg>
        <pc:inkChg chg="add mod">
          <ac:chgData name="Mahima Weerasinghe" userId="e11e3f55-42da-4e07-8ead-4d7a1d7ea1c6" providerId="ADAL" clId="{DEC8990C-F1E8-4081-8796-F50D8B9FA883}" dt="2024-10-13T13:33:44.584" v="2565"/>
          <ac:inkMkLst>
            <pc:docMk/>
            <pc:sldMk cId="3516305260" sldId="400"/>
            <ac:inkMk id="421" creationId="{35850035-3A1F-C44E-1182-1FC561F60354}"/>
          </ac:inkMkLst>
        </pc:inkChg>
        <pc:inkChg chg="add mod">
          <ac:chgData name="Mahima Weerasinghe" userId="e11e3f55-42da-4e07-8ead-4d7a1d7ea1c6" providerId="ADAL" clId="{DEC8990C-F1E8-4081-8796-F50D8B9FA883}" dt="2024-10-13T13:34:11.090" v="2579"/>
          <ac:inkMkLst>
            <pc:docMk/>
            <pc:sldMk cId="3516305260" sldId="400"/>
            <ac:inkMk id="423" creationId="{9F4B89BC-39A8-1788-B105-F31701858892}"/>
          </ac:inkMkLst>
        </pc:inkChg>
        <pc:inkChg chg="add mod">
          <ac:chgData name="Mahima Weerasinghe" userId="e11e3f55-42da-4e07-8ead-4d7a1d7ea1c6" providerId="ADAL" clId="{DEC8990C-F1E8-4081-8796-F50D8B9FA883}" dt="2024-10-13T13:34:11.090" v="2579"/>
          <ac:inkMkLst>
            <pc:docMk/>
            <pc:sldMk cId="3516305260" sldId="400"/>
            <ac:inkMk id="424" creationId="{0C4D1E66-8583-0E79-CB61-7137D428DDD0}"/>
          </ac:inkMkLst>
        </pc:inkChg>
        <pc:inkChg chg="add mod">
          <ac:chgData name="Mahima Weerasinghe" userId="e11e3f55-42da-4e07-8ead-4d7a1d7ea1c6" providerId="ADAL" clId="{DEC8990C-F1E8-4081-8796-F50D8B9FA883}" dt="2024-10-13T13:34:11.090" v="2579"/>
          <ac:inkMkLst>
            <pc:docMk/>
            <pc:sldMk cId="3516305260" sldId="400"/>
            <ac:inkMk id="425" creationId="{1CEBDAEE-F296-CD61-5AC8-02437D8CFBED}"/>
          </ac:inkMkLst>
        </pc:inkChg>
        <pc:inkChg chg="add mod">
          <ac:chgData name="Mahima Weerasinghe" userId="e11e3f55-42da-4e07-8ead-4d7a1d7ea1c6" providerId="ADAL" clId="{DEC8990C-F1E8-4081-8796-F50D8B9FA883}" dt="2024-10-13T13:34:11.090" v="2579"/>
          <ac:inkMkLst>
            <pc:docMk/>
            <pc:sldMk cId="3516305260" sldId="400"/>
            <ac:inkMk id="426" creationId="{24030DC9-C5E3-DB00-39B9-6ACCBBDDA1EA}"/>
          </ac:inkMkLst>
        </pc:inkChg>
        <pc:inkChg chg="add mod">
          <ac:chgData name="Mahima Weerasinghe" userId="e11e3f55-42da-4e07-8ead-4d7a1d7ea1c6" providerId="ADAL" clId="{DEC8990C-F1E8-4081-8796-F50D8B9FA883}" dt="2024-10-13T13:34:11.090" v="2579"/>
          <ac:inkMkLst>
            <pc:docMk/>
            <pc:sldMk cId="3516305260" sldId="400"/>
            <ac:inkMk id="427" creationId="{3282C529-E4CB-AC46-0104-28339B764A87}"/>
          </ac:inkMkLst>
        </pc:inkChg>
        <pc:inkChg chg="add mod">
          <ac:chgData name="Mahima Weerasinghe" userId="e11e3f55-42da-4e07-8ead-4d7a1d7ea1c6" providerId="ADAL" clId="{DEC8990C-F1E8-4081-8796-F50D8B9FA883}" dt="2024-10-13T13:34:11.090" v="2579"/>
          <ac:inkMkLst>
            <pc:docMk/>
            <pc:sldMk cId="3516305260" sldId="400"/>
            <ac:inkMk id="428" creationId="{6713C290-ED11-320E-AF6D-073DA75E5692}"/>
          </ac:inkMkLst>
        </pc:inkChg>
        <pc:inkChg chg="add mod">
          <ac:chgData name="Mahima Weerasinghe" userId="e11e3f55-42da-4e07-8ead-4d7a1d7ea1c6" providerId="ADAL" clId="{DEC8990C-F1E8-4081-8796-F50D8B9FA883}" dt="2024-10-13T13:34:11.090" v="2579"/>
          <ac:inkMkLst>
            <pc:docMk/>
            <pc:sldMk cId="3516305260" sldId="400"/>
            <ac:inkMk id="429" creationId="{A58B805A-5E7F-FE0F-79D9-AB07DFF2E4CE}"/>
          </ac:inkMkLst>
        </pc:inkChg>
        <pc:inkChg chg="add mod">
          <ac:chgData name="Mahima Weerasinghe" userId="e11e3f55-42da-4e07-8ead-4d7a1d7ea1c6" providerId="ADAL" clId="{DEC8990C-F1E8-4081-8796-F50D8B9FA883}" dt="2024-10-13T13:34:11.090" v="2579"/>
          <ac:inkMkLst>
            <pc:docMk/>
            <pc:sldMk cId="3516305260" sldId="400"/>
            <ac:inkMk id="430" creationId="{5A917C7C-34F1-E273-9E76-AB16C4357670}"/>
          </ac:inkMkLst>
        </pc:inkChg>
        <pc:inkChg chg="add mod">
          <ac:chgData name="Mahima Weerasinghe" userId="e11e3f55-42da-4e07-8ead-4d7a1d7ea1c6" providerId="ADAL" clId="{DEC8990C-F1E8-4081-8796-F50D8B9FA883}" dt="2024-10-13T13:34:11.090" v="2579"/>
          <ac:inkMkLst>
            <pc:docMk/>
            <pc:sldMk cId="3516305260" sldId="400"/>
            <ac:inkMk id="431" creationId="{5290D587-C12A-84D1-9525-CAFD1D3F8998}"/>
          </ac:inkMkLst>
        </pc:inkChg>
        <pc:inkChg chg="add mod">
          <ac:chgData name="Mahima Weerasinghe" userId="e11e3f55-42da-4e07-8ead-4d7a1d7ea1c6" providerId="ADAL" clId="{DEC8990C-F1E8-4081-8796-F50D8B9FA883}" dt="2024-10-13T13:34:11.090" v="2579"/>
          <ac:inkMkLst>
            <pc:docMk/>
            <pc:sldMk cId="3516305260" sldId="400"/>
            <ac:inkMk id="432" creationId="{E7D8A09C-D315-9D8E-1FA3-827152EC309B}"/>
          </ac:inkMkLst>
        </pc:inkChg>
        <pc:inkChg chg="add mod">
          <ac:chgData name="Mahima Weerasinghe" userId="e11e3f55-42da-4e07-8ead-4d7a1d7ea1c6" providerId="ADAL" clId="{DEC8990C-F1E8-4081-8796-F50D8B9FA883}" dt="2024-10-13T13:34:11.090" v="2579"/>
          <ac:inkMkLst>
            <pc:docMk/>
            <pc:sldMk cId="3516305260" sldId="400"/>
            <ac:inkMk id="433" creationId="{416C96E7-E7AD-C2CB-CF6C-E3C11FD55338}"/>
          </ac:inkMkLst>
        </pc:inkChg>
        <pc:inkChg chg="add mod">
          <ac:chgData name="Mahima Weerasinghe" userId="e11e3f55-42da-4e07-8ead-4d7a1d7ea1c6" providerId="ADAL" clId="{DEC8990C-F1E8-4081-8796-F50D8B9FA883}" dt="2024-10-13T13:34:11.090" v="2579"/>
          <ac:inkMkLst>
            <pc:docMk/>
            <pc:sldMk cId="3516305260" sldId="400"/>
            <ac:inkMk id="434" creationId="{5994FE7E-171D-8C63-8821-7BAD72F4BE50}"/>
          </ac:inkMkLst>
        </pc:inkChg>
        <pc:inkChg chg="add mod">
          <ac:chgData name="Mahima Weerasinghe" userId="e11e3f55-42da-4e07-8ead-4d7a1d7ea1c6" providerId="ADAL" clId="{DEC8990C-F1E8-4081-8796-F50D8B9FA883}" dt="2024-10-13T13:34:11.090" v="2579"/>
          <ac:inkMkLst>
            <pc:docMk/>
            <pc:sldMk cId="3516305260" sldId="400"/>
            <ac:inkMk id="435" creationId="{F2588486-1DD9-168B-9FCA-B4189F41361F}"/>
          </ac:inkMkLst>
        </pc:inkChg>
        <pc:inkChg chg="add mod">
          <ac:chgData name="Mahima Weerasinghe" userId="e11e3f55-42da-4e07-8ead-4d7a1d7ea1c6" providerId="ADAL" clId="{DEC8990C-F1E8-4081-8796-F50D8B9FA883}" dt="2024-10-13T13:34:11.090" v="2579"/>
          <ac:inkMkLst>
            <pc:docMk/>
            <pc:sldMk cId="3516305260" sldId="400"/>
            <ac:inkMk id="436" creationId="{EB5AA8AD-B38F-CCA4-9704-B1B0AF307866}"/>
          </ac:inkMkLst>
        </pc:inkChg>
        <pc:inkChg chg="add mod">
          <ac:chgData name="Mahima Weerasinghe" userId="e11e3f55-42da-4e07-8ead-4d7a1d7ea1c6" providerId="ADAL" clId="{DEC8990C-F1E8-4081-8796-F50D8B9FA883}" dt="2024-10-13T13:34:11.090" v="2579"/>
          <ac:inkMkLst>
            <pc:docMk/>
            <pc:sldMk cId="3516305260" sldId="400"/>
            <ac:inkMk id="437" creationId="{5DD1F10F-0F32-8630-0F87-6455FD3F7E2E}"/>
          </ac:inkMkLst>
        </pc:inkChg>
        <pc:inkChg chg="add mod">
          <ac:chgData name="Mahima Weerasinghe" userId="e11e3f55-42da-4e07-8ead-4d7a1d7ea1c6" providerId="ADAL" clId="{DEC8990C-F1E8-4081-8796-F50D8B9FA883}" dt="2024-10-13T13:34:11.090" v="2579"/>
          <ac:inkMkLst>
            <pc:docMk/>
            <pc:sldMk cId="3516305260" sldId="400"/>
            <ac:inkMk id="438" creationId="{B7CB56B7-0237-300D-5C0B-68340FB8F500}"/>
          </ac:inkMkLst>
        </pc:inkChg>
        <pc:inkChg chg="add mod">
          <ac:chgData name="Mahima Weerasinghe" userId="e11e3f55-42da-4e07-8ead-4d7a1d7ea1c6" providerId="ADAL" clId="{DEC8990C-F1E8-4081-8796-F50D8B9FA883}" dt="2024-10-13T13:34:11.090" v="2579"/>
          <ac:inkMkLst>
            <pc:docMk/>
            <pc:sldMk cId="3516305260" sldId="400"/>
            <ac:inkMk id="440" creationId="{3EFE6F01-F858-5A18-4EB9-F637CC609C30}"/>
          </ac:inkMkLst>
        </pc:inkChg>
        <pc:inkChg chg="add mod">
          <ac:chgData name="Mahima Weerasinghe" userId="e11e3f55-42da-4e07-8ead-4d7a1d7ea1c6" providerId="ADAL" clId="{DEC8990C-F1E8-4081-8796-F50D8B9FA883}" dt="2024-10-13T13:34:11.090" v="2579"/>
          <ac:inkMkLst>
            <pc:docMk/>
            <pc:sldMk cId="3516305260" sldId="400"/>
            <ac:inkMk id="441" creationId="{28076E88-9E85-E4F9-8D72-66FF786FC755}"/>
          </ac:inkMkLst>
        </pc:inkChg>
        <pc:inkChg chg="add mod">
          <ac:chgData name="Mahima Weerasinghe" userId="e11e3f55-42da-4e07-8ead-4d7a1d7ea1c6" providerId="ADAL" clId="{DEC8990C-F1E8-4081-8796-F50D8B9FA883}" dt="2024-10-13T13:34:11.090" v="2579"/>
          <ac:inkMkLst>
            <pc:docMk/>
            <pc:sldMk cId="3516305260" sldId="400"/>
            <ac:inkMk id="443" creationId="{0350A1DC-BA1B-E920-FBA7-77C134ED8FAB}"/>
          </ac:inkMkLst>
        </pc:inkChg>
        <pc:inkChg chg="add mod">
          <ac:chgData name="Mahima Weerasinghe" userId="e11e3f55-42da-4e07-8ead-4d7a1d7ea1c6" providerId="ADAL" clId="{DEC8990C-F1E8-4081-8796-F50D8B9FA883}" dt="2024-10-13T13:34:11.090" v="2579"/>
          <ac:inkMkLst>
            <pc:docMk/>
            <pc:sldMk cId="3516305260" sldId="400"/>
            <ac:inkMk id="444" creationId="{86E7B628-07C9-1D18-ABE5-AE5F98C55261}"/>
          </ac:inkMkLst>
        </pc:inkChg>
        <pc:inkChg chg="add mod">
          <ac:chgData name="Mahima Weerasinghe" userId="e11e3f55-42da-4e07-8ead-4d7a1d7ea1c6" providerId="ADAL" clId="{DEC8990C-F1E8-4081-8796-F50D8B9FA883}" dt="2024-10-13T13:34:11.090" v="2579"/>
          <ac:inkMkLst>
            <pc:docMk/>
            <pc:sldMk cId="3516305260" sldId="400"/>
            <ac:inkMk id="445" creationId="{74EB7CFC-BD56-CE1F-2D1A-876D9FFFEC05}"/>
          </ac:inkMkLst>
        </pc:inkChg>
        <pc:inkChg chg="add mod">
          <ac:chgData name="Mahima Weerasinghe" userId="e11e3f55-42da-4e07-8ead-4d7a1d7ea1c6" providerId="ADAL" clId="{DEC8990C-F1E8-4081-8796-F50D8B9FA883}" dt="2024-10-13T13:34:11.090" v="2579"/>
          <ac:inkMkLst>
            <pc:docMk/>
            <pc:sldMk cId="3516305260" sldId="400"/>
            <ac:inkMk id="446" creationId="{C5E37336-0FE8-95B5-C31C-D8B038A6D3C5}"/>
          </ac:inkMkLst>
        </pc:inkChg>
        <pc:inkChg chg="add">
          <ac:chgData name="Mahima Weerasinghe" userId="e11e3f55-42da-4e07-8ead-4d7a1d7ea1c6" providerId="ADAL" clId="{DEC8990C-F1E8-4081-8796-F50D8B9FA883}" dt="2024-10-13T13:34:03.179" v="2574" actId="9405"/>
          <ac:inkMkLst>
            <pc:docMk/>
            <pc:sldMk cId="3516305260" sldId="400"/>
            <ac:inkMk id="449" creationId="{F1F48588-51B2-A75F-66B8-E9C691265F69}"/>
          </ac:inkMkLst>
        </pc:inkChg>
        <pc:inkChg chg="add mod">
          <ac:chgData name="Mahima Weerasinghe" userId="e11e3f55-42da-4e07-8ead-4d7a1d7ea1c6" providerId="ADAL" clId="{DEC8990C-F1E8-4081-8796-F50D8B9FA883}" dt="2024-10-13T13:34:11.090" v="2579"/>
          <ac:inkMkLst>
            <pc:docMk/>
            <pc:sldMk cId="3516305260" sldId="400"/>
            <ac:inkMk id="450" creationId="{C38F2363-81CB-0FFA-39FB-2829ABF30CEB}"/>
          </ac:inkMkLst>
        </pc:inkChg>
        <pc:inkChg chg="add mod">
          <ac:chgData name="Mahima Weerasinghe" userId="e11e3f55-42da-4e07-8ead-4d7a1d7ea1c6" providerId="ADAL" clId="{DEC8990C-F1E8-4081-8796-F50D8B9FA883}" dt="2024-10-13T13:34:11.090" v="2579"/>
          <ac:inkMkLst>
            <pc:docMk/>
            <pc:sldMk cId="3516305260" sldId="400"/>
            <ac:inkMk id="451" creationId="{FFECB8EE-9A43-803B-6242-8683E163C702}"/>
          </ac:inkMkLst>
        </pc:inkChg>
        <pc:inkChg chg="add mod">
          <ac:chgData name="Mahima Weerasinghe" userId="e11e3f55-42da-4e07-8ead-4d7a1d7ea1c6" providerId="ADAL" clId="{DEC8990C-F1E8-4081-8796-F50D8B9FA883}" dt="2024-10-13T13:34:11.090" v="2579"/>
          <ac:inkMkLst>
            <pc:docMk/>
            <pc:sldMk cId="3516305260" sldId="400"/>
            <ac:inkMk id="452" creationId="{0F711F5F-2394-D7F2-8670-4A4EBCA87758}"/>
          </ac:inkMkLst>
        </pc:inkChg>
        <pc:inkChg chg="add mod">
          <ac:chgData name="Mahima Weerasinghe" userId="e11e3f55-42da-4e07-8ead-4d7a1d7ea1c6" providerId="ADAL" clId="{DEC8990C-F1E8-4081-8796-F50D8B9FA883}" dt="2024-10-13T13:34:11.090" v="2579"/>
          <ac:inkMkLst>
            <pc:docMk/>
            <pc:sldMk cId="3516305260" sldId="400"/>
            <ac:inkMk id="453" creationId="{1A1EBCC0-00A7-BD9D-C514-B329450F387B}"/>
          </ac:inkMkLst>
        </pc:inkChg>
        <pc:inkChg chg="add">
          <ac:chgData name="Mahima Weerasinghe" userId="e11e3f55-42da-4e07-8ead-4d7a1d7ea1c6" providerId="ADAL" clId="{DEC8990C-F1E8-4081-8796-F50D8B9FA883}" dt="2024-10-13T13:34:19.071" v="2580" actId="9405"/>
          <ac:inkMkLst>
            <pc:docMk/>
            <pc:sldMk cId="3516305260" sldId="400"/>
            <ac:inkMk id="455" creationId="{B744C30E-8AF8-5FEE-3B24-3A308DE4B5DC}"/>
          </ac:inkMkLst>
        </pc:inkChg>
        <pc:inkChg chg="add">
          <ac:chgData name="Mahima Weerasinghe" userId="e11e3f55-42da-4e07-8ead-4d7a1d7ea1c6" providerId="ADAL" clId="{DEC8990C-F1E8-4081-8796-F50D8B9FA883}" dt="2024-10-13T13:34:31.841" v="2581" actId="9405"/>
          <ac:inkMkLst>
            <pc:docMk/>
            <pc:sldMk cId="3516305260" sldId="400"/>
            <ac:inkMk id="456" creationId="{141FA8BA-2B48-7D22-82EF-99C7456DC892}"/>
          </ac:inkMkLst>
        </pc:inkChg>
      </pc:sldChg>
      <pc:sldChg chg="addSp modSp new mod">
        <pc:chgData name="Mahima Weerasinghe" userId="e11e3f55-42da-4e07-8ead-4d7a1d7ea1c6" providerId="ADAL" clId="{DEC8990C-F1E8-4081-8796-F50D8B9FA883}" dt="2024-10-13T05:05:02.889" v="617" actId="1076"/>
        <pc:sldMkLst>
          <pc:docMk/>
          <pc:sldMk cId="146105544" sldId="401"/>
        </pc:sldMkLst>
        <pc:picChg chg="add mod">
          <ac:chgData name="Mahima Weerasinghe" userId="e11e3f55-42da-4e07-8ead-4d7a1d7ea1c6" providerId="ADAL" clId="{DEC8990C-F1E8-4081-8796-F50D8B9FA883}" dt="2024-10-13T05:05:02.889" v="617" actId="1076"/>
          <ac:picMkLst>
            <pc:docMk/>
            <pc:sldMk cId="146105544" sldId="401"/>
            <ac:picMk id="4" creationId="{7A253FC8-19F7-B301-882D-87B8CED7EB19}"/>
          </ac:picMkLst>
        </pc:picChg>
      </pc:sldChg>
      <pc:sldChg chg="addSp delSp modSp new mod">
        <pc:chgData name="Mahima Weerasinghe" userId="e11e3f55-42da-4e07-8ead-4d7a1d7ea1c6" providerId="ADAL" clId="{DEC8990C-F1E8-4081-8796-F50D8B9FA883}" dt="2024-10-13T13:40:57.766" v="2736"/>
        <pc:sldMkLst>
          <pc:docMk/>
          <pc:sldMk cId="3325394413" sldId="402"/>
        </pc:sldMkLst>
        <pc:spChg chg="add del mod">
          <ac:chgData name="Mahima Weerasinghe" userId="e11e3f55-42da-4e07-8ead-4d7a1d7ea1c6" providerId="ADAL" clId="{DEC8990C-F1E8-4081-8796-F50D8B9FA883}" dt="2024-10-13T05:18:14.416" v="624"/>
          <ac:spMkLst>
            <pc:docMk/>
            <pc:sldMk cId="3325394413" sldId="402"/>
            <ac:spMk id="2" creationId="{F7D9EF7D-8499-5B33-B893-5BED2015C403}"/>
          </ac:spMkLst>
        </pc:spChg>
        <pc:spChg chg="add mod">
          <ac:chgData name="Mahima Weerasinghe" userId="e11e3f55-42da-4e07-8ead-4d7a1d7ea1c6" providerId="ADAL" clId="{DEC8990C-F1E8-4081-8796-F50D8B9FA883}" dt="2024-10-13T05:18:14.410" v="622"/>
          <ac:spMkLst>
            <pc:docMk/>
            <pc:sldMk cId="3325394413" sldId="402"/>
            <ac:spMk id="3" creationId="{B5397A00-D671-B900-2EE1-B1E2D577A69C}"/>
          </ac:spMkLst>
        </pc:spChg>
        <pc:spChg chg="add mod">
          <ac:chgData name="Mahima Weerasinghe" userId="e11e3f55-42da-4e07-8ead-4d7a1d7ea1c6" providerId="ADAL" clId="{DEC8990C-F1E8-4081-8796-F50D8B9FA883}" dt="2024-10-13T05:25:05.062" v="647" actId="108"/>
          <ac:spMkLst>
            <pc:docMk/>
            <pc:sldMk cId="3325394413" sldId="402"/>
            <ac:spMk id="5" creationId="{DD8EAD51-CC8B-9882-B62F-1DEA89F43F29}"/>
          </ac:spMkLst>
        </pc:spChg>
        <pc:grpChg chg="del mod">
          <ac:chgData name="Mahima Weerasinghe" userId="e11e3f55-42da-4e07-8ead-4d7a1d7ea1c6" providerId="ADAL" clId="{DEC8990C-F1E8-4081-8796-F50D8B9FA883}" dt="2024-10-13T13:36:02.354" v="2612"/>
          <ac:grpSpMkLst>
            <pc:docMk/>
            <pc:sldMk cId="3325394413" sldId="402"/>
            <ac:grpSpMk id="13" creationId="{4BD6A8A3-35C5-8D00-6EAB-9C8B98929C3F}"/>
          </ac:grpSpMkLst>
        </pc:grpChg>
        <pc:grpChg chg="del mod">
          <ac:chgData name="Mahima Weerasinghe" userId="e11e3f55-42da-4e07-8ead-4d7a1d7ea1c6" providerId="ADAL" clId="{DEC8990C-F1E8-4081-8796-F50D8B9FA883}" dt="2024-10-13T13:36:02.354" v="2612"/>
          <ac:grpSpMkLst>
            <pc:docMk/>
            <pc:sldMk cId="3325394413" sldId="402"/>
            <ac:grpSpMk id="22" creationId="{CA786206-A51E-4AC0-75AC-1B95FC526159}"/>
          </ac:grpSpMkLst>
        </pc:grpChg>
        <pc:grpChg chg="del mod">
          <ac:chgData name="Mahima Weerasinghe" userId="e11e3f55-42da-4e07-8ead-4d7a1d7ea1c6" providerId="ADAL" clId="{DEC8990C-F1E8-4081-8796-F50D8B9FA883}" dt="2024-10-13T13:36:39.766" v="2622"/>
          <ac:grpSpMkLst>
            <pc:docMk/>
            <pc:sldMk cId="3325394413" sldId="402"/>
            <ac:grpSpMk id="34" creationId="{BE6110E5-AA2C-A9FF-F283-CE60635573B8}"/>
          </ac:grpSpMkLst>
        </pc:grpChg>
        <pc:grpChg chg="del mod">
          <ac:chgData name="Mahima Weerasinghe" userId="e11e3f55-42da-4e07-8ead-4d7a1d7ea1c6" providerId="ADAL" clId="{DEC8990C-F1E8-4081-8796-F50D8B9FA883}" dt="2024-10-13T13:37:07.004" v="2630"/>
          <ac:grpSpMkLst>
            <pc:docMk/>
            <pc:sldMk cId="3325394413" sldId="402"/>
            <ac:grpSpMk id="44" creationId="{D7367AA9-CB53-147C-56D1-85308DE2C383}"/>
          </ac:grpSpMkLst>
        </pc:grpChg>
        <pc:grpChg chg="del mod">
          <ac:chgData name="Mahima Weerasinghe" userId="e11e3f55-42da-4e07-8ead-4d7a1d7ea1c6" providerId="ADAL" clId="{DEC8990C-F1E8-4081-8796-F50D8B9FA883}" dt="2024-10-13T13:39:47.643" v="2686"/>
          <ac:grpSpMkLst>
            <pc:docMk/>
            <pc:sldMk cId="3325394413" sldId="402"/>
            <ac:grpSpMk id="50" creationId="{3E04E177-5AE6-4001-D931-C550A431BD7A}"/>
          </ac:grpSpMkLst>
        </pc:grpChg>
        <pc:grpChg chg="del mod">
          <ac:chgData name="Mahima Weerasinghe" userId="e11e3f55-42da-4e07-8ead-4d7a1d7ea1c6" providerId="ADAL" clId="{DEC8990C-F1E8-4081-8796-F50D8B9FA883}" dt="2024-10-13T13:37:28.660" v="2633"/>
          <ac:grpSpMkLst>
            <pc:docMk/>
            <pc:sldMk cId="3325394413" sldId="402"/>
            <ac:grpSpMk id="52" creationId="{92A7322E-1B4F-8239-941F-15DDFA23570E}"/>
          </ac:grpSpMkLst>
        </pc:grpChg>
        <pc:grpChg chg="del mod">
          <ac:chgData name="Mahima Weerasinghe" userId="e11e3f55-42da-4e07-8ead-4d7a1d7ea1c6" providerId="ADAL" clId="{DEC8990C-F1E8-4081-8796-F50D8B9FA883}" dt="2024-10-13T13:37:30.569" v="2637"/>
          <ac:grpSpMkLst>
            <pc:docMk/>
            <pc:sldMk cId="3325394413" sldId="402"/>
            <ac:grpSpMk id="55" creationId="{2290354C-DEB5-65B7-86CC-D8A521AAA8EE}"/>
          </ac:grpSpMkLst>
        </pc:grpChg>
        <pc:grpChg chg="del mod">
          <ac:chgData name="Mahima Weerasinghe" userId="e11e3f55-42da-4e07-8ead-4d7a1d7ea1c6" providerId="ADAL" clId="{DEC8990C-F1E8-4081-8796-F50D8B9FA883}" dt="2024-10-13T13:37:55.367" v="2640"/>
          <ac:grpSpMkLst>
            <pc:docMk/>
            <pc:sldMk cId="3325394413" sldId="402"/>
            <ac:grpSpMk id="59" creationId="{7F530DA4-D784-700A-07BB-7953DAEC4171}"/>
          </ac:grpSpMkLst>
        </pc:grpChg>
        <pc:grpChg chg="del mod">
          <ac:chgData name="Mahima Weerasinghe" userId="e11e3f55-42da-4e07-8ead-4d7a1d7ea1c6" providerId="ADAL" clId="{DEC8990C-F1E8-4081-8796-F50D8B9FA883}" dt="2024-10-13T13:37:58.256" v="2643"/>
          <ac:grpSpMkLst>
            <pc:docMk/>
            <pc:sldMk cId="3325394413" sldId="402"/>
            <ac:grpSpMk id="62" creationId="{417F9680-322B-24C4-9ED4-7324075C3465}"/>
          </ac:grpSpMkLst>
        </pc:grpChg>
        <pc:grpChg chg="del mod">
          <ac:chgData name="Mahima Weerasinghe" userId="e11e3f55-42da-4e07-8ead-4d7a1d7ea1c6" providerId="ADAL" clId="{DEC8990C-F1E8-4081-8796-F50D8B9FA883}" dt="2024-10-13T13:38:54.555" v="2657"/>
          <ac:grpSpMkLst>
            <pc:docMk/>
            <pc:sldMk cId="3325394413" sldId="402"/>
            <ac:grpSpMk id="65" creationId="{9854FB8F-8E0E-B356-BE4A-E09255D4E9B0}"/>
          </ac:grpSpMkLst>
        </pc:grpChg>
        <pc:grpChg chg="del mod">
          <ac:chgData name="Mahima Weerasinghe" userId="e11e3f55-42da-4e07-8ead-4d7a1d7ea1c6" providerId="ADAL" clId="{DEC8990C-F1E8-4081-8796-F50D8B9FA883}" dt="2024-10-13T13:38:25.143" v="2652"/>
          <ac:grpSpMkLst>
            <pc:docMk/>
            <pc:sldMk cId="3325394413" sldId="402"/>
            <ac:grpSpMk id="69" creationId="{FB571A52-07EC-30F8-24D8-3530AC1FF34A}"/>
          </ac:grpSpMkLst>
        </pc:grpChg>
        <pc:grpChg chg="del mod">
          <ac:chgData name="Mahima Weerasinghe" userId="e11e3f55-42da-4e07-8ead-4d7a1d7ea1c6" providerId="ADAL" clId="{DEC8990C-F1E8-4081-8796-F50D8B9FA883}" dt="2024-10-13T13:40:40.533" v="2715"/>
          <ac:grpSpMkLst>
            <pc:docMk/>
            <pc:sldMk cId="3325394413" sldId="402"/>
            <ac:grpSpMk id="74" creationId="{5F01BB5E-1C45-80B8-40CC-25166A56F73D}"/>
          </ac:grpSpMkLst>
        </pc:grpChg>
        <pc:grpChg chg="del mod">
          <ac:chgData name="Mahima Weerasinghe" userId="e11e3f55-42da-4e07-8ead-4d7a1d7ea1c6" providerId="ADAL" clId="{DEC8990C-F1E8-4081-8796-F50D8B9FA883}" dt="2024-10-13T13:38:57.678" v="2661"/>
          <ac:grpSpMkLst>
            <pc:docMk/>
            <pc:sldMk cId="3325394413" sldId="402"/>
            <ac:grpSpMk id="79" creationId="{B93D0324-84A5-F851-BF74-439702837B4F}"/>
          </ac:grpSpMkLst>
        </pc:grpChg>
        <pc:grpChg chg="del mod">
          <ac:chgData name="Mahima Weerasinghe" userId="e11e3f55-42da-4e07-8ead-4d7a1d7ea1c6" providerId="ADAL" clId="{DEC8990C-F1E8-4081-8796-F50D8B9FA883}" dt="2024-10-13T13:39:06.148" v="2663"/>
          <ac:grpSpMkLst>
            <pc:docMk/>
            <pc:sldMk cId="3325394413" sldId="402"/>
            <ac:grpSpMk id="83" creationId="{EAEAB588-C7F7-9815-4CD2-B77B3010BEFD}"/>
          </ac:grpSpMkLst>
        </pc:grpChg>
        <pc:grpChg chg="del mod">
          <ac:chgData name="Mahima Weerasinghe" userId="e11e3f55-42da-4e07-8ead-4d7a1d7ea1c6" providerId="ADAL" clId="{DEC8990C-F1E8-4081-8796-F50D8B9FA883}" dt="2024-10-13T13:39:07.268" v="2665"/>
          <ac:grpSpMkLst>
            <pc:docMk/>
            <pc:sldMk cId="3325394413" sldId="402"/>
            <ac:grpSpMk id="85" creationId="{1D5B87CD-D37C-B2A6-F549-68C8D46B9013}"/>
          </ac:grpSpMkLst>
        </pc:grpChg>
        <pc:grpChg chg="del mod">
          <ac:chgData name="Mahima Weerasinghe" userId="e11e3f55-42da-4e07-8ead-4d7a1d7ea1c6" providerId="ADAL" clId="{DEC8990C-F1E8-4081-8796-F50D8B9FA883}" dt="2024-10-13T13:39:11.632" v="2672"/>
          <ac:grpSpMkLst>
            <pc:docMk/>
            <pc:sldMk cId="3325394413" sldId="402"/>
            <ac:grpSpMk id="87" creationId="{5325940A-45A8-1811-7338-0CCA8D5F23E0}"/>
          </ac:grpSpMkLst>
        </pc:grpChg>
        <pc:grpChg chg="del mod">
          <ac:chgData name="Mahima Weerasinghe" userId="e11e3f55-42da-4e07-8ead-4d7a1d7ea1c6" providerId="ADAL" clId="{DEC8990C-F1E8-4081-8796-F50D8B9FA883}" dt="2024-10-13T13:39:11.632" v="2672"/>
          <ac:grpSpMkLst>
            <pc:docMk/>
            <pc:sldMk cId="3325394413" sldId="402"/>
            <ac:grpSpMk id="94" creationId="{754ECABD-8C8C-683A-8D57-57AD4C22AA52}"/>
          </ac:grpSpMkLst>
        </pc:grpChg>
        <pc:grpChg chg="del mod">
          <ac:chgData name="Mahima Weerasinghe" userId="e11e3f55-42da-4e07-8ead-4d7a1d7ea1c6" providerId="ADAL" clId="{DEC8990C-F1E8-4081-8796-F50D8B9FA883}" dt="2024-10-13T13:39:42.512" v="2677"/>
          <ac:grpSpMkLst>
            <pc:docMk/>
            <pc:sldMk cId="3325394413" sldId="402"/>
            <ac:grpSpMk id="95" creationId="{5C736B25-2C13-0F8F-652D-3782148D192E}"/>
          </ac:grpSpMkLst>
        </pc:grpChg>
        <pc:grpChg chg="del mod">
          <ac:chgData name="Mahima Weerasinghe" userId="e11e3f55-42da-4e07-8ead-4d7a1d7ea1c6" providerId="ADAL" clId="{DEC8990C-F1E8-4081-8796-F50D8B9FA883}" dt="2024-10-13T13:39:47.643" v="2686"/>
          <ac:grpSpMkLst>
            <pc:docMk/>
            <pc:sldMk cId="3325394413" sldId="402"/>
            <ac:grpSpMk id="100" creationId="{A7199C11-9EFA-40F0-FD8C-3F04B0507B44}"/>
          </ac:grpSpMkLst>
        </pc:grpChg>
        <pc:grpChg chg="del mod">
          <ac:chgData name="Mahima Weerasinghe" userId="e11e3f55-42da-4e07-8ead-4d7a1d7ea1c6" providerId="ADAL" clId="{DEC8990C-F1E8-4081-8796-F50D8B9FA883}" dt="2024-10-13T13:39:50.795" v="2688"/>
          <ac:grpSpMkLst>
            <pc:docMk/>
            <pc:sldMk cId="3325394413" sldId="402"/>
            <ac:grpSpMk id="109" creationId="{CE4304EA-E028-5893-B45F-73EC34E926C5}"/>
          </ac:grpSpMkLst>
        </pc:grpChg>
        <pc:grpChg chg="del mod">
          <ac:chgData name="Mahima Weerasinghe" userId="e11e3f55-42da-4e07-8ead-4d7a1d7ea1c6" providerId="ADAL" clId="{DEC8990C-F1E8-4081-8796-F50D8B9FA883}" dt="2024-10-13T13:39:51.934" v="2690"/>
          <ac:grpSpMkLst>
            <pc:docMk/>
            <pc:sldMk cId="3325394413" sldId="402"/>
            <ac:grpSpMk id="111" creationId="{9A5917C5-8DFF-5459-943F-5610830FD768}"/>
          </ac:grpSpMkLst>
        </pc:grpChg>
        <pc:grpChg chg="del mod">
          <ac:chgData name="Mahima Weerasinghe" userId="e11e3f55-42da-4e07-8ead-4d7a1d7ea1c6" providerId="ADAL" clId="{DEC8990C-F1E8-4081-8796-F50D8B9FA883}" dt="2024-10-13T13:39:53.267" v="2692"/>
          <ac:grpSpMkLst>
            <pc:docMk/>
            <pc:sldMk cId="3325394413" sldId="402"/>
            <ac:grpSpMk id="113" creationId="{F1B2A330-25DE-234D-1BE8-1A67CB8EC714}"/>
          </ac:grpSpMkLst>
        </pc:grpChg>
        <pc:grpChg chg="del mod">
          <ac:chgData name="Mahima Weerasinghe" userId="e11e3f55-42da-4e07-8ead-4d7a1d7ea1c6" providerId="ADAL" clId="{DEC8990C-F1E8-4081-8796-F50D8B9FA883}" dt="2024-10-13T13:39:56.047" v="2694"/>
          <ac:grpSpMkLst>
            <pc:docMk/>
            <pc:sldMk cId="3325394413" sldId="402"/>
            <ac:grpSpMk id="115" creationId="{7705CE14-6A1E-9F00-2CF7-F719FCCEAB53}"/>
          </ac:grpSpMkLst>
        </pc:grpChg>
        <pc:grpChg chg="del mod">
          <ac:chgData name="Mahima Weerasinghe" userId="e11e3f55-42da-4e07-8ead-4d7a1d7ea1c6" providerId="ADAL" clId="{DEC8990C-F1E8-4081-8796-F50D8B9FA883}" dt="2024-10-13T13:40:10.959" v="2701"/>
          <ac:grpSpMkLst>
            <pc:docMk/>
            <pc:sldMk cId="3325394413" sldId="402"/>
            <ac:grpSpMk id="117" creationId="{117D07C1-C7D9-A73B-9C89-FEF14809512B}"/>
          </ac:grpSpMkLst>
        </pc:grpChg>
        <pc:grpChg chg="del mod">
          <ac:chgData name="Mahima Weerasinghe" userId="e11e3f55-42da-4e07-8ead-4d7a1d7ea1c6" providerId="ADAL" clId="{DEC8990C-F1E8-4081-8796-F50D8B9FA883}" dt="2024-10-13T13:40:24.271" v="2703"/>
          <ac:grpSpMkLst>
            <pc:docMk/>
            <pc:sldMk cId="3325394413" sldId="402"/>
            <ac:grpSpMk id="124" creationId="{54D76364-6DCF-BFDF-BA47-E845AB221D5F}"/>
          </ac:grpSpMkLst>
        </pc:grpChg>
        <pc:grpChg chg="del mod">
          <ac:chgData name="Mahima Weerasinghe" userId="e11e3f55-42da-4e07-8ead-4d7a1d7ea1c6" providerId="ADAL" clId="{DEC8990C-F1E8-4081-8796-F50D8B9FA883}" dt="2024-10-13T13:40:28.027" v="2706"/>
          <ac:grpSpMkLst>
            <pc:docMk/>
            <pc:sldMk cId="3325394413" sldId="402"/>
            <ac:grpSpMk id="126" creationId="{F4788938-F7F3-2606-DFB4-093D56E9364F}"/>
          </ac:grpSpMkLst>
        </pc:grpChg>
        <pc:grpChg chg="del mod">
          <ac:chgData name="Mahima Weerasinghe" userId="e11e3f55-42da-4e07-8ead-4d7a1d7ea1c6" providerId="ADAL" clId="{DEC8990C-F1E8-4081-8796-F50D8B9FA883}" dt="2024-10-13T13:40:34.017" v="2713"/>
          <ac:grpSpMkLst>
            <pc:docMk/>
            <pc:sldMk cId="3325394413" sldId="402"/>
            <ac:grpSpMk id="129" creationId="{3BCFEA2D-8533-E15E-BDAD-556CE37F8D92}"/>
          </ac:grpSpMkLst>
        </pc:grpChg>
        <pc:grpChg chg="del mod">
          <ac:chgData name="Mahima Weerasinghe" userId="e11e3f55-42da-4e07-8ead-4d7a1d7ea1c6" providerId="ADAL" clId="{DEC8990C-F1E8-4081-8796-F50D8B9FA883}" dt="2024-10-13T13:40:40.533" v="2715"/>
          <ac:grpSpMkLst>
            <pc:docMk/>
            <pc:sldMk cId="3325394413" sldId="402"/>
            <ac:grpSpMk id="136" creationId="{D4298C54-D09E-5E72-5FE7-0C3ABFF566AD}"/>
          </ac:grpSpMkLst>
        </pc:grpChg>
        <pc:grpChg chg="del mod">
          <ac:chgData name="Mahima Weerasinghe" userId="e11e3f55-42da-4e07-8ead-4d7a1d7ea1c6" providerId="ADAL" clId="{DEC8990C-F1E8-4081-8796-F50D8B9FA883}" dt="2024-10-13T13:40:53.579" v="2729"/>
          <ac:grpSpMkLst>
            <pc:docMk/>
            <pc:sldMk cId="3325394413" sldId="402"/>
            <ac:grpSpMk id="138" creationId="{EE9BE242-C9B8-869F-F802-7659EF32C92F}"/>
          </ac:grpSpMkLst>
        </pc:grpChg>
        <pc:grpChg chg="del mod">
          <ac:chgData name="Mahima Weerasinghe" userId="e11e3f55-42da-4e07-8ead-4d7a1d7ea1c6" providerId="ADAL" clId="{DEC8990C-F1E8-4081-8796-F50D8B9FA883}" dt="2024-10-13T13:40:53.579" v="2729"/>
          <ac:grpSpMkLst>
            <pc:docMk/>
            <pc:sldMk cId="3325394413" sldId="402"/>
            <ac:grpSpMk id="149" creationId="{EE605FCE-B239-24BD-AC6E-0BD2BD3442BF}"/>
          </ac:grpSpMkLst>
        </pc:grpChg>
        <pc:grpChg chg="del mod">
          <ac:chgData name="Mahima Weerasinghe" userId="e11e3f55-42da-4e07-8ead-4d7a1d7ea1c6" providerId="ADAL" clId="{DEC8990C-F1E8-4081-8796-F50D8B9FA883}" dt="2024-10-13T13:40:57.766" v="2736"/>
          <ac:grpSpMkLst>
            <pc:docMk/>
            <pc:sldMk cId="3325394413" sldId="402"/>
            <ac:grpSpMk id="152" creationId="{8AD4F4CE-DE98-5044-CD8E-514C2A0D3F12}"/>
          </ac:grpSpMkLst>
        </pc:grpChg>
        <pc:grpChg chg="mod">
          <ac:chgData name="Mahima Weerasinghe" userId="e11e3f55-42da-4e07-8ead-4d7a1d7ea1c6" providerId="ADAL" clId="{DEC8990C-F1E8-4081-8796-F50D8B9FA883}" dt="2024-10-13T13:40:57.766" v="2736"/>
          <ac:grpSpMkLst>
            <pc:docMk/>
            <pc:sldMk cId="3325394413" sldId="402"/>
            <ac:grpSpMk id="159" creationId="{142A450F-6A84-9859-1CC8-0419C0C11010}"/>
          </ac:grpSpMkLst>
        </pc:grpChg>
        <pc:inkChg chg="add">
          <ac:chgData name="Mahima Weerasinghe" userId="e11e3f55-42da-4e07-8ead-4d7a1d7ea1c6" providerId="ADAL" clId="{DEC8990C-F1E8-4081-8796-F50D8B9FA883}" dt="2024-10-13T13:35:16.435" v="2582" actId="9405"/>
          <ac:inkMkLst>
            <pc:docMk/>
            <pc:sldMk cId="3325394413" sldId="402"/>
            <ac:inkMk id="3" creationId="{E31699FA-9691-1ECA-773F-6BBA38E9F6F9}"/>
          </ac:inkMkLst>
        </pc:inkChg>
        <pc:inkChg chg="add">
          <ac:chgData name="Mahima Weerasinghe" userId="e11e3f55-42da-4e07-8ead-4d7a1d7ea1c6" providerId="ADAL" clId="{DEC8990C-F1E8-4081-8796-F50D8B9FA883}" dt="2024-10-13T13:35:19.830" v="2583" actId="9405"/>
          <ac:inkMkLst>
            <pc:docMk/>
            <pc:sldMk cId="3325394413" sldId="402"/>
            <ac:inkMk id="4" creationId="{1778C05E-5BF4-AE37-E276-024CF118D21F}"/>
          </ac:inkMkLst>
        </pc:inkChg>
        <pc:inkChg chg="add">
          <ac:chgData name="Mahima Weerasinghe" userId="e11e3f55-42da-4e07-8ead-4d7a1d7ea1c6" providerId="ADAL" clId="{DEC8990C-F1E8-4081-8796-F50D8B9FA883}" dt="2024-10-13T13:35:22.194" v="2584" actId="9405"/>
          <ac:inkMkLst>
            <pc:docMk/>
            <pc:sldMk cId="3325394413" sldId="402"/>
            <ac:inkMk id="6" creationId="{5A9D85B4-CDCC-B061-86FE-CAB9AEFC3030}"/>
          </ac:inkMkLst>
        </pc:inkChg>
        <pc:inkChg chg="add">
          <ac:chgData name="Mahima Weerasinghe" userId="e11e3f55-42da-4e07-8ead-4d7a1d7ea1c6" providerId="ADAL" clId="{DEC8990C-F1E8-4081-8796-F50D8B9FA883}" dt="2024-10-13T13:35:28.998" v="2585" actId="9405"/>
          <ac:inkMkLst>
            <pc:docMk/>
            <pc:sldMk cId="3325394413" sldId="402"/>
            <ac:inkMk id="7" creationId="{3E61F25B-AD89-130E-2864-0477A492C8C4}"/>
          </ac:inkMkLst>
        </pc:inkChg>
        <pc:inkChg chg="add">
          <ac:chgData name="Mahima Weerasinghe" userId="e11e3f55-42da-4e07-8ead-4d7a1d7ea1c6" providerId="ADAL" clId="{DEC8990C-F1E8-4081-8796-F50D8B9FA883}" dt="2024-10-13T13:35:30.067" v="2586" actId="9405"/>
          <ac:inkMkLst>
            <pc:docMk/>
            <pc:sldMk cId="3325394413" sldId="402"/>
            <ac:inkMk id="8" creationId="{0F901AE3-40BB-205A-FAD9-78B65ED3CA61}"/>
          </ac:inkMkLst>
        </pc:inkChg>
        <pc:inkChg chg="add">
          <ac:chgData name="Mahima Weerasinghe" userId="e11e3f55-42da-4e07-8ead-4d7a1d7ea1c6" providerId="ADAL" clId="{DEC8990C-F1E8-4081-8796-F50D8B9FA883}" dt="2024-10-13T13:35:30.802" v="2587" actId="9405"/>
          <ac:inkMkLst>
            <pc:docMk/>
            <pc:sldMk cId="3325394413" sldId="402"/>
            <ac:inkMk id="9" creationId="{5BB99454-14BB-F5FA-CF8F-E88CAE10E425}"/>
          </ac:inkMkLst>
        </pc:inkChg>
        <pc:inkChg chg="add mod">
          <ac:chgData name="Mahima Weerasinghe" userId="e11e3f55-42da-4e07-8ead-4d7a1d7ea1c6" providerId="ADAL" clId="{DEC8990C-F1E8-4081-8796-F50D8B9FA883}" dt="2024-10-13T13:40:57.766" v="2736"/>
          <ac:inkMkLst>
            <pc:docMk/>
            <pc:sldMk cId="3325394413" sldId="402"/>
            <ac:inkMk id="10" creationId="{5D1BFEA0-76B7-A9B8-817F-3D7505E42C8C}"/>
          </ac:inkMkLst>
        </pc:inkChg>
        <pc:inkChg chg="add mod">
          <ac:chgData name="Mahima Weerasinghe" userId="e11e3f55-42da-4e07-8ead-4d7a1d7ea1c6" providerId="ADAL" clId="{DEC8990C-F1E8-4081-8796-F50D8B9FA883}" dt="2024-10-13T13:40:57.766" v="2736"/>
          <ac:inkMkLst>
            <pc:docMk/>
            <pc:sldMk cId="3325394413" sldId="402"/>
            <ac:inkMk id="11" creationId="{64DB9461-E9E9-C12F-752F-4BCB146649A1}"/>
          </ac:inkMkLst>
        </pc:inkChg>
        <pc:inkChg chg="add mod">
          <ac:chgData name="Mahima Weerasinghe" userId="e11e3f55-42da-4e07-8ead-4d7a1d7ea1c6" providerId="ADAL" clId="{DEC8990C-F1E8-4081-8796-F50D8B9FA883}" dt="2024-10-13T13:40:57.766" v="2736"/>
          <ac:inkMkLst>
            <pc:docMk/>
            <pc:sldMk cId="3325394413" sldId="402"/>
            <ac:inkMk id="12" creationId="{F38B77E7-A9FA-3B3D-69C9-F24C6D5652E0}"/>
          </ac:inkMkLst>
        </pc:inkChg>
        <pc:inkChg chg="add mod">
          <ac:chgData name="Mahima Weerasinghe" userId="e11e3f55-42da-4e07-8ead-4d7a1d7ea1c6" providerId="ADAL" clId="{DEC8990C-F1E8-4081-8796-F50D8B9FA883}" dt="2024-10-13T13:40:57.766" v="2736"/>
          <ac:inkMkLst>
            <pc:docMk/>
            <pc:sldMk cId="3325394413" sldId="402"/>
            <ac:inkMk id="14" creationId="{6C68ECC6-175E-68F4-3720-B130B874F7FE}"/>
          </ac:inkMkLst>
        </pc:inkChg>
        <pc:inkChg chg="add mod">
          <ac:chgData name="Mahima Weerasinghe" userId="e11e3f55-42da-4e07-8ead-4d7a1d7ea1c6" providerId="ADAL" clId="{DEC8990C-F1E8-4081-8796-F50D8B9FA883}" dt="2024-10-13T13:40:57.766" v="2736"/>
          <ac:inkMkLst>
            <pc:docMk/>
            <pc:sldMk cId="3325394413" sldId="402"/>
            <ac:inkMk id="15" creationId="{D9A05E35-FBD3-BE9E-6CFE-456D9B3029F5}"/>
          </ac:inkMkLst>
        </pc:inkChg>
        <pc:inkChg chg="add mod">
          <ac:chgData name="Mahima Weerasinghe" userId="e11e3f55-42da-4e07-8ead-4d7a1d7ea1c6" providerId="ADAL" clId="{DEC8990C-F1E8-4081-8796-F50D8B9FA883}" dt="2024-10-13T13:40:57.766" v="2736"/>
          <ac:inkMkLst>
            <pc:docMk/>
            <pc:sldMk cId="3325394413" sldId="402"/>
            <ac:inkMk id="16" creationId="{9B270FD6-DB9A-9A26-7416-151C2FE8D517}"/>
          </ac:inkMkLst>
        </pc:inkChg>
        <pc:inkChg chg="add mod">
          <ac:chgData name="Mahima Weerasinghe" userId="e11e3f55-42da-4e07-8ead-4d7a1d7ea1c6" providerId="ADAL" clId="{DEC8990C-F1E8-4081-8796-F50D8B9FA883}" dt="2024-10-13T13:40:57.766" v="2736"/>
          <ac:inkMkLst>
            <pc:docMk/>
            <pc:sldMk cId="3325394413" sldId="402"/>
            <ac:inkMk id="17" creationId="{32173D4E-4D70-1883-1EA7-4220D44A8268}"/>
          </ac:inkMkLst>
        </pc:inkChg>
        <pc:inkChg chg="add mod">
          <ac:chgData name="Mahima Weerasinghe" userId="e11e3f55-42da-4e07-8ead-4d7a1d7ea1c6" providerId="ADAL" clId="{DEC8990C-F1E8-4081-8796-F50D8B9FA883}" dt="2024-10-13T13:40:57.766" v="2736"/>
          <ac:inkMkLst>
            <pc:docMk/>
            <pc:sldMk cId="3325394413" sldId="402"/>
            <ac:inkMk id="18" creationId="{C0A0195E-54A1-53ED-2FCC-4C8ED845F131}"/>
          </ac:inkMkLst>
        </pc:inkChg>
        <pc:inkChg chg="add mod">
          <ac:chgData name="Mahima Weerasinghe" userId="e11e3f55-42da-4e07-8ead-4d7a1d7ea1c6" providerId="ADAL" clId="{DEC8990C-F1E8-4081-8796-F50D8B9FA883}" dt="2024-10-13T13:40:57.766" v="2736"/>
          <ac:inkMkLst>
            <pc:docMk/>
            <pc:sldMk cId="3325394413" sldId="402"/>
            <ac:inkMk id="19" creationId="{792B2844-213D-0E66-85D8-0DC1A5EC982A}"/>
          </ac:inkMkLst>
        </pc:inkChg>
        <pc:inkChg chg="add mod">
          <ac:chgData name="Mahima Weerasinghe" userId="e11e3f55-42da-4e07-8ead-4d7a1d7ea1c6" providerId="ADAL" clId="{DEC8990C-F1E8-4081-8796-F50D8B9FA883}" dt="2024-10-13T13:40:57.766" v="2736"/>
          <ac:inkMkLst>
            <pc:docMk/>
            <pc:sldMk cId="3325394413" sldId="402"/>
            <ac:inkMk id="20" creationId="{BF8C03DE-90FF-67C7-E273-564FF790A653}"/>
          </ac:inkMkLst>
        </pc:inkChg>
        <pc:inkChg chg="add mod">
          <ac:chgData name="Mahima Weerasinghe" userId="e11e3f55-42da-4e07-8ead-4d7a1d7ea1c6" providerId="ADAL" clId="{DEC8990C-F1E8-4081-8796-F50D8B9FA883}" dt="2024-10-13T13:40:57.766" v="2736"/>
          <ac:inkMkLst>
            <pc:docMk/>
            <pc:sldMk cId="3325394413" sldId="402"/>
            <ac:inkMk id="21" creationId="{323BF457-9C84-B681-39B6-46196F8A4C85}"/>
          </ac:inkMkLst>
        </pc:inkChg>
        <pc:inkChg chg="add mod">
          <ac:chgData name="Mahima Weerasinghe" userId="e11e3f55-42da-4e07-8ead-4d7a1d7ea1c6" providerId="ADAL" clId="{DEC8990C-F1E8-4081-8796-F50D8B9FA883}" dt="2024-10-13T13:40:57.766" v="2736"/>
          <ac:inkMkLst>
            <pc:docMk/>
            <pc:sldMk cId="3325394413" sldId="402"/>
            <ac:inkMk id="23" creationId="{C226A51F-BF46-E143-321F-0FD3400D9792}"/>
          </ac:inkMkLst>
        </pc:inkChg>
        <pc:inkChg chg="add mod">
          <ac:chgData name="Mahima Weerasinghe" userId="e11e3f55-42da-4e07-8ead-4d7a1d7ea1c6" providerId="ADAL" clId="{DEC8990C-F1E8-4081-8796-F50D8B9FA883}" dt="2024-10-13T13:40:57.766" v="2736"/>
          <ac:inkMkLst>
            <pc:docMk/>
            <pc:sldMk cId="3325394413" sldId="402"/>
            <ac:inkMk id="24" creationId="{E989B3D4-6704-5EE4-22C2-1B1A8FC1CD9D}"/>
          </ac:inkMkLst>
        </pc:inkChg>
        <pc:inkChg chg="add mod">
          <ac:chgData name="Mahima Weerasinghe" userId="e11e3f55-42da-4e07-8ead-4d7a1d7ea1c6" providerId="ADAL" clId="{DEC8990C-F1E8-4081-8796-F50D8B9FA883}" dt="2024-10-13T13:40:57.766" v="2736"/>
          <ac:inkMkLst>
            <pc:docMk/>
            <pc:sldMk cId="3325394413" sldId="402"/>
            <ac:inkMk id="25" creationId="{D7D8747E-9131-8103-B5B2-2BB1F6A0860B}"/>
          </ac:inkMkLst>
        </pc:inkChg>
        <pc:inkChg chg="add mod">
          <ac:chgData name="Mahima Weerasinghe" userId="e11e3f55-42da-4e07-8ead-4d7a1d7ea1c6" providerId="ADAL" clId="{DEC8990C-F1E8-4081-8796-F50D8B9FA883}" dt="2024-10-13T13:40:57.766" v="2736"/>
          <ac:inkMkLst>
            <pc:docMk/>
            <pc:sldMk cId="3325394413" sldId="402"/>
            <ac:inkMk id="26" creationId="{C7C8EA35-A9FA-1852-5651-36434C7482B5}"/>
          </ac:inkMkLst>
        </pc:inkChg>
        <pc:inkChg chg="add mod">
          <ac:chgData name="Mahima Weerasinghe" userId="e11e3f55-42da-4e07-8ead-4d7a1d7ea1c6" providerId="ADAL" clId="{DEC8990C-F1E8-4081-8796-F50D8B9FA883}" dt="2024-10-13T13:40:57.766" v="2736"/>
          <ac:inkMkLst>
            <pc:docMk/>
            <pc:sldMk cId="3325394413" sldId="402"/>
            <ac:inkMk id="27" creationId="{937B18CE-1CE2-936C-F166-20BF5256051A}"/>
          </ac:inkMkLst>
        </pc:inkChg>
        <pc:inkChg chg="add mod">
          <ac:chgData name="Mahima Weerasinghe" userId="e11e3f55-42da-4e07-8ead-4d7a1d7ea1c6" providerId="ADAL" clId="{DEC8990C-F1E8-4081-8796-F50D8B9FA883}" dt="2024-10-13T13:40:57.766" v="2736"/>
          <ac:inkMkLst>
            <pc:docMk/>
            <pc:sldMk cId="3325394413" sldId="402"/>
            <ac:inkMk id="28" creationId="{8E427EFA-DD81-0E46-3E6C-87843D2B28B3}"/>
          </ac:inkMkLst>
        </pc:inkChg>
        <pc:inkChg chg="add mod">
          <ac:chgData name="Mahima Weerasinghe" userId="e11e3f55-42da-4e07-8ead-4d7a1d7ea1c6" providerId="ADAL" clId="{DEC8990C-F1E8-4081-8796-F50D8B9FA883}" dt="2024-10-13T13:40:57.766" v="2736"/>
          <ac:inkMkLst>
            <pc:docMk/>
            <pc:sldMk cId="3325394413" sldId="402"/>
            <ac:inkMk id="29" creationId="{A06C5D4C-154D-93F6-79E6-38050669C9A8}"/>
          </ac:inkMkLst>
        </pc:inkChg>
        <pc:inkChg chg="add mod">
          <ac:chgData name="Mahima Weerasinghe" userId="e11e3f55-42da-4e07-8ead-4d7a1d7ea1c6" providerId="ADAL" clId="{DEC8990C-F1E8-4081-8796-F50D8B9FA883}" dt="2024-10-13T13:40:57.766" v="2736"/>
          <ac:inkMkLst>
            <pc:docMk/>
            <pc:sldMk cId="3325394413" sldId="402"/>
            <ac:inkMk id="30" creationId="{EF243220-B879-AF9B-5B6E-CDEE31367C16}"/>
          </ac:inkMkLst>
        </pc:inkChg>
        <pc:inkChg chg="add mod">
          <ac:chgData name="Mahima Weerasinghe" userId="e11e3f55-42da-4e07-8ead-4d7a1d7ea1c6" providerId="ADAL" clId="{DEC8990C-F1E8-4081-8796-F50D8B9FA883}" dt="2024-10-13T13:40:57.766" v="2736"/>
          <ac:inkMkLst>
            <pc:docMk/>
            <pc:sldMk cId="3325394413" sldId="402"/>
            <ac:inkMk id="31" creationId="{A372F46C-8B22-CD52-B800-871C5CDA03F4}"/>
          </ac:inkMkLst>
        </pc:inkChg>
        <pc:inkChg chg="add mod">
          <ac:chgData name="Mahima Weerasinghe" userId="e11e3f55-42da-4e07-8ead-4d7a1d7ea1c6" providerId="ADAL" clId="{DEC8990C-F1E8-4081-8796-F50D8B9FA883}" dt="2024-10-13T13:40:57.766" v="2736"/>
          <ac:inkMkLst>
            <pc:docMk/>
            <pc:sldMk cId="3325394413" sldId="402"/>
            <ac:inkMk id="32" creationId="{911FC3C2-BCA3-2F4B-1FC2-DB60DB6A13D0}"/>
          </ac:inkMkLst>
        </pc:inkChg>
        <pc:inkChg chg="add mod">
          <ac:chgData name="Mahima Weerasinghe" userId="e11e3f55-42da-4e07-8ead-4d7a1d7ea1c6" providerId="ADAL" clId="{DEC8990C-F1E8-4081-8796-F50D8B9FA883}" dt="2024-10-13T13:40:57.766" v="2736"/>
          <ac:inkMkLst>
            <pc:docMk/>
            <pc:sldMk cId="3325394413" sldId="402"/>
            <ac:inkMk id="33" creationId="{07E051F4-B67D-B17C-71E2-30B9FB68DD84}"/>
          </ac:inkMkLst>
        </pc:inkChg>
        <pc:inkChg chg="add">
          <ac:chgData name="Mahima Weerasinghe" userId="e11e3f55-42da-4e07-8ead-4d7a1d7ea1c6" providerId="ADAL" clId="{DEC8990C-F1E8-4081-8796-F50D8B9FA883}" dt="2024-10-13T13:36:28.504" v="2613" actId="9405"/>
          <ac:inkMkLst>
            <pc:docMk/>
            <pc:sldMk cId="3325394413" sldId="402"/>
            <ac:inkMk id="35" creationId="{BFC7B79B-92B6-A59C-C1AE-2C93BA277D57}"/>
          </ac:inkMkLst>
        </pc:inkChg>
        <pc:inkChg chg="add">
          <ac:chgData name="Mahima Weerasinghe" userId="e11e3f55-42da-4e07-8ead-4d7a1d7ea1c6" providerId="ADAL" clId="{DEC8990C-F1E8-4081-8796-F50D8B9FA883}" dt="2024-10-13T13:36:33.694" v="2614" actId="9405"/>
          <ac:inkMkLst>
            <pc:docMk/>
            <pc:sldMk cId="3325394413" sldId="402"/>
            <ac:inkMk id="36" creationId="{B66C6EF6-9BD4-01A0-5CAA-5DFDA0F7826A}"/>
          </ac:inkMkLst>
        </pc:inkChg>
        <pc:inkChg chg="add mod">
          <ac:chgData name="Mahima Weerasinghe" userId="e11e3f55-42da-4e07-8ead-4d7a1d7ea1c6" providerId="ADAL" clId="{DEC8990C-F1E8-4081-8796-F50D8B9FA883}" dt="2024-10-13T13:40:57.766" v="2736"/>
          <ac:inkMkLst>
            <pc:docMk/>
            <pc:sldMk cId="3325394413" sldId="402"/>
            <ac:inkMk id="37" creationId="{3446F36B-AB9B-DCD7-1872-D71D6E46B1F0}"/>
          </ac:inkMkLst>
        </pc:inkChg>
        <pc:inkChg chg="add mod">
          <ac:chgData name="Mahima Weerasinghe" userId="e11e3f55-42da-4e07-8ead-4d7a1d7ea1c6" providerId="ADAL" clId="{DEC8990C-F1E8-4081-8796-F50D8B9FA883}" dt="2024-10-13T13:40:57.766" v="2736"/>
          <ac:inkMkLst>
            <pc:docMk/>
            <pc:sldMk cId="3325394413" sldId="402"/>
            <ac:inkMk id="38" creationId="{51FAFED9-C675-AACD-6E50-D26FA4B761BA}"/>
          </ac:inkMkLst>
        </pc:inkChg>
        <pc:inkChg chg="add mod">
          <ac:chgData name="Mahima Weerasinghe" userId="e11e3f55-42da-4e07-8ead-4d7a1d7ea1c6" providerId="ADAL" clId="{DEC8990C-F1E8-4081-8796-F50D8B9FA883}" dt="2024-10-13T13:40:57.766" v="2736"/>
          <ac:inkMkLst>
            <pc:docMk/>
            <pc:sldMk cId="3325394413" sldId="402"/>
            <ac:inkMk id="39" creationId="{18A20FF7-C93C-444B-70FE-58EB008A5B98}"/>
          </ac:inkMkLst>
        </pc:inkChg>
        <pc:inkChg chg="add mod">
          <ac:chgData name="Mahima Weerasinghe" userId="e11e3f55-42da-4e07-8ead-4d7a1d7ea1c6" providerId="ADAL" clId="{DEC8990C-F1E8-4081-8796-F50D8B9FA883}" dt="2024-10-13T13:40:57.766" v="2736"/>
          <ac:inkMkLst>
            <pc:docMk/>
            <pc:sldMk cId="3325394413" sldId="402"/>
            <ac:inkMk id="40" creationId="{BCEA2AA9-C9B2-DB8B-A5E2-4443AF41F6D4}"/>
          </ac:inkMkLst>
        </pc:inkChg>
        <pc:inkChg chg="add mod">
          <ac:chgData name="Mahima Weerasinghe" userId="e11e3f55-42da-4e07-8ead-4d7a1d7ea1c6" providerId="ADAL" clId="{DEC8990C-F1E8-4081-8796-F50D8B9FA883}" dt="2024-10-13T13:40:57.766" v="2736"/>
          <ac:inkMkLst>
            <pc:docMk/>
            <pc:sldMk cId="3325394413" sldId="402"/>
            <ac:inkMk id="41" creationId="{E04A22CB-EEEE-5635-9077-598655A7BAD8}"/>
          </ac:inkMkLst>
        </pc:inkChg>
        <pc:inkChg chg="add mod">
          <ac:chgData name="Mahima Weerasinghe" userId="e11e3f55-42da-4e07-8ead-4d7a1d7ea1c6" providerId="ADAL" clId="{DEC8990C-F1E8-4081-8796-F50D8B9FA883}" dt="2024-10-13T13:40:57.766" v="2736"/>
          <ac:inkMkLst>
            <pc:docMk/>
            <pc:sldMk cId="3325394413" sldId="402"/>
            <ac:inkMk id="42" creationId="{D27FADE6-233D-1FF1-257D-28CCCCB81B29}"/>
          </ac:inkMkLst>
        </pc:inkChg>
        <pc:inkChg chg="add mod">
          <ac:chgData name="Mahima Weerasinghe" userId="e11e3f55-42da-4e07-8ead-4d7a1d7ea1c6" providerId="ADAL" clId="{DEC8990C-F1E8-4081-8796-F50D8B9FA883}" dt="2024-10-13T13:40:57.766" v="2736"/>
          <ac:inkMkLst>
            <pc:docMk/>
            <pc:sldMk cId="3325394413" sldId="402"/>
            <ac:inkMk id="43" creationId="{72A1DE10-08E6-0964-85BB-C3CB45A36128}"/>
          </ac:inkMkLst>
        </pc:inkChg>
        <pc:inkChg chg="add mod">
          <ac:chgData name="Mahima Weerasinghe" userId="e11e3f55-42da-4e07-8ead-4d7a1d7ea1c6" providerId="ADAL" clId="{DEC8990C-F1E8-4081-8796-F50D8B9FA883}" dt="2024-10-13T13:40:57.766" v="2736"/>
          <ac:inkMkLst>
            <pc:docMk/>
            <pc:sldMk cId="3325394413" sldId="402"/>
            <ac:inkMk id="45" creationId="{1C244717-2A4E-F049-6D2F-8CEB7496CBB1}"/>
          </ac:inkMkLst>
        </pc:inkChg>
        <pc:inkChg chg="add mod">
          <ac:chgData name="Mahima Weerasinghe" userId="e11e3f55-42da-4e07-8ead-4d7a1d7ea1c6" providerId="ADAL" clId="{DEC8990C-F1E8-4081-8796-F50D8B9FA883}" dt="2024-10-13T13:40:57.766" v="2736"/>
          <ac:inkMkLst>
            <pc:docMk/>
            <pc:sldMk cId="3325394413" sldId="402"/>
            <ac:inkMk id="46" creationId="{68B5970A-347D-F81F-DA57-8EE4BD88DC9B}"/>
          </ac:inkMkLst>
        </pc:inkChg>
        <pc:inkChg chg="add mod">
          <ac:chgData name="Mahima Weerasinghe" userId="e11e3f55-42da-4e07-8ead-4d7a1d7ea1c6" providerId="ADAL" clId="{DEC8990C-F1E8-4081-8796-F50D8B9FA883}" dt="2024-10-13T13:40:57.766" v="2736"/>
          <ac:inkMkLst>
            <pc:docMk/>
            <pc:sldMk cId="3325394413" sldId="402"/>
            <ac:inkMk id="47" creationId="{16A961F0-0298-AF5C-0D7E-7078DA487F18}"/>
          </ac:inkMkLst>
        </pc:inkChg>
        <pc:inkChg chg="add mod">
          <ac:chgData name="Mahima Weerasinghe" userId="e11e3f55-42da-4e07-8ead-4d7a1d7ea1c6" providerId="ADAL" clId="{DEC8990C-F1E8-4081-8796-F50D8B9FA883}" dt="2024-10-13T13:40:57.766" v="2736"/>
          <ac:inkMkLst>
            <pc:docMk/>
            <pc:sldMk cId="3325394413" sldId="402"/>
            <ac:inkMk id="48" creationId="{9C16A198-190D-A89E-C722-96A030A3413E}"/>
          </ac:inkMkLst>
        </pc:inkChg>
        <pc:inkChg chg="add mod">
          <ac:chgData name="Mahima Weerasinghe" userId="e11e3f55-42da-4e07-8ead-4d7a1d7ea1c6" providerId="ADAL" clId="{DEC8990C-F1E8-4081-8796-F50D8B9FA883}" dt="2024-10-13T13:40:57.766" v="2736"/>
          <ac:inkMkLst>
            <pc:docMk/>
            <pc:sldMk cId="3325394413" sldId="402"/>
            <ac:inkMk id="49" creationId="{CA9AABB2-B8F6-2E03-74CD-6A4B53533140}"/>
          </ac:inkMkLst>
        </pc:inkChg>
        <pc:inkChg chg="add mod">
          <ac:chgData name="Mahima Weerasinghe" userId="e11e3f55-42da-4e07-8ead-4d7a1d7ea1c6" providerId="ADAL" clId="{DEC8990C-F1E8-4081-8796-F50D8B9FA883}" dt="2024-10-13T13:37:28.660" v="2633"/>
          <ac:inkMkLst>
            <pc:docMk/>
            <pc:sldMk cId="3325394413" sldId="402"/>
            <ac:inkMk id="51" creationId="{DF4A176C-6080-E5AA-2F11-E8E5F1078401}"/>
          </ac:inkMkLst>
        </pc:inkChg>
        <pc:inkChg chg="add">
          <ac:chgData name="Mahima Weerasinghe" userId="e11e3f55-42da-4e07-8ead-4d7a1d7ea1c6" providerId="ADAL" clId="{DEC8990C-F1E8-4081-8796-F50D8B9FA883}" dt="2024-10-13T13:37:26.891" v="2631" actId="9405"/>
          <ac:inkMkLst>
            <pc:docMk/>
            <pc:sldMk cId="3325394413" sldId="402"/>
            <ac:inkMk id="53" creationId="{64BD8034-6817-4A4C-155F-C8990E4E23B9}"/>
          </ac:inkMkLst>
        </pc:inkChg>
        <pc:inkChg chg="add mod">
          <ac:chgData name="Mahima Weerasinghe" userId="e11e3f55-42da-4e07-8ead-4d7a1d7ea1c6" providerId="ADAL" clId="{DEC8990C-F1E8-4081-8796-F50D8B9FA883}" dt="2024-10-13T13:40:57.766" v="2736"/>
          <ac:inkMkLst>
            <pc:docMk/>
            <pc:sldMk cId="3325394413" sldId="402"/>
            <ac:inkMk id="54" creationId="{53DF6397-1A33-4ABA-FDF5-69DD6FB465B0}"/>
          </ac:inkMkLst>
        </pc:inkChg>
        <pc:inkChg chg="add mod">
          <ac:chgData name="Mahima Weerasinghe" userId="e11e3f55-42da-4e07-8ead-4d7a1d7ea1c6" providerId="ADAL" clId="{DEC8990C-F1E8-4081-8796-F50D8B9FA883}" dt="2024-10-13T13:40:57.766" v="2736"/>
          <ac:inkMkLst>
            <pc:docMk/>
            <pc:sldMk cId="3325394413" sldId="402"/>
            <ac:inkMk id="56" creationId="{B0526F6A-144A-603C-836D-FD94E8610E81}"/>
          </ac:inkMkLst>
        </pc:inkChg>
        <pc:inkChg chg="add mod">
          <ac:chgData name="Mahima Weerasinghe" userId="e11e3f55-42da-4e07-8ead-4d7a1d7ea1c6" providerId="ADAL" clId="{DEC8990C-F1E8-4081-8796-F50D8B9FA883}" dt="2024-10-13T13:40:57.766" v="2736"/>
          <ac:inkMkLst>
            <pc:docMk/>
            <pc:sldMk cId="3325394413" sldId="402"/>
            <ac:inkMk id="57" creationId="{66A6A551-2A36-67D5-C876-2706E5488C00}"/>
          </ac:inkMkLst>
        </pc:inkChg>
        <pc:inkChg chg="add mod">
          <ac:chgData name="Mahima Weerasinghe" userId="e11e3f55-42da-4e07-8ead-4d7a1d7ea1c6" providerId="ADAL" clId="{DEC8990C-F1E8-4081-8796-F50D8B9FA883}" dt="2024-10-13T13:40:57.766" v="2736"/>
          <ac:inkMkLst>
            <pc:docMk/>
            <pc:sldMk cId="3325394413" sldId="402"/>
            <ac:inkMk id="58" creationId="{220F1C28-7123-52BF-1DA6-0AAD2145A5FB}"/>
          </ac:inkMkLst>
        </pc:inkChg>
        <pc:inkChg chg="add mod">
          <ac:chgData name="Mahima Weerasinghe" userId="e11e3f55-42da-4e07-8ead-4d7a1d7ea1c6" providerId="ADAL" clId="{DEC8990C-F1E8-4081-8796-F50D8B9FA883}" dt="2024-10-13T13:40:57.766" v="2736"/>
          <ac:inkMkLst>
            <pc:docMk/>
            <pc:sldMk cId="3325394413" sldId="402"/>
            <ac:inkMk id="60" creationId="{6913E891-2949-5CE4-9385-D8AEB24DF03D}"/>
          </ac:inkMkLst>
        </pc:inkChg>
        <pc:inkChg chg="add mod">
          <ac:chgData name="Mahima Weerasinghe" userId="e11e3f55-42da-4e07-8ead-4d7a1d7ea1c6" providerId="ADAL" clId="{DEC8990C-F1E8-4081-8796-F50D8B9FA883}" dt="2024-10-13T13:40:57.766" v="2736"/>
          <ac:inkMkLst>
            <pc:docMk/>
            <pc:sldMk cId="3325394413" sldId="402"/>
            <ac:inkMk id="61" creationId="{569C52CC-B7E8-B2F2-6DB6-F53B1E7BF61D}"/>
          </ac:inkMkLst>
        </pc:inkChg>
        <pc:inkChg chg="add mod">
          <ac:chgData name="Mahima Weerasinghe" userId="e11e3f55-42da-4e07-8ead-4d7a1d7ea1c6" providerId="ADAL" clId="{DEC8990C-F1E8-4081-8796-F50D8B9FA883}" dt="2024-10-13T13:40:57.766" v="2736"/>
          <ac:inkMkLst>
            <pc:docMk/>
            <pc:sldMk cId="3325394413" sldId="402"/>
            <ac:inkMk id="63" creationId="{E7B7B91B-84F6-1A03-0D8F-B6D5A108E6DC}"/>
          </ac:inkMkLst>
        </pc:inkChg>
        <pc:inkChg chg="add mod">
          <ac:chgData name="Mahima Weerasinghe" userId="e11e3f55-42da-4e07-8ead-4d7a1d7ea1c6" providerId="ADAL" clId="{DEC8990C-F1E8-4081-8796-F50D8B9FA883}" dt="2024-10-13T13:40:57.766" v="2736"/>
          <ac:inkMkLst>
            <pc:docMk/>
            <pc:sldMk cId="3325394413" sldId="402"/>
            <ac:inkMk id="64" creationId="{83A8489D-7515-BD60-E78F-51A53FBADC12}"/>
          </ac:inkMkLst>
        </pc:inkChg>
        <pc:inkChg chg="add">
          <ac:chgData name="Mahima Weerasinghe" userId="e11e3f55-42da-4e07-8ead-4d7a1d7ea1c6" providerId="ADAL" clId="{DEC8990C-F1E8-4081-8796-F50D8B9FA883}" dt="2024-10-13T13:38:14.681" v="2644" actId="9405"/>
          <ac:inkMkLst>
            <pc:docMk/>
            <pc:sldMk cId="3325394413" sldId="402"/>
            <ac:inkMk id="66" creationId="{D8AC91E7-CF61-2C4F-D08E-A7E5D14FAEE6}"/>
          </ac:inkMkLst>
        </pc:inkChg>
        <pc:inkChg chg="add mod">
          <ac:chgData name="Mahima Weerasinghe" userId="e11e3f55-42da-4e07-8ead-4d7a1d7ea1c6" providerId="ADAL" clId="{DEC8990C-F1E8-4081-8796-F50D8B9FA883}" dt="2024-10-13T13:40:57.766" v="2736"/>
          <ac:inkMkLst>
            <pc:docMk/>
            <pc:sldMk cId="3325394413" sldId="402"/>
            <ac:inkMk id="67" creationId="{812C2D58-80CC-B731-44D7-0E857056BE89}"/>
          </ac:inkMkLst>
        </pc:inkChg>
        <pc:inkChg chg="add mod">
          <ac:chgData name="Mahima Weerasinghe" userId="e11e3f55-42da-4e07-8ead-4d7a1d7ea1c6" providerId="ADAL" clId="{DEC8990C-F1E8-4081-8796-F50D8B9FA883}" dt="2024-10-13T13:40:57.766" v="2736"/>
          <ac:inkMkLst>
            <pc:docMk/>
            <pc:sldMk cId="3325394413" sldId="402"/>
            <ac:inkMk id="68" creationId="{3C06BB88-BF5B-6302-EFBB-FD9A01D010E2}"/>
          </ac:inkMkLst>
        </pc:inkChg>
        <pc:inkChg chg="add mod">
          <ac:chgData name="Mahima Weerasinghe" userId="e11e3f55-42da-4e07-8ead-4d7a1d7ea1c6" providerId="ADAL" clId="{DEC8990C-F1E8-4081-8796-F50D8B9FA883}" dt="2024-10-13T13:40:57.766" v="2736"/>
          <ac:inkMkLst>
            <pc:docMk/>
            <pc:sldMk cId="3325394413" sldId="402"/>
            <ac:inkMk id="70" creationId="{9657D64D-5694-72C2-0F27-B38B370DC71D}"/>
          </ac:inkMkLst>
        </pc:inkChg>
        <pc:inkChg chg="add mod">
          <ac:chgData name="Mahima Weerasinghe" userId="e11e3f55-42da-4e07-8ead-4d7a1d7ea1c6" providerId="ADAL" clId="{DEC8990C-F1E8-4081-8796-F50D8B9FA883}" dt="2024-10-13T13:40:57.766" v="2736"/>
          <ac:inkMkLst>
            <pc:docMk/>
            <pc:sldMk cId="3325394413" sldId="402"/>
            <ac:inkMk id="71" creationId="{3AEF84C1-E9DB-16AC-3F4A-AB581CC2CA01}"/>
          </ac:inkMkLst>
        </pc:inkChg>
        <pc:inkChg chg="add mod">
          <ac:chgData name="Mahima Weerasinghe" userId="e11e3f55-42da-4e07-8ead-4d7a1d7ea1c6" providerId="ADAL" clId="{DEC8990C-F1E8-4081-8796-F50D8B9FA883}" dt="2024-10-13T13:40:57.766" v="2736"/>
          <ac:inkMkLst>
            <pc:docMk/>
            <pc:sldMk cId="3325394413" sldId="402"/>
            <ac:inkMk id="72" creationId="{F7FFD424-B093-DAC9-9456-D30F8173D6BF}"/>
          </ac:inkMkLst>
        </pc:inkChg>
        <pc:inkChg chg="add mod">
          <ac:chgData name="Mahima Weerasinghe" userId="e11e3f55-42da-4e07-8ead-4d7a1d7ea1c6" providerId="ADAL" clId="{DEC8990C-F1E8-4081-8796-F50D8B9FA883}" dt="2024-10-13T13:40:57.766" v="2736"/>
          <ac:inkMkLst>
            <pc:docMk/>
            <pc:sldMk cId="3325394413" sldId="402"/>
            <ac:inkMk id="73" creationId="{EC4DC055-6633-0548-BB3D-3A34B1E8D784}"/>
          </ac:inkMkLst>
        </pc:inkChg>
        <pc:inkChg chg="add">
          <ac:chgData name="Mahima Weerasinghe" userId="e11e3f55-42da-4e07-8ead-4d7a1d7ea1c6" providerId="ADAL" clId="{DEC8990C-F1E8-4081-8796-F50D8B9FA883}" dt="2024-10-13T13:38:46.255" v="2653" actId="9405"/>
          <ac:inkMkLst>
            <pc:docMk/>
            <pc:sldMk cId="3325394413" sldId="402"/>
            <ac:inkMk id="75" creationId="{AF33E9E4-6F3F-9395-D0EA-424A5F6734EE}"/>
          </ac:inkMkLst>
        </pc:inkChg>
        <pc:inkChg chg="add">
          <ac:chgData name="Mahima Weerasinghe" userId="e11e3f55-42da-4e07-8ead-4d7a1d7ea1c6" providerId="ADAL" clId="{DEC8990C-F1E8-4081-8796-F50D8B9FA883}" dt="2024-10-13T13:38:50.822" v="2654" actId="9405"/>
          <ac:inkMkLst>
            <pc:docMk/>
            <pc:sldMk cId="3325394413" sldId="402"/>
            <ac:inkMk id="76" creationId="{BE5926C0-C290-6C09-1626-FDC09D259302}"/>
          </ac:inkMkLst>
        </pc:inkChg>
        <pc:inkChg chg="add mod">
          <ac:chgData name="Mahima Weerasinghe" userId="e11e3f55-42da-4e07-8ead-4d7a1d7ea1c6" providerId="ADAL" clId="{DEC8990C-F1E8-4081-8796-F50D8B9FA883}" dt="2024-10-13T13:40:57.766" v="2736"/>
          <ac:inkMkLst>
            <pc:docMk/>
            <pc:sldMk cId="3325394413" sldId="402"/>
            <ac:inkMk id="77" creationId="{31874D14-28D8-0848-77F4-0429D1365C49}"/>
          </ac:inkMkLst>
        </pc:inkChg>
        <pc:inkChg chg="add mod">
          <ac:chgData name="Mahima Weerasinghe" userId="e11e3f55-42da-4e07-8ead-4d7a1d7ea1c6" providerId="ADAL" clId="{DEC8990C-F1E8-4081-8796-F50D8B9FA883}" dt="2024-10-13T13:40:57.766" v="2736"/>
          <ac:inkMkLst>
            <pc:docMk/>
            <pc:sldMk cId="3325394413" sldId="402"/>
            <ac:inkMk id="78" creationId="{D83601A3-1523-F041-72F8-A17226E08AAC}"/>
          </ac:inkMkLst>
        </pc:inkChg>
        <pc:inkChg chg="add mod">
          <ac:chgData name="Mahima Weerasinghe" userId="e11e3f55-42da-4e07-8ead-4d7a1d7ea1c6" providerId="ADAL" clId="{DEC8990C-F1E8-4081-8796-F50D8B9FA883}" dt="2024-10-13T13:40:57.766" v="2736"/>
          <ac:inkMkLst>
            <pc:docMk/>
            <pc:sldMk cId="3325394413" sldId="402"/>
            <ac:inkMk id="80" creationId="{C7D59A95-38D7-08AD-C9DA-54AA83E10C93}"/>
          </ac:inkMkLst>
        </pc:inkChg>
        <pc:inkChg chg="add mod">
          <ac:chgData name="Mahima Weerasinghe" userId="e11e3f55-42da-4e07-8ead-4d7a1d7ea1c6" providerId="ADAL" clId="{DEC8990C-F1E8-4081-8796-F50D8B9FA883}" dt="2024-10-13T13:40:57.766" v="2736"/>
          <ac:inkMkLst>
            <pc:docMk/>
            <pc:sldMk cId="3325394413" sldId="402"/>
            <ac:inkMk id="81" creationId="{0B38EB07-7922-8EC1-CCAF-6AAEB9CA94D8}"/>
          </ac:inkMkLst>
        </pc:inkChg>
        <pc:inkChg chg="add mod">
          <ac:chgData name="Mahima Weerasinghe" userId="e11e3f55-42da-4e07-8ead-4d7a1d7ea1c6" providerId="ADAL" clId="{DEC8990C-F1E8-4081-8796-F50D8B9FA883}" dt="2024-10-13T13:40:57.766" v="2736"/>
          <ac:inkMkLst>
            <pc:docMk/>
            <pc:sldMk cId="3325394413" sldId="402"/>
            <ac:inkMk id="82" creationId="{7EFE87EB-F923-CDA6-F15C-7C6A7C676BC0}"/>
          </ac:inkMkLst>
        </pc:inkChg>
        <pc:inkChg chg="add mod">
          <ac:chgData name="Mahima Weerasinghe" userId="e11e3f55-42da-4e07-8ead-4d7a1d7ea1c6" providerId="ADAL" clId="{DEC8990C-F1E8-4081-8796-F50D8B9FA883}" dt="2024-10-13T13:40:57.766" v="2736"/>
          <ac:inkMkLst>
            <pc:docMk/>
            <pc:sldMk cId="3325394413" sldId="402"/>
            <ac:inkMk id="84" creationId="{8D355876-2C42-AF04-6F92-4139649D1B86}"/>
          </ac:inkMkLst>
        </pc:inkChg>
        <pc:inkChg chg="add mod">
          <ac:chgData name="Mahima Weerasinghe" userId="e11e3f55-42da-4e07-8ead-4d7a1d7ea1c6" providerId="ADAL" clId="{DEC8990C-F1E8-4081-8796-F50D8B9FA883}" dt="2024-10-13T13:40:57.766" v="2736"/>
          <ac:inkMkLst>
            <pc:docMk/>
            <pc:sldMk cId="3325394413" sldId="402"/>
            <ac:inkMk id="86" creationId="{0FA94D43-F798-73A2-7A0E-167D1A1D26DF}"/>
          </ac:inkMkLst>
        </pc:inkChg>
        <pc:inkChg chg="add mod">
          <ac:chgData name="Mahima Weerasinghe" userId="e11e3f55-42da-4e07-8ead-4d7a1d7ea1c6" providerId="ADAL" clId="{DEC8990C-F1E8-4081-8796-F50D8B9FA883}" dt="2024-10-13T13:40:57.766" v="2736"/>
          <ac:inkMkLst>
            <pc:docMk/>
            <pc:sldMk cId="3325394413" sldId="402"/>
            <ac:inkMk id="88" creationId="{6240E9A5-81BD-40E8-3289-DC9ACDE44A4C}"/>
          </ac:inkMkLst>
        </pc:inkChg>
        <pc:inkChg chg="add mod">
          <ac:chgData name="Mahima Weerasinghe" userId="e11e3f55-42da-4e07-8ead-4d7a1d7ea1c6" providerId="ADAL" clId="{DEC8990C-F1E8-4081-8796-F50D8B9FA883}" dt="2024-10-13T13:40:57.766" v="2736"/>
          <ac:inkMkLst>
            <pc:docMk/>
            <pc:sldMk cId="3325394413" sldId="402"/>
            <ac:inkMk id="89" creationId="{DB39094F-645C-1ED8-3D90-78963A1904EC}"/>
          </ac:inkMkLst>
        </pc:inkChg>
        <pc:inkChg chg="add mod">
          <ac:chgData name="Mahima Weerasinghe" userId="e11e3f55-42da-4e07-8ead-4d7a1d7ea1c6" providerId="ADAL" clId="{DEC8990C-F1E8-4081-8796-F50D8B9FA883}" dt="2024-10-13T13:40:57.766" v="2736"/>
          <ac:inkMkLst>
            <pc:docMk/>
            <pc:sldMk cId="3325394413" sldId="402"/>
            <ac:inkMk id="90" creationId="{54428314-8205-35D3-B127-D6047A1C9D0C}"/>
          </ac:inkMkLst>
        </pc:inkChg>
        <pc:inkChg chg="add mod">
          <ac:chgData name="Mahima Weerasinghe" userId="e11e3f55-42da-4e07-8ead-4d7a1d7ea1c6" providerId="ADAL" clId="{DEC8990C-F1E8-4081-8796-F50D8B9FA883}" dt="2024-10-13T13:40:57.766" v="2736"/>
          <ac:inkMkLst>
            <pc:docMk/>
            <pc:sldMk cId="3325394413" sldId="402"/>
            <ac:inkMk id="91" creationId="{8F26BC5C-24DA-651B-1F26-D88509C6FB3F}"/>
          </ac:inkMkLst>
        </pc:inkChg>
        <pc:inkChg chg="add mod">
          <ac:chgData name="Mahima Weerasinghe" userId="e11e3f55-42da-4e07-8ead-4d7a1d7ea1c6" providerId="ADAL" clId="{DEC8990C-F1E8-4081-8796-F50D8B9FA883}" dt="2024-10-13T13:40:57.766" v="2736"/>
          <ac:inkMkLst>
            <pc:docMk/>
            <pc:sldMk cId="3325394413" sldId="402"/>
            <ac:inkMk id="92" creationId="{9CB5BD84-D942-8F0A-10AE-CB5A0E01D301}"/>
          </ac:inkMkLst>
        </pc:inkChg>
        <pc:inkChg chg="add mod">
          <ac:chgData name="Mahima Weerasinghe" userId="e11e3f55-42da-4e07-8ead-4d7a1d7ea1c6" providerId="ADAL" clId="{DEC8990C-F1E8-4081-8796-F50D8B9FA883}" dt="2024-10-13T13:40:57.766" v="2736"/>
          <ac:inkMkLst>
            <pc:docMk/>
            <pc:sldMk cId="3325394413" sldId="402"/>
            <ac:inkMk id="93" creationId="{5B232FEC-712B-6D1C-CD7A-A1B9E6504EDA}"/>
          </ac:inkMkLst>
        </pc:inkChg>
        <pc:inkChg chg="add">
          <ac:chgData name="Mahima Weerasinghe" userId="e11e3f55-42da-4e07-8ead-4d7a1d7ea1c6" providerId="ADAL" clId="{DEC8990C-F1E8-4081-8796-F50D8B9FA883}" dt="2024-10-13T13:39:14.263" v="2673" actId="9405"/>
          <ac:inkMkLst>
            <pc:docMk/>
            <pc:sldMk cId="3325394413" sldId="402"/>
            <ac:inkMk id="96" creationId="{F06B561D-795C-EC18-032F-FAC1B1D056E9}"/>
          </ac:inkMkLst>
        </pc:inkChg>
        <pc:inkChg chg="add mod">
          <ac:chgData name="Mahima Weerasinghe" userId="e11e3f55-42da-4e07-8ead-4d7a1d7ea1c6" providerId="ADAL" clId="{DEC8990C-F1E8-4081-8796-F50D8B9FA883}" dt="2024-10-13T13:40:57.766" v="2736"/>
          <ac:inkMkLst>
            <pc:docMk/>
            <pc:sldMk cId="3325394413" sldId="402"/>
            <ac:inkMk id="97" creationId="{DEF2FE9C-C158-78F9-32D2-AABE859CDC50}"/>
          </ac:inkMkLst>
        </pc:inkChg>
        <pc:inkChg chg="add mod">
          <ac:chgData name="Mahima Weerasinghe" userId="e11e3f55-42da-4e07-8ead-4d7a1d7ea1c6" providerId="ADAL" clId="{DEC8990C-F1E8-4081-8796-F50D8B9FA883}" dt="2024-10-13T13:40:57.766" v="2736"/>
          <ac:inkMkLst>
            <pc:docMk/>
            <pc:sldMk cId="3325394413" sldId="402"/>
            <ac:inkMk id="98" creationId="{2A2D3A4B-A586-47B1-01F3-9D7C3D3AAB88}"/>
          </ac:inkMkLst>
        </pc:inkChg>
        <pc:inkChg chg="add mod">
          <ac:chgData name="Mahima Weerasinghe" userId="e11e3f55-42da-4e07-8ead-4d7a1d7ea1c6" providerId="ADAL" clId="{DEC8990C-F1E8-4081-8796-F50D8B9FA883}" dt="2024-10-13T13:40:57.766" v="2736"/>
          <ac:inkMkLst>
            <pc:docMk/>
            <pc:sldMk cId="3325394413" sldId="402"/>
            <ac:inkMk id="99" creationId="{90EC499C-8A94-8B08-BFED-D0600D4C2459}"/>
          </ac:inkMkLst>
        </pc:inkChg>
        <pc:inkChg chg="add mod">
          <ac:chgData name="Mahima Weerasinghe" userId="e11e3f55-42da-4e07-8ead-4d7a1d7ea1c6" providerId="ADAL" clId="{DEC8990C-F1E8-4081-8796-F50D8B9FA883}" dt="2024-10-13T13:40:57.766" v="2736"/>
          <ac:inkMkLst>
            <pc:docMk/>
            <pc:sldMk cId="3325394413" sldId="402"/>
            <ac:inkMk id="101" creationId="{808DB95B-26C0-FE34-0F91-B53AA29AC42C}"/>
          </ac:inkMkLst>
        </pc:inkChg>
        <pc:inkChg chg="add mod">
          <ac:chgData name="Mahima Weerasinghe" userId="e11e3f55-42da-4e07-8ead-4d7a1d7ea1c6" providerId="ADAL" clId="{DEC8990C-F1E8-4081-8796-F50D8B9FA883}" dt="2024-10-13T13:40:57.766" v="2736"/>
          <ac:inkMkLst>
            <pc:docMk/>
            <pc:sldMk cId="3325394413" sldId="402"/>
            <ac:inkMk id="102" creationId="{C68B35EB-163D-5501-6134-9D72064A8EC3}"/>
          </ac:inkMkLst>
        </pc:inkChg>
        <pc:inkChg chg="add mod">
          <ac:chgData name="Mahima Weerasinghe" userId="e11e3f55-42da-4e07-8ead-4d7a1d7ea1c6" providerId="ADAL" clId="{DEC8990C-F1E8-4081-8796-F50D8B9FA883}" dt="2024-10-13T13:40:57.766" v="2736"/>
          <ac:inkMkLst>
            <pc:docMk/>
            <pc:sldMk cId="3325394413" sldId="402"/>
            <ac:inkMk id="103" creationId="{2E86DA65-B16F-B246-DE69-9E74B34A3878}"/>
          </ac:inkMkLst>
        </pc:inkChg>
        <pc:inkChg chg="add mod">
          <ac:chgData name="Mahima Weerasinghe" userId="e11e3f55-42da-4e07-8ead-4d7a1d7ea1c6" providerId="ADAL" clId="{DEC8990C-F1E8-4081-8796-F50D8B9FA883}" dt="2024-10-13T13:40:57.766" v="2736"/>
          <ac:inkMkLst>
            <pc:docMk/>
            <pc:sldMk cId="3325394413" sldId="402"/>
            <ac:inkMk id="104" creationId="{F74437AC-48EB-1771-85A5-0509340D05EF}"/>
          </ac:inkMkLst>
        </pc:inkChg>
        <pc:inkChg chg="add mod">
          <ac:chgData name="Mahima Weerasinghe" userId="e11e3f55-42da-4e07-8ead-4d7a1d7ea1c6" providerId="ADAL" clId="{DEC8990C-F1E8-4081-8796-F50D8B9FA883}" dt="2024-10-13T13:40:57.766" v="2736"/>
          <ac:inkMkLst>
            <pc:docMk/>
            <pc:sldMk cId="3325394413" sldId="402"/>
            <ac:inkMk id="105" creationId="{C0847E26-227D-9ABC-11DB-BFE841801D48}"/>
          </ac:inkMkLst>
        </pc:inkChg>
        <pc:inkChg chg="add mod">
          <ac:chgData name="Mahima Weerasinghe" userId="e11e3f55-42da-4e07-8ead-4d7a1d7ea1c6" providerId="ADAL" clId="{DEC8990C-F1E8-4081-8796-F50D8B9FA883}" dt="2024-10-13T13:40:57.766" v="2736"/>
          <ac:inkMkLst>
            <pc:docMk/>
            <pc:sldMk cId="3325394413" sldId="402"/>
            <ac:inkMk id="106" creationId="{4DEEEA28-5361-A93C-F1F8-54533BF3D88F}"/>
          </ac:inkMkLst>
        </pc:inkChg>
        <pc:inkChg chg="add mod">
          <ac:chgData name="Mahima Weerasinghe" userId="e11e3f55-42da-4e07-8ead-4d7a1d7ea1c6" providerId="ADAL" clId="{DEC8990C-F1E8-4081-8796-F50D8B9FA883}" dt="2024-10-13T13:40:57.766" v="2736"/>
          <ac:inkMkLst>
            <pc:docMk/>
            <pc:sldMk cId="3325394413" sldId="402"/>
            <ac:inkMk id="107" creationId="{13F11D92-0ACA-004E-C8BC-F6A2EE1CD1CE}"/>
          </ac:inkMkLst>
        </pc:inkChg>
        <pc:inkChg chg="add mod">
          <ac:chgData name="Mahima Weerasinghe" userId="e11e3f55-42da-4e07-8ead-4d7a1d7ea1c6" providerId="ADAL" clId="{DEC8990C-F1E8-4081-8796-F50D8B9FA883}" dt="2024-10-13T13:40:57.766" v="2736"/>
          <ac:inkMkLst>
            <pc:docMk/>
            <pc:sldMk cId="3325394413" sldId="402"/>
            <ac:inkMk id="108" creationId="{0E0AAF4F-D988-90E8-D5B3-2D6A7DF31F7B}"/>
          </ac:inkMkLst>
        </pc:inkChg>
        <pc:inkChg chg="add mod">
          <ac:chgData name="Mahima Weerasinghe" userId="e11e3f55-42da-4e07-8ead-4d7a1d7ea1c6" providerId="ADAL" clId="{DEC8990C-F1E8-4081-8796-F50D8B9FA883}" dt="2024-10-13T13:40:57.766" v="2736"/>
          <ac:inkMkLst>
            <pc:docMk/>
            <pc:sldMk cId="3325394413" sldId="402"/>
            <ac:inkMk id="110" creationId="{9E6DC125-31B0-DA3B-A2BC-3E8523BC4A06}"/>
          </ac:inkMkLst>
        </pc:inkChg>
        <pc:inkChg chg="add mod">
          <ac:chgData name="Mahima Weerasinghe" userId="e11e3f55-42da-4e07-8ead-4d7a1d7ea1c6" providerId="ADAL" clId="{DEC8990C-F1E8-4081-8796-F50D8B9FA883}" dt="2024-10-13T13:40:57.766" v="2736"/>
          <ac:inkMkLst>
            <pc:docMk/>
            <pc:sldMk cId="3325394413" sldId="402"/>
            <ac:inkMk id="112" creationId="{7616B9F9-A28D-8A8B-7DA3-1F11D27B7540}"/>
          </ac:inkMkLst>
        </pc:inkChg>
        <pc:inkChg chg="add mod">
          <ac:chgData name="Mahima Weerasinghe" userId="e11e3f55-42da-4e07-8ead-4d7a1d7ea1c6" providerId="ADAL" clId="{DEC8990C-F1E8-4081-8796-F50D8B9FA883}" dt="2024-10-13T13:40:57.766" v="2736"/>
          <ac:inkMkLst>
            <pc:docMk/>
            <pc:sldMk cId="3325394413" sldId="402"/>
            <ac:inkMk id="114" creationId="{19C21B56-10FF-435D-8F1E-7C6FD625FE94}"/>
          </ac:inkMkLst>
        </pc:inkChg>
        <pc:inkChg chg="add mod">
          <ac:chgData name="Mahima Weerasinghe" userId="e11e3f55-42da-4e07-8ead-4d7a1d7ea1c6" providerId="ADAL" clId="{DEC8990C-F1E8-4081-8796-F50D8B9FA883}" dt="2024-10-13T13:40:57.766" v="2736"/>
          <ac:inkMkLst>
            <pc:docMk/>
            <pc:sldMk cId="3325394413" sldId="402"/>
            <ac:inkMk id="116" creationId="{3EB073AF-D0A1-601B-DB50-69FD7623095F}"/>
          </ac:inkMkLst>
        </pc:inkChg>
        <pc:inkChg chg="add">
          <ac:chgData name="Mahima Weerasinghe" userId="e11e3f55-42da-4e07-8ead-4d7a1d7ea1c6" providerId="ADAL" clId="{DEC8990C-F1E8-4081-8796-F50D8B9FA883}" dt="2024-10-13T13:39:59.897" v="2695" actId="9405"/>
          <ac:inkMkLst>
            <pc:docMk/>
            <pc:sldMk cId="3325394413" sldId="402"/>
            <ac:inkMk id="118" creationId="{B9EE7E25-EE42-EA98-D954-0284CCEF9F82}"/>
          </ac:inkMkLst>
        </pc:inkChg>
        <pc:inkChg chg="add mod">
          <ac:chgData name="Mahima Weerasinghe" userId="e11e3f55-42da-4e07-8ead-4d7a1d7ea1c6" providerId="ADAL" clId="{DEC8990C-F1E8-4081-8796-F50D8B9FA883}" dt="2024-10-13T13:40:57.766" v="2736"/>
          <ac:inkMkLst>
            <pc:docMk/>
            <pc:sldMk cId="3325394413" sldId="402"/>
            <ac:inkMk id="119" creationId="{7D8351B7-CBB4-DAC5-7E6B-25C00506CB2C}"/>
          </ac:inkMkLst>
        </pc:inkChg>
        <pc:inkChg chg="add mod">
          <ac:chgData name="Mahima Weerasinghe" userId="e11e3f55-42da-4e07-8ead-4d7a1d7ea1c6" providerId="ADAL" clId="{DEC8990C-F1E8-4081-8796-F50D8B9FA883}" dt="2024-10-13T13:40:57.766" v="2736"/>
          <ac:inkMkLst>
            <pc:docMk/>
            <pc:sldMk cId="3325394413" sldId="402"/>
            <ac:inkMk id="120" creationId="{E4B1FACE-FA1D-A1A9-BBA5-E99EEB849E15}"/>
          </ac:inkMkLst>
        </pc:inkChg>
        <pc:inkChg chg="add mod">
          <ac:chgData name="Mahima Weerasinghe" userId="e11e3f55-42da-4e07-8ead-4d7a1d7ea1c6" providerId="ADAL" clId="{DEC8990C-F1E8-4081-8796-F50D8B9FA883}" dt="2024-10-13T13:40:57.766" v="2736"/>
          <ac:inkMkLst>
            <pc:docMk/>
            <pc:sldMk cId="3325394413" sldId="402"/>
            <ac:inkMk id="121" creationId="{3D771B29-2B28-9C51-2832-E9A5E5BB4BB9}"/>
          </ac:inkMkLst>
        </pc:inkChg>
        <pc:inkChg chg="add mod">
          <ac:chgData name="Mahima Weerasinghe" userId="e11e3f55-42da-4e07-8ead-4d7a1d7ea1c6" providerId="ADAL" clId="{DEC8990C-F1E8-4081-8796-F50D8B9FA883}" dt="2024-10-13T13:40:57.766" v="2736"/>
          <ac:inkMkLst>
            <pc:docMk/>
            <pc:sldMk cId="3325394413" sldId="402"/>
            <ac:inkMk id="122" creationId="{8B83AA5C-B35D-EB1C-1326-3FF21B5276AF}"/>
          </ac:inkMkLst>
        </pc:inkChg>
        <pc:inkChg chg="add mod">
          <ac:chgData name="Mahima Weerasinghe" userId="e11e3f55-42da-4e07-8ead-4d7a1d7ea1c6" providerId="ADAL" clId="{DEC8990C-F1E8-4081-8796-F50D8B9FA883}" dt="2024-10-13T13:40:57.766" v="2736"/>
          <ac:inkMkLst>
            <pc:docMk/>
            <pc:sldMk cId="3325394413" sldId="402"/>
            <ac:inkMk id="123" creationId="{3626DEC3-3E95-2D05-D079-691A1DDB5A66}"/>
          </ac:inkMkLst>
        </pc:inkChg>
        <pc:inkChg chg="add mod">
          <ac:chgData name="Mahima Weerasinghe" userId="e11e3f55-42da-4e07-8ead-4d7a1d7ea1c6" providerId="ADAL" clId="{DEC8990C-F1E8-4081-8796-F50D8B9FA883}" dt="2024-10-13T13:40:57.766" v="2736"/>
          <ac:inkMkLst>
            <pc:docMk/>
            <pc:sldMk cId="3325394413" sldId="402"/>
            <ac:inkMk id="125" creationId="{952C2CA3-325D-0E92-97D9-0A9E7F14C29C}"/>
          </ac:inkMkLst>
        </pc:inkChg>
        <pc:inkChg chg="add mod">
          <ac:chgData name="Mahima Weerasinghe" userId="e11e3f55-42da-4e07-8ead-4d7a1d7ea1c6" providerId="ADAL" clId="{DEC8990C-F1E8-4081-8796-F50D8B9FA883}" dt="2024-10-13T13:40:57.766" v="2736"/>
          <ac:inkMkLst>
            <pc:docMk/>
            <pc:sldMk cId="3325394413" sldId="402"/>
            <ac:inkMk id="127" creationId="{3E2D2815-DC9D-CDBA-B588-DE73546A4160}"/>
          </ac:inkMkLst>
        </pc:inkChg>
        <pc:inkChg chg="add mod">
          <ac:chgData name="Mahima Weerasinghe" userId="e11e3f55-42da-4e07-8ead-4d7a1d7ea1c6" providerId="ADAL" clId="{DEC8990C-F1E8-4081-8796-F50D8B9FA883}" dt="2024-10-13T13:40:57.766" v="2736"/>
          <ac:inkMkLst>
            <pc:docMk/>
            <pc:sldMk cId="3325394413" sldId="402"/>
            <ac:inkMk id="128" creationId="{BE632D5E-1B81-504B-0C81-502E9816B05F}"/>
          </ac:inkMkLst>
        </pc:inkChg>
        <pc:inkChg chg="add mod">
          <ac:chgData name="Mahima Weerasinghe" userId="e11e3f55-42da-4e07-8ead-4d7a1d7ea1c6" providerId="ADAL" clId="{DEC8990C-F1E8-4081-8796-F50D8B9FA883}" dt="2024-10-13T13:40:57.766" v="2736"/>
          <ac:inkMkLst>
            <pc:docMk/>
            <pc:sldMk cId="3325394413" sldId="402"/>
            <ac:inkMk id="130" creationId="{0EBFEE5F-4F5E-0CA4-73DC-DA2F5E385F94}"/>
          </ac:inkMkLst>
        </pc:inkChg>
        <pc:inkChg chg="add mod">
          <ac:chgData name="Mahima Weerasinghe" userId="e11e3f55-42da-4e07-8ead-4d7a1d7ea1c6" providerId="ADAL" clId="{DEC8990C-F1E8-4081-8796-F50D8B9FA883}" dt="2024-10-13T13:40:57.766" v="2736"/>
          <ac:inkMkLst>
            <pc:docMk/>
            <pc:sldMk cId="3325394413" sldId="402"/>
            <ac:inkMk id="131" creationId="{FAB3CA54-7356-52A6-481F-1B026D6D29E1}"/>
          </ac:inkMkLst>
        </pc:inkChg>
        <pc:inkChg chg="add mod">
          <ac:chgData name="Mahima Weerasinghe" userId="e11e3f55-42da-4e07-8ead-4d7a1d7ea1c6" providerId="ADAL" clId="{DEC8990C-F1E8-4081-8796-F50D8B9FA883}" dt="2024-10-13T13:40:57.766" v="2736"/>
          <ac:inkMkLst>
            <pc:docMk/>
            <pc:sldMk cId="3325394413" sldId="402"/>
            <ac:inkMk id="132" creationId="{4739ABB6-7881-73FF-2069-A2AE1E094AEC}"/>
          </ac:inkMkLst>
        </pc:inkChg>
        <pc:inkChg chg="add mod">
          <ac:chgData name="Mahima Weerasinghe" userId="e11e3f55-42da-4e07-8ead-4d7a1d7ea1c6" providerId="ADAL" clId="{DEC8990C-F1E8-4081-8796-F50D8B9FA883}" dt="2024-10-13T13:40:57.766" v="2736"/>
          <ac:inkMkLst>
            <pc:docMk/>
            <pc:sldMk cId="3325394413" sldId="402"/>
            <ac:inkMk id="133" creationId="{3B8FD832-7770-53A1-FBB4-699BFBBE4621}"/>
          </ac:inkMkLst>
        </pc:inkChg>
        <pc:inkChg chg="add mod">
          <ac:chgData name="Mahima Weerasinghe" userId="e11e3f55-42da-4e07-8ead-4d7a1d7ea1c6" providerId="ADAL" clId="{DEC8990C-F1E8-4081-8796-F50D8B9FA883}" dt="2024-10-13T13:40:57.766" v="2736"/>
          <ac:inkMkLst>
            <pc:docMk/>
            <pc:sldMk cId="3325394413" sldId="402"/>
            <ac:inkMk id="134" creationId="{B767736D-DA0E-B477-7FAD-F1D357167B4E}"/>
          </ac:inkMkLst>
        </pc:inkChg>
        <pc:inkChg chg="add mod">
          <ac:chgData name="Mahima Weerasinghe" userId="e11e3f55-42da-4e07-8ead-4d7a1d7ea1c6" providerId="ADAL" clId="{DEC8990C-F1E8-4081-8796-F50D8B9FA883}" dt="2024-10-13T13:40:57.766" v="2736"/>
          <ac:inkMkLst>
            <pc:docMk/>
            <pc:sldMk cId="3325394413" sldId="402"/>
            <ac:inkMk id="135" creationId="{79B0FF4D-5069-D47F-2236-BAA9C15CF3DA}"/>
          </ac:inkMkLst>
        </pc:inkChg>
        <pc:inkChg chg="add mod">
          <ac:chgData name="Mahima Weerasinghe" userId="e11e3f55-42da-4e07-8ead-4d7a1d7ea1c6" providerId="ADAL" clId="{DEC8990C-F1E8-4081-8796-F50D8B9FA883}" dt="2024-10-13T13:40:53.579" v="2729"/>
          <ac:inkMkLst>
            <pc:docMk/>
            <pc:sldMk cId="3325394413" sldId="402"/>
            <ac:inkMk id="137" creationId="{E0CCDFCF-109E-D01B-0601-574009D354D4}"/>
          </ac:inkMkLst>
        </pc:inkChg>
        <pc:inkChg chg="add mod">
          <ac:chgData name="Mahima Weerasinghe" userId="e11e3f55-42da-4e07-8ead-4d7a1d7ea1c6" providerId="ADAL" clId="{DEC8990C-F1E8-4081-8796-F50D8B9FA883}" dt="2024-10-13T13:40:57.766" v="2736"/>
          <ac:inkMkLst>
            <pc:docMk/>
            <pc:sldMk cId="3325394413" sldId="402"/>
            <ac:inkMk id="139" creationId="{638784BF-288E-5E35-8991-6C653139F0B8}"/>
          </ac:inkMkLst>
        </pc:inkChg>
        <pc:inkChg chg="add mod">
          <ac:chgData name="Mahima Weerasinghe" userId="e11e3f55-42da-4e07-8ead-4d7a1d7ea1c6" providerId="ADAL" clId="{DEC8990C-F1E8-4081-8796-F50D8B9FA883}" dt="2024-10-13T13:40:57.766" v="2736"/>
          <ac:inkMkLst>
            <pc:docMk/>
            <pc:sldMk cId="3325394413" sldId="402"/>
            <ac:inkMk id="140" creationId="{77971127-67B0-4A90-3108-DBAF4F2DE157}"/>
          </ac:inkMkLst>
        </pc:inkChg>
        <pc:inkChg chg="add mod">
          <ac:chgData name="Mahima Weerasinghe" userId="e11e3f55-42da-4e07-8ead-4d7a1d7ea1c6" providerId="ADAL" clId="{DEC8990C-F1E8-4081-8796-F50D8B9FA883}" dt="2024-10-13T13:40:57.766" v="2736"/>
          <ac:inkMkLst>
            <pc:docMk/>
            <pc:sldMk cId="3325394413" sldId="402"/>
            <ac:inkMk id="141" creationId="{D4C37B40-A41D-B5D0-1596-80A7263F0057}"/>
          </ac:inkMkLst>
        </pc:inkChg>
        <pc:inkChg chg="add mod">
          <ac:chgData name="Mahima Weerasinghe" userId="e11e3f55-42da-4e07-8ead-4d7a1d7ea1c6" providerId="ADAL" clId="{DEC8990C-F1E8-4081-8796-F50D8B9FA883}" dt="2024-10-13T13:40:57.766" v="2736"/>
          <ac:inkMkLst>
            <pc:docMk/>
            <pc:sldMk cId="3325394413" sldId="402"/>
            <ac:inkMk id="142" creationId="{7C43582C-F665-B548-DF8A-581CBC0E4650}"/>
          </ac:inkMkLst>
        </pc:inkChg>
        <pc:inkChg chg="add mod">
          <ac:chgData name="Mahima Weerasinghe" userId="e11e3f55-42da-4e07-8ead-4d7a1d7ea1c6" providerId="ADAL" clId="{DEC8990C-F1E8-4081-8796-F50D8B9FA883}" dt="2024-10-13T13:40:57.766" v="2736"/>
          <ac:inkMkLst>
            <pc:docMk/>
            <pc:sldMk cId="3325394413" sldId="402"/>
            <ac:inkMk id="143" creationId="{398F716C-AD4B-B758-2CDE-79A23CDE56FA}"/>
          </ac:inkMkLst>
        </pc:inkChg>
        <pc:inkChg chg="add mod">
          <ac:chgData name="Mahima Weerasinghe" userId="e11e3f55-42da-4e07-8ead-4d7a1d7ea1c6" providerId="ADAL" clId="{DEC8990C-F1E8-4081-8796-F50D8B9FA883}" dt="2024-10-13T13:40:57.766" v="2736"/>
          <ac:inkMkLst>
            <pc:docMk/>
            <pc:sldMk cId="3325394413" sldId="402"/>
            <ac:inkMk id="144" creationId="{6A375219-CE5D-F936-A19F-F5C825DF3BD7}"/>
          </ac:inkMkLst>
        </pc:inkChg>
        <pc:inkChg chg="add mod">
          <ac:chgData name="Mahima Weerasinghe" userId="e11e3f55-42da-4e07-8ead-4d7a1d7ea1c6" providerId="ADAL" clId="{DEC8990C-F1E8-4081-8796-F50D8B9FA883}" dt="2024-10-13T13:40:57.766" v="2736"/>
          <ac:inkMkLst>
            <pc:docMk/>
            <pc:sldMk cId="3325394413" sldId="402"/>
            <ac:inkMk id="145" creationId="{0750C9C1-904E-6A86-D72C-10AE4E02B7DB}"/>
          </ac:inkMkLst>
        </pc:inkChg>
        <pc:inkChg chg="add mod">
          <ac:chgData name="Mahima Weerasinghe" userId="e11e3f55-42da-4e07-8ead-4d7a1d7ea1c6" providerId="ADAL" clId="{DEC8990C-F1E8-4081-8796-F50D8B9FA883}" dt="2024-10-13T13:40:57.766" v="2736"/>
          <ac:inkMkLst>
            <pc:docMk/>
            <pc:sldMk cId="3325394413" sldId="402"/>
            <ac:inkMk id="146" creationId="{38E7C123-A526-1416-3BAD-6D6FAF5CFB04}"/>
          </ac:inkMkLst>
        </pc:inkChg>
        <pc:inkChg chg="add mod">
          <ac:chgData name="Mahima Weerasinghe" userId="e11e3f55-42da-4e07-8ead-4d7a1d7ea1c6" providerId="ADAL" clId="{DEC8990C-F1E8-4081-8796-F50D8B9FA883}" dt="2024-10-13T13:40:57.766" v="2736"/>
          <ac:inkMkLst>
            <pc:docMk/>
            <pc:sldMk cId="3325394413" sldId="402"/>
            <ac:inkMk id="147" creationId="{9ADDE436-E529-9777-5907-0EFDCC89CB53}"/>
          </ac:inkMkLst>
        </pc:inkChg>
        <pc:inkChg chg="add mod">
          <ac:chgData name="Mahima Weerasinghe" userId="e11e3f55-42da-4e07-8ead-4d7a1d7ea1c6" providerId="ADAL" clId="{DEC8990C-F1E8-4081-8796-F50D8B9FA883}" dt="2024-10-13T13:40:57.766" v="2736"/>
          <ac:inkMkLst>
            <pc:docMk/>
            <pc:sldMk cId="3325394413" sldId="402"/>
            <ac:inkMk id="148" creationId="{EEE6DAD5-37C4-D7F9-F278-82600EE8B612}"/>
          </ac:inkMkLst>
        </pc:inkChg>
        <pc:inkChg chg="add mod">
          <ac:chgData name="Mahima Weerasinghe" userId="e11e3f55-42da-4e07-8ead-4d7a1d7ea1c6" providerId="ADAL" clId="{DEC8990C-F1E8-4081-8796-F50D8B9FA883}" dt="2024-10-13T13:40:57.766" v="2736"/>
          <ac:inkMkLst>
            <pc:docMk/>
            <pc:sldMk cId="3325394413" sldId="402"/>
            <ac:inkMk id="150" creationId="{8BF3E831-4C81-EC09-0A7D-D2B502A9625F}"/>
          </ac:inkMkLst>
        </pc:inkChg>
        <pc:inkChg chg="add mod">
          <ac:chgData name="Mahima Weerasinghe" userId="e11e3f55-42da-4e07-8ead-4d7a1d7ea1c6" providerId="ADAL" clId="{DEC8990C-F1E8-4081-8796-F50D8B9FA883}" dt="2024-10-13T13:40:57.766" v="2736"/>
          <ac:inkMkLst>
            <pc:docMk/>
            <pc:sldMk cId="3325394413" sldId="402"/>
            <ac:inkMk id="151" creationId="{F4D5CDC0-C7AD-4FF9-71DF-7FED73E44EBA}"/>
          </ac:inkMkLst>
        </pc:inkChg>
        <pc:inkChg chg="add mod">
          <ac:chgData name="Mahima Weerasinghe" userId="e11e3f55-42da-4e07-8ead-4d7a1d7ea1c6" providerId="ADAL" clId="{DEC8990C-F1E8-4081-8796-F50D8B9FA883}" dt="2024-10-13T13:40:57.766" v="2736"/>
          <ac:inkMkLst>
            <pc:docMk/>
            <pc:sldMk cId="3325394413" sldId="402"/>
            <ac:inkMk id="153" creationId="{62E55CF6-A967-17A0-33CB-B2847FDB7ED2}"/>
          </ac:inkMkLst>
        </pc:inkChg>
        <pc:inkChg chg="add mod">
          <ac:chgData name="Mahima Weerasinghe" userId="e11e3f55-42da-4e07-8ead-4d7a1d7ea1c6" providerId="ADAL" clId="{DEC8990C-F1E8-4081-8796-F50D8B9FA883}" dt="2024-10-13T13:40:57.766" v="2736"/>
          <ac:inkMkLst>
            <pc:docMk/>
            <pc:sldMk cId="3325394413" sldId="402"/>
            <ac:inkMk id="154" creationId="{F818D55D-312E-5CF6-82EA-CB69AE7F8817}"/>
          </ac:inkMkLst>
        </pc:inkChg>
        <pc:inkChg chg="add mod">
          <ac:chgData name="Mahima Weerasinghe" userId="e11e3f55-42da-4e07-8ead-4d7a1d7ea1c6" providerId="ADAL" clId="{DEC8990C-F1E8-4081-8796-F50D8B9FA883}" dt="2024-10-13T13:40:57.766" v="2736"/>
          <ac:inkMkLst>
            <pc:docMk/>
            <pc:sldMk cId="3325394413" sldId="402"/>
            <ac:inkMk id="155" creationId="{150F16A9-3A83-359A-FEA6-B176CC646ABF}"/>
          </ac:inkMkLst>
        </pc:inkChg>
        <pc:inkChg chg="add mod">
          <ac:chgData name="Mahima Weerasinghe" userId="e11e3f55-42da-4e07-8ead-4d7a1d7ea1c6" providerId="ADAL" clId="{DEC8990C-F1E8-4081-8796-F50D8B9FA883}" dt="2024-10-13T13:40:57.766" v="2736"/>
          <ac:inkMkLst>
            <pc:docMk/>
            <pc:sldMk cId="3325394413" sldId="402"/>
            <ac:inkMk id="156" creationId="{5DD0CF03-FDF8-E36A-4E89-FBFD84955DD1}"/>
          </ac:inkMkLst>
        </pc:inkChg>
        <pc:inkChg chg="add mod">
          <ac:chgData name="Mahima Weerasinghe" userId="e11e3f55-42da-4e07-8ead-4d7a1d7ea1c6" providerId="ADAL" clId="{DEC8990C-F1E8-4081-8796-F50D8B9FA883}" dt="2024-10-13T13:40:57.766" v="2736"/>
          <ac:inkMkLst>
            <pc:docMk/>
            <pc:sldMk cId="3325394413" sldId="402"/>
            <ac:inkMk id="157" creationId="{30B9F04B-8A52-EABE-C03F-740CE4E55EFC}"/>
          </ac:inkMkLst>
        </pc:inkChg>
        <pc:inkChg chg="add mod">
          <ac:chgData name="Mahima Weerasinghe" userId="e11e3f55-42da-4e07-8ead-4d7a1d7ea1c6" providerId="ADAL" clId="{DEC8990C-F1E8-4081-8796-F50D8B9FA883}" dt="2024-10-13T13:40:57.766" v="2736"/>
          <ac:inkMkLst>
            <pc:docMk/>
            <pc:sldMk cId="3325394413" sldId="402"/>
            <ac:inkMk id="158" creationId="{DCEA3EBB-C023-C369-249D-31C3A9D0F29F}"/>
          </ac:inkMkLst>
        </pc:inkChg>
      </pc:sldChg>
      <pc:sldChg chg="addSp delSp modSp new mod">
        <pc:chgData name="Mahima Weerasinghe" userId="e11e3f55-42da-4e07-8ead-4d7a1d7ea1c6" providerId="ADAL" clId="{DEC8990C-F1E8-4081-8796-F50D8B9FA883}" dt="2024-10-13T13:46:10.661" v="2864"/>
        <pc:sldMkLst>
          <pc:docMk/>
          <pc:sldMk cId="403023078" sldId="403"/>
        </pc:sldMkLst>
        <pc:spChg chg="mod">
          <ac:chgData name="Mahima Weerasinghe" userId="e11e3f55-42da-4e07-8ead-4d7a1d7ea1c6" providerId="ADAL" clId="{DEC8990C-F1E8-4081-8796-F50D8B9FA883}" dt="2024-10-13T05:25:33.238" v="649"/>
          <ac:spMkLst>
            <pc:docMk/>
            <pc:sldMk cId="403023078" sldId="403"/>
            <ac:spMk id="2" creationId="{E52EE457-A0C3-B0D2-F7B7-871F71FF91C5}"/>
          </ac:spMkLst>
        </pc:spChg>
        <pc:spChg chg="add mod">
          <ac:chgData name="Mahima Weerasinghe" userId="e11e3f55-42da-4e07-8ead-4d7a1d7ea1c6" providerId="ADAL" clId="{DEC8990C-F1E8-4081-8796-F50D8B9FA883}" dt="2024-10-13T05:26:44.360" v="654" actId="14100"/>
          <ac:spMkLst>
            <pc:docMk/>
            <pc:sldMk cId="403023078" sldId="403"/>
            <ac:spMk id="4" creationId="{6586DE94-37AF-4E53-1284-1FB9D2566F8E}"/>
          </ac:spMkLst>
        </pc:spChg>
        <pc:spChg chg="add mod">
          <ac:chgData name="Mahima Weerasinghe" userId="e11e3f55-42da-4e07-8ead-4d7a1d7ea1c6" providerId="ADAL" clId="{DEC8990C-F1E8-4081-8796-F50D8B9FA883}" dt="2024-10-13T09:26:14.171" v="814" actId="113"/>
          <ac:spMkLst>
            <pc:docMk/>
            <pc:sldMk cId="403023078" sldId="403"/>
            <ac:spMk id="5" creationId="{06A40C8B-E5ED-8254-8027-58E4913B26DE}"/>
          </ac:spMkLst>
        </pc:spChg>
        <pc:grpChg chg="mod">
          <ac:chgData name="Mahima Weerasinghe" userId="e11e3f55-42da-4e07-8ead-4d7a1d7ea1c6" providerId="ADAL" clId="{DEC8990C-F1E8-4081-8796-F50D8B9FA883}" dt="2024-10-13T13:41:21.995" v="2739"/>
          <ac:grpSpMkLst>
            <pc:docMk/>
            <pc:sldMk cId="403023078" sldId="403"/>
            <ac:grpSpMk id="7" creationId="{B952F907-62C7-3379-D3AB-BF753C95F553}"/>
          </ac:grpSpMkLst>
        </pc:grpChg>
        <pc:grpChg chg="mod">
          <ac:chgData name="Mahima Weerasinghe" userId="e11e3f55-42da-4e07-8ead-4d7a1d7ea1c6" providerId="ADAL" clId="{DEC8990C-F1E8-4081-8796-F50D8B9FA883}" dt="2024-10-13T13:41:27.710" v="2744"/>
          <ac:grpSpMkLst>
            <pc:docMk/>
            <pc:sldMk cId="403023078" sldId="403"/>
            <ac:grpSpMk id="12" creationId="{F6523837-B499-0A1D-2D4A-6CE61D60ADDE}"/>
          </ac:grpSpMkLst>
        </pc:grpChg>
        <pc:grpChg chg="mod">
          <ac:chgData name="Mahima Weerasinghe" userId="e11e3f55-42da-4e07-8ead-4d7a1d7ea1c6" providerId="ADAL" clId="{DEC8990C-F1E8-4081-8796-F50D8B9FA883}" dt="2024-10-13T13:41:42.088" v="2749"/>
          <ac:grpSpMkLst>
            <pc:docMk/>
            <pc:sldMk cId="403023078" sldId="403"/>
            <ac:grpSpMk id="17" creationId="{B4E7B66F-173B-F3DE-F15C-D382242AE494}"/>
          </ac:grpSpMkLst>
        </pc:grpChg>
        <pc:grpChg chg="mod">
          <ac:chgData name="Mahima Weerasinghe" userId="e11e3f55-42da-4e07-8ead-4d7a1d7ea1c6" providerId="ADAL" clId="{DEC8990C-F1E8-4081-8796-F50D8B9FA883}" dt="2024-10-13T13:41:59.063" v="2754"/>
          <ac:grpSpMkLst>
            <pc:docMk/>
            <pc:sldMk cId="403023078" sldId="403"/>
            <ac:grpSpMk id="22" creationId="{F6FE31B9-C202-F9CE-81A7-1F9C076D831B}"/>
          </ac:grpSpMkLst>
        </pc:grpChg>
        <pc:grpChg chg="del mod">
          <ac:chgData name="Mahima Weerasinghe" userId="e11e3f55-42da-4e07-8ead-4d7a1d7ea1c6" providerId="ADAL" clId="{DEC8990C-F1E8-4081-8796-F50D8B9FA883}" dt="2024-10-13T13:42:13.913" v="2763"/>
          <ac:grpSpMkLst>
            <pc:docMk/>
            <pc:sldMk cId="403023078" sldId="403"/>
            <ac:grpSpMk id="29" creationId="{FB54D1F5-A2F2-C821-4C7B-2BF815D5B1F4}"/>
          </ac:grpSpMkLst>
        </pc:grpChg>
        <pc:grpChg chg="del mod">
          <ac:chgData name="Mahima Weerasinghe" userId="e11e3f55-42da-4e07-8ead-4d7a1d7ea1c6" providerId="ADAL" clId="{DEC8990C-F1E8-4081-8796-F50D8B9FA883}" dt="2024-10-13T13:42:23.969" v="2778"/>
          <ac:grpSpMkLst>
            <pc:docMk/>
            <pc:sldMk cId="403023078" sldId="403"/>
            <ac:grpSpMk id="31" creationId="{FDE108A1-A27C-B1F8-E31A-B9A1D3F7A361}"/>
          </ac:grpSpMkLst>
        </pc:grpChg>
        <pc:grpChg chg="del mod">
          <ac:chgData name="Mahima Weerasinghe" userId="e11e3f55-42da-4e07-8ead-4d7a1d7ea1c6" providerId="ADAL" clId="{DEC8990C-F1E8-4081-8796-F50D8B9FA883}" dt="2024-10-13T13:42:23.969" v="2778"/>
          <ac:grpSpMkLst>
            <pc:docMk/>
            <pc:sldMk cId="403023078" sldId="403"/>
            <ac:grpSpMk id="46" creationId="{2649CE17-BB1B-66EB-CF4B-1DE5D2B9E351}"/>
          </ac:grpSpMkLst>
        </pc:grpChg>
        <pc:grpChg chg="del mod">
          <ac:chgData name="Mahima Weerasinghe" userId="e11e3f55-42da-4e07-8ead-4d7a1d7ea1c6" providerId="ADAL" clId="{DEC8990C-F1E8-4081-8796-F50D8B9FA883}" dt="2024-10-13T13:42:44.716" v="2791"/>
          <ac:grpSpMkLst>
            <pc:docMk/>
            <pc:sldMk cId="403023078" sldId="403"/>
            <ac:grpSpMk id="47" creationId="{E61712D1-3D3E-1605-3347-7085B1975042}"/>
          </ac:grpSpMkLst>
        </pc:grpChg>
        <pc:grpChg chg="del mod">
          <ac:chgData name="Mahima Weerasinghe" userId="e11e3f55-42da-4e07-8ead-4d7a1d7ea1c6" providerId="ADAL" clId="{DEC8990C-F1E8-4081-8796-F50D8B9FA883}" dt="2024-10-13T13:42:44.716" v="2791"/>
          <ac:grpSpMkLst>
            <pc:docMk/>
            <pc:sldMk cId="403023078" sldId="403"/>
            <ac:grpSpMk id="55" creationId="{5562EC71-46EC-AF96-B0AA-6E9561CEF65E}"/>
          </ac:grpSpMkLst>
        </pc:grpChg>
        <pc:grpChg chg="del mod">
          <ac:chgData name="Mahima Weerasinghe" userId="e11e3f55-42da-4e07-8ead-4d7a1d7ea1c6" providerId="ADAL" clId="{DEC8990C-F1E8-4081-8796-F50D8B9FA883}" dt="2024-10-13T13:42:48.341" v="2796"/>
          <ac:grpSpMkLst>
            <pc:docMk/>
            <pc:sldMk cId="403023078" sldId="403"/>
            <ac:grpSpMk id="60" creationId="{DF667032-6841-A2DE-C6DF-29B4D4A9A777}"/>
          </ac:grpSpMkLst>
        </pc:grpChg>
        <pc:grpChg chg="del mod">
          <ac:chgData name="Mahima Weerasinghe" userId="e11e3f55-42da-4e07-8ead-4d7a1d7ea1c6" providerId="ADAL" clId="{DEC8990C-F1E8-4081-8796-F50D8B9FA883}" dt="2024-10-13T13:44:55.976" v="2844"/>
          <ac:grpSpMkLst>
            <pc:docMk/>
            <pc:sldMk cId="403023078" sldId="403"/>
            <ac:grpSpMk id="65" creationId="{CFFF9D43-0C34-5EFF-31C7-2D82B81DE9EA}"/>
          </ac:grpSpMkLst>
        </pc:grpChg>
        <pc:grpChg chg="del mod">
          <ac:chgData name="Mahima Weerasinghe" userId="e11e3f55-42da-4e07-8ead-4d7a1d7ea1c6" providerId="ADAL" clId="{DEC8990C-F1E8-4081-8796-F50D8B9FA883}" dt="2024-10-13T13:43:44.027" v="2808"/>
          <ac:grpSpMkLst>
            <pc:docMk/>
            <pc:sldMk cId="403023078" sldId="403"/>
            <ac:grpSpMk id="75" creationId="{EE756EC5-C413-DDD4-BA60-7E17298DEBF7}"/>
          </ac:grpSpMkLst>
        </pc:grpChg>
        <pc:grpChg chg="del mod">
          <ac:chgData name="Mahima Weerasinghe" userId="e11e3f55-42da-4e07-8ead-4d7a1d7ea1c6" providerId="ADAL" clId="{DEC8990C-F1E8-4081-8796-F50D8B9FA883}" dt="2024-10-13T13:43:44.027" v="2808"/>
          <ac:grpSpMkLst>
            <pc:docMk/>
            <pc:sldMk cId="403023078" sldId="403"/>
            <ac:grpSpMk id="76" creationId="{40B0F0F4-51C2-69FB-9040-EFA03F0CA970}"/>
          </ac:grpSpMkLst>
        </pc:grpChg>
        <pc:grpChg chg="del mod">
          <ac:chgData name="Mahima Weerasinghe" userId="e11e3f55-42da-4e07-8ead-4d7a1d7ea1c6" providerId="ADAL" clId="{DEC8990C-F1E8-4081-8796-F50D8B9FA883}" dt="2024-10-13T13:43:51.260" v="2816"/>
          <ac:grpSpMkLst>
            <pc:docMk/>
            <pc:sldMk cId="403023078" sldId="403"/>
            <ac:grpSpMk id="78" creationId="{5E66E6CE-FCCA-6404-8D4A-C9CE17B02057}"/>
          </ac:grpSpMkLst>
        </pc:grpChg>
        <pc:grpChg chg="del mod">
          <ac:chgData name="Mahima Weerasinghe" userId="e11e3f55-42da-4e07-8ead-4d7a1d7ea1c6" providerId="ADAL" clId="{DEC8990C-F1E8-4081-8796-F50D8B9FA883}" dt="2024-10-13T13:43:53.875" v="2819"/>
          <ac:grpSpMkLst>
            <pc:docMk/>
            <pc:sldMk cId="403023078" sldId="403"/>
            <ac:grpSpMk id="86" creationId="{344E69DF-1F00-3086-969D-E5EA93768291}"/>
          </ac:grpSpMkLst>
        </pc:grpChg>
        <pc:grpChg chg="del mod">
          <ac:chgData name="Mahima Weerasinghe" userId="e11e3f55-42da-4e07-8ead-4d7a1d7ea1c6" providerId="ADAL" clId="{DEC8990C-F1E8-4081-8796-F50D8B9FA883}" dt="2024-10-13T13:43:56.155" v="2824"/>
          <ac:grpSpMkLst>
            <pc:docMk/>
            <pc:sldMk cId="403023078" sldId="403"/>
            <ac:grpSpMk id="89" creationId="{6F8338CA-0BA9-65B7-1E21-B0421D2F52A9}"/>
          </ac:grpSpMkLst>
        </pc:grpChg>
        <pc:grpChg chg="del mod">
          <ac:chgData name="Mahima Weerasinghe" userId="e11e3f55-42da-4e07-8ead-4d7a1d7ea1c6" providerId="ADAL" clId="{DEC8990C-F1E8-4081-8796-F50D8B9FA883}" dt="2024-10-13T13:44:01.297" v="2826"/>
          <ac:grpSpMkLst>
            <pc:docMk/>
            <pc:sldMk cId="403023078" sldId="403"/>
            <ac:grpSpMk id="94" creationId="{7BB967DC-0BB1-0F1C-5124-1791C656E280}"/>
          </ac:grpSpMkLst>
        </pc:grpChg>
        <pc:grpChg chg="del mod">
          <ac:chgData name="Mahima Weerasinghe" userId="e11e3f55-42da-4e07-8ead-4d7a1d7ea1c6" providerId="ADAL" clId="{DEC8990C-F1E8-4081-8796-F50D8B9FA883}" dt="2024-10-13T13:44:55.976" v="2844"/>
          <ac:grpSpMkLst>
            <pc:docMk/>
            <pc:sldMk cId="403023078" sldId="403"/>
            <ac:grpSpMk id="96" creationId="{8C8B74B6-9B09-7BA5-A155-F73DA318102E}"/>
          </ac:grpSpMkLst>
        </pc:grpChg>
        <pc:grpChg chg="del mod">
          <ac:chgData name="Mahima Weerasinghe" userId="e11e3f55-42da-4e07-8ead-4d7a1d7ea1c6" providerId="ADAL" clId="{DEC8990C-F1E8-4081-8796-F50D8B9FA883}" dt="2024-10-13T13:44:42.671" v="2833"/>
          <ac:grpSpMkLst>
            <pc:docMk/>
            <pc:sldMk cId="403023078" sldId="403"/>
            <ac:grpSpMk id="100" creationId="{E3917D1F-4F28-37D3-4B84-D289F4D91A15}"/>
          </ac:grpSpMkLst>
        </pc:grpChg>
        <pc:grpChg chg="del mod">
          <ac:chgData name="Mahima Weerasinghe" userId="e11e3f55-42da-4e07-8ead-4d7a1d7ea1c6" providerId="ADAL" clId="{DEC8990C-F1E8-4081-8796-F50D8B9FA883}" dt="2024-10-13T13:44:44.508" v="2835"/>
          <ac:grpSpMkLst>
            <pc:docMk/>
            <pc:sldMk cId="403023078" sldId="403"/>
            <ac:grpSpMk id="103" creationId="{2C83A3A7-8F04-77AD-093A-895A9DD34FB6}"/>
          </ac:grpSpMkLst>
        </pc:grpChg>
        <pc:grpChg chg="del mod">
          <ac:chgData name="Mahima Weerasinghe" userId="e11e3f55-42da-4e07-8ead-4d7a1d7ea1c6" providerId="ADAL" clId="{DEC8990C-F1E8-4081-8796-F50D8B9FA883}" dt="2024-10-13T13:44:46.428" v="2837"/>
          <ac:grpSpMkLst>
            <pc:docMk/>
            <pc:sldMk cId="403023078" sldId="403"/>
            <ac:grpSpMk id="105" creationId="{95A77D72-573D-74EF-1F75-BC33B029EE40}"/>
          </ac:grpSpMkLst>
        </pc:grpChg>
        <pc:grpChg chg="del mod">
          <ac:chgData name="Mahima Weerasinghe" userId="e11e3f55-42da-4e07-8ead-4d7a1d7ea1c6" providerId="ADAL" clId="{DEC8990C-F1E8-4081-8796-F50D8B9FA883}" dt="2024-10-13T13:44:55.976" v="2844"/>
          <ac:grpSpMkLst>
            <pc:docMk/>
            <pc:sldMk cId="403023078" sldId="403"/>
            <ac:grpSpMk id="107" creationId="{C5566BFD-BBD7-E95E-352E-6B9416881519}"/>
          </ac:grpSpMkLst>
        </pc:grpChg>
        <pc:grpChg chg="del mod">
          <ac:chgData name="Mahima Weerasinghe" userId="e11e3f55-42da-4e07-8ead-4d7a1d7ea1c6" providerId="ADAL" clId="{DEC8990C-F1E8-4081-8796-F50D8B9FA883}" dt="2024-10-13T13:44:55.976" v="2844"/>
          <ac:grpSpMkLst>
            <pc:docMk/>
            <pc:sldMk cId="403023078" sldId="403"/>
            <ac:grpSpMk id="110" creationId="{61C778B6-EF01-E259-F2AC-AB00238BA95E}"/>
          </ac:grpSpMkLst>
        </pc:grpChg>
        <pc:grpChg chg="del mod">
          <ac:chgData name="Mahima Weerasinghe" userId="e11e3f55-42da-4e07-8ead-4d7a1d7ea1c6" providerId="ADAL" clId="{DEC8990C-F1E8-4081-8796-F50D8B9FA883}" dt="2024-10-13T13:44:59.569" v="2846"/>
          <ac:grpSpMkLst>
            <pc:docMk/>
            <pc:sldMk cId="403023078" sldId="403"/>
            <ac:grpSpMk id="114" creationId="{E44D409E-CB8C-4D5B-1E3B-DE0180515BB5}"/>
          </ac:grpSpMkLst>
        </pc:grpChg>
        <pc:grpChg chg="del mod">
          <ac:chgData name="Mahima Weerasinghe" userId="e11e3f55-42da-4e07-8ead-4d7a1d7ea1c6" providerId="ADAL" clId="{DEC8990C-F1E8-4081-8796-F50D8B9FA883}" dt="2024-10-13T13:45:02.074" v="2849"/>
          <ac:grpSpMkLst>
            <pc:docMk/>
            <pc:sldMk cId="403023078" sldId="403"/>
            <ac:grpSpMk id="116" creationId="{3F9AC1CB-DED3-DA59-5DE5-F459FD823324}"/>
          </ac:grpSpMkLst>
        </pc:grpChg>
        <pc:grpChg chg="del mod">
          <ac:chgData name="Mahima Weerasinghe" userId="e11e3f55-42da-4e07-8ead-4d7a1d7ea1c6" providerId="ADAL" clId="{DEC8990C-F1E8-4081-8796-F50D8B9FA883}" dt="2024-10-13T13:45:12.064" v="2854"/>
          <ac:grpSpMkLst>
            <pc:docMk/>
            <pc:sldMk cId="403023078" sldId="403"/>
            <ac:grpSpMk id="119" creationId="{1FE639C9-C9D6-EA06-2D38-D764DCC4DE4A}"/>
          </ac:grpSpMkLst>
        </pc:grpChg>
        <pc:grpChg chg="del mod">
          <ac:chgData name="Mahima Weerasinghe" userId="e11e3f55-42da-4e07-8ead-4d7a1d7ea1c6" providerId="ADAL" clId="{DEC8990C-F1E8-4081-8796-F50D8B9FA883}" dt="2024-10-13T13:45:12.064" v="2854"/>
          <ac:grpSpMkLst>
            <pc:docMk/>
            <pc:sldMk cId="403023078" sldId="403"/>
            <ac:grpSpMk id="122" creationId="{C8F11EA5-8BA7-6C3A-B2F1-28359F1E7314}"/>
          </ac:grpSpMkLst>
        </pc:grpChg>
        <pc:grpChg chg="del mod">
          <ac:chgData name="Mahima Weerasinghe" userId="e11e3f55-42da-4e07-8ead-4d7a1d7ea1c6" providerId="ADAL" clId="{DEC8990C-F1E8-4081-8796-F50D8B9FA883}" dt="2024-10-13T13:46:00.475" v="2859"/>
          <ac:grpSpMkLst>
            <pc:docMk/>
            <pc:sldMk cId="403023078" sldId="403"/>
            <ac:grpSpMk id="124" creationId="{6B069985-3C8A-0286-8376-1BBDCB25756E}"/>
          </ac:grpSpMkLst>
        </pc:grpChg>
        <pc:grpChg chg="del mod">
          <ac:chgData name="Mahima Weerasinghe" userId="e11e3f55-42da-4e07-8ead-4d7a1d7ea1c6" providerId="ADAL" clId="{DEC8990C-F1E8-4081-8796-F50D8B9FA883}" dt="2024-10-13T13:46:06.981" v="2861"/>
          <ac:grpSpMkLst>
            <pc:docMk/>
            <pc:sldMk cId="403023078" sldId="403"/>
            <ac:grpSpMk id="129" creationId="{F4D93825-1658-7327-4595-3B45E10F4D99}"/>
          </ac:grpSpMkLst>
        </pc:grpChg>
        <pc:grpChg chg="del mod">
          <ac:chgData name="Mahima Weerasinghe" userId="e11e3f55-42da-4e07-8ead-4d7a1d7ea1c6" providerId="ADAL" clId="{DEC8990C-F1E8-4081-8796-F50D8B9FA883}" dt="2024-10-13T13:46:10.661" v="2864"/>
          <ac:grpSpMkLst>
            <pc:docMk/>
            <pc:sldMk cId="403023078" sldId="403"/>
            <ac:grpSpMk id="131" creationId="{B3958C10-DC75-47C3-24B3-725E937B3033}"/>
          </ac:grpSpMkLst>
        </pc:grpChg>
        <pc:grpChg chg="mod">
          <ac:chgData name="Mahima Weerasinghe" userId="e11e3f55-42da-4e07-8ead-4d7a1d7ea1c6" providerId="ADAL" clId="{DEC8990C-F1E8-4081-8796-F50D8B9FA883}" dt="2024-10-13T13:46:10.661" v="2864"/>
          <ac:grpSpMkLst>
            <pc:docMk/>
            <pc:sldMk cId="403023078" sldId="403"/>
            <ac:grpSpMk id="134" creationId="{1B235B65-19C8-73EA-8310-D941D9E7B8BA}"/>
          </ac:grpSpMkLst>
        </pc:grpChg>
        <pc:inkChg chg="add mod">
          <ac:chgData name="Mahima Weerasinghe" userId="e11e3f55-42da-4e07-8ead-4d7a1d7ea1c6" providerId="ADAL" clId="{DEC8990C-F1E8-4081-8796-F50D8B9FA883}" dt="2024-10-13T13:41:21.995" v="2739"/>
          <ac:inkMkLst>
            <pc:docMk/>
            <pc:sldMk cId="403023078" sldId="403"/>
            <ac:inkMk id="3" creationId="{85C8A1F5-24BF-D4AC-703F-32A12A16585F}"/>
          </ac:inkMkLst>
        </pc:inkChg>
        <pc:inkChg chg="add mod">
          <ac:chgData name="Mahima Weerasinghe" userId="e11e3f55-42da-4e07-8ead-4d7a1d7ea1c6" providerId="ADAL" clId="{DEC8990C-F1E8-4081-8796-F50D8B9FA883}" dt="2024-10-13T13:41:21.995" v="2739"/>
          <ac:inkMkLst>
            <pc:docMk/>
            <pc:sldMk cId="403023078" sldId="403"/>
            <ac:inkMk id="6" creationId="{C63F2F07-9871-09FC-DA3E-BF3B3DD6BE1E}"/>
          </ac:inkMkLst>
        </pc:inkChg>
        <pc:inkChg chg="add mod">
          <ac:chgData name="Mahima Weerasinghe" userId="e11e3f55-42da-4e07-8ead-4d7a1d7ea1c6" providerId="ADAL" clId="{DEC8990C-F1E8-4081-8796-F50D8B9FA883}" dt="2024-10-13T13:41:27.710" v="2744"/>
          <ac:inkMkLst>
            <pc:docMk/>
            <pc:sldMk cId="403023078" sldId="403"/>
            <ac:inkMk id="8" creationId="{05B9BD27-FF81-05CE-F5B3-9F750E04BA2B}"/>
          </ac:inkMkLst>
        </pc:inkChg>
        <pc:inkChg chg="add mod">
          <ac:chgData name="Mahima Weerasinghe" userId="e11e3f55-42da-4e07-8ead-4d7a1d7ea1c6" providerId="ADAL" clId="{DEC8990C-F1E8-4081-8796-F50D8B9FA883}" dt="2024-10-13T13:41:27.710" v="2744"/>
          <ac:inkMkLst>
            <pc:docMk/>
            <pc:sldMk cId="403023078" sldId="403"/>
            <ac:inkMk id="9" creationId="{1E710373-F7A6-5A4A-196D-0D0749172EAA}"/>
          </ac:inkMkLst>
        </pc:inkChg>
        <pc:inkChg chg="add mod">
          <ac:chgData name="Mahima Weerasinghe" userId="e11e3f55-42da-4e07-8ead-4d7a1d7ea1c6" providerId="ADAL" clId="{DEC8990C-F1E8-4081-8796-F50D8B9FA883}" dt="2024-10-13T13:41:27.710" v="2744"/>
          <ac:inkMkLst>
            <pc:docMk/>
            <pc:sldMk cId="403023078" sldId="403"/>
            <ac:inkMk id="10" creationId="{C2CEB9EE-8A33-312B-CAE3-A3F1071D9E46}"/>
          </ac:inkMkLst>
        </pc:inkChg>
        <pc:inkChg chg="add mod">
          <ac:chgData name="Mahima Weerasinghe" userId="e11e3f55-42da-4e07-8ead-4d7a1d7ea1c6" providerId="ADAL" clId="{DEC8990C-F1E8-4081-8796-F50D8B9FA883}" dt="2024-10-13T13:41:27.710" v="2744"/>
          <ac:inkMkLst>
            <pc:docMk/>
            <pc:sldMk cId="403023078" sldId="403"/>
            <ac:inkMk id="11" creationId="{D1FBA4EA-B14D-6BAE-FAA2-96AF13B9F3D6}"/>
          </ac:inkMkLst>
        </pc:inkChg>
        <pc:inkChg chg="add mod">
          <ac:chgData name="Mahima Weerasinghe" userId="e11e3f55-42da-4e07-8ead-4d7a1d7ea1c6" providerId="ADAL" clId="{DEC8990C-F1E8-4081-8796-F50D8B9FA883}" dt="2024-10-13T13:46:10.661" v="2864"/>
          <ac:inkMkLst>
            <pc:docMk/>
            <pc:sldMk cId="403023078" sldId="403"/>
            <ac:inkMk id="13" creationId="{5BAAFD19-DFF6-B9A6-A73E-2A00DE05FEE8}"/>
          </ac:inkMkLst>
        </pc:inkChg>
        <pc:inkChg chg="add mod">
          <ac:chgData name="Mahima Weerasinghe" userId="e11e3f55-42da-4e07-8ead-4d7a1d7ea1c6" providerId="ADAL" clId="{DEC8990C-F1E8-4081-8796-F50D8B9FA883}" dt="2024-10-13T13:46:10.661" v="2864"/>
          <ac:inkMkLst>
            <pc:docMk/>
            <pc:sldMk cId="403023078" sldId="403"/>
            <ac:inkMk id="14" creationId="{A4409119-53F6-D9DF-16A8-C973D98BEAD8}"/>
          </ac:inkMkLst>
        </pc:inkChg>
        <pc:inkChg chg="add mod">
          <ac:chgData name="Mahima Weerasinghe" userId="e11e3f55-42da-4e07-8ead-4d7a1d7ea1c6" providerId="ADAL" clId="{DEC8990C-F1E8-4081-8796-F50D8B9FA883}" dt="2024-10-13T13:41:42.088" v="2749"/>
          <ac:inkMkLst>
            <pc:docMk/>
            <pc:sldMk cId="403023078" sldId="403"/>
            <ac:inkMk id="15" creationId="{B739ED6B-FCF8-36C4-8EC5-DB368AD4A878}"/>
          </ac:inkMkLst>
        </pc:inkChg>
        <pc:inkChg chg="add mod">
          <ac:chgData name="Mahima Weerasinghe" userId="e11e3f55-42da-4e07-8ead-4d7a1d7ea1c6" providerId="ADAL" clId="{DEC8990C-F1E8-4081-8796-F50D8B9FA883}" dt="2024-10-13T13:41:42.088" v="2749"/>
          <ac:inkMkLst>
            <pc:docMk/>
            <pc:sldMk cId="403023078" sldId="403"/>
            <ac:inkMk id="16" creationId="{CF020BD5-C1B3-AE8A-FC10-29B44F9DBAB6}"/>
          </ac:inkMkLst>
        </pc:inkChg>
        <pc:inkChg chg="add">
          <ac:chgData name="Mahima Weerasinghe" userId="e11e3f55-42da-4e07-8ead-4d7a1d7ea1c6" providerId="ADAL" clId="{DEC8990C-F1E8-4081-8796-F50D8B9FA883}" dt="2024-10-13T13:41:44.176" v="2750" actId="9405"/>
          <ac:inkMkLst>
            <pc:docMk/>
            <pc:sldMk cId="403023078" sldId="403"/>
            <ac:inkMk id="18" creationId="{5BD40E56-8A6A-21E2-39AE-77F1D9313D3C}"/>
          </ac:inkMkLst>
        </pc:inkChg>
        <pc:inkChg chg="add mod">
          <ac:chgData name="Mahima Weerasinghe" userId="e11e3f55-42da-4e07-8ead-4d7a1d7ea1c6" providerId="ADAL" clId="{DEC8990C-F1E8-4081-8796-F50D8B9FA883}" dt="2024-10-13T13:41:59.063" v="2754"/>
          <ac:inkMkLst>
            <pc:docMk/>
            <pc:sldMk cId="403023078" sldId="403"/>
            <ac:inkMk id="19" creationId="{AEC13FE6-871F-BD8F-FE9B-3A1F91F89F73}"/>
          </ac:inkMkLst>
        </pc:inkChg>
        <pc:inkChg chg="add mod">
          <ac:chgData name="Mahima Weerasinghe" userId="e11e3f55-42da-4e07-8ead-4d7a1d7ea1c6" providerId="ADAL" clId="{DEC8990C-F1E8-4081-8796-F50D8B9FA883}" dt="2024-10-13T13:41:59.063" v="2754"/>
          <ac:inkMkLst>
            <pc:docMk/>
            <pc:sldMk cId="403023078" sldId="403"/>
            <ac:inkMk id="20" creationId="{D65EA8D3-0364-7968-BBF5-31383FC8E94A}"/>
          </ac:inkMkLst>
        </pc:inkChg>
        <pc:inkChg chg="add mod">
          <ac:chgData name="Mahima Weerasinghe" userId="e11e3f55-42da-4e07-8ead-4d7a1d7ea1c6" providerId="ADAL" clId="{DEC8990C-F1E8-4081-8796-F50D8B9FA883}" dt="2024-10-13T13:41:59.063" v="2754"/>
          <ac:inkMkLst>
            <pc:docMk/>
            <pc:sldMk cId="403023078" sldId="403"/>
            <ac:inkMk id="21" creationId="{2D3EE33D-8CCB-D01D-F0D0-7364FE96EB7B}"/>
          </ac:inkMkLst>
        </pc:inkChg>
        <pc:inkChg chg="add mod">
          <ac:chgData name="Mahima Weerasinghe" userId="e11e3f55-42da-4e07-8ead-4d7a1d7ea1c6" providerId="ADAL" clId="{DEC8990C-F1E8-4081-8796-F50D8B9FA883}" dt="2024-10-13T13:46:10.661" v="2864"/>
          <ac:inkMkLst>
            <pc:docMk/>
            <pc:sldMk cId="403023078" sldId="403"/>
            <ac:inkMk id="23" creationId="{BCE50026-BF78-E7A2-3503-B2BD25674061}"/>
          </ac:inkMkLst>
        </pc:inkChg>
        <pc:inkChg chg="add mod">
          <ac:chgData name="Mahima Weerasinghe" userId="e11e3f55-42da-4e07-8ead-4d7a1d7ea1c6" providerId="ADAL" clId="{DEC8990C-F1E8-4081-8796-F50D8B9FA883}" dt="2024-10-13T13:46:10.661" v="2864"/>
          <ac:inkMkLst>
            <pc:docMk/>
            <pc:sldMk cId="403023078" sldId="403"/>
            <ac:inkMk id="24" creationId="{F6C1CDD4-DBCF-DB6D-A1BD-A2EAC86FFFC7}"/>
          </ac:inkMkLst>
        </pc:inkChg>
        <pc:inkChg chg="add mod">
          <ac:chgData name="Mahima Weerasinghe" userId="e11e3f55-42da-4e07-8ead-4d7a1d7ea1c6" providerId="ADAL" clId="{DEC8990C-F1E8-4081-8796-F50D8B9FA883}" dt="2024-10-13T13:46:10.661" v="2864"/>
          <ac:inkMkLst>
            <pc:docMk/>
            <pc:sldMk cId="403023078" sldId="403"/>
            <ac:inkMk id="25" creationId="{2D6EA4BD-09BF-E789-B09A-4DD6EE7CF1EC}"/>
          </ac:inkMkLst>
        </pc:inkChg>
        <pc:inkChg chg="add mod">
          <ac:chgData name="Mahima Weerasinghe" userId="e11e3f55-42da-4e07-8ead-4d7a1d7ea1c6" providerId="ADAL" clId="{DEC8990C-F1E8-4081-8796-F50D8B9FA883}" dt="2024-10-13T13:46:10.661" v="2864"/>
          <ac:inkMkLst>
            <pc:docMk/>
            <pc:sldMk cId="403023078" sldId="403"/>
            <ac:inkMk id="26" creationId="{5FCC3877-4BF2-4E95-CF9D-5C956C08CFD3}"/>
          </ac:inkMkLst>
        </pc:inkChg>
        <pc:inkChg chg="add mod">
          <ac:chgData name="Mahima Weerasinghe" userId="e11e3f55-42da-4e07-8ead-4d7a1d7ea1c6" providerId="ADAL" clId="{DEC8990C-F1E8-4081-8796-F50D8B9FA883}" dt="2024-10-13T13:46:10.661" v="2864"/>
          <ac:inkMkLst>
            <pc:docMk/>
            <pc:sldMk cId="403023078" sldId="403"/>
            <ac:inkMk id="27" creationId="{C7254B3C-9A7D-18E9-3CB8-BD140D640E2A}"/>
          </ac:inkMkLst>
        </pc:inkChg>
        <pc:inkChg chg="add mod">
          <ac:chgData name="Mahima Weerasinghe" userId="e11e3f55-42da-4e07-8ead-4d7a1d7ea1c6" providerId="ADAL" clId="{DEC8990C-F1E8-4081-8796-F50D8B9FA883}" dt="2024-10-13T13:46:10.661" v="2864"/>
          <ac:inkMkLst>
            <pc:docMk/>
            <pc:sldMk cId="403023078" sldId="403"/>
            <ac:inkMk id="28" creationId="{F598887A-4D56-9B1D-2133-1AB4001FEE54}"/>
          </ac:inkMkLst>
        </pc:inkChg>
        <pc:inkChg chg="add mod">
          <ac:chgData name="Mahima Weerasinghe" userId="e11e3f55-42da-4e07-8ead-4d7a1d7ea1c6" providerId="ADAL" clId="{DEC8990C-F1E8-4081-8796-F50D8B9FA883}" dt="2024-10-13T13:46:10.661" v="2864"/>
          <ac:inkMkLst>
            <pc:docMk/>
            <pc:sldMk cId="403023078" sldId="403"/>
            <ac:inkMk id="30" creationId="{61E53C55-506D-7D3C-DB63-FB4847863E54}"/>
          </ac:inkMkLst>
        </pc:inkChg>
        <pc:inkChg chg="add mod">
          <ac:chgData name="Mahima Weerasinghe" userId="e11e3f55-42da-4e07-8ead-4d7a1d7ea1c6" providerId="ADAL" clId="{DEC8990C-F1E8-4081-8796-F50D8B9FA883}" dt="2024-10-13T13:46:10.661" v="2864"/>
          <ac:inkMkLst>
            <pc:docMk/>
            <pc:sldMk cId="403023078" sldId="403"/>
            <ac:inkMk id="32" creationId="{B510F694-15E0-356B-E41E-B0810B9DC398}"/>
          </ac:inkMkLst>
        </pc:inkChg>
        <pc:inkChg chg="add mod">
          <ac:chgData name="Mahima Weerasinghe" userId="e11e3f55-42da-4e07-8ead-4d7a1d7ea1c6" providerId="ADAL" clId="{DEC8990C-F1E8-4081-8796-F50D8B9FA883}" dt="2024-10-13T13:46:10.661" v="2864"/>
          <ac:inkMkLst>
            <pc:docMk/>
            <pc:sldMk cId="403023078" sldId="403"/>
            <ac:inkMk id="33" creationId="{1F3AACD1-A548-C0AD-A9AF-347CFBBDF021}"/>
          </ac:inkMkLst>
        </pc:inkChg>
        <pc:inkChg chg="add mod">
          <ac:chgData name="Mahima Weerasinghe" userId="e11e3f55-42da-4e07-8ead-4d7a1d7ea1c6" providerId="ADAL" clId="{DEC8990C-F1E8-4081-8796-F50D8B9FA883}" dt="2024-10-13T13:46:10.661" v="2864"/>
          <ac:inkMkLst>
            <pc:docMk/>
            <pc:sldMk cId="403023078" sldId="403"/>
            <ac:inkMk id="34" creationId="{3133916A-621B-7A38-9BDF-527AE77E0254}"/>
          </ac:inkMkLst>
        </pc:inkChg>
        <pc:inkChg chg="add mod">
          <ac:chgData name="Mahima Weerasinghe" userId="e11e3f55-42da-4e07-8ead-4d7a1d7ea1c6" providerId="ADAL" clId="{DEC8990C-F1E8-4081-8796-F50D8B9FA883}" dt="2024-10-13T13:46:10.661" v="2864"/>
          <ac:inkMkLst>
            <pc:docMk/>
            <pc:sldMk cId="403023078" sldId="403"/>
            <ac:inkMk id="35" creationId="{2846E8FA-EF29-CC96-697A-A7E209A9EDC0}"/>
          </ac:inkMkLst>
        </pc:inkChg>
        <pc:inkChg chg="add mod">
          <ac:chgData name="Mahima Weerasinghe" userId="e11e3f55-42da-4e07-8ead-4d7a1d7ea1c6" providerId="ADAL" clId="{DEC8990C-F1E8-4081-8796-F50D8B9FA883}" dt="2024-10-13T13:46:10.661" v="2864"/>
          <ac:inkMkLst>
            <pc:docMk/>
            <pc:sldMk cId="403023078" sldId="403"/>
            <ac:inkMk id="36" creationId="{B8663904-DA99-B7C0-6965-42316F528D04}"/>
          </ac:inkMkLst>
        </pc:inkChg>
        <pc:inkChg chg="add mod">
          <ac:chgData name="Mahima Weerasinghe" userId="e11e3f55-42da-4e07-8ead-4d7a1d7ea1c6" providerId="ADAL" clId="{DEC8990C-F1E8-4081-8796-F50D8B9FA883}" dt="2024-10-13T13:46:10.661" v="2864"/>
          <ac:inkMkLst>
            <pc:docMk/>
            <pc:sldMk cId="403023078" sldId="403"/>
            <ac:inkMk id="37" creationId="{F43DF3C2-59D7-EBE1-C2FF-C17B9202BBAC}"/>
          </ac:inkMkLst>
        </pc:inkChg>
        <pc:inkChg chg="add mod">
          <ac:chgData name="Mahima Weerasinghe" userId="e11e3f55-42da-4e07-8ead-4d7a1d7ea1c6" providerId="ADAL" clId="{DEC8990C-F1E8-4081-8796-F50D8B9FA883}" dt="2024-10-13T13:46:10.661" v="2864"/>
          <ac:inkMkLst>
            <pc:docMk/>
            <pc:sldMk cId="403023078" sldId="403"/>
            <ac:inkMk id="38" creationId="{15956F82-B4D4-D81A-7D31-74DF00F646AA}"/>
          </ac:inkMkLst>
        </pc:inkChg>
        <pc:inkChg chg="add mod">
          <ac:chgData name="Mahima Weerasinghe" userId="e11e3f55-42da-4e07-8ead-4d7a1d7ea1c6" providerId="ADAL" clId="{DEC8990C-F1E8-4081-8796-F50D8B9FA883}" dt="2024-10-13T13:46:10.661" v="2864"/>
          <ac:inkMkLst>
            <pc:docMk/>
            <pc:sldMk cId="403023078" sldId="403"/>
            <ac:inkMk id="39" creationId="{F3236DAB-FD5A-381C-C150-3B72863358ED}"/>
          </ac:inkMkLst>
        </pc:inkChg>
        <pc:inkChg chg="add mod">
          <ac:chgData name="Mahima Weerasinghe" userId="e11e3f55-42da-4e07-8ead-4d7a1d7ea1c6" providerId="ADAL" clId="{DEC8990C-F1E8-4081-8796-F50D8B9FA883}" dt="2024-10-13T13:46:10.661" v="2864"/>
          <ac:inkMkLst>
            <pc:docMk/>
            <pc:sldMk cId="403023078" sldId="403"/>
            <ac:inkMk id="40" creationId="{0AE38D48-EE22-B4ED-F990-94E4023DB1F0}"/>
          </ac:inkMkLst>
        </pc:inkChg>
        <pc:inkChg chg="add mod">
          <ac:chgData name="Mahima Weerasinghe" userId="e11e3f55-42da-4e07-8ead-4d7a1d7ea1c6" providerId="ADAL" clId="{DEC8990C-F1E8-4081-8796-F50D8B9FA883}" dt="2024-10-13T13:46:10.661" v="2864"/>
          <ac:inkMkLst>
            <pc:docMk/>
            <pc:sldMk cId="403023078" sldId="403"/>
            <ac:inkMk id="41" creationId="{77C5FEA7-411E-91C6-D563-FF61656FD804}"/>
          </ac:inkMkLst>
        </pc:inkChg>
        <pc:inkChg chg="add mod">
          <ac:chgData name="Mahima Weerasinghe" userId="e11e3f55-42da-4e07-8ead-4d7a1d7ea1c6" providerId="ADAL" clId="{DEC8990C-F1E8-4081-8796-F50D8B9FA883}" dt="2024-10-13T13:46:10.661" v="2864"/>
          <ac:inkMkLst>
            <pc:docMk/>
            <pc:sldMk cId="403023078" sldId="403"/>
            <ac:inkMk id="42" creationId="{33097F97-21C2-B22F-11E7-0B038ADAF0FE}"/>
          </ac:inkMkLst>
        </pc:inkChg>
        <pc:inkChg chg="add mod">
          <ac:chgData name="Mahima Weerasinghe" userId="e11e3f55-42da-4e07-8ead-4d7a1d7ea1c6" providerId="ADAL" clId="{DEC8990C-F1E8-4081-8796-F50D8B9FA883}" dt="2024-10-13T13:46:10.661" v="2864"/>
          <ac:inkMkLst>
            <pc:docMk/>
            <pc:sldMk cId="403023078" sldId="403"/>
            <ac:inkMk id="43" creationId="{3F0B39D8-E97A-FD8F-C354-31DD5C96CEB0}"/>
          </ac:inkMkLst>
        </pc:inkChg>
        <pc:inkChg chg="add mod">
          <ac:chgData name="Mahima Weerasinghe" userId="e11e3f55-42da-4e07-8ead-4d7a1d7ea1c6" providerId="ADAL" clId="{DEC8990C-F1E8-4081-8796-F50D8B9FA883}" dt="2024-10-13T13:46:10.661" v="2864"/>
          <ac:inkMkLst>
            <pc:docMk/>
            <pc:sldMk cId="403023078" sldId="403"/>
            <ac:inkMk id="44" creationId="{231290E1-53F3-8152-AA45-C01D8DB7D105}"/>
          </ac:inkMkLst>
        </pc:inkChg>
        <pc:inkChg chg="add mod">
          <ac:chgData name="Mahima Weerasinghe" userId="e11e3f55-42da-4e07-8ead-4d7a1d7ea1c6" providerId="ADAL" clId="{DEC8990C-F1E8-4081-8796-F50D8B9FA883}" dt="2024-10-13T13:46:10.661" v="2864"/>
          <ac:inkMkLst>
            <pc:docMk/>
            <pc:sldMk cId="403023078" sldId="403"/>
            <ac:inkMk id="45" creationId="{0D3015B7-42FC-47C4-D1AC-C9104197E70D}"/>
          </ac:inkMkLst>
        </pc:inkChg>
        <pc:inkChg chg="add">
          <ac:chgData name="Mahima Weerasinghe" userId="e11e3f55-42da-4e07-8ead-4d7a1d7ea1c6" providerId="ADAL" clId="{DEC8990C-F1E8-4081-8796-F50D8B9FA883}" dt="2024-10-13T13:42:29.793" v="2779" actId="9405"/>
          <ac:inkMkLst>
            <pc:docMk/>
            <pc:sldMk cId="403023078" sldId="403"/>
            <ac:inkMk id="48" creationId="{73708D2A-E2D9-94D2-DE9E-960B95292635}"/>
          </ac:inkMkLst>
        </pc:inkChg>
        <pc:inkChg chg="add mod">
          <ac:chgData name="Mahima Weerasinghe" userId="e11e3f55-42da-4e07-8ead-4d7a1d7ea1c6" providerId="ADAL" clId="{DEC8990C-F1E8-4081-8796-F50D8B9FA883}" dt="2024-10-13T13:46:10.661" v="2864"/>
          <ac:inkMkLst>
            <pc:docMk/>
            <pc:sldMk cId="403023078" sldId="403"/>
            <ac:inkMk id="49" creationId="{02C5773B-F9D6-817E-00C7-BB931B3507BD}"/>
          </ac:inkMkLst>
        </pc:inkChg>
        <pc:inkChg chg="add mod">
          <ac:chgData name="Mahima Weerasinghe" userId="e11e3f55-42da-4e07-8ead-4d7a1d7ea1c6" providerId="ADAL" clId="{DEC8990C-F1E8-4081-8796-F50D8B9FA883}" dt="2024-10-13T13:46:10.661" v="2864"/>
          <ac:inkMkLst>
            <pc:docMk/>
            <pc:sldMk cId="403023078" sldId="403"/>
            <ac:inkMk id="50" creationId="{A3185BD9-51B1-D34F-26D2-9D0121E09503}"/>
          </ac:inkMkLst>
        </pc:inkChg>
        <pc:inkChg chg="add mod">
          <ac:chgData name="Mahima Weerasinghe" userId="e11e3f55-42da-4e07-8ead-4d7a1d7ea1c6" providerId="ADAL" clId="{DEC8990C-F1E8-4081-8796-F50D8B9FA883}" dt="2024-10-13T13:46:10.661" v="2864"/>
          <ac:inkMkLst>
            <pc:docMk/>
            <pc:sldMk cId="403023078" sldId="403"/>
            <ac:inkMk id="51" creationId="{3CBC4F79-FEB0-33BE-BAA3-8024D159947D}"/>
          </ac:inkMkLst>
        </pc:inkChg>
        <pc:inkChg chg="add mod">
          <ac:chgData name="Mahima Weerasinghe" userId="e11e3f55-42da-4e07-8ead-4d7a1d7ea1c6" providerId="ADAL" clId="{DEC8990C-F1E8-4081-8796-F50D8B9FA883}" dt="2024-10-13T13:46:10.661" v="2864"/>
          <ac:inkMkLst>
            <pc:docMk/>
            <pc:sldMk cId="403023078" sldId="403"/>
            <ac:inkMk id="52" creationId="{E7B45E9A-F306-5FD9-9271-655760E7C9C3}"/>
          </ac:inkMkLst>
        </pc:inkChg>
        <pc:inkChg chg="add mod">
          <ac:chgData name="Mahima Weerasinghe" userId="e11e3f55-42da-4e07-8ead-4d7a1d7ea1c6" providerId="ADAL" clId="{DEC8990C-F1E8-4081-8796-F50D8B9FA883}" dt="2024-10-13T13:46:10.661" v="2864"/>
          <ac:inkMkLst>
            <pc:docMk/>
            <pc:sldMk cId="403023078" sldId="403"/>
            <ac:inkMk id="53" creationId="{1BCBB9A0-AC9F-2DF5-34D2-DF4C7E078FE7}"/>
          </ac:inkMkLst>
        </pc:inkChg>
        <pc:inkChg chg="add mod">
          <ac:chgData name="Mahima Weerasinghe" userId="e11e3f55-42da-4e07-8ead-4d7a1d7ea1c6" providerId="ADAL" clId="{DEC8990C-F1E8-4081-8796-F50D8B9FA883}" dt="2024-10-13T13:46:10.661" v="2864"/>
          <ac:inkMkLst>
            <pc:docMk/>
            <pc:sldMk cId="403023078" sldId="403"/>
            <ac:inkMk id="54" creationId="{7D21DED6-2E67-1B62-185C-065795DC6346}"/>
          </ac:inkMkLst>
        </pc:inkChg>
        <pc:inkChg chg="add mod">
          <ac:chgData name="Mahima Weerasinghe" userId="e11e3f55-42da-4e07-8ead-4d7a1d7ea1c6" providerId="ADAL" clId="{DEC8990C-F1E8-4081-8796-F50D8B9FA883}" dt="2024-10-13T13:46:10.661" v="2864"/>
          <ac:inkMkLst>
            <pc:docMk/>
            <pc:sldMk cId="403023078" sldId="403"/>
            <ac:inkMk id="56" creationId="{BAB6BD53-31E7-BB93-A76F-32E3FC5B9C20}"/>
          </ac:inkMkLst>
        </pc:inkChg>
        <pc:inkChg chg="add mod">
          <ac:chgData name="Mahima Weerasinghe" userId="e11e3f55-42da-4e07-8ead-4d7a1d7ea1c6" providerId="ADAL" clId="{DEC8990C-F1E8-4081-8796-F50D8B9FA883}" dt="2024-10-13T13:46:10.661" v="2864"/>
          <ac:inkMkLst>
            <pc:docMk/>
            <pc:sldMk cId="403023078" sldId="403"/>
            <ac:inkMk id="57" creationId="{C3820ABD-CBDA-DECE-573B-D4D857708CA5}"/>
          </ac:inkMkLst>
        </pc:inkChg>
        <pc:inkChg chg="add mod">
          <ac:chgData name="Mahima Weerasinghe" userId="e11e3f55-42da-4e07-8ead-4d7a1d7ea1c6" providerId="ADAL" clId="{DEC8990C-F1E8-4081-8796-F50D8B9FA883}" dt="2024-10-13T13:46:10.661" v="2864"/>
          <ac:inkMkLst>
            <pc:docMk/>
            <pc:sldMk cId="403023078" sldId="403"/>
            <ac:inkMk id="58" creationId="{DB59610F-5275-12C5-0B7C-20EB75FA6A5B}"/>
          </ac:inkMkLst>
        </pc:inkChg>
        <pc:inkChg chg="add mod">
          <ac:chgData name="Mahima Weerasinghe" userId="e11e3f55-42da-4e07-8ead-4d7a1d7ea1c6" providerId="ADAL" clId="{DEC8990C-F1E8-4081-8796-F50D8B9FA883}" dt="2024-10-13T13:46:10.661" v="2864"/>
          <ac:inkMkLst>
            <pc:docMk/>
            <pc:sldMk cId="403023078" sldId="403"/>
            <ac:inkMk id="59" creationId="{D1CDE59A-5F3A-C66F-402B-F33254656766}"/>
          </ac:inkMkLst>
        </pc:inkChg>
        <pc:inkChg chg="add mod">
          <ac:chgData name="Mahima Weerasinghe" userId="e11e3f55-42da-4e07-8ead-4d7a1d7ea1c6" providerId="ADAL" clId="{DEC8990C-F1E8-4081-8796-F50D8B9FA883}" dt="2024-10-13T13:46:10.661" v="2864"/>
          <ac:inkMkLst>
            <pc:docMk/>
            <pc:sldMk cId="403023078" sldId="403"/>
            <ac:inkMk id="61" creationId="{AC99D2DA-867F-FE98-FEF6-6FDBE97EE7E9}"/>
          </ac:inkMkLst>
        </pc:inkChg>
        <pc:inkChg chg="add mod">
          <ac:chgData name="Mahima Weerasinghe" userId="e11e3f55-42da-4e07-8ead-4d7a1d7ea1c6" providerId="ADAL" clId="{DEC8990C-F1E8-4081-8796-F50D8B9FA883}" dt="2024-10-13T13:46:10.661" v="2864"/>
          <ac:inkMkLst>
            <pc:docMk/>
            <pc:sldMk cId="403023078" sldId="403"/>
            <ac:inkMk id="62" creationId="{DBBED2D1-BDB4-D2B8-BDD5-44BBCD9F3166}"/>
          </ac:inkMkLst>
        </pc:inkChg>
        <pc:inkChg chg="add mod">
          <ac:chgData name="Mahima Weerasinghe" userId="e11e3f55-42da-4e07-8ead-4d7a1d7ea1c6" providerId="ADAL" clId="{DEC8990C-F1E8-4081-8796-F50D8B9FA883}" dt="2024-10-13T13:46:10.661" v="2864"/>
          <ac:inkMkLst>
            <pc:docMk/>
            <pc:sldMk cId="403023078" sldId="403"/>
            <ac:inkMk id="63" creationId="{BE98C072-A4CE-3258-1DAF-19B37ED7A54A}"/>
          </ac:inkMkLst>
        </pc:inkChg>
        <pc:inkChg chg="add mod">
          <ac:chgData name="Mahima Weerasinghe" userId="e11e3f55-42da-4e07-8ead-4d7a1d7ea1c6" providerId="ADAL" clId="{DEC8990C-F1E8-4081-8796-F50D8B9FA883}" dt="2024-10-13T13:46:10.661" v="2864"/>
          <ac:inkMkLst>
            <pc:docMk/>
            <pc:sldMk cId="403023078" sldId="403"/>
            <ac:inkMk id="64" creationId="{3D087631-1A57-9868-DFD5-D753FC2E67D9}"/>
          </ac:inkMkLst>
        </pc:inkChg>
        <pc:inkChg chg="add">
          <ac:chgData name="Mahima Weerasinghe" userId="e11e3f55-42da-4e07-8ead-4d7a1d7ea1c6" providerId="ADAL" clId="{DEC8990C-F1E8-4081-8796-F50D8B9FA883}" dt="2024-10-13T13:43:20.270" v="2797" actId="9405"/>
          <ac:inkMkLst>
            <pc:docMk/>
            <pc:sldMk cId="403023078" sldId="403"/>
            <ac:inkMk id="66" creationId="{E74AC160-6C92-AAF7-D6AD-19555DEFA648}"/>
          </ac:inkMkLst>
        </pc:inkChg>
        <pc:inkChg chg="add">
          <ac:chgData name="Mahima Weerasinghe" userId="e11e3f55-42da-4e07-8ead-4d7a1d7ea1c6" providerId="ADAL" clId="{DEC8990C-F1E8-4081-8796-F50D8B9FA883}" dt="2024-10-13T13:43:20.826" v="2798" actId="9405"/>
          <ac:inkMkLst>
            <pc:docMk/>
            <pc:sldMk cId="403023078" sldId="403"/>
            <ac:inkMk id="67" creationId="{CD2BAD4E-4F0F-0829-C887-15D32B71177B}"/>
          </ac:inkMkLst>
        </pc:inkChg>
        <pc:inkChg chg="add">
          <ac:chgData name="Mahima Weerasinghe" userId="e11e3f55-42da-4e07-8ead-4d7a1d7ea1c6" providerId="ADAL" clId="{DEC8990C-F1E8-4081-8796-F50D8B9FA883}" dt="2024-10-13T13:43:22.782" v="2799" actId="9405"/>
          <ac:inkMkLst>
            <pc:docMk/>
            <pc:sldMk cId="403023078" sldId="403"/>
            <ac:inkMk id="68" creationId="{F0AB67A2-67E1-4821-697D-83807C948024}"/>
          </ac:inkMkLst>
        </pc:inkChg>
        <pc:inkChg chg="add">
          <ac:chgData name="Mahima Weerasinghe" userId="e11e3f55-42da-4e07-8ead-4d7a1d7ea1c6" providerId="ADAL" clId="{DEC8990C-F1E8-4081-8796-F50D8B9FA883}" dt="2024-10-13T13:43:23.233" v="2800" actId="9405"/>
          <ac:inkMkLst>
            <pc:docMk/>
            <pc:sldMk cId="403023078" sldId="403"/>
            <ac:inkMk id="69" creationId="{340E47CD-E585-B357-5721-E943B9EB5B0F}"/>
          </ac:inkMkLst>
        </pc:inkChg>
        <pc:inkChg chg="add mod">
          <ac:chgData name="Mahima Weerasinghe" userId="e11e3f55-42da-4e07-8ead-4d7a1d7ea1c6" providerId="ADAL" clId="{DEC8990C-F1E8-4081-8796-F50D8B9FA883}" dt="2024-10-13T13:46:10.661" v="2864"/>
          <ac:inkMkLst>
            <pc:docMk/>
            <pc:sldMk cId="403023078" sldId="403"/>
            <ac:inkMk id="70" creationId="{E1E67BDA-CED1-336F-9F74-71BA7E5CDE3E}"/>
          </ac:inkMkLst>
        </pc:inkChg>
        <pc:inkChg chg="add mod">
          <ac:chgData name="Mahima Weerasinghe" userId="e11e3f55-42da-4e07-8ead-4d7a1d7ea1c6" providerId="ADAL" clId="{DEC8990C-F1E8-4081-8796-F50D8B9FA883}" dt="2024-10-13T13:46:10.661" v="2864"/>
          <ac:inkMkLst>
            <pc:docMk/>
            <pc:sldMk cId="403023078" sldId="403"/>
            <ac:inkMk id="71" creationId="{187DDDB5-0DED-1010-E1C1-AB0B9760AD24}"/>
          </ac:inkMkLst>
        </pc:inkChg>
        <pc:inkChg chg="add mod">
          <ac:chgData name="Mahima Weerasinghe" userId="e11e3f55-42da-4e07-8ead-4d7a1d7ea1c6" providerId="ADAL" clId="{DEC8990C-F1E8-4081-8796-F50D8B9FA883}" dt="2024-10-13T13:46:10.661" v="2864"/>
          <ac:inkMkLst>
            <pc:docMk/>
            <pc:sldMk cId="403023078" sldId="403"/>
            <ac:inkMk id="72" creationId="{C8226660-8A1E-0C64-6B37-D22363246849}"/>
          </ac:inkMkLst>
        </pc:inkChg>
        <pc:inkChg chg="add mod">
          <ac:chgData name="Mahima Weerasinghe" userId="e11e3f55-42da-4e07-8ead-4d7a1d7ea1c6" providerId="ADAL" clId="{DEC8990C-F1E8-4081-8796-F50D8B9FA883}" dt="2024-10-13T13:46:10.661" v="2864"/>
          <ac:inkMkLst>
            <pc:docMk/>
            <pc:sldMk cId="403023078" sldId="403"/>
            <ac:inkMk id="73" creationId="{B232F97E-1F9F-8872-F32D-C02B20359E91}"/>
          </ac:inkMkLst>
        </pc:inkChg>
        <pc:inkChg chg="add mod">
          <ac:chgData name="Mahima Weerasinghe" userId="e11e3f55-42da-4e07-8ead-4d7a1d7ea1c6" providerId="ADAL" clId="{DEC8990C-F1E8-4081-8796-F50D8B9FA883}" dt="2024-10-13T13:46:10.661" v="2864"/>
          <ac:inkMkLst>
            <pc:docMk/>
            <pc:sldMk cId="403023078" sldId="403"/>
            <ac:inkMk id="74" creationId="{588FAB3C-E4C0-2241-9994-6954D83637F9}"/>
          </ac:inkMkLst>
        </pc:inkChg>
        <pc:inkChg chg="add mod">
          <ac:chgData name="Mahima Weerasinghe" userId="e11e3f55-42da-4e07-8ead-4d7a1d7ea1c6" providerId="ADAL" clId="{DEC8990C-F1E8-4081-8796-F50D8B9FA883}" dt="2024-10-13T13:43:51.260" v="2816"/>
          <ac:inkMkLst>
            <pc:docMk/>
            <pc:sldMk cId="403023078" sldId="403"/>
            <ac:inkMk id="77" creationId="{F930C26F-717B-6FDA-34A4-FD7A7AFF9692}"/>
          </ac:inkMkLst>
        </pc:inkChg>
        <pc:inkChg chg="add mod">
          <ac:chgData name="Mahima Weerasinghe" userId="e11e3f55-42da-4e07-8ead-4d7a1d7ea1c6" providerId="ADAL" clId="{DEC8990C-F1E8-4081-8796-F50D8B9FA883}" dt="2024-10-13T13:46:10.661" v="2864"/>
          <ac:inkMkLst>
            <pc:docMk/>
            <pc:sldMk cId="403023078" sldId="403"/>
            <ac:inkMk id="79" creationId="{9F218A5D-9CC1-101F-6524-0AE947DD6609}"/>
          </ac:inkMkLst>
        </pc:inkChg>
        <pc:inkChg chg="add mod">
          <ac:chgData name="Mahima Weerasinghe" userId="e11e3f55-42da-4e07-8ead-4d7a1d7ea1c6" providerId="ADAL" clId="{DEC8990C-F1E8-4081-8796-F50D8B9FA883}" dt="2024-10-13T13:46:10.661" v="2864"/>
          <ac:inkMkLst>
            <pc:docMk/>
            <pc:sldMk cId="403023078" sldId="403"/>
            <ac:inkMk id="80" creationId="{3D7E6E44-B69F-E94C-50AF-6BFEE68B6163}"/>
          </ac:inkMkLst>
        </pc:inkChg>
        <pc:inkChg chg="add mod">
          <ac:chgData name="Mahima Weerasinghe" userId="e11e3f55-42da-4e07-8ead-4d7a1d7ea1c6" providerId="ADAL" clId="{DEC8990C-F1E8-4081-8796-F50D8B9FA883}" dt="2024-10-13T13:46:10.661" v="2864"/>
          <ac:inkMkLst>
            <pc:docMk/>
            <pc:sldMk cId="403023078" sldId="403"/>
            <ac:inkMk id="81" creationId="{3457CE53-C511-1562-762E-78970E53FA47}"/>
          </ac:inkMkLst>
        </pc:inkChg>
        <pc:inkChg chg="add mod">
          <ac:chgData name="Mahima Weerasinghe" userId="e11e3f55-42da-4e07-8ead-4d7a1d7ea1c6" providerId="ADAL" clId="{DEC8990C-F1E8-4081-8796-F50D8B9FA883}" dt="2024-10-13T13:46:10.661" v="2864"/>
          <ac:inkMkLst>
            <pc:docMk/>
            <pc:sldMk cId="403023078" sldId="403"/>
            <ac:inkMk id="82" creationId="{FADB84CD-676C-A5DD-A342-D3BE05A430B9}"/>
          </ac:inkMkLst>
        </pc:inkChg>
        <pc:inkChg chg="add mod">
          <ac:chgData name="Mahima Weerasinghe" userId="e11e3f55-42da-4e07-8ead-4d7a1d7ea1c6" providerId="ADAL" clId="{DEC8990C-F1E8-4081-8796-F50D8B9FA883}" dt="2024-10-13T13:46:10.661" v="2864"/>
          <ac:inkMkLst>
            <pc:docMk/>
            <pc:sldMk cId="403023078" sldId="403"/>
            <ac:inkMk id="83" creationId="{3264D8C1-9F76-D847-96DB-9D397B58AA92}"/>
          </ac:inkMkLst>
        </pc:inkChg>
        <pc:inkChg chg="add mod">
          <ac:chgData name="Mahima Weerasinghe" userId="e11e3f55-42da-4e07-8ead-4d7a1d7ea1c6" providerId="ADAL" clId="{DEC8990C-F1E8-4081-8796-F50D8B9FA883}" dt="2024-10-13T13:46:10.661" v="2864"/>
          <ac:inkMkLst>
            <pc:docMk/>
            <pc:sldMk cId="403023078" sldId="403"/>
            <ac:inkMk id="84" creationId="{92CBA0FC-DB14-2CBB-5079-D919B1EC6751}"/>
          </ac:inkMkLst>
        </pc:inkChg>
        <pc:inkChg chg="add mod">
          <ac:chgData name="Mahima Weerasinghe" userId="e11e3f55-42da-4e07-8ead-4d7a1d7ea1c6" providerId="ADAL" clId="{DEC8990C-F1E8-4081-8796-F50D8B9FA883}" dt="2024-10-13T13:46:10.661" v="2864"/>
          <ac:inkMkLst>
            <pc:docMk/>
            <pc:sldMk cId="403023078" sldId="403"/>
            <ac:inkMk id="85" creationId="{E4BCD0FA-2965-A14C-60BD-A6CFC0CDA391}"/>
          </ac:inkMkLst>
        </pc:inkChg>
        <pc:inkChg chg="add mod">
          <ac:chgData name="Mahima Weerasinghe" userId="e11e3f55-42da-4e07-8ead-4d7a1d7ea1c6" providerId="ADAL" clId="{DEC8990C-F1E8-4081-8796-F50D8B9FA883}" dt="2024-10-13T13:46:10.661" v="2864"/>
          <ac:inkMkLst>
            <pc:docMk/>
            <pc:sldMk cId="403023078" sldId="403"/>
            <ac:inkMk id="87" creationId="{C0F4BB73-53D0-25A9-EA6C-F28B8204B6F4}"/>
          </ac:inkMkLst>
        </pc:inkChg>
        <pc:inkChg chg="add mod">
          <ac:chgData name="Mahima Weerasinghe" userId="e11e3f55-42da-4e07-8ead-4d7a1d7ea1c6" providerId="ADAL" clId="{DEC8990C-F1E8-4081-8796-F50D8B9FA883}" dt="2024-10-13T13:46:10.661" v="2864"/>
          <ac:inkMkLst>
            <pc:docMk/>
            <pc:sldMk cId="403023078" sldId="403"/>
            <ac:inkMk id="88" creationId="{E632188D-6D97-1656-22AD-BF6B9CAF85B5}"/>
          </ac:inkMkLst>
        </pc:inkChg>
        <pc:inkChg chg="add mod">
          <ac:chgData name="Mahima Weerasinghe" userId="e11e3f55-42da-4e07-8ead-4d7a1d7ea1c6" providerId="ADAL" clId="{DEC8990C-F1E8-4081-8796-F50D8B9FA883}" dt="2024-10-13T13:46:10.661" v="2864"/>
          <ac:inkMkLst>
            <pc:docMk/>
            <pc:sldMk cId="403023078" sldId="403"/>
            <ac:inkMk id="90" creationId="{F24CFE99-DC62-BD9C-3BE5-2BF4A58B2B89}"/>
          </ac:inkMkLst>
        </pc:inkChg>
        <pc:inkChg chg="add mod">
          <ac:chgData name="Mahima Weerasinghe" userId="e11e3f55-42da-4e07-8ead-4d7a1d7ea1c6" providerId="ADAL" clId="{DEC8990C-F1E8-4081-8796-F50D8B9FA883}" dt="2024-10-13T13:46:10.661" v="2864"/>
          <ac:inkMkLst>
            <pc:docMk/>
            <pc:sldMk cId="403023078" sldId="403"/>
            <ac:inkMk id="91" creationId="{F633BB65-793B-3C66-1B0D-E1153EDE1CA8}"/>
          </ac:inkMkLst>
        </pc:inkChg>
        <pc:inkChg chg="add mod">
          <ac:chgData name="Mahima Weerasinghe" userId="e11e3f55-42da-4e07-8ead-4d7a1d7ea1c6" providerId="ADAL" clId="{DEC8990C-F1E8-4081-8796-F50D8B9FA883}" dt="2024-10-13T13:46:10.661" v="2864"/>
          <ac:inkMkLst>
            <pc:docMk/>
            <pc:sldMk cId="403023078" sldId="403"/>
            <ac:inkMk id="92" creationId="{49A259F0-3BB6-4B9B-CF13-5FE196CC1E5C}"/>
          </ac:inkMkLst>
        </pc:inkChg>
        <pc:inkChg chg="add mod">
          <ac:chgData name="Mahima Weerasinghe" userId="e11e3f55-42da-4e07-8ead-4d7a1d7ea1c6" providerId="ADAL" clId="{DEC8990C-F1E8-4081-8796-F50D8B9FA883}" dt="2024-10-13T13:46:10.661" v="2864"/>
          <ac:inkMkLst>
            <pc:docMk/>
            <pc:sldMk cId="403023078" sldId="403"/>
            <ac:inkMk id="93" creationId="{D34FD21A-757B-2370-78F2-D726F5E5C22C}"/>
          </ac:inkMkLst>
        </pc:inkChg>
        <pc:inkChg chg="add mod">
          <ac:chgData name="Mahima Weerasinghe" userId="e11e3f55-42da-4e07-8ead-4d7a1d7ea1c6" providerId="ADAL" clId="{DEC8990C-F1E8-4081-8796-F50D8B9FA883}" dt="2024-10-13T13:44:55.976" v="2844"/>
          <ac:inkMkLst>
            <pc:docMk/>
            <pc:sldMk cId="403023078" sldId="403"/>
            <ac:inkMk id="95" creationId="{DD69A315-82FA-59AC-CFE4-EE7B0D07790B}"/>
          </ac:inkMkLst>
        </pc:inkChg>
        <pc:inkChg chg="add">
          <ac:chgData name="Mahima Weerasinghe" userId="e11e3f55-42da-4e07-8ead-4d7a1d7ea1c6" providerId="ADAL" clId="{DEC8990C-F1E8-4081-8796-F50D8B9FA883}" dt="2024-10-13T13:44:31.079" v="2827" actId="9405"/>
          <ac:inkMkLst>
            <pc:docMk/>
            <pc:sldMk cId="403023078" sldId="403"/>
            <ac:inkMk id="97" creationId="{F45FEB72-75BC-BAA1-61C9-F420EBEB2D1D}"/>
          </ac:inkMkLst>
        </pc:inkChg>
        <pc:inkChg chg="add mod">
          <ac:chgData name="Mahima Weerasinghe" userId="e11e3f55-42da-4e07-8ead-4d7a1d7ea1c6" providerId="ADAL" clId="{DEC8990C-F1E8-4081-8796-F50D8B9FA883}" dt="2024-10-13T13:46:10.661" v="2864"/>
          <ac:inkMkLst>
            <pc:docMk/>
            <pc:sldMk cId="403023078" sldId="403"/>
            <ac:inkMk id="98" creationId="{4308E79F-1C6D-509F-1CE2-C18E0E78DAAF}"/>
          </ac:inkMkLst>
        </pc:inkChg>
        <pc:inkChg chg="add mod">
          <ac:chgData name="Mahima Weerasinghe" userId="e11e3f55-42da-4e07-8ead-4d7a1d7ea1c6" providerId="ADAL" clId="{DEC8990C-F1E8-4081-8796-F50D8B9FA883}" dt="2024-10-13T13:46:10.661" v="2864"/>
          <ac:inkMkLst>
            <pc:docMk/>
            <pc:sldMk cId="403023078" sldId="403"/>
            <ac:inkMk id="99" creationId="{607D459B-4F28-81B4-9243-76C895E452A8}"/>
          </ac:inkMkLst>
        </pc:inkChg>
        <pc:inkChg chg="add mod">
          <ac:chgData name="Mahima Weerasinghe" userId="e11e3f55-42da-4e07-8ead-4d7a1d7ea1c6" providerId="ADAL" clId="{DEC8990C-F1E8-4081-8796-F50D8B9FA883}" dt="2024-10-13T13:46:10.661" v="2864"/>
          <ac:inkMkLst>
            <pc:docMk/>
            <pc:sldMk cId="403023078" sldId="403"/>
            <ac:inkMk id="101" creationId="{D1920E21-4A26-2687-195E-288451FF2529}"/>
          </ac:inkMkLst>
        </pc:inkChg>
        <pc:inkChg chg="add mod">
          <ac:chgData name="Mahima Weerasinghe" userId="e11e3f55-42da-4e07-8ead-4d7a1d7ea1c6" providerId="ADAL" clId="{DEC8990C-F1E8-4081-8796-F50D8B9FA883}" dt="2024-10-13T13:46:10.661" v="2864"/>
          <ac:inkMkLst>
            <pc:docMk/>
            <pc:sldMk cId="403023078" sldId="403"/>
            <ac:inkMk id="102" creationId="{0605DA24-B7FB-DD20-CA10-FCE0F082391E}"/>
          </ac:inkMkLst>
        </pc:inkChg>
        <pc:inkChg chg="add mod">
          <ac:chgData name="Mahima Weerasinghe" userId="e11e3f55-42da-4e07-8ead-4d7a1d7ea1c6" providerId="ADAL" clId="{DEC8990C-F1E8-4081-8796-F50D8B9FA883}" dt="2024-10-13T13:46:10.661" v="2864"/>
          <ac:inkMkLst>
            <pc:docMk/>
            <pc:sldMk cId="403023078" sldId="403"/>
            <ac:inkMk id="104" creationId="{8CC98FBF-E9C9-E809-29BE-0B2520EBDB68}"/>
          </ac:inkMkLst>
        </pc:inkChg>
        <pc:inkChg chg="add mod">
          <ac:chgData name="Mahima Weerasinghe" userId="e11e3f55-42da-4e07-8ead-4d7a1d7ea1c6" providerId="ADAL" clId="{DEC8990C-F1E8-4081-8796-F50D8B9FA883}" dt="2024-10-13T13:46:10.661" v="2864"/>
          <ac:inkMkLst>
            <pc:docMk/>
            <pc:sldMk cId="403023078" sldId="403"/>
            <ac:inkMk id="106" creationId="{82A9743B-AC71-FA7A-0B8C-2890B4D9CC16}"/>
          </ac:inkMkLst>
        </pc:inkChg>
        <pc:inkChg chg="add mod">
          <ac:chgData name="Mahima Weerasinghe" userId="e11e3f55-42da-4e07-8ead-4d7a1d7ea1c6" providerId="ADAL" clId="{DEC8990C-F1E8-4081-8796-F50D8B9FA883}" dt="2024-10-13T13:46:10.661" v="2864"/>
          <ac:inkMkLst>
            <pc:docMk/>
            <pc:sldMk cId="403023078" sldId="403"/>
            <ac:inkMk id="108" creationId="{388D4E48-8AE0-7600-7FCC-64FB104BA40E}"/>
          </ac:inkMkLst>
        </pc:inkChg>
        <pc:inkChg chg="add mod">
          <ac:chgData name="Mahima Weerasinghe" userId="e11e3f55-42da-4e07-8ead-4d7a1d7ea1c6" providerId="ADAL" clId="{DEC8990C-F1E8-4081-8796-F50D8B9FA883}" dt="2024-10-13T13:46:10.661" v="2864"/>
          <ac:inkMkLst>
            <pc:docMk/>
            <pc:sldMk cId="403023078" sldId="403"/>
            <ac:inkMk id="109" creationId="{76F9D7E7-7418-F2B8-CD39-6BD3CB6080D6}"/>
          </ac:inkMkLst>
        </pc:inkChg>
        <pc:inkChg chg="add mod">
          <ac:chgData name="Mahima Weerasinghe" userId="e11e3f55-42da-4e07-8ead-4d7a1d7ea1c6" providerId="ADAL" clId="{DEC8990C-F1E8-4081-8796-F50D8B9FA883}" dt="2024-10-13T13:46:10.661" v="2864"/>
          <ac:inkMkLst>
            <pc:docMk/>
            <pc:sldMk cId="403023078" sldId="403"/>
            <ac:inkMk id="111" creationId="{C44114C6-6855-9A69-E467-D373A48E2373}"/>
          </ac:inkMkLst>
        </pc:inkChg>
        <pc:inkChg chg="add mod">
          <ac:chgData name="Mahima Weerasinghe" userId="e11e3f55-42da-4e07-8ead-4d7a1d7ea1c6" providerId="ADAL" clId="{DEC8990C-F1E8-4081-8796-F50D8B9FA883}" dt="2024-10-13T13:46:10.661" v="2864"/>
          <ac:inkMkLst>
            <pc:docMk/>
            <pc:sldMk cId="403023078" sldId="403"/>
            <ac:inkMk id="112" creationId="{5ABF54F7-35FD-95B8-B67A-FB484D810280}"/>
          </ac:inkMkLst>
        </pc:inkChg>
        <pc:inkChg chg="add mod">
          <ac:chgData name="Mahima Weerasinghe" userId="e11e3f55-42da-4e07-8ead-4d7a1d7ea1c6" providerId="ADAL" clId="{DEC8990C-F1E8-4081-8796-F50D8B9FA883}" dt="2024-10-13T13:46:10.661" v="2864"/>
          <ac:inkMkLst>
            <pc:docMk/>
            <pc:sldMk cId="403023078" sldId="403"/>
            <ac:inkMk id="113" creationId="{16412221-ED47-EC4B-B69A-78E28126FFA6}"/>
          </ac:inkMkLst>
        </pc:inkChg>
        <pc:inkChg chg="add mod">
          <ac:chgData name="Mahima Weerasinghe" userId="e11e3f55-42da-4e07-8ead-4d7a1d7ea1c6" providerId="ADAL" clId="{DEC8990C-F1E8-4081-8796-F50D8B9FA883}" dt="2024-10-13T13:46:10.661" v="2864"/>
          <ac:inkMkLst>
            <pc:docMk/>
            <pc:sldMk cId="403023078" sldId="403"/>
            <ac:inkMk id="115" creationId="{4210E42F-51B2-4DCF-D3FD-559073F51E6A}"/>
          </ac:inkMkLst>
        </pc:inkChg>
        <pc:inkChg chg="add mod">
          <ac:chgData name="Mahima Weerasinghe" userId="e11e3f55-42da-4e07-8ead-4d7a1d7ea1c6" providerId="ADAL" clId="{DEC8990C-F1E8-4081-8796-F50D8B9FA883}" dt="2024-10-13T13:46:10.661" v="2864"/>
          <ac:inkMkLst>
            <pc:docMk/>
            <pc:sldMk cId="403023078" sldId="403"/>
            <ac:inkMk id="117" creationId="{9330ACCB-7EBD-7CEC-0C28-2FECFEB4515B}"/>
          </ac:inkMkLst>
        </pc:inkChg>
        <pc:inkChg chg="add mod">
          <ac:chgData name="Mahima Weerasinghe" userId="e11e3f55-42da-4e07-8ead-4d7a1d7ea1c6" providerId="ADAL" clId="{DEC8990C-F1E8-4081-8796-F50D8B9FA883}" dt="2024-10-13T13:46:10.661" v="2864"/>
          <ac:inkMkLst>
            <pc:docMk/>
            <pc:sldMk cId="403023078" sldId="403"/>
            <ac:inkMk id="118" creationId="{AE77899E-B4F7-A806-1D53-3B82A0682294}"/>
          </ac:inkMkLst>
        </pc:inkChg>
        <pc:inkChg chg="add mod">
          <ac:chgData name="Mahima Weerasinghe" userId="e11e3f55-42da-4e07-8ead-4d7a1d7ea1c6" providerId="ADAL" clId="{DEC8990C-F1E8-4081-8796-F50D8B9FA883}" dt="2024-10-13T13:46:10.661" v="2864"/>
          <ac:inkMkLst>
            <pc:docMk/>
            <pc:sldMk cId="403023078" sldId="403"/>
            <ac:inkMk id="120" creationId="{026DBC87-8F24-7033-357C-77A8009405F4}"/>
          </ac:inkMkLst>
        </pc:inkChg>
        <pc:inkChg chg="add mod">
          <ac:chgData name="Mahima Weerasinghe" userId="e11e3f55-42da-4e07-8ead-4d7a1d7ea1c6" providerId="ADAL" clId="{DEC8990C-F1E8-4081-8796-F50D8B9FA883}" dt="2024-10-13T13:46:10.661" v="2864"/>
          <ac:inkMkLst>
            <pc:docMk/>
            <pc:sldMk cId="403023078" sldId="403"/>
            <ac:inkMk id="121" creationId="{92D98230-0261-71C0-9CC7-948C7FF99C2E}"/>
          </ac:inkMkLst>
        </pc:inkChg>
        <pc:inkChg chg="add mod">
          <ac:chgData name="Mahima Weerasinghe" userId="e11e3f55-42da-4e07-8ead-4d7a1d7ea1c6" providerId="ADAL" clId="{DEC8990C-F1E8-4081-8796-F50D8B9FA883}" dt="2024-10-13T13:46:10.661" v="2864"/>
          <ac:inkMkLst>
            <pc:docMk/>
            <pc:sldMk cId="403023078" sldId="403"/>
            <ac:inkMk id="123" creationId="{FA3B86D6-E1F4-5BE7-4618-DE53CD3449EF}"/>
          </ac:inkMkLst>
        </pc:inkChg>
        <pc:inkChg chg="add">
          <ac:chgData name="Mahima Weerasinghe" userId="e11e3f55-42da-4e07-8ead-4d7a1d7ea1c6" providerId="ADAL" clId="{DEC8990C-F1E8-4081-8796-F50D8B9FA883}" dt="2024-10-13T13:45:31.351" v="2855" actId="9405"/>
          <ac:inkMkLst>
            <pc:docMk/>
            <pc:sldMk cId="403023078" sldId="403"/>
            <ac:inkMk id="125" creationId="{571A8687-BE38-4539-F515-DDBAFF1D82E2}"/>
          </ac:inkMkLst>
        </pc:inkChg>
        <pc:inkChg chg="add">
          <ac:chgData name="Mahima Weerasinghe" userId="e11e3f55-42da-4e07-8ead-4d7a1d7ea1c6" providerId="ADAL" clId="{DEC8990C-F1E8-4081-8796-F50D8B9FA883}" dt="2024-10-13T13:45:33.665" v="2856" actId="9405"/>
          <ac:inkMkLst>
            <pc:docMk/>
            <pc:sldMk cId="403023078" sldId="403"/>
            <ac:inkMk id="126" creationId="{38F02DA0-C704-2056-05AA-40CEB43483F2}"/>
          </ac:inkMkLst>
        </pc:inkChg>
        <pc:inkChg chg="add">
          <ac:chgData name="Mahima Weerasinghe" userId="e11e3f55-42da-4e07-8ead-4d7a1d7ea1c6" providerId="ADAL" clId="{DEC8990C-F1E8-4081-8796-F50D8B9FA883}" dt="2024-10-13T13:45:35.121" v="2857" actId="9405"/>
          <ac:inkMkLst>
            <pc:docMk/>
            <pc:sldMk cId="403023078" sldId="403"/>
            <ac:inkMk id="127" creationId="{408137DC-0F76-F3A1-DB44-3C989A4E5725}"/>
          </ac:inkMkLst>
        </pc:inkChg>
        <pc:inkChg chg="add mod">
          <ac:chgData name="Mahima Weerasinghe" userId="e11e3f55-42da-4e07-8ead-4d7a1d7ea1c6" providerId="ADAL" clId="{DEC8990C-F1E8-4081-8796-F50D8B9FA883}" dt="2024-10-13T13:46:06.981" v="2861"/>
          <ac:inkMkLst>
            <pc:docMk/>
            <pc:sldMk cId="403023078" sldId="403"/>
            <ac:inkMk id="128" creationId="{E156978B-1E87-0F8F-1AE2-987851CD8462}"/>
          </ac:inkMkLst>
        </pc:inkChg>
        <pc:inkChg chg="add mod">
          <ac:chgData name="Mahima Weerasinghe" userId="e11e3f55-42da-4e07-8ead-4d7a1d7ea1c6" providerId="ADAL" clId="{DEC8990C-F1E8-4081-8796-F50D8B9FA883}" dt="2024-10-13T13:46:10.661" v="2864"/>
          <ac:inkMkLst>
            <pc:docMk/>
            <pc:sldMk cId="403023078" sldId="403"/>
            <ac:inkMk id="130" creationId="{ED14997D-2214-D47B-D891-3AD61AD1C1A7}"/>
          </ac:inkMkLst>
        </pc:inkChg>
        <pc:inkChg chg="add mod">
          <ac:chgData name="Mahima Weerasinghe" userId="e11e3f55-42da-4e07-8ead-4d7a1d7ea1c6" providerId="ADAL" clId="{DEC8990C-F1E8-4081-8796-F50D8B9FA883}" dt="2024-10-13T13:46:10.661" v="2864"/>
          <ac:inkMkLst>
            <pc:docMk/>
            <pc:sldMk cId="403023078" sldId="403"/>
            <ac:inkMk id="132" creationId="{AA1AE6BA-EF92-9AAC-BCE6-B1D268FF66AE}"/>
          </ac:inkMkLst>
        </pc:inkChg>
        <pc:inkChg chg="add mod">
          <ac:chgData name="Mahima Weerasinghe" userId="e11e3f55-42da-4e07-8ead-4d7a1d7ea1c6" providerId="ADAL" clId="{DEC8990C-F1E8-4081-8796-F50D8B9FA883}" dt="2024-10-13T13:46:10.661" v="2864"/>
          <ac:inkMkLst>
            <pc:docMk/>
            <pc:sldMk cId="403023078" sldId="403"/>
            <ac:inkMk id="133" creationId="{C144657E-C653-AC55-1CFE-24D43F5D935B}"/>
          </ac:inkMkLst>
        </pc:inkChg>
      </pc:sldChg>
      <pc:sldChg chg="addSp delSp modSp new mod">
        <pc:chgData name="Mahima Weerasinghe" userId="e11e3f55-42da-4e07-8ead-4d7a1d7ea1c6" providerId="ADAL" clId="{DEC8990C-F1E8-4081-8796-F50D8B9FA883}" dt="2024-10-13T13:54:05.820" v="3032" actId="9405"/>
        <pc:sldMkLst>
          <pc:docMk/>
          <pc:sldMk cId="4180522762" sldId="404"/>
        </pc:sldMkLst>
        <pc:spChg chg="mod">
          <ac:chgData name="Mahima Weerasinghe" userId="e11e3f55-42da-4e07-8ead-4d7a1d7ea1c6" providerId="ADAL" clId="{DEC8990C-F1E8-4081-8796-F50D8B9FA883}" dt="2024-10-13T05:28:08.570" v="676" actId="20577"/>
          <ac:spMkLst>
            <pc:docMk/>
            <pc:sldMk cId="4180522762" sldId="404"/>
            <ac:spMk id="2" creationId="{7C4A0B24-9069-9773-2BAC-03911C8613C1}"/>
          </ac:spMkLst>
        </pc:spChg>
        <pc:spChg chg="add del">
          <ac:chgData name="Mahima Weerasinghe" userId="e11e3f55-42da-4e07-8ead-4d7a1d7ea1c6" providerId="ADAL" clId="{DEC8990C-F1E8-4081-8796-F50D8B9FA883}" dt="2024-10-13T05:28:19.080" v="680" actId="22"/>
          <ac:spMkLst>
            <pc:docMk/>
            <pc:sldMk cId="4180522762" sldId="404"/>
            <ac:spMk id="4" creationId="{F9575C45-D2F2-3D8D-1651-1D405A0DB702}"/>
          </ac:spMkLst>
        </pc:spChg>
        <pc:spChg chg="add mod">
          <ac:chgData name="Mahima Weerasinghe" userId="e11e3f55-42da-4e07-8ead-4d7a1d7ea1c6" providerId="ADAL" clId="{DEC8990C-F1E8-4081-8796-F50D8B9FA883}" dt="2024-10-13T05:28:25.547" v="684" actId="1076"/>
          <ac:spMkLst>
            <pc:docMk/>
            <pc:sldMk cId="4180522762" sldId="404"/>
            <ac:spMk id="6" creationId="{C2CD395A-4567-71A5-FAE4-24B3A338F3BC}"/>
          </ac:spMkLst>
        </pc:spChg>
        <pc:grpChg chg="mod">
          <ac:chgData name="Mahima Weerasinghe" userId="e11e3f55-42da-4e07-8ead-4d7a1d7ea1c6" providerId="ADAL" clId="{DEC8990C-F1E8-4081-8796-F50D8B9FA883}" dt="2024-10-13T13:47:44.409" v="2868"/>
          <ac:grpSpMkLst>
            <pc:docMk/>
            <pc:sldMk cId="4180522762" sldId="404"/>
            <ac:grpSpMk id="7" creationId="{294E240E-F4A9-0A61-EB33-900AB19C736C}"/>
          </ac:grpSpMkLst>
        </pc:grpChg>
        <pc:grpChg chg="del mod">
          <ac:chgData name="Mahima Weerasinghe" userId="e11e3f55-42da-4e07-8ead-4d7a1d7ea1c6" providerId="ADAL" clId="{DEC8990C-F1E8-4081-8796-F50D8B9FA883}" dt="2024-10-13T13:47:54.514" v="2875"/>
          <ac:grpSpMkLst>
            <pc:docMk/>
            <pc:sldMk cId="4180522762" sldId="404"/>
            <ac:grpSpMk id="10" creationId="{E190E4FD-0DEC-7206-7D3B-839629933687}"/>
          </ac:grpSpMkLst>
        </pc:grpChg>
        <pc:grpChg chg="del mod">
          <ac:chgData name="Mahima Weerasinghe" userId="e11e3f55-42da-4e07-8ead-4d7a1d7ea1c6" providerId="ADAL" clId="{DEC8990C-F1E8-4081-8796-F50D8B9FA883}" dt="2024-10-13T13:47:59.925" v="2878"/>
          <ac:grpSpMkLst>
            <pc:docMk/>
            <pc:sldMk cId="4180522762" sldId="404"/>
            <ac:grpSpMk id="14" creationId="{C7CEF6E2-DEA5-EC70-11F9-747DC302BD95}"/>
          </ac:grpSpMkLst>
        </pc:grpChg>
        <pc:grpChg chg="mod">
          <ac:chgData name="Mahima Weerasinghe" userId="e11e3f55-42da-4e07-8ead-4d7a1d7ea1c6" providerId="ADAL" clId="{DEC8990C-F1E8-4081-8796-F50D8B9FA883}" dt="2024-10-13T13:47:59.925" v="2878"/>
          <ac:grpSpMkLst>
            <pc:docMk/>
            <pc:sldMk cId="4180522762" sldId="404"/>
            <ac:grpSpMk id="17" creationId="{1A9BD442-733D-E65B-CE2E-782F5F26365A}"/>
          </ac:grpSpMkLst>
        </pc:grpChg>
        <pc:grpChg chg="mod">
          <ac:chgData name="Mahima Weerasinghe" userId="e11e3f55-42da-4e07-8ead-4d7a1d7ea1c6" providerId="ADAL" clId="{DEC8990C-F1E8-4081-8796-F50D8B9FA883}" dt="2024-10-13T13:48:01.425" v="2881"/>
          <ac:grpSpMkLst>
            <pc:docMk/>
            <pc:sldMk cId="4180522762" sldId="404"/>
            <ac:grpSpMk id="20" creationId="{BF03E4F0-F409-3668-3071-30D6CA57B137}"/>
          </ac:grpSpMkLst>
        </pc:grpChg>
        <pc:grpChg chg="mod">
          <ac:chgData name="Mahima Weerasinghe" userId="e11e3f55-42da-4e07-8ead-4d7a1d7ea1c6" providerId="ADAL" clId="{DEC8990C-F1E8-4081-8796-F50D8B9FA883}" dt="2024-10-13T13:48:04.642" v="2887"/>
          <ac:grpSpMkLst>
            <pc:docMk/>
            <pc:sldMk cId="4180522762" sldId="404"/>
            <ac:grpSpMk id="26" creationId="{00E5BCD1-D776-46B7-7C8D-388E3B1B964C}"/>
          </ac:grpSpMkLst>
        </pc:grpChg>
        <pc:grpChg chg="del mod">
          <ac:chgData name="Mahima Weerasinghe" userId="e11e3f55-42da-4e07-8ead-4d7a1d7ea1c6" providerId="ADAL" clId="{DEC8990C-F1E8-4081-8796-F50D8B9FA883}" dt="2024-10-13T13:49:16.311" v="2896"/>
          <ac:grpSpMkLst>
            <pc:docMk/>
            <pc:sldMk cId="4180522762" sldId="404"/>
            <ac:grpSpMk id="33" creationId="{CFB1E3B5-97CC-149A-3154-ED189E64D68C}"/>
          </ac:grpSpMkLst>
        </pc:grpChg>
        <pc:grpChg chg="del mod">
          <ac:chgData name="Mahima Weerasinghe" userId="e11e3f55-42da-4e07-8ead-4d7a1d7ea1c6" providerId="ADAL" clId="{DEC8990C-F1E8-4081-8796-F50D8B9FA883}" dt="2024-10-13T13:49:41.433" v="2911"/>
          <ac:grpSpMkLst>
            <pc:docMk/>
            <pc:sldMk cId="4180522762" sldId="404"/>
            <ac:grpSpMk id="35" creationId="{14A37239-55E5-1A21-EFC9-35531FFEB520}"/>
          </ac:grpSpMkLst>
        </pc:grpChg>
        <pc:grpChg chg="del mod">
          <ac:chgData name="Mahima Weerasinghe" userId="e11e3f55-42da-4e07-8ead-4d7a1d7ea1c6" providerId="ADAL" clId="{DEC8990C-F1E8-4081-8796-F50D8B9FA883}" dt="2024-10-13T13:49:38.614" v="2909"/>
          <ac:grpSpMkLst>
            <pc:docMk/>
            <pc:sldMk cId="4180522762" sldId="404"/>
            <ac:grpSpMk id="41" creationId="{5809331C-9824-BD2B-E33B-E8701A18422D}"/>
          </ac:grpSpMkLst>
        </pc:grpChg>
        <pc:grpChg chg="del mod">
          <ac:chgData name="Mahima Weerasinghe" userId="e11e3f55-42da-4e07-8ead-4d7a1d7ea1c6" providerId="ADAL" clId="{DEC8990C-F1E8-4081-8796-F50D8B9FA883}" dt="2024-10-13T13:49:41.433" v="2911"/>
          <ac:grpSpMkLst>
            <pc:docMk/>
            <pc:sldMk cId="4180522762" sldId="404"/>
            <ac:grpSpMk id="48" creationId="{7CB66F32-5619-1529-41F0-8E24D05A66E7}"/>
          </ac:grpSpMkLst>
        </pc:grpChg>
        <pc:grpChg chg="mod">
          <ac:chgData name="Mahima Weerasinghe" userId="e11e3f55-42da-4e07-8ead-4d7a1d7ea1c6" providerId="ADAL" clId="{DEC8990C-F1E8-4081-8796-F50D8B9FA883}" dt="2024-10-13T13:49:41.433" v="2911"/>
          <ac:grpSpMkLst>
            <pc:docMk/>
            <pc:sldMk cId="4180522762" sldId="404"/>
            <ac:grpSpMk id="50" creationId="{A5BD2822-8624-F62C-280C-A96B64BEBCA1}"/>
          </ac:grpSpMkLst>
        </pc:grpChg>
        <pc:grpChg chg="mod">
          <ac:chgData name="Mahima Weerasinghe" userId="e11e3f55-42da-4e07-8ead-4d7a1d7ea1c6" providerId="ADAL" clId="{DEC8990C-F1E8-4081-8796-F50D8B9FA883}" dt="2024-10-13T13:49:47.235" v="2916"/>
          <ac:grpSpMkLst>
            <pc:docMk/>
            <pc:sldMk cId="4180522762" sldId="404"/>
            <ac:grpSpMk id="55" creationId="{BF29622E-2BCA-AD6A-04E8-DC6E10CED87B}"/>
          </ac:grpSpMkLst>
        </pc:grpChg>
        <pc:grpChg chg="del mod">
          <ac:chgData name="Mahima Weerasinghe" userId="e11e3f55-42da-4e07-8ead-4d7a1d7ea1c6" providerId="ADAL" clId="{DEC8990C-F1E8-4081-8796-F50D8B9FA883}" dt="2024-10-13T13:49:54.916" v="2926"/>
          <ac:grpSpMkLst>
            <pc:docMk/>
            <pc:sldMk cId="4180522762" sldId="404"/>
            <ac:grpSpMk id="63" creationId="{836C2C13-AB37-D9CA-66EA-DCFBEAD48EA3}"/>
          </ac:grpSpMkLst>
        </pc:grpChg>
        <pc:grpChg chg="del mod">
          <ac:chgData name="Mahima Weerasinghe" userId="e11e3f55-42da-4e07-8ead-4d7a1d7ea1c6" providerId="ADAL" clId="{DEC8990C-F1E8-4081-8796-F50D8B9FA883}" dt="2024-10-13T13:51:10.079" v="2964"/>
          <ac:grpSpMkLst>
            <pc:docMk/>
            <pc:sldMk cId="4180522762" sldId="404"/>
            <ac:grpSpMk id="65" creationId="{98FF387E-4558-6CAD-E5B8-697139EBF6DA}"/>
          </ac:grpSpMkLst>
        </pc:grpChg>
        <pc:grpChg chg="del mod">
          <ac:chgData name="Mahima Weerasinghe" userId="e11e3f55-42da-4e07-8ead-4d7a1d7ea1c6" providerId="ADAL" clId="{DEC8990C-F1E8-4081-8796-F50D8B9FA883}" dt="2024-10-13T13:49:59.801" v="2933"/>
          <ac:grpSpMkLst>
            <pc:docMk/>
            <pc:sldMk cId="4180522762" sldId="404"/>
            <ac:grpSpMk id="68" creationId="{C0E2DDEA-1DD8-3598-C1A7-7FABE30E8DB7}"/>
          </ac:grpSpMkLst>
        </pc:grpChg>
        <pc:grpChg chg="del mod">
          <ac:chgData name="Mahima Weerasinghe" userId="e11e3f55-42da-4e07-8ead-4d7a1d7ea1c6" providerId="ADAL" clId="{DEC8990C-F1E8-4081-8796-F50D8B9FA883}" dt="2024-10-13T13:50:06.418" v="2942"/>
          <ac:grpSpMkLst>
            <pc:docMk/>
            <pc:sldMk cId="4180522762" sldId="404"/>
            <ac:grpSpMk id="72" creationId="{9C6A50C0-3443-53EB-AD3D-2A484B981745}"/>
          </ac:grpSpMkLst>
        </pc:grpChg>
        <pc:grpChg chg="del mod">
          <ac:chgData name="Mahima Weerasinghe" userId="e11e3f55-42da-4e07-8ead-4d7a1d7ea1c6" providerId="ADAL" clId="{DEC8990C-F1E8-4081-8796-F50D8B9FA883}" dt="2024-10-13T13:50:29.097" v="2945"/>
          <ac:grpSpMkLst>
            <pc:docMk/>
            <pc:sldMk cId="4180522762" sldId="404"/>
            <ac:grpSpMk id="81" creationId="{3D426ABD-A4E8-46AB-2EB6-90F74119310D}"/>
          </ac:grpSpMkLst>
        </pc:grpChg>
        <pc:grpChg chg="del mod">
          <ac:chgData name="Mahima Weerasinghe" userId="e11e3f55-42da-4e07-8ead-4d7a1d7ea1c6" providerId="ADAL" clId="{DEC8990C-F1E8-4081-8796-F50D8B9FA883}" dt="2024-10-13T13:50:57.531" v="2953"/>
          <ac:grpSpMkLst>
            <pc:docMk/>
            <pc:sldMk cId="4180522762" sldId="404"/>
            <ac:grpSpMk id="84" creationId="{0D78EF93-8AB5-944C-BE87-D067A3D60F8C}"/>
          </ac:grpSpMkLst>
        </pc:grpChg>
        <pc:grpChg chg="del mod">
          <ac:chgData name="Mahima Weerasinghe" userId="e11e3f55-42da-4e07-8ead-4d7a1d7ea1c6" providerId="ADAL" clId="{DEC8990C-F1E8-4081-8796-F50D8B9FA883}" dt="2024-10-13T13:51:10.079" v="2964"/>
          <ac:grpSpMkLst>
            <pc:docMk/>
            <pc:sldMk cId="4180522762" sldId="404"/>
            <ac:grpSpMk id="90" creationId="{77910DFE-0E9B-5C50-CB53-D1612D05F938}"/>
          </ac:grpSpMkLst>
        </pc:grpChg>
        <pc:grpChg chg="del mod">
          <ac:chgData name="Mahima Weerasinghe" userId="e11e3f55-42da-4e07-8ead-4d7a1d7ea1c6" providerId="ADAL" clId="{DEC8990C-F1E8-4081-8796-F50D8B9FA883}" dt="2024-10-13T13:51:00.022" v="2955"/>
          <ac:grpSpMkLst>
            <pc:docMk/>
            <pc:sldMk cId="4180522762" sldId="404"/>
            <ac:grpSpMk id="92" creationId="{6F988D15-9331-C3CE-7CB1-5E4E82CD69D4}"/>
          </ac:grpSpMkLst>
        </pc:grpChg>
        <pc:grpChg chg="del mod">
          <ac:chgData name="Mahima Weerasinghe" userId="e11e3f55-42da-4e07-8ead-4d7a1d7ea1c6" providerId="ADAL" clId="{DEC8990C-F1E8-4081-8796-F50D8B9FA883}" dt="2024-10-13T13:51:04.112" v="2958"/>
          <ac:grpSpMkLst>
            <pc:docMk/>
            <pc:sldMk cId="4180522762" sldId="404"/>
            <ac:grpSpMk id="94" creationId="{EAA0650E-427D-28C1-1757-3A014633298C}"/>
          </ac:grpSpMkLst>
        </pc:grpChg>
        <pc:grpChg chg="del mod">
          <ac:chgData name="Mahima Weerasinghe" userId="e11e3f55-42da-4e07-8ead-4d7a1d7ea1c6" providerId="ADAL" clId="{DEC8990C-F1E8-4081-8796-F50D8B9FA883}" dt="2024-10-13T13:51:10.079" v="2964"/>
          <ac:grpSpMkLst>
            <pc:docMk/>
            <pc:sldMk cId="4180522762" sldId="404"/>
            <ac:grpSpMk id="97" creationId="{CF5E4D02-8E1C-185C-276C-B343284CC084}"/>
          </ac:grpSpMkLst>
        </pc:grpChg>
        <pc:grpChg chg="del mod">
          <ac:chgData name="Mahima Weerasinghe" userId="e11e3f55-42da-4e07-8ead-4d7a1d7ea1c6" providerId="ADAL" clId="{DEC8990C-F1E8-4081-8796-F50D8B9FA883}" dt="2024-10-13T13:53:25.639" v="3011"/>
          <ac:grpSpMkLst>
            <pc:docMk/>
            <pc:sldMk cId="4180522762" sldId="404"/>
            <ac:grpSpMk id="103" creationId="{E11809A2-914B-B4D8-E038-1A1C28E2CDF2}"/>
          </ac:grpSpMkLst>
        </pc:grpChg>
        <pc:grpChg chg="mod">
          <ac:chgData name="Mahima Weerasinghe" userId="e11e3f55-42da-4e07-8ead-4d7a1d7ea1c6" providerId="ADAL" clId="{DEC8990C-F1E8-4081-8796-F50D8B9FA883}" dt="2024-10-13T13:51:25.891" v="2968"/>
          <ac:grpSpMkLst>
            <pc:docMk/>
            <pc:sldMk cId="4180522762" sldId="404"/>
            <ac:grpSpMk id="107" creationId="{CA12BA43-4CAA-64F6-B1B6-EA34B3960595}"/>
          </ac:grpSpMkLst>
        </pc:grpChg>
        <pc:grpChg chg="del mod">
          <ac:chgData name="Mahima Weerasinghe" userId="e11e3f55-42da-4e07-8ead-4d7a1d7ea1c6" providerId="ADAL" clId="{DEC8990C-F1E8-4081-8796-F50D8B9FA883}" dt="2024-10-13T13:51:44.924" v="2973"/>
          <ac:grpSpMkLst>
            <pc:docMk/>
            <pc:sldMk cId="4180522762" sldId="404"/>
            <ac:grpSpMk id="110" creationId="{63CC4C82-22F2-7C50-1FE6-49A79885F86C}"/>
          </ac:grpSpMkLst>
        </pc:grpChg>
        <pc:grpChg chg="mod">
          <ac:chgData name="Mahima Weerasinghe" userId="e11e3f55-42da-4e07-8ead-4d7a1d7ea1c6" providerId="ADAL" clId="{DEC8990C-F1E8-4081-8796-F50D8B9FA883}" dt="2024-10-13T13:51:44.924" v="2973"/>
          <ac:grpSpMkLst>
            <pc:docMk/>
            <pc:sldMk cId="4180522762" sldId="404"/>
            <ac:grpSpMk id="112" creationId="{BCA147BB-C1F2-A084-6ECD-EF4382207CD2}"/>
          </ac:grpSpMkLst>
        </pc:grpChg>
        <pc:grpChg chg="del mod">
          <ac:chgData name="Mahima Weerasinghe" userId="e11e3f55-42da-4e07-8ead-4d7a1d7ea1c6" providerId="ADAL" clId="{DEC8990C-F1E8-4081-8796-F50D8B9FA883}" dt="2024-10-13T13:52:23.465" v="2989"/>
          <ac:grpSpMkLst>
            <pc:docMk/>
            <pc:sldMk cId="4180522762" sldId="404"/>
            <ac:grpSpMk id="124" creationId="{CDD7757A-33F0-6425-C766-C0AEF3B1FDDE}"/>
          </ac:grpSpMkLst>
        </pc:grpChg>
        <pc:grpChg chg="mod">
          <ac:chgData name="Mahima Weerasinghe" userId="e11e3f55-42da-4e07-8ead-4d7a1d7ea1c6" providerId="ADAL" clId="{DEC8990C-F1E8-4081-8796-F50D8B9FA883}" dt="2024-10-13T13:52:23.465" v="2989"/>
          <ac:grpSpMkLst>
            <pc:docMk/>
            <pc:sldMk cId="4180522762" sldId="404"/>
            <ac:grpSpMk id="128" creationId="{5F0C7503-BE0E-A25A-76DF-B46D6181648E}"/>
          </ac:grpSpMkLst>
        </pc:grpChg>
        <pc:grpChg chg="mod">
          <ac:chgData name="Mahima Weerasinghe" userId="e11e3f55-42da-4e07-8ead-4d7a1d7ea1c6" providerId="ADAL" clId="{DEC8990C-F1E8-4081-8796-F50D8B9FA883}" dt="2024-10-13T13:52:40.233" v="2992"/>
          <ac:grpSpMkLst>
            <pc:docMk/>
            <pc:sldMk cId="4180522762" sldId="404"/>
            <ac:grpSpMk id="131" creationId="{322EC65D-AA0D-ADA7-13D7-82E25E75BA70}"/>
          </ac:grpSpMkLst>
        </pc:grpChg>
        <pc:grpChg chg="del mod">
          <ac:chgData name="Mahima Weerasinghe" userId="e11e3f55-42da-4e07-8ead-4d7a1d7ea1c6" providerId="ADAL" clId="{DEC8990C-F1E8-4081-8796-F50D8B9FA883}" dt="2024-10-13T13:53:25.639" v="3011"/>
          <ac:grpSpMkLst>
            <pc:docMk/>
            <pc:sldMk cId="4180522762" sldId="404"/>
            <ac:grpSpMk id="135" creationId="{383A9CE5-3CDE-ABEB-50C3-A8D8DB89A8DE}"/>
          </ac:grpSpMkLst>
        </pc:grpChg>
        <pc:grpChg chg="del mod">
          <ac:chgData name="Mahima Weerasinghe" userId="e11e3f55-42da-4e07-8ead-4d7a1d7ea1c6" providerId="ADAL" clId="{DEC8990C-F1E8-4081-8796-F50D8B9FA883}" dt="2024-10-13T13:53:25.639" v="3011"/>
          <ac:grpSpMkLst>
            <pc:docMk/>
            <pc:sldMk cId="4180522762" sldId="404"/>
            <ac:grpSpMk id="141" creationId="{2807B48E-6FC3-1396-0A2D-52C1642AD090}"/>
          </ac:grpSpMkLst>
        </pc:grpChg>
        <pc:grpChg chg="del mod">
          <ac:chgData name="Mahima Weerasinghe" userId="e11e3f55-42da-4e07-8ead-4d7a1d7ea1c6" providerId="ADAL" clId="{DEC8990C-F1E8-4081-8796-F50D8B9FA883}" dt="2024-10-13T13:53:27.651" v="3013"/>
          <ac:grpSpMkLst>
            <pc:docMk/>
            <pc:sldMk cId="4180522762" sldId="404"/>
            <ac:grpSpMk id="150" creationId="{48ADB87D-63DA-9D3A-88C6-AD3B6A205C85}"/>
          </ac:grpSpMkLst>
        </pc:grpChg>
        <pc:grpChg chg="del mod">
          <ac:chgData name="Mahima Weerasinghe" userId="e11e3f55-42da-4e07-8ead-4d7a1d7ea1c6" providerId="ADAL" clId="{DEC8990C-F1E8-4081-8796-F50D8B9FA883}" dt="2024-10-13T13:53:37.207" v="3029"/>
          <ac:grpSpMkLst>
            <pc:docMk/>
            <pc:sldMk cId="4180522762" sldId="404"/>
            <ac:grpSpMk id="152" creationId="{379C378B-1BD1-1482-92DB-19D72EC468B5}"/>
          </ac:grpSpMkLst>
        </pc:grpChg>
        <pc:grpChg chg="mod">
          <ac:chgData name="Mahima Weerasinghe" userId="e11e3f55-42da-4e07-8ead-4d7a1d7ea1c6" providerId="ADAL" clId="{DEC8990C-F1E8-4081-8796-F50D8B9FA883}" dt="2024-10-13T13:53:37.207" v="3029"/>
          <ac:grpSpMkLst>
            <pc:docMk/>
            <pc:sldMk cId="4180522762" sldId="404"/>
            <ac:grpSpMk id="168" creationId="{8E07FBB7-3815-FAF6-F21D-FEB112253678}"/>
          </ac:grpSpMkLst>
        </pc:grpChg>
        <pc:inkChg chg="add mod">
          <ac:chgData name="Mahima Weerasinghe" userId="e11e3f55-42da-4e07-8ead-4d7a1d7ea1c6" providerId="ADAL" clId="{DEC8990C-F1E8-4081-8796-F50D8B9FA883}" dt="2024-10-13T13:47:44.409" v="2868"/>
          <ac:inkMkLst>
            <pc:docMk/>
            <pc:sldMk cId="4180522762" sldId="404"/>
            <ac:inkMk id="3" creationId="{4F340952-DE5B-3717-10B0-4016FDA9B29F}"/>
          </ac:inkMkLst>
        </pc:inkChg>
        <pc:inkChg chg="add mod">
          <ac:chgData name="Mahima Weerasinghe" userId="e11e3f55-42da-4e07-8ead-4d7a1d7ea1c6" providerId="ADAL" clId="{DEC8990C-F1E8-4081-8796-F50D8B9FA883}" dt="2024-10-13T13:47:44.409" v="2868"/>
          <ac:inkMkLst>
            <pc:docMk/>
            <pc:sldMk cId="4180522762" sldId="404"/>
            <ac:inkMk id="4" creationId="{A4D0430F-4568-5EEC-95FC-63BDC083B7B4}"/>
          </ac:inkMkLst>
        </pc:inkChg>
        <pc:inkChg chg="add mod">
          <ac:chgData name="Mahima Weerasinghe" userId="e11e3f55-42da-4e07-8ead-4d7a1d7ea1c6" providerId="ADAL" clId="{DEC8990C-F1E8-4081-8796-F50D8B9FA883}" dt="2024-10-13T13:47:44.409" v="2868"/>
          <ac:inkMkLst>
            <pc:docMk/>
            <pc:sldMk cId="4180522762" sldId="404"/>
            <ac:inkMk id="5" creationId="{7F9B3A71-9B32-396A-896E-1A62AA4C8CBC}"/>
          </ac:inkMkLst>
        </pc:inkChg>
        <pc:inkChg chg="add mod">
          <ac:chgData name="Mahima Weerasinghe" userId="e11e3f55-42da-4e07-8ead-4d7a1d7ea1c6" providerId="ADAL" clId="{DEC8990C-F1E8-4081-8796-F50D8B9FA883}" dt="2024-10-13T13:47:59.925" v="2878"/>
          <ac:inkMkLst>
            <pc:docMk/>
            <pc:sldMk cId="4180522762" sldId="404"/>
            <ac:inkMk id="8" creationId="{18CF5416-F546-9BC4-D1D3-F9B8A0140393}"/>
          </ac:inkMkLst>
        </pc:inkChg>
        <pc:inkChg chg="add mod">
          <ac:chgData name="Mahima Weerasinghe" userId="e11e3f55-42da-4e07-8ead-4d7a1d7ea1c6" providerId="ADAL" clId="{DEC8990C-F1E8-4081-8796-F50D8B9FA883}" dt="2024-10-13T13:47:59.925" v="2878"/>
          <ac:inkMkLst>
            <pc:docMk/>
            <pc:sldMk cId="4180522762" sldId="404"/>
            <ac:inkMk id="9" creationId="{221BC816-E578-8B94-37BF-ABBB32E538B2}"/>
          </ac:inkMkLst>
        </pc:inkChg>
        <pc:inkChg chg="add mod">
          <ac:chgData name="Mahima Weerasinghe" userId="e11e3f55-42da-4e07-8ead-4d7a1d7ea1c6" providerId="ADAL" clId="{DEC8990C-F1E8-4081-8796-F50D8B9FA883}" dt="2024-10-13T13:47:59.925" v="2878"/>
          <ac:inkMkLst>
            <pc:docMk/>
            <pc:sldMk cId="4180522762" sldId="404"/>
            <ac:inkMk id="11" creationId="{4511FD4E-3CA0-8082-6569-22A34D67097D}"/>
          </ac:inkMkLst>
        </pc:inkChg>
        <pc:inkChg chg="add mod">
          <ac:chgData name="Mahima Weerasinghe" userId="e11e3f55-42da-4e07-8ead-4d7a1d7ea1c6" providerId="ADAL" clId="{DEC8990C-F1E8-4081-8796-F50D8B9FA883}" dt="2024-10-13T13:47:59.925" v="2878"/>
          <ac:inkMkLst>
            <pc:docMk/>
            <pc:sldMk cId="4180522762" sldId="404"/>
            <ac:inkMk id="12" creationId="{45F56901-4047-F21A-CE2F-7DAA64473446}"/>
          </ac:inkMkLst>
        </pc:inkChg>
        <pc:inkChg chg="add mod">
          <ac:chgData name="Mahima Weerasinghe" userId="e11e3f55-42da-4e07-8ead-4d7a1d7ea1c6" providerId="ADAL" clId="{DEC8990C-F1E8-4081-8796-F50D8B9FA883}" dt="2024-10-13T13:47:59.925" v="2878"/>
          <ac:inkMkLst>
            <pc:docMk/>
            <pc:sldMk cId="4180522762" sldId="404"/>
            <ac:inkMk id="13" creationId="{DDEB186F-15B0-6003-6371-48BD4732ABA1}"/>
          </ac:inkMkLst>
        </pc:inkChg>
        <pc:inkChg chg="add mod">
          <ac:chgData name="Mahima Weerasinghe" userId="e11e3f55-42da-4e07-8ead-4d7a1d7ea1c6" providerId="ADAL" clId="{DEC8990C-F1E8-4081-8796-F50D8B9FA883}" dt="2024-10-13T13:47:59.925" v="2878"/>
          <ac:inkMkLst>
            <pc:docMk/>
            <pc:sldMk cId="4180522762" sldId="404"/>
            <ac:inkMk id="15" creationId="{A5429EAE-46C2-98B9-6FD9-ED6537EE1065}"/>
          </ac:inkMkLst>
        </pc:inkChg>
        <pc:inkChg chg="add mod">
          <ac:chgData name="Mahima Weerasinghe" userId="e11e3f55-42da-4e07-8ead-4d7a1d7ea1c6" providerId="ADAL" clId="{DEC8990C-F1E8-4081-8796-F50D8B9FA883}" dt="2024-10-13T13:48:01.425" v="2881"/>
          <ac:inkMkLst>
            <pc:docMk/>
            <pc:sldMk cId="4180522762" sldId="404"/>
            <ac:inkMk id="16" creationId="{B4FF7A25-C7FE-2D4E-04E2-80E00900A115}"/>
          </ac:inkMkLst>
        </pc:inkChg>
        <pc:inkChg chg="add mod">
          <ac:chgData name="Mahima Weerasinghe" userId="e11e3f55-42da-4e07-8ead-4d7a1d7ea1c6" providerId="ADAL" clId="{DEC8990C-F1E8-4081-8796-F50D8B9FA883}" dt="2024-10-13T13:48:01.425" v="2881"/>
          <ac:inkMkLst>
            <pc:docMk/>
            <pc:sldMk cId="4180522762" sldId="404"/>
            <ac:inkMk id="18" creationId="{AA9D2921-F127-2643-70CA-13C522BBD987}"/>
          </ac:inkMkLst>
        </pc:inkChg>
        <pc:inkChg chg="add mod">
          <ac:chgData name="Mahima Weerasinghe" userId="e11e3f55-42da-4e07-8ead-4d7a1d7ea1c6" providerId="ADAL" clId="{DEC8990C-F1E8-4081-8796-F50D8B9FA883}" dt="2024-10-13T13:48:01.425" v="2881"/>
          <ac:inkMkLst>
            <pc:docMk/>
            <pc:sldMk cId="4180522762" sldId="404"/>
            <ac:inkMk id="19" creationId="{8A03BAB0-6198-E755-5194-0C9B105F828B}"/>
          </ac:inkMkLst>
        </pc:inkChg>
        <pc:inkChg chg="add mod">
          <ac:chgData name="Mahima Weerasinghe" userId="e11e3f55-42da-4e07-8ead-4d7a1d7ea1c6" providerId="ADAL" clId="{DEC8990C-F1E8-4081-8796-F50D8B9FA883}" dt="2024-10-13T13:48:04.642" v="2887"/>
          <ac:inkMkLst>
            <pc:docMk/>
            <pc:sldMk cId="4180522762" sldId="404"/>
            <ac:inkMk id="21" creationId="{3EA24620-2DDD-6FD2-5414-7E91D7417E74}"/>
          </ac:inkMkLst>
        </pc:inkChg>
        <pc:inkChg chg="add mod">
          <ac:chgData name="Mahima Weerasinghe" userId="e11e3f55-42da-4e07-8ead-4d7a1d7ea1c6" providerId="ADAL" clId="{DEC8990C-F1E8-4081-8796-F50D8B9FA883}" dt="2024-10-13T13:48:04.642" v="2887"/>
          <ac:inkMkLst>
            <pc:docMk/>
            <pc:sldMk cId="4180522762" sldId="404"/>
            <ac:inkMk id="22" creationId="{E7B1585F-9544-1CE5-547E-4651DEFCF3C5}"/>
          </ac:inkMkLst>
        </pc:inkChg>
        <pc:inkChg chg="add mod">
          <ac:chgData name="Mahima Weerasinghe" userId="e11e3f55-42da-4e07-8ead-4d7a1d7ea1c6" providerId="ADAL" clId="{DEC8990C-F1E8-4081-8796-F50D8B9FA883}" dt="2024-10-13T13:48:04.642" v="2887"/>
          <ac:inkMkLst>
            <pc:docMk/>
            <pc:sldMk cId="4180522762" sldId="404"/>
            <ac:inkMk id="23" creationId="{5226BE9D-0C67-8202-F7CB-51CE2B0648AC}"/>
          </ac:inkMkLst>
        </pc:inkChg>
        <pc:inkChg chg="add mod">
          <ac:chgData name="Mahima Weerasinghe" userId="e11e3f55-42da-4e07-8ead-4d7a1d7ea1c6" providerId="ADAL" clId="{DEC8990C-F1E8-4081-8796-F50D8B9FA883}" dt="2024-10-13T13:48:04.642" v="2887"/>
          <ac:inkMkLst>
            <pc:docMk/>
            <pc:sldMk cId="4180522762" sldId="404"/>
            <ac:inkMk id="24" creationId="{80A312DE-EC45-2A49-406C-87B884AE7661}"/>
          </ac:inkMkLst>
        </pc:inkChg>
        <pc:inkChg chg="add mod">
          <ac:chgData name="Mahima Weerasinghe" userId="e11e3f55-42da-4e07-8ead-4d7a1d7ea1c6" providerId="ADAL" clId="{DEC8990C-F1E8-4081-8796-F50D8B9FA883}" dt="2024-10-13T13:48:04.642" v="2887"/>
          <ac:inkMkLst>
            <pc:docMk/>
            <pc:sldMk cId="4180522762" sldId="404"/>
            <ac:inkMk id="25" creationId="{B7546370-FF82-6E1D-BEC5-1B82A4BFC0BC}"/>
          </ac:inkMkLst>
        </pc:inkChg>
        <pc:inkChg chg="add">
          <ac:chgData name="Mahima Weerasinghe" userId="e11e3f55-42da-4e07-8ead-4d7a1d7ea1c6" providerId="ADAL" clId="{DEC8990C-F1E8-4081-8796-F50D8B9FA883}" dt="2024-10-13T13:49:01.525" v="2888" actId="9405"/>
          <ac:inkMkLst>
            <pc:docMk/>
            <pc:sldMk cId="4180522762" sldId="404"/>
            <ac:inkMk id="27" creationId="{2074678D-23CA-1D76-0B9B-BB59B6C39ECE}"/>
          </ac:inkMkLst>
        </pc:inkChg>
        <pc:inkChg chg="add">
          <ac:chgData name="Mahima Weerasinghe" userId="e11e3f55-42da-4e07-8ead-4d7a1d7ea1c6" providerId="ADAL" clId="{DEC8990C-F1E8-4081-8796-F50D8B9FA883}" dt="2024-10-13T13:49:05.112" v="2889" actId="9405"/>
          <ac:inkMkLst>
            <pc:docMk/>
            <pc:sldMk cId="4180522762" sldId="404"/>
            <ac:inkMk id="28" creationId="{59455155-3E1A-83FF-FE8B-9273C2D19AC4}"/>
          </ac:inkMkLst>
        </pc:inkChg>
        <pc:inkChg chg="add mod">
          <ac:chgData name="Mahima Weerasinghe" userId="e11e3f55-42da-4e07-8ead-4d7a1d7ea1c6" providerId="ADAL" clId="{DEC8990C-F1E8-4081-8796-F50D8B9FA883}" dt="2024-10-13T13:49:41.433" v="2911"/>
          <ac:inkMkLst>
            <pc:docMk/>
            <pc:sldMk cId="4180522762" sldId="404"/>
            <ac:inkMk id="29" creationId="{4A2D205A-192F-D75A-C754-4AACCE4A803A}"/>
          </ac:inkMkLst>
        </pc:inkChg>
        <pc:inkChg chg="add mod">
          <ac:chgData name="Mahima Weerasinghe" userId="e11e3f55-42da-4e07-8ead-4d7a1d7ea1c6" providerId="ADAL" clId="{DEC8990C-F1E8-4081-8796-F50D8B9FA883}" dt="2024-10-13T13:49:41.433" v="2911"/>
          <ac:inkMkLst>
            <pc:docMk/>
            <pc:sldMk cId="4180522762" sldId="404"/>
            <ac:inkMk id="30" creationId="{4A544B54-C804-2DED-8DFF-81694453FD50}"/>
          </ac:inkMkLst>
        </pc:inkChg>
        <pc:inkChg chg="add mod">
          <ac:chgData name="Mahima Weerasinghe" userId="e11e3f55-42da-4e07-8ead-4d7a1d7ea1c6" providerId="ADAL" clId="{DEC8990C-F1E8-4081-8796-F50D8B9FA883}" dt="2024-10-13T13:49:41.433" v="2911"/>
          <ac:inkMkLst>
            <pc:docMk/>
            <pc:sldMk cId="4180522762" sldId="404"/>
            <ac:inkMk id="31" creationId="{B5CC1FB5-C25F-32E7-17B6-AB7560DABBFE}"/>
          </ac:inkMkLst>
        </pc:inkChg>
        <pc:inkChg chg="add mod">
          <ac:chgData name="Mahima Weerasinghe" userId="e11e3f55-42da-4e07-8ead-4d7a1d7ea1c6" providerId="ADAL" clId="{DEC8990C-F1E8-4081-8796-F50D8B9FA883}" dt="2024-10-13T13:49:41.433" v="2911"/>
          <ac:inkMkLst>
            <pc:docMk/>
            <pc:sldMk cId="4180522762" sldId="404"/>
            <ac:inkMk id="32" creationId="{AF255643-32AF-9C4D-28FC-C0456779FAEC}"/>
          </ac:inkMkLst>
        </pc:inkChg>
        <pc:inkChg chg="add mod">
          <ac:chgData name="Mahima Weerasinghe" userId="e11e3f55-42da-4e07-8ead-4d7a1d7ea1c6" providerId="ADAL" clId="{DEC8990C-F1E8-4081-8796-F50D8B9FA883}" dt="2024-10-13T13:49:41.433" v="2911"/>
          <ac:inkMkLst>
            <pc:docMk/>
            <pc:sldMk cId="4180522762" sldId="404"/>
            <ac:inkMk id="34" creationId="{8695193E-6571-0529-D412-F73606BEAADB}"/>
          </ac:inkMkLst>
        </pc:inkChg>
        <pc:inkChg chg="add">
          <ac:chgData name="Mahima Weerasinghe" userId="e11e3f55-42da-4e07-8ead-4d7a1d7ea1c6" providerId="ADAL" clId="{DEC8990C-F1E8-4081-8796-F50D8B9FA883}" dt="2024-10-13T13:49:20.656" v="2897" actId="9405"/>
          <ac:inkMkLst>
            <pc:docMk/>
            <pc:sldMk cId="4180522762" sldId="404"/>
            <ac:inkMk id="36" creationId="{B60BCC51-D6E0-65C8-6F9D-449D63384E3F}"/>
          </ac:inkMkLst>
        </pc:inkChg>
        <pc:inkChg chg="add mod">
          <ac:chgData name="Mahima Weerasinghe" userId="e11e3f55-42da-4e07-8ead-4d7a1d7ea1c6" providerId="ADAL" clId="{DEC8990C-F1E8-4081-8796-F50D8B9FA883}" dt="2024-10-13T13:49:41.433" v="2911"/>
          <ac:inkMkLst>
            <pc:docMk/>
            <pc:sldMk cId="4180522762" sldId="404"/>
            <ac:inkMk id="37" creationId="{4D0BE056-9425-6AFB-9906-0E3FD1A74DA6}"/>
          </ac:inkMkLst>
        </pc:inkChg>
        <pc:inkChg chg="add mod">
          <ac:chgData name="Mahima Weerasinghe" userId="e11e3f55-42da-4e07-8ead-4d7a1d7ea1c6" providerId="ADAL" clId="{DEC8990C-F1E8-4081-8796-F50D8B9FA883}" dt="2024-10-13T13:49:41.433" v="2911"/>
          <ac:inkMkLst>
            <pc:docMk/>
            <pc:sldMk cId="4180522762" sldId="404"/>
            <ac:inkMk id="38" creationId="{C226FFC2-B32C-7A95-49EE-CC23ACEAEBC8}"/>
          </ac:inkMkLst>
        </pc:inkChg>
        <pc:inkChg chg="add mod">
          <ac:chgData name="Mahima Weerasinghe" userId="e11e3f55-42da-4e07-8ead-4d7a1d7ea1c6" providerId="ADAL" clId="{DEC8990C-F1E8-4081-8796-F50D8B9FA883}" dt="2024-10-13T13:49:41.433" v="2911"/>
          <ac:inkMkLst>
            <pc:docMk/>
            <pc:sldMk cId="4180522762" sldId="404"/>
            <ac:inkMk id="39" creationId="{3B2339A6-B4D8-39E6-6E5A-DD9682BCDEFF}"/>
          </ac:inkMkLst>
        </pc:inkChg>
        <pc:inkChg chg="add mod">
          <ac:chgData name="Mahima Weerasinghe" userId="e11e3f55-42da-4e07-8ead-4d7a1d7ea1c6" providerId="ADAL" clId="{DEC8990C-F1E8-4081-8796-F50D8B9FA883}" dt="2024-10-13T13:49:41.433" v="2911"/>
          <ac:inkMkLst>
            <pc:docMk/>
            <pc:sldMk cId="4180522762" sldId="404"/>
            <ac:inkMk id="40" creationId="{A5B2DAD4-B4CF-8E17-1721-25981C782756}"/>
          </ac:inkMkLst>
        </pc:inkChg>
        <pc:inkChg chg="add mod">
          <ac:chgData name="Mahima Weerasinghe" userId="e11e3f55-42da-4e07-8ead-4d7a1d7ea1c6" providerId="ADAL" clId="{DEC8990C-F1E8-4081-8796-F50D8B9FA883}" dt="2024-10-13T13:49:41.433" v="2911"/>
          <ac:inkMkLst>
            <pc:docMk/>
            <pc:sldMk cId="4180522762" sldId="404"/>
            <ac:inkMk id="42" creationId="{67A85D69-2D67-3F38-4AF6-73CDFD69A2B4}"/>
          </ac:inkMkLst>
        </pc:inkChg>
        <pc:inkChg chg="add mod">
          <ac:chgData name="Mahima Weerasinghe" userId="e11e3f55-42da-4e07-8ead-4d7a1d7ea1c6" providerId="ADAL" clId="{DEC8990C-F1E8-4081-8796-F50D8B9FA883}" dt="2024-10-13T13:49:41.433" v="2911"/>
          <ac:inkMkLst>
            <pc:docMk/>
            <pc:sldMk cId="4180522762" sldId="404"/>
            <ac:inkMk id="43" creationId="{74DA3393-88DE-DAAC-5897-BC69A78DD58D}"/>
          </ac:inkMkLst>
        </pc:inkChg>
        <pc:inkChg chg="add mod">
          <ac:chgData name="Mahima Weerasinghe" userId="e11e3f55-42da-4e07-8ead-4d7a1d7ea1c6" providerId="ADAL" clId="{DEC8990C-F1E8-4081-8796-F50D8B9FA883}" dt="2024-10-13T13:49:41.433" v="2911"/>
          <ac:inkMkLst>
            <pc:docMk/>
            <pc:sldMk cId="4180522762" sldId="404"/>
            <ac:inkMk id="44" creationId="{145FDD7B-E124-F857-F998-8E612257C9B1}"/>
          </ac:inkMkLst>
        </pc:inkChg>
        <pc:inkChg chg="add mod">
          <ac:chgData name="Mahima Weerasinghe" userId="e11e3f55-42da-4e07-8ead-4d7a1d7ea1c6" providerId="ADAL" clId="{DEC8990C-F1E8-4081-8796-F50D8B9FA883}" dt="2024-10-13T13:49:41.433" v="2911"/>
          <ac:inkMkLst>
            <pc:docMk/>
            <pc:sldMk cId="4180522762" sldId="404"/>
            <ac:inkMk id="45" creationId="{DE69492E-B49A-6449-D6A6-B9E1866D26F4}"/>
          </ac:inkMkLst>
        </pc:inkChg>
        <pc:inkChg chg="add mod">
          <ac:chgData name="Mahima Weerasinghe" userId="e11e3f55-42da-4e07-8ead-4d7a1d7ea1c6" providerId="ADAL" clId="{DEC8990C-F1E8-4081-8796-F50D8B9FA883}" dt="2024-10-13T13:49:41.433" v="2911"/>
          <ac:inkMkLst>
            <pc:docMk/>
            <pc:sldMk cId="4180522762" sldId="404"/>
            <ac:inkMk id="46" creationId="{F31DB9BB-BE80-EB0D-5AB0-5BE04EEE3FBE}"/>
          </ac:inkMkLst>
        </pc:inkChg>
        <pc:inkChg chg="add mod">
          <ac:chgData name="Mahima Weerasinghe" userId="e11e3f55-42da-4e07-8ead-4d7a1d7ea1c6" providerId="ADAL" clId="{DEC8990C-F1E8-4081-8796-F50D8B9FA883}" dt="2024-10-13T13:49:41.433" v="2911"/>
          <ac:inkMkLst>
            <pc:docMk/>
            <pc:sldMk cId="4180522762" sldId="404"/>
            <ac:inkMk id="47" creationId="{5D6D4876-5EDD-1E8E-8F66-6A55171D9C00}"/>
          </ac:inkMkLst>
        </pc:inkChg>
        <pc:inkChg chg="add mod">
          <ac:chgData name="Mahima Weerasinghe" userId="e11e3f55-42da-4e07-8ead-4d7a1d7ea1c6" providerId="ADAL" clId="{DEC8990C-F1E8-4081-8796-F50D8B9FA883}" dt="2024-10-13T13:49:41.433" v="2911"/>
          <ac:inkMkLst>
            <pc:docMk/>
            <pc:sldMk cId="4180522762" sldId="404"/>
            <ac:inkMk id="49" creationId="{303AD441-35BE-B18C-259E-22D28F1ABD74}"/>
          </ac:inkMkLst>
        </pc:inkChg>
        <pc:inkChg chg="add mod">
          <ac:chgData name="Mahima Weerasinghe" userId="e11e3f55-42da-4e07-8ead-4d7a1d7ea1c6" providerId="ADAL" clId="{DEC8990C-F1E8-4081-8796-F50D8B9FA883}" dt="2024-10-13T13:49:47.235" v="2916"/>
          <ac:inkMkLst>
            <pc:docMk/>
            <pc:sldMk cId="4180522762" sldId="404"/>
            <ac:inkMk id="51" creationId="{B6E08B65-3912-8F1C-4578-6AC802CAAAC4}"/>
          </ac:inkMkLst>
        </pc:inkChg>
        <pc:inkChg chg="add mod">
          <ac:chgData name="Mahima Weerasinghe" userId="e11e3f55-42da-4e07-8ead-4d7a1d7ea1c6" providerId="ADAL" clId="{DEC8990C-F1E8-4081-8796-F50D8B9FA883}" dt="2024-10-13T13:49:47.235" v="2916"/>
          <ac:inkMkLst>
            <pc:docMk/>
            <pc:sldMk cId="4180522762" sldId="404"/>
            <ac:inkMk id="52" creationId="{CB63A031-9460-2A15-DF57-9FFAD5FFCE38}"/>
          </ac:inkMkLst>
        </pc:inkChg>
        <pc:inkChg chg="add mod">
          <ac:chgData name="Mahima Weerasinghe" userId="e11e3f55-42da-4e07-8ead-4d7a1d7ea1c6" providerId="ADAL" clId="{DEC8990C-F1E8-4081-8796-F50D8B9FA883}" dt="2024-10-13T13:49:47.235" v="2916"/>
          <ac:inkMkLst>
            <pc:docMk/>
            <pc:sldMk cId="4180522762" sldId="404"/>
            <ac:inkMk id="53" creationId="{7681283A-C41B-3FD2-4F4A-C3F231833FE4}"/>
          </ac:inkMkLst>
        </pc:inkChg>
        <pc:inkChg chg="add mod">
          <ac:chgData name="Mahima Weerasinghe" userId="e11e3f55-42da-4e07-8ead-4d7a1d7ea1c6" providerId="ADAL" clId="{DEC8990C-F1E8-4081-8796-F50D8B9FA883}" dt="2024-10-13T13:49:47.235" v="2916"/>
          <ac:inkMkLst>
            <pc:docMk/>
            <pc:sldMk cId="4180522762" sldId="404"/>
            <ac:inkMk id="54" creationId="{930EE620-7C79-2BA7-E2FE-1005AD1E6260}"/>
          </ac:inkMkLst>
        </pc:inkChg>
        <pc:inkChg chg="add mod">
          <ac:chgData name="Mahima Weerasinghe" userId="e11e3f55-42da-4e07-8ead-4d7a1d7ea1c6" providerId="ADAL" clId="{DEC8990C-F1E8-4081-8796-F50D8B9FA883}" dt="2024-10-13T13:53:37.207" v="3029"/>
          <ac:inkMkLst>
            <pc:docMk/>
            <pc:sldMk cId="4180522762" sldId="404"/>
            <ac:inkMk id="56" creationId="{27B10567-CAFA-CB02-A4FB-B2EC3AEF9717}"/>
          </ac:inkMkLst>
        </pc:inkChg>
        <pc:inkChg chg="add mod">
          <ac:chgData name="Mahima Weerasinghe" userId="e11e3f55-42da-4e07-8ead-4d7a1d7ea1c6" providerId="ADAL" clId="{DEC8990C-F1E8-4081-8796-F50D8B9FA883}" dt="2024-10-13T13:53:37.207" v="3029"/>
          <ac:inkMkLst>
            <pc:docMk/>
            <pc:sldMk cId="4180522762" sldId="404"/>
            <ac:inkMk id="57" creationId="{33CF30A6-E5BB-0591-5BA9-4D4B69C4C5D8}"/>
          </ac:inkMkLst>
        </pc:inkChg>
        <pc:inkChg chg="add mod">
          <ac:chgData name="Mahima Weerasinghe" userId="e11e3f55-42da-4e07-8ead-4d7a1d7ea1c6" providerId="ADAL" clId="{DEC8990C-F1E8-4081-8796-F50D8B9FA883}" dt="2024-10-13T13:53:37.207" v="3029"/>
          <ac:inkMkLst>
            <pc:docMk/>
            <pc:sldMk cId="4180522762" sldId="404"/>
            <ac:inkMk id="58" creationId="{DAB348B6-BE2F-EFE5-6A48-84BA4D304505}"/>
          </ac:inkMkLst>
        </pc:inkChg>
        <pc:inkChg chg="add mod">
          <ac:chgData name="Mahima Weerasinghe" userId="e11e3f55-42da-4e07-8ead-4d7a1d7ea1c6" providerId="ADAL" clId="{DEC8990C-F1E8-4081-8796-F50D8B9FA883}" dt="2024-10-13T13:53:37.207" v="3029"/>
          <ac:inkMkLst>
            <pc:docMk/>
            <pc:sldMk cId="4180522762" sldId="404"/>
            <ac:inkMk id="59" creationId="{203E3CCD-778C-F881-2011-59AD72834DDB}"/>
          </ac:inkMkLst>
        </pc:inkChg>
        <pc:inkChg chg="add mod">
          <ac:chgData name="Mahima Weerasinghe" userId="e11e3f55-42da-4e07-8ead-4d7a1d7ea1c6" providerId="ADAL" clId="{DEC8990C-F1E8-4081-8796-F50D8B9FA883}" dt="2024-10-13T13:53:37.207" v="3029"/>
          <ac:inkMkLst>
            <pc:docMk/>
            <pc:sldMk cId="4180522762" sldId="404"/>
            <ac:inkMk id="60" creationId="{DFC2E7B1-52D9-C8A1-F375-4286BBBAD526}"/>
          </ac:inkMkLst>
        </pc:inkChg>
        <pc:inkChg chg="add mod">
          <ac:chgData name="Mahima Weerasinghe" userId="e11e3f55-42da-4e07-8ead-4d7a1d7ea1c6" providerId="ADAL" clId="{DEC8990C-F1E8-4081-8796-F50D8B9FA883}" dt="2024-10-13T13:53:37.207" v="3029"/>
          <ac:inkMkLst>
            <pc:docMk/>
            <pc:sldMk cId="4180522762" sldId="404"/>
            <ac:inkMk id="61" creationId="{BA56BAEB-1331-4CFA-7583-D9A2A86B01F2}"/>
          </ac:inkMkLst>
        </pc:inkChg>
        <pc:inkChg chg="add mod">
          <ac:chgData name="Mahima Weerasinghe" userId="e11e3f55-42da-4e07-8ead-4d7a1d7ea1c6" providerId="ADAL" clId="{DEC8990C-F1E8-4081-8796-F50D8B9FA883}" dt="2024-10-13T13:53:37.207" v="3029"/>
          <ac:inkMkLst>
            <pc:docMk/>
            <pc:sldMk cId="4180522762" sldId="404"/>
            <ac:inkMk id="62" creationId="{9CC4102F-3A3A-3A2D-5692-0B6E3452B746}"/>
          </ac:inkMkLst>
        </pc:inkChg>
        <pc:inkChg chg="add mod">
          <ac:chgData name="Mahima Weerasinghe" userId="e11e3f55-42da-4e07-8ead-4d7a1d7ea1c6" providerId="ADAL" clId="{DEC8990C-F1E8-4081-8796-F50D8B9FA883}" dt="2024-10-13T13:53:37.207" v="3029"/>
          <ac:inkMkLst>
            <pc:docMk/>
            <pc:sldMk cId="4180522762" sldId="404"/>
            <ac:inkMk id="64" creationId="{43521C7F-2AD0-B94C-E0CF-D1E760EE27E6}"/>
          </ac:inkMkLst>
        </pc:inkChg>
        <pc:inkChg chg="add mod">
          <ac:chgData name="Mahima Weerasinghe" userId="e11e3f55-42da-4e07-8ead-4d7a1d7ea1c6" providerId="ADAL" clId="{DEC8990C-F1E8-4081-8796-F50D8B9FA883}" dt="2024-10-13T13:53:37.207" v="3029"/>
          <ac:inkMkLst>
            <pc:docMk/>
            <pc:sldMk cId="4180522762" sldId="404"/>
            <ac:inkMk id="66" creationId="{C3A050B2-6B4D-584F-A275-6745980CBD6B}"/>
          </ac:inkMkLst>
        </pc:inkChg>
        <pc:inkChg chg="add mod">
          <ac:chgData name="Mahima Weerasinghe" userId="e11e3f55-42da-4e07-8ead-4d7a1d7ea1c6" providerId="ADAL" clId="{DEC8990C-F1E8-4081-8796-F50D8B9FA883}" dt="2024-10-13T13:53:37.207" v="3029"/>
          <ac:inkMkLst>
            <pc:docMk/>
            <pc:sldMk cId="4180522762" sldId="404"/>
            <ac:inkMk id="67" creationId="{43BCAE2A-27D4-3D27-1431-16A518EBCBF2}"/>
          </ac:inkMkLst>
        </pc:inkChg>
        <pc:inkChg chg="add mod">
          <ac:chgData name="Mahima Weerasinghe" userId="e11e3f55-42da-4e07-8ead-4d7a1d7ea1c6" providerId="ADAL" clId="{DEC8990C-F1E8-4081-8796-F50D8B9FA883}" dt="2024-10-13T13:53:37.207" v="3029"/>
          <ac:inkMkLst>
            <pc:docMk/>
            <pc:sldMk cId="4180522762" sldId="404"/>
            <ac:inkMk id="69" creationId="{B6368A4B-5ED8-A926-B66F-8183EA1D53D8}"/>
          </ac:inkMkLst>
        </pc:inkChg>
        <pc:inkChg chg="add mod">
          <ac:chgData name="Mahima Weerasinghe" userId="e11e3f55-42da-4e07-8ead-4d7a1d7ea1c6" providerId="ADAL" clId="{DEC8990C-F1E8-4081-8796-F50D8B9FA883}" dt="2024-10-13T13:53:37.207" v="3029"/>
          <ac:inkMkLst>
            <pc:docMk/>
            <pc:sldMk cId="4180522762" sldId="404"/>
            <ac:inkMk id="70" creationId="{BF4F0931-B4FF-800F-BF7B-DB84FF202150}"/>
          </ac:inkMkLst>
        </pc:inkChg>
        <pc:inkChg chg="add mod">
          <ac:chgData name="Mahima Weerasinghe" userId="e11e3f55-42da-4e07-8ead-4d7a1d7ea1c6" providerId="ADAL" clId="{DEC8990C-F1E8-4081-8796-F50D8B9FA883}" dt="2024-10-13T13:53:37.207" v="3029"/>
          <ac:inkMkLst>
            <pc:docMk/>
            <pc:sldMk cId="4180522762" sldId="404"/>
            <ac:inkMk id="71" creationId="{D3986F5B-C686-1290-DD07-03E38F900946}"/>
          </ac:inkMkLst>
        </pc:inkChg>
        <pc:inkChg chg="add mod">
          <ac:chgData name="Mahima Weerasinghe" userId="e11e3f55-42da-4e07-8ead-4d7a1d7ea1c6" providerId="ADAL" clId="{DEC8990C-F1E8-4081-8796-F50D8B9FA883}" dt="2024-10-13T13:53:37.207" v="3029"/>
          <ac:inkMkLst>
            <pc:docMk/>
            <pc:sldMk cId="4180522762" sldId="404"/>
            <ac:inkMk id="73" creationId="{11C0E531-3510-48C7-C6E7-323842651CD4}"/>
          </ac:inkMkLst>
        </pc:inkChg>
        <pc:inkChg chg="add mod">
          <ac:chgData name="Mahima Weerasinghe" userId="e11e3f55-42da-4e07-8ead-4d7a1d7ea1c6" providerId="ADAL" clId="{DEC8990C-F1E8-4081-8796-F50D8B9FA883}" dt="2024-10-13T13:53:37.207" v="3029"/>
          <ac:inkMkLst>
            <pc:docMk/>
            <pc:sldMk cId="4180522762" sldId="404"/>
            <ac:inkMk id="74" creationId="{0B0B9B37-842D-2584-930A-25AA2B91682B}"/>
          </ac:inkMkLst>
        </pc:inkChg>
        <pc:inkChg chg="add mod">
          <ac:chgData name="Mahima Weerasinghe" userId="e11e3f55-42da-4e07-8ead-4d7a1d7ea1c6" providerId="ADAL" clId="{DEC8990C-F1E8-4081-8796-F50D8B9FA883}" dt="2024-10-13T13:53:37.207" v="3029"/>
          <ac:inkMkLst>
            <pc:docMk/>
            <pc:sldMk cId="4180522762" sldId="404"/>
            <ac:inkMk id="75" creationId="{C3B6764A-41C6-0836-F6A7-C07175D7A277}"/>
          </ac:inkMkLst>
        </pc:inkChg>
        <pc:inkChg chg="add mod">
          <ac:chgData name="Mahima Weerasinghe" userId="e11e3f55-42da-4e07-8ead-4d7a1d7ea1c6" providerId="ADAL" clId="{DEC8990C-F1E8-4081-8796-F50D8B9FA883}" dt="2024-10-13T13:53:37.207" v="3029"/>
          <ac:inkMkLst>
            <pc:docMk/>
            <pc:sldMk cId="4180522762" sldId="404"/>
            <ac:inkMk id="76" creationId="{A3A7B661-4E51-1B41-4E05-D90AA9C55DCA}"/>
          </ac:inkMkLst>
        </pc:inkChg>
        <pc:inkChg chg="add mod">
          <ac:chgData name="Mahima Weerasinghe" userId="e11e3f55-42da-4e07-8ead-4d7a1d7ea1c6" providerId="ADAL" clId="{DEC8990C-F1E8-4081-8796-F50D8B9FA883}" dt="2024-10-13T13:53:37.207" v="3029"/>
          <ac:inkMkLst>
            <pc:docMk/>
            <pc:sldMk cId="4180522762" sldId="404"/>
            <ac:inkMk id="77" creationId="{CFE3BA9F-557C-5359-A9AB-FDA797EDD118}"/>
          </ac:inkMkLst>
        </pc:inkChg>
        <pc:inkChg chg="add mod">
          <ac:chgData name="Mahima Weerasinghe" userId="e11e3f55-42da-4e07-8ead-4d7a1d7ea1c6" providerId="ADAL" clId="{DEC8990C-F1E8-4081-8796-F50D8B9FA883}" dt="2024-10-13T13:53:37.207" v="3029"/>
          <ac:inkMkLst>
            <pc:docMk/>
            <pc:sldMk cId="4180522762" sldId="404"/>
            <ac:inkMk id="78" creationId="{1A3EE770-5799-8E3B-D1D0-6FA3F68AB193}"/>
          </ac:inkMkLst>
        </pc:inkChg>
        <pc:inkChg chg="add mod">
          <ac:chgData name="Mahima Weerasinghe" userId="e11e3f55-42da-4e07-8ead-4d7a1d7ea1c6" providerId="ADAL" clId="{DEC8990C-F1E8-4081-8796-F50D8B9FA883}" dt="2024-10-13T13:53:37.207" v="3029"/>
          <ac:inkMkLst>
            <pc:docMk/>
            <pc:sldMk cId="4180522762" sldId="404"/>
            <ac:inkMk id="79" creationId="{E6C6B447-C8C1-F327-2C02-A29FF6CABCCD}"/>
          </ac:inkMkLst>
        </pc:inkChg>
        <pc:inkChg chg="add mod">
          <ac:chgData name="Mahima Weerasinghe" userId="e11e3f55-42da-4e07-8ead-4d7a1d7ea1c6" providerId="ADAL" clId="{DEC8990C-F1E8-4081-8796-F50D8B9FA883}" dt="2024-10-13T13:53:37.207" v="3029"/>
          <ac:inkMkLst>
            <pc:docMk/>
            <pc:sldMk cId="4180522762" sldId="404"/>
            <ac:inkMk id="80" creationId="{46B8D0BF-8266-63ED-9FEC-36DC4CE5734D}"/>
          </ac:inkMkLst>
        </pc:inkChg>
        <pc:inkChg chg="add mod">
          <ac:chgData name="Mahima Weerasinghe" userId="e11e3f55-42da-4e07-8ead-4d7a1d7ea1c6" providerId="ADAL" clId="{DEC8990C-F1E8-4081-8796-F50D8B9FA883}" dt="2024-10-13T13:53:37.207" v="3029"/>
          <ac:inkMkLst>
            <pc:docMk/>
            <pc:sldMk cId="4180522762" sldId="404"/>
            <ac:inkMk id="82" creationId="{1BC10324-EC74-15BA-1FFD-CB8FF6DC2378}"/>
          </ac:inkMkLst>
        </pc:inkChg>
        <pc:inkChg chg="add mod">
          <ac:chgData name="Mahima Weerasinghe" userId="e11e3f55-42da-4e07-8ead-4d7a1d7ea1c6" providerId="ADAL" clId="{DEC8990C-F1E8-4081-8796-F50D8B9FA883}" dt="2024-10-13T13:53:37.207" v="3029"/>
          <ac:inkMkLst>
            <pc:docMk/>
            <pc:sldMk cId="4180522762" sldId="404"/>
            <ac:inkMk id="83" creationId="{D0016E9C-3364-FBAC-C5FC-B50F387F8471}"/>
          </ac:inkMkLst>
        </pc:inkChg>
        <pc:inkChg chg="add mod">
          <ac:chgData name="Mahima Weerasinghe" userId="e11e3f55-42da-4e07-8ead-4d7a1d7ea1c6" providerId="ADAL" clId="{DEC8990C-F1E8-4081-8796-F50D8B9FA883}" dt="2024-10-13T13:53:37.207" v="3029"/>
          <ac:inkMkLst>
            <pc:docMk/>
            <pc:sldMk cId="4180522762" sldId="404"/>
            <ac:inkMk id="85" creationId="{82506FB4-5D5F-B326-3D7D-BC874B41314D}"/>
          </ac:inkMkLst>
        </pc:inkChg>
        <pc:inkChg chg="add mod">
          <ac:chgData name="Mahima Weerasinghe" userId="e11e3f55-42da-4e07-8ead-4d7a1d7ea1c6" providerId="ADAL" clId="{DEC8990C-F1E8-4081-8796-F50D8B9FA883}" dt="2024-10-13T13:53:37.207" v="3029"/>
          <ac:inkMkLst>
            <pc:docMk/>
            <pc:sldMk cId="4180522762" sldId="404"/>
            <ac:inkMk id="86" creationId="{D41E80AE-EAE4-4059-474A-CABBAAD0376A}"/>
          </ac:inkMkLst>
        </pc:inkChg>
        <pc:inkChg chg="add mod">
          <ac:chgData name="Mahima Weerasinghe" userId="e11e3f55-42da-4e07-8ead-4d7a1d7ea1c6" providerId="ADAL" clId="{DEC8990C-F1E8-4081-8796-F50D8B9FA883}" dt="2024-10-13T13:53:37.207" v="3029"/>
          <ac:inkMkLst>
            <pc:docMk/>
            <pc:sldMk cId="4180522762" sldId="404"/>
            <ac:inkMk id="87" creationId="{E9D2A8A6-1B76-A8B5-6F31-745044D13B0B}"/>
          </ac:inkMkLst>
        </pc:inkChg>
        <pc:inkChg chg="add mod">
          <ac:chgData name="Mahima Weerasinghe" userId="e11e3f55-42da-4e07-8ead-4d7a1d7ea1c6" providerId="ADAL" clId="{DEC8990C-F1E8-4081-8796-F50D8B9FA883}" dt="2024-10-13T13:53:37.207" v="3029"/>
          <ac:inkMkLst>
            <pc:docMk/>
            <pc:sldMk cId="4180522762" sldId="404"/>
            <ac:inkMk id="88" creationId="{EADFB01D-84ED-F160-F6BF-FD456DCF4F6E}"/>
          </ac:inkMkLst>
        </pc:inkChg>
        <pc:inkChg chg="add mod">
          <ac:chgData name="Mahima Weerasinghe" userId="e11e3f55-42da-4e07-8ead-4d7a1d7ea1c6" providerId="ADAL" clId="{DEC8990C-F1E8-4081-8796-F50D8B9FA883}" dt="2024-10-13T13:53:37.207" v="3029"/>
          <ac:inkMkLst>
            <pc:docMk/>
            <pc:sldMk cId="4180522762" sldId="404"/>
            <ac:inkMk id="89" creationId="{A0351CBC-405D-C402-6A86-82F21F9321A5}"/>
          </ac:inkMkLst>
        </pc:inkChg>
        <pc:inkChg chg="add mod">
          <ac:chgData name="Mahima Weerasinghe" userId="e11e3f55-42da-4e07-8ead-4d7a1d7ea1c6" providerId="ADAL" clId="{DEC8990C-F1E8-4081-8796-F50D8B9FA883}" dt="2024-10-13T13:53:37.207" v="3029"/>
          <ac:inkMkLst>
            <pc:docMk/>
            <pc:sldMk cId="4180522762" sldId="404"/>
            <ac:inkMk id="91" creationId="{6149D0B7-FB55-41D8-E949-2146FD742CA5}"/>
          </ac:inkMkLst>
        </pc:inkChg>
        <pc:inkChg chg="add mod">
          <ac:chgData name="Mahima Weerasinghe" userId="e11e3f55-42da-4e07-8ead-4d7a1d7ea1c6" providerId="ADAL" clId="{DEC8990C-F1E8-4081-8796-F50D8B9FA883}" dt="2024-10-13T13:53:37.207" v="3029"/>
          <ac:inkMkLst>
            <pc:docMk/>
            <pc:sldMk cId="4180522762" sldId="404"/>
            <ac:inkMk id="93" creationId="{37935238-6A83-5795-1707-C975DDA761C4}"/>
          </ac:inkMkLst>
        </pc:inkChg>
        <pc:inkChg chg="add mod">
          <ac:chgData name="Mahima Weerasinghe" userId="e11e3f55-42da-4e07-8ead-4d7a1d7ea1c6" providerId="ADAL" clId="{DEC8990C-F1E8-4081-8796-F50D8B9FA883}" dt="2024-10-13T13:53:37.207" v="3029"/>
          <ac:inkMkLst>
            <pc:docMk/>
            <pc:sldMk cId="4180522762" sldId="404"/>
            <ac:inkMk id="95" creationId="{A3B440A5-005D-2FE6-1963-F2477A394E6F}"/>
          </ac:inkMkLst>
        </pc:inkChg>
        <pc:inkChg chg="add mod">
          <ac:chgData name="Mahima Weerasinghe" userId="e11e3f55-42da-4e07-8ead-4d7a1d7ea1c6" providerId="ADAL" clId="{DEC8990C-F1E8-4081-8796-F50D8B9FA883}" dt="2024-10-13T13:53:37.207" v="3029"/>
          <ac:inkMkLst>
            <pc:docMk/>
            <pc:sldMk cId="4180522762" sldId="404"/>
            <ac:inkMk id="96" creationId="{6389554B-29A0-FF1D-B6A2-8C066A9D49BE}"/>
          </ac:inkMkLst>
        </pc:inkChg>
        <pc:inkChg chg="add mod">
          <ac:chgData name="Mahima Weerasinghe" userId="e11e3f55-42da-4e07-8ead-4d7a1d7ea1c6" providerId="ADAL" clId="{DEC8990C-F1E8-4081-8796-F50D8B9FA883}" dt="2024-10-13T13:53:37.207" v="3029"/>
          <ac:inkMkLst>
            <pc:docMk/>
            <pc:sldMk cId="4180522762" sldId="404"/>
            <ac:inkMk id="98" creationId="{91D74FB0-FA85-1F13-83BB-93ED20672B48}"/>
          </ac:inkMkLst>
        </pc:inkChg>
        <pc:inkChg chg="add mod">
          <ac:chgData name="Mahima Weerasinghe" userId="e11e3f55-42da-4e07-8ead-4d7a1d7ea1c6" providerId="ADAL" clId="{DEC8990C-F1E8-4081-8796-F50D8B9FA883}" dt="2024-10-13T13:53:37.207" v="3029"/>
          <ac:inkMkLst>
            <pc:docMk/>
            <pc:sldMk cId="4180522762" sldId="404"/>
            <ac:inkMk id="99" creationId="{6E4FB002-F125-B14A-6A9B-CE2AA6FE286C}"/>
          </ac:inkMkLst>
        </pc:inkChg>
        <pc:inkChg chg="add mod">
          <ac:chgData name="Mahima Weerasinghe" userId="e11e3f55-42da-4e07-8ead-4d7a1d7ea1c6" providerId="ADAL" clId="{DEC8990C-F1E8-4081-8796-F50D8B9FA883}" dt="2024-10-13T13:53:37.207" v="3029"/>
          <ac:inkMkLst>
            <pc:docMk/>
            <pc:sldMk cId="4180522762" sldId="404"/>
            <ac:inkMk id="100" creationId="{1A8349CD-3CEE-0D65-1141-C2D4F35CDAF2}"/>
          </ac:inkMkLst>
        </pc:inkChg>
        <pc:inkChg chg="add mod">
          <ac:chgData name="Mahima Weerasinghe" userId="e11e3f55-42da-4e07-8ead-4d7a1d7ea1c6" providerId="ADAL" clId="{DEC8990C-F1E8-4081-8796-F50D8B9FA883}" dt="2024-10-13T13:53:37.207" v="3029"/>
          <ac:inkMkLst>
            <pc:docMk/>
            <pc:sldMk cId="4180522762" sldId="404"/>
            <ac:inkMk id="101" creationId="{202A69A3-5060-DE7A-FB94-2D6E8332FB7B}"/>
          </ac:inkMkLst>
        </pc:inkChg>
        <pc:inkChg chg="add mod">
          <ac:chgData name="Mahima Weerasinghe" userId="e11e3f55-42da-4e07-8ead-4d7a1d7ea1c6" providerId="ADAL" clId="{DEC8990C-F1E8-4081-8796-F50D8B9FA883}" dt="2024-10-13T13:53:37.207" v="3029"/>
          <ac:inkMkLst>
            <pc:docMk/>
            <pc:sldMk cId="4180522762" sldId="404"/>
            <ac:inkMk id="102" creationId="{4893F92E-927B-309D-E5F1-427ADD9A1ADE}"/>
          </ac:inkMkLst>
        </pc:inkChg>
        <pc:inkChg chg="add">
          <ac:chgData name="Mahima Weerasinghe" userId="e11e3f55-42da-4e07-8ead-4d7a1d7ea1c6" providerId="ADAL" clId="{DEC8990C-F1E8-4081-8796-F50D8B9FA883}" dt="2024-10-13T13:51:20.696" v="2965" actId="9405"/>
          <ac:inkMkLst>
            <pc:docMk/>
            <pc:sldMk cId="4180522762" sldId="404"/>
            <ac:inkMk id="104" creationId="{6926FB89-604E-2F58-54A8-BE549AD0920A}"/>
          </ac:inkMkLst>
        </pc:inkChg>
        <pc:inkChg chg="add mod">
          <ac:chgData name="Mahima Weerasinghe" userId="e11e3f55-42da-4e07-8ead-4d7a1d7ea1c6" providerId="ADAL" clId="{DEC8990C-F1E8-4081-8796-F50D8B9FA883}" dt="2024-10-13T13:51:25.891" v="2968"/>
          <ac:inkMkLst>
            <pc:docMk/>
            <pc:sldMk cId="4180522762" sldId="404"/>
            <ac:inkMk id="105" creationId="{3B634B12-D586-C5C5-ACD1-0C016EF03448}"/>
          </ac:inkMkLst>
        </pc:inkChg>
        <pc:inkChg chg="add mod">
          <ac:chgData name="Mahima Weerasinghe" userId="e11e3f55-42da-4e07-8ead-4d7a1d7ea1c6" providerId="ADAL" clId="{DEC8990C-F1E8-4081-8796-F50D8B9FA883}" dt="2024-10-13T13:51:25.891" v="2968"/>
          <ac:inkMkLst>
            <pc:docMk/>
            <pc:sldMk cId="4180522762" sldId="404"/>
            <ac:inkMk id="106" creationId="{59FC9BAB-8BC1-E393-9EE6-A1E43065054A}"/>
          </ac:inkMkLst>
        </pc:inkChg>
        <pc:inkChg chg="add mod">
          <ac:chgData name="Mahima Weerasinghe" userId="e11e3f55-42da-4e07-8ead-4d7a1d7ea1c6" providerId="ADAL" clId="{DEC8990C-F1E8-4081-8796-F50D8B9FA883}" dt="2024-10-13T13:51:44.924" v="2973"/>
          <ac:inkMkLst>
            <pc:docMk/>
            <pc:sldMk cId="4180522762" sldId="404"/>
            <ac:inkMk id="108" creationId="{CCD092AA-0194-401C-5A07-3E29CBE79028}"/>
          </ac:inkMkLst>
        </pc:inkChg>
        <pc:inkChg chg="add mod">
          <ac:chgData name="Mahima Weerasinghe" userId="e11e3f55-42da-4e07-8ead-4d7a1d7ea1c6" providerId="ADAL" clId="{DEC8990C-F1E8-4081-8796-F50D8B9FA883}" dt="2024-10-13T13:51:44.924" v="2973"/>
          <ac:inkMkLst>
            <pc:docMk/>
            <pc:sldMk cId="4180522762" sldId="404"/>
            <ac:inkMk id="109" creationId="{751BF47A-FC6B-FF41-34E3-D0808A917998}"/>
          </ac:inkMkLst>
        </pc:inkChg>
        <pc:inkChg chg="add mod">
          <ac:chgData name="Mahima Weerasinghe" userId="e11e3f55-42da-4e07-8ead-4d7a1d7ea1c6" providerId="ADAL" clId="{DEC8990C-F1E8-4081-8796-F50D8B9FA883}" dt="2024-10-13T13:51:44.924" v="2973"/>
          <ac:inkMkLst>
            <pc:docMk/>
            <pc:sldMk cId="4180522762" sldId="404"/>
            <ac:inkMk id="111" creationId="{A944F7D1-CAC5-5A28-19EC-A29189B216BA}"/>
          </ac:inkMkLst>
        </pc:inkChg>
        <pc:inkChg chg="add">
          <ac:chgData name="Mahima Weerasinghe" userId="e11e3f55-42da-4e07-8ead-4d7a1d7ea1c6" providerId="ADAL" clId="{DEC8990C-F1E8-4081-8796-F50D8B9FA883}" dt="2024-10-13T13:51:50.891" v="2974" actId="9405"/>
          <ac:inkMkLst>
            <pc:docMk/>
            <pc:sldMk cId="4180522762" sldId="404"/>
            <ac:inkMk id="113" creationId="{EF7F066A-0DC9-E2D6-E050-8E3F4990CC1F}"/>
          </ac:inkMkLst>
        </pc:inkChg>
        <pc:inkChg chg="add">
          <ac:chgData name="Mahima Weerasinghe" userId="e11e3f55-42da-4e07-8ead-4d7a1d7ea1c6" providerId="ADAL" clId="{DEC8990C-F1E8-4081-8796-F50D8B9FA883}" dt="2024-10-13T13:51:57.869" v="2975" actId="9405"/>
          <ac:inkMkLst>
            <pc:docMk/>
            <pc:sldMk cId="4180522762" sldId="404"/>
            <ac:inkMk id="114" creationId="{72D75177-832B-3E60-5409-E703AE22866B}"/>
          </ac:inkMkLst>
        </pc:inkChg>
        <pc:inkChg chg="add">
          <ac:chgData name="Mahima Weerasinghe" userId="e11e3f55-42da-4e07-8ead-4d7a1d7ea1c6" providerId="ADAL" clId="{DEC8990C-F1E8-4081-8796-F50D8B9FA883}" dt="2024-10-13T13:52:02.961" v="2976" actId="9405"/>
          <ac:inkMkLst>
            <pc:docMk/>
            <pc:sldMk cId="4180522762" sldId="404"/>
            <ac:inkMk id="115" creationId="{75D841A5-A590-DA2A-DB25-56A011ACAB05}"/>
          </ac:inkMkLst>
        </pc:inkChg>
        <pc:inkChg chg="add">
          <ac:chgData name="Mahima Weerasinghe" userId="e11e3f55-42da-4e07-8ead-4d7a1d7ea1c6" providerId="ADAL" clId="{DEC8990C-F1E8-4081-8796-F50D8B9FA883}" dt="2024-10-13T13:52:05.015" v="2977" actId="9405"/>
          <ac:inkMkLst>
            <pc:docMk/>
            <pc:sldMk cId="4180522762" sldId="404"/>
            <ac:inkMk id="116" creationId="{A9FE5985-3F85-A59D-64C6-093CE6863256}"/>
          </ac:inkMkLst>
        </pc:inkChg>
        <pc:inkChg chg="add mod">
          <ac:chgData name="Mahima Weerasinghe" userId="e11e3f55-42da-4e07-8ead-4d7a1d7ea1c6" providerId="ADAL" clId="{DEC8990C-F1E8-4081-8796-F50D8B9FA883}" dt="2024-10-13T13:52:23.465" v="2989"/>
          <ac:inkMkLst>
            <pc:docMk/>
            <pc:sldMk cId="4180522762" sldId="404"/>
            <ac:inkMk id="117" creationId="{B6840D4F-A153-88DF-B8BF-2DBAA10E184A}"/>
          </ac:inkMkLst>
        </pc:inkChg>
        <pc:inkChg chg="add mod">
          <ac:chgData name="Mahima Weerasinghe" userId="e11e3f55-42da-4e07-8ead-4d7a1d7ea1c6" providerId="ADAL" clId="{DEC8990C-F1E8-4081-8796-F50D8B9FA883}" dt="2024-10-13T13:52:23.465" v="2989"/>
          <ac:inkMkLst>
            <pc:docMk/>
            <pc:sldMk cId="4180522762" sldId="404"/>
            <ac:inkMk id="118" creationId="{13552ECF-3689-4699-218D-332A9045426D}"/>
          </ac:inkMkLst>
        </pc:inkChg>
        <pc:inkChg chg="add mod">
          <ac:chgData name="Mahima Weerasinghe" userId="e11e3f55-42da-4e07-8ead-4d7a1d7ea1c6" providerId="ADAL" clId="{DEC8990C-F1E8-4081-8796-F50D8B9FA883}" dt="2024-10-13T13:52:23.465" v="2989"/>
          <ac:inkMkLst>
            <pc:docMk/>
            <pc:sldMk cId="4180522762" sldId="404"/>
            <ac:inkMk id="119" creationId="{05EB7067-746F-88B7-6B73-0D0761ADA436}"/>
          </ac:inkMkLst>
        </pc:inkChg>
        <pc:inkChg chg="add mod">
          <ac:chgData name="Mahima Weerasinghe" userId="e11e3f55-42da-4e07-8ead-4d7a1d7ea1c6" providerId="ADAL" clId="{DEC8990C-F1E8-4081-8796-F50D8B9FA883}" dt="2024-10-13T13:52:23.465" v="2989"/>
          <ac:inkMkLst>
            <pc:docMk/>
            <pc:sldMk cId="4180522762" sldId="404"/>
            <ac:inkMk id="120" creationId="{766FBF59-C6DD-5BB6-DB04-05299C05372C}"/>
          </ac:inkMkLst>
        </pc:inkChg>
        <pc:inkChg chg="add mod">
          <ac:chgData name="Mahima Weerasinghe" userId="e11e3f55-42da-4e07-8ead-4d7a1d7ea1c6" providerId="ADAL" clId="{DEC8990C-F1E8-4081-8796-F50D8B9FA883}" dt="2024-10-13T13:52:23.465" v="2989"/>
          <ac:inkMkLst>
            <pc:docMk/>
            <pc:sldMk cId="4180522762" sldId="404"/>
            <ac:inkMk id="121" creationId="{265A9340-EA1A-260F-E8AA-E84B10E76EC4}"/>
          </ac:inkMkLst>
        </pc:inkChg>
        <pc:inkChg chg="add mod">
          <ac:chgData name="Mahima Weerasinghe" userId="e11e3f55-42da-4e07-8ead-4d7a1d7ea1c6" providerId="ADAL" clId="{DEC8990C-F1E8-4081-8796-F50D8B9FA883}" dt="2024-10-13T13:52:23.465" v="2989"/>
          <ac:inkMkLst>
            <pc:docMk/>
            <pc:sldMk cId="4180522762" sldId="404"/>
            <ac:inkMk id="122" creationId="{4B9E0F0D-FD8A-E6C5-730E-1FCE092A0FBA}"/>
          </ac:inkMkLst>
        </pc:inkChg>
        <pc:inkChg chg="add mod">
          <ac:chgData name="Mahima Weerasinghe" userId="e11e3f55-42da-4e07-8ead-4d7a1d7ea1c6" providerId="ADAL" clId="{DEC8990C-F1E8-4081-8796-F50D8B9FA883}" dt="2024-10-13T13:52:23.465" v="2989"/>
          <ac:inkMkLst>
            <pc:docMk/>
            <pc:sldMk cId="4180522762" sldId="404"/>
            <ac:inkMk id="123" creationId="{EA5D72C6-FC7B-FC04-74BB-C08A651E8C24}"/>
          </ac:inkMkLst>
        </pc:inkChg>
        <pc:inkChg chg="add mod">
          <ac:chgData name="Mahima Weerasinghe" userId="e11e3f55-42da-4e07-8ead-4d7a1d7ea1c6" providerId="ADAL" clId="{DEC8990C-F1E8-4081-8796-F50D8B9FA883}" dt="2024-10-13T13:52:23.465" v="2989"/>
          <ac:inkMkLst>
            <pc:docMk/>
            <pc:sldMk cId="4180522762" sldId="404"/>
            <ac:inkMk id="125" creationId="{CF3DAFA3-6C51-3420-FDE8-94C471B2832D}"/>
          </ac:inkMkLst>
        </pc:inkChg>
        <pc:inkChg chg="add mod">
          <ac:chgData name="Mahima Weerasinghe" userId="e11e3f55-42da-4e07-8ead-4d7a1d7ea1c6" providerId="ADAL" clId="{DEC8990C-F1E8-4081-8796-F50D8B9FA883}" dt="2024-10-13T13:52:23.465" v="2989"/>
          <ac:inkMkLst>
            <pc:docMk/>
            <pc:sldMk cId="4180522762" sldId="404"/>
            <ac:inkMk id="126" creationId="{A3D6C90E-B44A-27F2-64FA-C268F30D36E2}"/>
          </ac:inkMkLst>
        </pc:inkChg>
        <pc:inkChg chg="add mod">
          <ac:chgData name="Mahima Weerasinghe" userId="e11e3f55-42da-4e07-8ead-4d7a1d7ea1c6" providerId="ADAL" clId="{DEC8990C-F1E8-4081-8796-F50D8B9FA883}" dt="2024-10-13T13:52:23.465" v="2989"/>
          <ac:inkMkLst>
            <pc:docMk/>
            <pc:sldMk cId="4180522762" sldId="404"/>
            <ac:inkMk id="127" creationId="{C931E6D3-4EB6-C315-8AF4-BC42CFBD8E8A}"/>
          </ac:inkMkLst>
        </pc:inkChg>
        <pc:inkChg chg="add mod">
          <ac:chgData name="Mahima Weerasinghe" userId="e11e3f55-42da-4e07-8ead-4d7a1d7ea1c6" providerId="ADAL" clId="{DEC8990C-F1E8-4081-8796-F50D8B9FA883}" dt="2024-10-13T13:52:40.233" v="2992"/>
          <ac:inkMkLst>
            <pc:docMk/>
            <pc:sldMk cId="4180522762" sldId="404"/>
            <ac:inkMk id="129" creationId="{00455173-A9DD-19E6-707E-0E996AEA0749}"/>
          </ac:inkMkLst>
        </pc:inkChg>
        <pc:inkChg chg="add mod">
          <ac:chgData name="Mahima Weerasinghe" userId="e11e3f55-42da-4e07-8ead-4d7a1d7ea1c6" providerId="ADAL" clId="{DEC8990C-F1E8-4081-8796-F50D8B9FA883}" dt="2024-10-13T13:52:40.233" v="2992"/>
          <ac:inkMkLst>
            <pc:docMk/>
            <pc:sldMk cId="4180522762" sldId="404"/>
            <ac:inkMk id="130" creationId="{BE7A6892-A667-DE71-BE05-F195D3B5FDA9}"/>
          </ac:inkMkLst>
        </pc:inkChg>
        <pc:inkChg chg="add mod">
          <ac:chgData name="Mahima Weerasinghe" userId="e11e3f55-42da-4e07-8ead-4d7a1d7ea1c6" providerId="ADAL" clId="{DEC8990C-F1E8-4081-8796-F50D8B9FA883}" dt="2024-10-13T13:53:37.207" v="3029"/>
          <ac:inkMkLst>
            <pc:docMk/>
            <pc:sldMk cId="4180522762" sldId="404"/>
            <ac:inkMk id="132" creationId="{C3D3C054-210E-CD22-AF71-A76B356C2D38}"/>
          </ac:inkMkLst>
        </pc:inkChg>
        <pc:inkChg chg="add mod">
          <ac:chgData name="Mahima Weerasinghe" userId="e11e3f55-42da-4e07-8ead-4d7a1d7ea1c6" providerId="ADAL" clId="{DEC8990C-F1E8-4081-8796-F50D8B9FA883}" dt="2024-10-13T13:53:37.207" v="3029"/>
          <ac:inkMkLst>
            <pc:docMk/>
            <pc:sldMk cId="4180522762" sldId="404"/>
            <ac:inkMk id="133" creationId="{F10B6B45-665A-8156-E783-FAFC2263F626}"/>
          </ac:inkMkLst>
        </pc:inkChg>
        <pc:inkChg chg="add mod">
          <ac:chgData name="Mahima Weerasinghe" userId="e11e3f55-42da-4e07-8ead-4d7a1d7ea1c6" providerId="ADAL" clId="{DEC8990C-F1E8-4081-8796-F50D8B9FA883}" dt="2024-10-13T13:53:37.207" v="3029"/>
          <ac:inkMkLst>
            <pc:docMk/>
            <pc:sldMk cId="4180522762" sldId="404"/>
            <ac:inkMk id="134" creationId="{3FE3653A-EB5F-B18B-2F7B-149A84A68FFA}"/>
          </ac:inkMkLst>
        </pc:inkChg>
        <pc:inkChg chg="add mod">
          <ac:chgData name="Mahima Weerasinghe" userId="e11e3f55-42da-4e07-8ead-4d7a1d7ea1c6" providerId="ADAL" clId="{DEC8990C-F1E8-4081-8796-F50D8B9FA883}" dt="2024-10-13T13:53:37.207" v="3029"/>
          <ac:inkMkLst>
            <pc:docMk/>
            <pc:sldMk cId="4180522762" sldId="404"/>
            <ac:inkMk id="136" creationId="{8D6C4A8C-146D-1C65-6359-614C4E159FCB}"/>
          </ac:inkMkLst>
        </pc:inkChg>
        <pc:inkChg chg="add mod">
          <ac:chgData name="Mahima Weerasinghe" userId="e11e3f55-42da-4e07-8ead-4d7a1d7ea1c6" providerId="ADAL" clId="{DEC8990C-F1E8-4081-8796-F50D8B9FA883}" dt="2024-10-13T13:53:37.207" v="3029"/>
          <ac:inkMkLst>
            <pc:docMk/>
            <pc:sldMk cId="4180522762" sldId="404"/>
            <ac:inkMk id="137" creationId="{09B23B76-A50D-0C9C-10AF-9326FDAB9034}"/>
          </ac:inkMkLst>
        </pc:inkChg>
        <pc:inkChg chg="add mod">
          <ac:chgData name="Mahima Weerasinghe" userId="e11e3f55-42da-4e07-8ead-4d7a1d7ea1c6" providerId="ADAL" clId="{DEC8990C-F1E8-4081-8796-F50D8B9FA883}" dt="2024-10-13T13:53:37.207" v="3029"/>
          <ac:inkMkLst>
            <pc:docMk/>
            <pc:sldMk cId="4180522762" sldId="404"/>
            <ac:inkMk id="138" creationId="{F37A8AB6-DE79-1F3B-2677-F69B20CB134A}"/>
          </ac:inkMkLst>
        </pc:inkChg>
        <pc:inkChg chg="add mod">
          <ac:chgData name="Mahima Weerasinghe" userId="e11e3f55-42da-4e07-8ead-4d7a1d7ea1c6" providerId="ADAL" clId="{DEC8990C-F1E8-4081-8796-F50D8B9FA883}" dt="2024-10-13T13:53:37.207" v="3029"/>
          <ac:inkMkLst>
            <pc:docMk/>
            <pc:sldMk cId="4180522762" sldId="404"/>
            <ac:inkMk id="139" creationId="{4A454903-5E01-5200-0B5E-ED682239E8CD}"/>
          </ac:inkMkLst>
        </pc:inkChg>
        <pc:inkChg chg="add mod">
          <ac:chgData name="Mahima Weerasinghe" userId="e11e3f55-42da-4e07-8ead-4d7a1d7ea1c6" providerId="ADAL" clId="{DEC8990C-F1E8-4081-8796-F50D8B9FA883}" dt="2024-10-13T13:53:37.207" v="3029"/>
          <ac:inkMkLst>
            <pc:docMk/>
            <pc:sldMk cId="4180522762" sldId="404"/>
            <ac:inkMk id="140" creationId="{AB5A492E-DE0B-2B60-0920-E8AEEC39D87E}"/>
          </ac:inkMkLst>
        </pc:inkChg>
        <pc:inkChg chg="add mod">
          <ac:chgData name="Mahima Weerasinghe" userId="e11e3f55-42da-4e07-8ead-4d7a1d7ea1c6" providerId="ADAL" clId="{DEC8990C-F1E8-4081-8796-F50D8B9FA883}" dt="2024-10-13T13:53:37.207" v="3029"/>
          <ac:inkMkLst>
            <pc:docMk/>
            <pc:sldMk cId="4180522762" sldId="404"/>
            <ac:inkMk id="142" creationId="{BAB68620-DBE6-C67D-CA5B-5949079D3390}"/>
          </ac:inkMkLst>
        </pc:inkChg>
        <pc:inkChg chg="add mod">
          <ac:chgData name="Mahima Weerasinghe" userId="e11e3f55-42da-4e07-8ead-4d7a1d7ea1c6" providerId="ADAL" clId="{DEC8990C-F1E8-4081-8796-F50D8B9FA883}" dt="2024-10-13T13:53:37.207" v="3029"/>
          <ac:inkMkLst>
            <pc:docMk/>
            <pc:sldMk cId="4180522762" sldId="404"/>
            <ac:inkMk id="143" creationId="{38C67C1C-028D-5905-0458-4B40E4D61E78}"/>
          </ac:inkMkLst>
        </pc:inkChg>
        <pc:inkChg chg="add mod">
          <ac:chgData name="Mahima Weerasinghe" userId="e11e3f55-42da-4e07-8ead-4d7a1d7ea1c6" providerId="ADAL" clId="{DEC8990C-F1E8-4081-8796-F50D8B9FA883}" dt="2024-10-13T13:53:37.207" v="3029"/>
          <ac:inkMkLst>
            <pc:docMk/>
            <pc:sldMk cId="4180522762" sldId="404"/>
            <ac:inkMk id="144" creationId="{1AEBAC66-3166-1F16-3EC2-9526F0E2D0F8}"/>
          </ac:inkMkLst>
        </pc:inkChg>
        <pc:inkChg chg="add mod">
          <ac:chgData name="Mahima Weerasinghe" userId="e11e3f55-42da-4e07-8ead-4d7a1d7ea1c6" providerId="ADAL" clId="{DEC8990C-F1E8-4081-8796-F50D8B9FA883}" dt="2024-10-13T13:53:37.207" v="3029"/>
          <ac:inkMkLst>
            <pc:docMk/>
            <pc:sldMk cId="4180522762" sldId="404"/>
            <ac:inkMk id="145" creationId="{A045FEF4-5F8C-42F4-899C-6371BD44F5D3}"/>
          </ac:inkMkLst>
        </pc:inkChg>
        <pc:inkChg chg="add mod">
          <ac:chgData name="Mahima Weerasinghe" userId="e11e3f55-42da-4e07-8ead-4d7a1d7ea1c6" providerId="ADAL" clId="{DEC8990C-F1E8-4081-8796-F50D8B9FA883}" dt="2024-10-13T13:53:37.207" v="3029"/>
          <ac:inkMkLst>
            <pc:docMk/>
            <pc:sldMk cId="4180522762" sldId="404"/>
            <ac:inkMk id="146" creationId="{B32357A5-B37C-86F0-399D-CBFF0451F0F3}"/>
          </ac:inkMkLst>
        </pc:inkChg>
        <pc:inkChg chg="add mod">
          <ac:chgData name="Mahima Weerasinghe" userId="e11e3f55-42da-4e07-8ead-4d7a1d7ea1c6" providerId="ADAL" clId="{DEC8990C-F1E8-4081-8796-F50D8B9FA883}" dt="2024-10-13T13:53:37.207" v="3029"/>
          <ac:inkMkLst>
            <pc:docMk/>
            <pc:sldMk cId="4180522762" sldId="404"/>
            <ac:inkMk id="147" creationId="{BEC78EA2-6051-8E1C-527B-ECC9DE58E04A}"/>
          </ac:inkMkLst>
        </pc:inkChg>
        <pc:inkChg chg="add mod">
          <ac:chgData name="Mahima Weerasinghe" userId="e11e3f55-42da-4e07-8ead-4d7a1d7ea1c6" providerId="ADAL" clId="{DEC8990C-F1E8-4081-8796-F50D8B9FA883}" dt="2024-10-13T13:53:37.207" v="3029"/>
          <ac:inkMkLst>
            <pc:docMk/>
            <pc:sldMk cId="4180522762" sldId="404"/>
            <ac:inkMk id="148" creationId="{6ED29411-02ED-B8C9-32AA-789E225EEC06}"/>
          </ac:inkMkLst>
        </pc:inkChg>
        <pc:inkChg chg="add mod">
          <ac:chgData name="Mahima Weerasinghe" userId="e11e3f55-42da-4e07-8ead-4d7a1d7ea1c6" providerId="ADAL" clId="{DEC8990C-F1E8-4081-8796-F50D8B9FA883}" dt="2024-10-13T13:53:37.207" v="3029"/>
          <ac:inkMkLst>
            <pc:docMk/>
            <pc:sldMk cId="4180522762" sldId="404"/>
            <ac:inkMk id="149" creationId="{5369CE1D-7878-55F9-B722-B1FDDB59E083}"/>
          </ac:inkMkLst>
        </pc:inkChg>
        <pc:inkChg chg="add mod">
          <ac:chgData name="Mahima Weerasinghe" userId="e11e3f55-42da-4e07-8ead-4d7a1d7ea1c6" providerId="ADAL" clId="{DEC8990C-F1E8-4081-8796-F50D8B9FA883}" dt="2024-10-13T13:53:37.207" v="3029"/>
          <ac:inkMkLst>
            <pc:docMk/>
            <pc:sldMk cId="4180522762" sldId="404"/>
            <ac:inkMk id="151" creationId="{AA8035C5-8025-0D89-0290-115AFA3C987B}"/>
          </ac:inkMkLst>
        </pc:inkChg>
        <pc:inkChg chg="add mod">
          <ac:chgData name="Mahima Weerasinghe" userId="e11e3f55-42da-4e07-8ead-4d7a1d7ea1c6" providerId="ADAL" clId="{DEC8990C-F1E8-4081-8796-F50D8B9FA883}" dt="2024-10-13T13:53:37.207" v="3029"/>
          <ac:inkMkLst>
            <pc:docMk/>
            <pc:sldMk cId="4180522762" sldId="404"/>
            <ac:inkMk id="153" creationId="{D8A74FC2-5243-10FB-D11D-CB68221327BE}"/>
          </ac:inkMkLst>
        </pc:inkChg>
        <pc:inkChg chg="add mod">
          <ac:chgData name="Mahima Weerasinghe" userId="e11e3f55-42da-4e07-8ead-4d7a1d7ea1c6" providerId="ADAL" clId="{DEC8990C-F1E8-4081-8796-F50D8B9FA883}" dt="2024-10-13T13:53:37.207" v="3029"/>
          <ac:inkMkLst>
            <pc:docMk/>
            <pc:sldMk cId="4180522762" sldId="404"/>
            <ac:inkMk id="154" creationId="{FE5D3A4F-D83D-480C-2258-E2E2D0271898}"/>
          </ac:inkMkLst>
        </pc:inkChg>
        <pc:inkChg chg="add mod">
          <ac:chgData name="Mahima Weerasinghe" userId="e11e3f55-42da-4e07-8ead-4d7a1d7ea1c6" providerId="ADAL" clId="{DEC8990C-F1E8-4081-8796-F50D8B9FA883}" dt="2024-10-13T13:53:37.207" v="3029"/>
          <ac:inkMkLst>
            <pc:docMk/>
            <pc:sldMk cId="4180522762" sldId="404"/>
            <ac:inkMk id="155" creationId="{E814F3F3-C399-8B2D-3284-A94A7972F92B}"/>
          </ac:inkMkLst>
        </pc:inkChg>
        <pc:inkChg chg="add mod">
          <ac:chgData name="Mahima Weerasinghe" userId="e11e3f55-42da-4e07-8ead-4d7a1d7ea1c6" providerId="ADAL" clId="{DEC8990C-F1E8-4081-8796-F50D8B9FA883}" dt="2024-10-13T13:53:37.207" v="3029"/>
          <ac:inkMkLst>
            <pc:docMk/>
            <pc:sldMk cId="4180522762" sldId="404"/>
            <ac:inkMk id="156" creationId="{C1C2A490-9A51-22CC-C208-385C3A25CBC4}"/>
          </ac:inkMkLst>
        </pc:inkChg>
        <pc:inkChg chg="add mod">
          <ac:chgData name="Mahima Weerasinghe" userId="e11e3f55-42da-4e07-8ead-4d7a1d7ea1c6" providerId="ADAL" clId="{DEC8990C-F1E8-4081-8796-F50D8B9FA883}" dt="2024-10-13T13:53:37.207" v="3029"/>
          <ac:inkMkLst>
            <pc:docMk/>
            <pc:sldMk cId="4180522762" sldId="404"/>
            <ac:inkMk id="157" creationId="{6E8AE467-7594-4609-B8FD-CA5753E962AD}"/>
          </ac:inkMkLst>
        </pc:inkChg>
        <pc:inkChg chg="add mod">
          <ac:chgData name="Mahima Weerasinghe" userId="e11e3f55-42da-4e07-8ead-4d7a1d7ea1c6" providerId="ADAL" clId="{DEC8990C-F1E8-4081-8796-F50D8B9FA883}" dt="2024-10-13T13:53:37.207" v="3029"/>
          <ac:inkMkLst>
            <pc:docMk/>
            <pc:sldMk cId="4180522762" sldId="404"/>
            <ac:inkMk id="158" creationId="{EFE79914-0A15-A715-477F-1464E9DF29DE}"/>
          </ac:inkMkLst>
        </pc:inkChg>
        <pc:inkChg chg="add mod">
          <ac:chgData name="Mahima Weerasinghe" userId="e11e3f55-42da-4e07-8ead-4d7a1d7ea1c6" providerId="ADAL" clId="{DEC8990C-F1E8-4081-8796-F50D8B9FA883}" dt="2024-10-13T13:53:37.207" v="3029"/>
          <ac:inkMkLst>
            <pc:docMk/>
            <pc:sldMk cId="4180522762" sldId="404"/>
            <ac:inkMk id="159" creationId="{F4817153-F10D-A3CB-9060-3A32A0E0D9EC}"/>
          </ac:inkMkLst>
        </pc:inkChg>
        <pc:inkChg chg="add mod">
          <ac:chgData name="Mahima Weerasinghe" userId="e11e3f55-42da-4e07-8ead-4d7a1d7ea1c6" providerId="ADAL" clId="{DEC8990C-F1E8-4081-8796-F50D8B9FA883}" dt="2024-10-13T13:53:37.207" v="3029"/>
          <ac:inkMkLst>
            <pc:docMk/>
            <pc:sldMk cId="4180522762" sldId="404"/>
            <ac:inkMk id="160" creationId="{58A06879-EA46-A611-D63E-ED3BAC66D253}"/>
          </ac:inkMkLst>
        </pc:inkChg>
        <pc:inkChg chg="add mod">
          <ac:chgData name="Mahima Weerasinghe" userId="e11e3f55-42da-4e07-8ead-4d7a1d7ea1c6" providerId="ADAL" clId="{DEC8990C-F1E8-4081-8796-F50D8B9FA883}" dt="2024-10-13T13:53:37.207" v="3029"/>
          <ac:inkMkLst>
            <pc:docMk/>
            <pc:sldMk cId="4180522762" sldId="404"/>
            <ac:inkMk id="161" creationId="{C9218079-80E9-4589-2726-739ECBEBF5A7}"/>
          </ac:inkMkLst>
        </pc:inkChg>
        <pc:inkChg chg="add mod">
          <ac:chgData name="Mahima Weerasinghe" userId="e11e3f55-42da-4e07-8ead-4d7a1d7ea1c6" providerId="ADAL" clId="{DEC8990C-F1E8-4081-8796-F50D8B9FA883}" dt="2024-10-13T13:53:37.207" v="3029"/>
          <ac:inkMkLst>
            <pc:docMk/>
            <pc:sldMk cId="4180522762" sldId="404"/>
            <ac:inkMk id="162" creationId="{8FF89A29-2FFC-722D-A950-347B5283598F}"/>
          </ac:inkMkLst>
        </pc:inkChg>
        <pc:inkChg chg="add mod">
          <ac:chgData name="Mahima Weerasinghe" userId="e11e3f55-42da-4e07-8ead-4d7a1d7ea1c6" providerId="ADAL" clId="{DEC8990C-F1E8-4081-8796-F50D8B9FA883}" dt="2024-10-13T13:53:37.207" v="3029"/>
          <ac:inkMkLst>
            <pc:docMk/>
            <pc:sldMk cId="4180522762" sldId="404"/>
            <ac:inkMk id="163" creationId="{4B64B020-AF4C-8269-8E28-0E71A9EA11B2}"/>
          </ac:inkMkLst>
        </pc:inkChg>
        <pc:inkChg chg="add mod">
          <ac:chgData name="Mahima Weerasinghe" userId="e11e3f55-42da-4e07-8ead-4d7a1d7ea1c6" providerId="ADAL" clId="{DEC8990C-F1E8-4081-8796-F50D8B9FA883}" dt="2024-10-13T13:53:37.207" v="3029"/>
          <ac:inkMkLst>
            <pc:docMk/>
            <pc:sldMk cId="4180522762" sldId="404"/>
            <ac:inkMk id="164" creationId="{4001FEEE-EAF8-320E-ACC2-567FCF17788E}"/>
          </ac:inkMkLst>
        </pc:inkChg>
        <pc:inkChg chg="add mod">
          <ac:chgData name="Mahima Weerasinghe" userId="e11e3f55-42da-4e07-8ead-4d7a1d7ea1c6" providerId="ADAL" clId="{DEC8990C-F1E8-4081-8796-F50D8B9FA883}" dt="2024-10-13T13:53:37.207" v="3029"/>
          <ac:inkMkLst>
            <pc:docMk/>
            <pc:sldMk cId="4180522762" sldId="404"/>
            <ac:inkMk id="165" creationId="{AE170373-4D77-7EC9-B441-22A5674DFBB8}"/>
          </ac:inkMkLst>
        </pc:inkChg>
        <pc:inkChg chg="add mod">
          <ac:chgData name="Mahima Weerasinghe" userId="e11e3f55-42da-4e07-8ead-4d7a1d7ea1c6" providerId="ADAL" clId="{DEC8990C-F1E8-4081-8796-F50D8B9FA883}" dt="2024-10-13T13:53:37.207" v="3029"/>
          <ac:inkMkLst>
            <pc:docMk/>
            <pc:sldMk cId="4180522762" sldId="404"/>
            <ac:inkMk id="166" creationId="{D3070F9C-FF62-2825-6723-03107E936717}"/>
          </ac:inkMkLst>
        </pc:inkChg>
        <pc:inkChg chg="add mod">
          <ac:chgData name="Mahima Weerasinghe" userId="e11e3f55-42da-4e07-8ead-4d7a1d7ea1c6" providerId="ADAL" clId="{DEC8990C-F1E8-4081-8796-F50D8B9FA883}" dt="2024-10-13T13:53:37.207" v="3029"/>
          <ac:inkMkLst>
            <pc:docMk/>
            <pc:sldMk cId="4180522762" sldId="404"/>
            <ac:inkMk id="167" creationId="{7D735DD9-3B04-5FFD-7C4A-3180ECD9E532}"/>
          </ac:inkMkLst>
        </pc:inkChg>
        <pc:inkChg chg="add">
          <ac:chgData name="Mahima Weerasinghe" userId="e11e3f55-42da-4e07-8ead-4d7a1d7ea1c6" providerId="ADAL" clId="{DEC8990C-F1E8-4081-8796-F50D8B9FA883}" dt="2024-10-13T13:54:03.549" v="3030" actId="9405"/>
          <ac:inkMkLst>
            <pc:docMk/>
            <pc:sldMk cId="4180522762" sldId="404"/>
            <ac:inkMk id="169" creationId="{C1C99BD6-6675-FB06-F26D-B923FEB92623}"/>
          </ac:inkMkLst>
        </pc:inkChg>
        <pc:inkChg chg="add">
          <ac:chgData name="Mahima Weerasinghe" userId="e11e3f55-42da-4e07-8ead-4d7a1d7ea1c6" providerId="ADAL" clId="{DEC8990C-F1E8-4081-8796-F50D8B9FA883}" dt="2024-10-13T13:54:05.124" v="3031" actId="9405"/>
          <ac:inkMkLst>
            <pc:docMk/>
            <pc:sldMk cId="4180522762" sldId="404"/>
            <ac:inkMk id="170" creationId="{4BD27CE1-7BEC-C3F3-B40F-4B3CE861405D}"/>
          </ac:inkMkLst>
        </pc:inkChg>
        <pc:inkChg chg="add">
          <ac:chgData name="Mahima Weerasinghe" userId="e11e3f55-42da-4e07-8ead-4d7a1d7ea1c6" providerId="ADAL" clId="{DEC8990C-F1E8-4081-8796-F50D8B9FA883}" dt="2024-10-13T13:54:05.820" v="3032" actId="9405"/>
          <ac:inkMkLst>
            <pc:docMk/>
            <pc:sldMk cId="4180522762" sldId="404"/>
            <ac:inkMk id="171" creationId="{8EC57E63-C09E-FC92-1598-BE92955AFFD9}"/>
          </ac:inkMkLst>
        </pc:inkChg>
      </pc:sldChg>
      <pc:sldChg chg="addSp delSp modSp new mod">
        <pc:chgData name="Mahima Weerasinghe" userId="e11e3f55-42da-4e07-8ead-4d7a1d7ea1c6" providerId="ADAL" clId="{DEC8990C-F1E8-4081-8796-F50D8B9FA883}" dt="2024-10-13T13:56:59.281" v="3102" actId="9405"/>
        <pc:sldMkLst>
          <pc:docMk/>
          <pc:sldMk cId="205032879" sldId="405"/>
        </pc:sldMkLst>
        <pc:spChg chg="mod">
          <ac:chgData name="Mahima Weerasinghe" userId="e11e3f55-42da-4e07-8ead-4d7a1d7ea1c6" providerId="ADAL" clId="{DEC8990C-F1E8-4081-8796-F50D8B9FA883}" dt="2024-10-13T05:29:08.801" v="700" actId="20577"/>
          <ac:spMkLst>
            <pc:docMk/>
            <pc:sldMk cId="205032879" sldId="405"/>
            <ac:spMk id="2" creationId="{5651A04E-0BD9-7AE7-1485-B643C7DC7B3E}"/>
          </ac:spMkLst>
        </pc:spChg>
        <pc:spChg chg="add del">
          <ac:chgData name="Mahima Weerasinghe" userId="e11e3f55-42da-4e07-8ead-4d7a1d7ea1c6" providerId="ADAL" clId="{DEC8990C-F1E8-4081-8796-F50D8B9FA883}" dt="2024-10-13T05:29:20.952" v="702" actId="22"/>
          <ac:spMkLst>
            <pc:docMk/>
            <pc:sldMk cId="205032879" sldId="405"/>
            <ac:spMk id="4" creationId="{535E4732-E271-DD93-9D8E-D3133696911F}"/>
          </ac:spMkLst>
        </pc:spChg>
        <pc:spChg chg="add mod">
          <ac:chgData name="Mahima Weerasinghe" userId="e11e3f55-42da-4e07-8ead-4d7a1d7ea1c6" providerId="ADAL" clId="{DEC8990C-F1E8-4081-8796-F50D8B9FA883}" dt="2024-10-13T09:46:52.367" v="815" actId="20577"/>
          <ac:spMkLst>
            <pc:docMk/>
            <pc:sldMk cId="205032879" sldId="405"/>
            <ac:spMk id="6" creationId="{AFA038B5-0269-C12A-FDA7-DF3BB656357D}"/>
          </ac:spMkLst>
        </pc:spChg>
        <pc:grpChg chg="del mod">
          <ac:chgData name="Mahima Weerasinghe" userId="e11e3f55-42da-4e07-8ead-4d7a1d7ea1c6" providerId="ADAL" clId="{DEC8990C-F1E8-4081-8796-F50D8B9FA883}" dt="2024-10-13T13:55:05.171" v="3041"/>
          <ac:grpSpMkLst>
            <pc:docMk/>
            <pc:sldMk cId="205032879" sldId="405"/>
            <ac:grpSpMk id="10" creationId="{A186A7E5-7A8A-EBC2-9795-B0AACA3200F1}"/>
          </ac:grpSpMkLst>
        </pc:grpChg>
        <pc:grpChg chg="del mod">
          <ac:chgData name="Mahima Weerasinghe" userId="e11e3f55-42da-4e07-8ead-4d7a1d7ea1c6" providerId="ADAL" clId="{DEC8990C-F1E8-4081-8796-F50D8B9FA883}" dt="2024-10-13T13:55:07.831" v="3044"/>
          <ac:grpSpMkLst>
            <pc:docMk/>
            <pc:sldMk cId="205032879" sldId="405"/>
            <ac:grpSpMk id="12" creationId="{77A1D754-314D-7E43-EE66-9AE52C2D52DB}"/>
          </ac:grpSpMkLst>
        </pc:grpChg>
        <pc:grpChg chg="del mod">
          <ac:chgData name="Mahima Weerasinghe" userId="e11e3f55-42da-4e07-8ead-4d7a1d7ea1c6" providerId="ADAL" clId="{DEC8990C-F1E8-4081-8796-F50D8B9FA883}" dt="2024-10-13T13:55:15.630" v="3054"/>
          <ac:grpSpMkLst>
            <pc:docMk/>
            <pc:sldMk cId="205032879" sldId="405"/>
            <ac:grpSpMk id="15" creationId="{35001EC4-327B-9D9E-F247-106933ED8C07}"/>
          </ac:grpSpMkLst>
        </pc:grpChg>
        <pc:grpChg chg="del mod">
          <ac:chgData name="Mahima Weerasinghe" userId="e11e3f55-42da-4e07-8ead-4d7a1d7ea1c6" providerId="ADAL" clId="{DEC8990C-F1E8-4081-8796-F50D8B9FA883}" dt="2024-10-13T13:55:12.657" v="3051"/>
          <ac:grpSpMkLst>
            <pc:docMk/>
            <pc:sldMk cId="205032879" sldId="405"/>
            <ac:grpSpMk id="19" creationId="{AFA1374C-29ED-3473-9AC4-2CEC14D4C1E7}"/>
          </ac:grpSpMkLst>
        </pc:grpChg>
        <pc:grpChg chg="del mod">
          <ac:chgData name="Mahima Weerasinghe" userId="e11e3f55-42da-4e07-8ead-4d7a1d7ea1c6" providerId="ADAL" clId="{DEC8990C-F1E8-4081-8796-F50D8B9FA883}" dt="2024-10-13T13:55:15.630" v="3054"/>
          <ac:grpSpMkLst>
            <pc:docMk/>
            <pc:sldMk cId="205032879" sldId="405"/>
            <ac:grpSpMk id="22" creationId="{991B7889-C7A2-7D45-617A-5595B0CBD927}"/>
          </ac:grpSpMkLst>
        </pc:grpChg>
        <pc:grpChg chg="del mod">
          <ac:chgData name="Mahima Weerasinghe" userId="e11e3f55-42da-4e07-8ead-4d7a1d7ea1c6" providerId="ADAL" clId="{DEC8990C-F1E8-4081-8796-F50D8B9FA883}" dt="2024-10-13T13:55:55.463" v="3079"/>
          <ac:grpSpMkLst>
            <pc:docMk/>
            <pc:sldMk cId="205032879" sldId="405"/>
            <ac:grpSpMk id="25" creationId="{6BD7C981-9DD1-56D7-2D6C-5FA64A719A86}"/>
          </ac:grpSpMkLst>
        </pc:grpChg>
        <pc:grpChg chg="del mod">
          <ac:chgData name="Mahima Weerasinghe" userId="e11e3f55-42da-4e07-8ead-4d7a1d7ea1c6" providerId="ADAL" clId="{DEC8990C-F1E8-4081-8796-F50D8B9FA883}" dt="2024-10-13T13:55:29.139" v="3067"/>
          <ac:grpSpMkLst>
            <pc:docMk/>
            <pc:sldMk cId="205032879" sldId="405"/>
            <ac:grpSpMk id="30" creationId="{28229B37-30D5-87C0-095B-4C5F1CBFD26B}"/>
          </ac:grpSpMkLst>
        </pc:grpChg>
        <pc:grpChg chg="del mod">
          <ac:chgData name="Mahima Weerasinghe" userId="e11e3f55-42da-4e07-8ead-4d7a1d7ea1c6" providerId="ADAL" clId="{DEC8990C-F1E8-4081-8796-F50D8B9FA883}" dt="2024-10-13T13:55:55.463" v="3079"/>
          <ac:grpSpMkLst>
            <pc:docMk/>
            <pc:sldMk cId="205032879" sldId="405"/>
            <ac:grpSpMk id="38" creationId="{0AA57B29-7F52-2A89-0A59-AC2EF4ACFDC1}"/>
          </ac:grpSpMkLst>
        </pc:grpChg>
        <pc:grpChg chg="del mod">
          <ac:chgData name="Mahima Weerasinghe" userId="e11e3f55-42da-4e07-8ead-4d7a1d7ea1c6" providerId="ADAL" clId="{DEC8990C-F1E8-4081-8796-F50D8B9FA883}" dt="2024-10-13T13:55:33.999" v="3073"/>
          <ac:grpSpMkLst>
            <pc:docMk/>
            <pc:sldMk cId="205032879" sldId="405"/>
            <ac:grpSpMk id="41" creationId="{8D1F0028-D954-E1F9-A540-A6B74E7577D2}"/>
          </ac:grpSpMkLst>
        </pc:grpChg>
        <pc:grpChg chg="del mod">
          <ac:chgData name="Mahima Weerasinghe" userId="e11e3f55-42da-4e07-8ead-4d7a1d7ea1c6" providerId="ADAL" clId="{DEC8990C-F1E8-4081-8796-F50D8B9FA883}" dt="2024-10-13T13:55:37.963" v="3075"/>
          <ac:grpSpMkLst>
            <pc:docMk/>
            <pc:sldMk cId="205032879" sldId="405"/>
            <ac:grpSpMk id="44" creationId="{8B712597-6DC7-DD91-2B2C-971EE7E63083}"/>
          </ac:grpSpMkLst>
        </pc:grpChg>
        <pc:grpChg chg="del mod">
          <ac:chgData name="Mahima Weerasinghe" userId="e11e3f55-42da-4e07-8ead-4d7a1d7ea1c6" providerId="ADAL" clId="{DEC8990C-F1E8-4081-8796-F50D8B9FA883}" dt="2024-10-13T13:55:55.463" v="3079"/>
          <ac:grpSpMkLst>
            <pc:docMk/>
            <pc:sldMk cId="205032879" sldId="405"/>
            <ac:grpSpMk id="46" creationId="{870736A0-7513-10D6-B037-D4E30A04E82B}"/>
          </ac:grpSpMkLst>
        </pc:grpChg>
        <pc:grpChg chg="del mod">
          <ac:chgData name="Mahima Weerasinghe" userId="e11e3f55-42da-4e07-8ead-4d7a1d7ea1c6" providerId="ADAL" clId="{DEC8990C-F1E8-4081-8796-F50D8B9FA883}" dt="2024-10-13T13:55:58.020" v="3082"/>
          <ac:grpSpMkLst>
            <pc:docMk/>
            <pc:sldMk cId="205032879" sldId="405"/>
            <ac:grpSpMk id="50" creationId="{29017464-AFBC-4142-5C01-5AA27ADAD296}"/>
          </ac:grpSpMkLst>
        </pc:grpChg>
        <pc:grpChg chg="mod">
          <ac:chgData name="Mahima Weerasinghe" userId="e11e3f55-42da-4e07-8ead-4d7a1d7ea1c6" providerId="ADAL" clId="{DEC8990C-F1E8-4081-8796-F50D8B9FA883}" dt="2024-10-13T13:55:58.020" v="3082"/>
          <ac:grpSpMkLst>
            <pc:docMk/>
            <pc:sldMk cId="205032879" sldId="405"/>
            <ac:grpSpMk id="53" creationId="{4297A3AE-DA38-F936-3B3D-3BDA87141B06}"/>
          </ac:grpSpMkLst>
        </pc:grpChg>
        <pc:grpChg chg="del mod">
          <ac:chgData name="Mahima Weerasinghe" userId="e11e3f55-42da-4e07-8ead-4d7a1d7ea1c6" providerId="ADAL" clId="{DEC8990C-F1E8-4081-8796-F50D8B9FA883}" dt="2024-10-13T13:56:32.412" v="3095"/>
          <ac:grpSpMkLst>
            <pc:docMk/>
            <pc:sldMk cId="205032879" sldId="405"/>
            <ac:grpSpMk id="64" creationId="{97A22BD4-C39F-390E-836D-40C537FBD3DF}"/>
          </ac:grpSpMkLst>
        </pc:grpChg>
        <pc:grpChg chg="mod">
          <ac:chgData name="Mahima Weerasinghe" userId="e11e3f55-42da-4e07-8ead-4d7a1d7ea1c6" providerId="ADAL" clId="{DEC8990C-F1E8-4081-8796-F50D8B9FA883}" dt="2024-10-13T13:56:32.412" v="3095"/>
          <ac:grpSpMkLst>
            <pc:docMk/>
            <pc:sldMk cId="205032879" sldId="405"/>
            <ac:grpSpMk id="66" creationId="{AD30CF2A-9CBE-D685-E181-633E38DEEE2F}"/>
          </ac:grpSpMkLst>
        </pc:grpChg>
        <pc:grpChg chg="mod">
          <ac:chgData name="Mahima Weerasinghe" userId="e11e3f55-42da-4e07-8ead-4d7a1d7ea1c6" providerId="ADAL" clId="{DEC8990C-F1E8-4081-8796-F50D8B9FA883}" dt="2024-10-13T13:56:54.608" v="3101"/>
          <ac:grpSpMkLst>
            <pc:docMk/>
            <pc:sldMk cId="205032879" sldId="405"/>
            <ac:grpSpMk id="72" creationId="{9A871543-4576-315D-BC69-C30220DB47CB}"/>
          </ac:grpSpMkLst>
        </pc:grpChg>
        <pc:inkChg chg="add">
          <ac:chgData name="Mahima Weerasinghe" userId="e11e3f55-42da-4e07-8ead-4d7a1d7ea1c6" providerId="ADAL" clId="{DEC8990C-F1E8-4081-8796-F50D8B9FA883}" dt="2024-10-13T13:54:51.411" v="3033" actId="9405"/>
          <ac:inkMkLst>
            <pc:docMk/>
            <pc:sldMk cId="205032879" sldId="405"/>
            <ac:inkMk id="3" creationId="{5FF7DB00-53FE-4AA4-7348-09FA9CEB3784}"/>
          </ac:inkMkLst>
        </pc:inkChg>
        <pc:inkChg chg="add">
          <ac:chgData name="Mahima Weerasinghe" userId="e11e3f55-42da-4e07-8ead-4d7a1d7ea1c6" providerId="ADAL" clId="{DEC8990C-F1E8-4081-8796-F50D8B9FA883}" dt="2024-10-13T13:54:53.088" v="3034" actId="9405"/>
          <ac:inkMkLst>
            <pc:docMk/>
            <pc:sldMk cId="205032879" sldId="405"/>
            <ac:inkMk id="4" creationId="{D8B12822-5B0F-B168-9DA3-4134DDAB0EB2}"/>
          </ac:inkMkLst>
        </pc:inkChg>
        <pc:inkChg chg="add">
          <ac:chgData name="Mahima Weerasinghe" userId="e11e3f55-42da-4e07-8ead-4d7a1d7ea1c6" providerId="ADAL" clId="{DEC8990C-F1E8-4081-8796-F50D8B9FA883}" dt="2024-10-13T13:54:54.297" v="3035" actId="9405"/>
          <ac:inkMkLst>
            <pc:docMk/>
            <pc:sldMk cId="205032879" sldId="405"/>
            <ac:inkMk id="5" creationId="{C4513635-5BEE-9113-BC05-977A420E87BB}"/>
          </ac:inkMkLst>
        </pc:inkChg>
        <pc:inkChg chg="add">
          <ac:chgData name="Mahima Weerasinghe" userId="e11e3f55-42da-4e07-8ead-4d7a1d7ea1c6" providerId="ADAL" clId="{DEC8990C-F1E8-4081-8796-F50D8B9FA883}" dt="2024-10-13T13:54:57.433" v="3036" actId="9405"/>
          <ac:inkMkLst>
            <pc:docMk/>
            <pc:sldMk cId="205032879" sldId="405"/>
            <ac:inkMk id="7" creationId="{C77D2EB2-F1B1-FE1A-80CD-FE3123F6CF0B}"/>
          </ac:inkMkLst>
        </pc:inkChg>
        <pc:inkChg chg="add mod">
          <ac:chgData name="Mahima Weerasinghe" userId="e11e3f55-42da-4e07-8ead-4d7a1d7ea1c6" providerId="ADAL" clId="{DEC8990C-F1E8-4081-8796-F50D8B9FA883}" dt="2024-10-13T13:55:55.463" v="3079"/>
          <ac:inkMkLst>
            <pc:docMk/>
            <pc:sldMk cId="205032879" sldId="405"/>
            <ac:inkMk id="8" creationId="{D1F333FB-F75A-ACE8-3706-FB0499AF77DA}"/>
          </ac:inkMkLst>
        </pc:inkChg>
        <pc:inkChg chg="add mod">
          <ac:chgData name="Mahima Weerasinghe" userId="e11e3f55-42da-4e07-8ead-4d7a1d7ea1c6" providerId="ADAL" clId="{DEC8990C-F1E8-4081-8796-F50D8B9FA883}" dt="2024-10-13T13:55:55.463" v="3079"/>
          <ac:inkMkLst>
            <pc:docMk/>
            <pc:sldMk cId="205032879" sldId="405"/>
            <ac:inkMk id="9" creationId="{3F2A4DFE-76CB-D2E6-59D7-7258CEABABDB}"/>
          </ac:inkMkLst>
        </pc:inkChg>
        <pc:inkChg chg="add mod">
          <ac:chgData name="Mahima Weerasinghe" userId="e11e3f55-42da-4e07-8ead-4d7a1d7ea1c6" providerId="ADAL" clId="{DEC8990C-F1E8-4081-8796-F50D8B9FA883}" dt="2024-10-13T13:55:55.463" v="3079"/>
          <ac:inkMkLst>
            <pc:docMk/>
            <pc:sldMk cId="205032879" sldId="405"/>
            <ac:inkMk id="11" creationId="{C0538782-1968-6362-C744-940BAF9394C8}"/>
          </ac:inkMkLst>
        </pc:inkChg>
        <pc:inkChg chg="add mod">
          <ac:chgData name="Mahima Weerasinghe" userId="e11e3f55-42da-4e07-8ead-4d7a1d7ea1c6" providerId="ADAL" clId="{DEC8990C-F1E8-4081-8796-F50D8B9FA883}" dt="2024-10-13T13:55:55.463" v="3079"/>
          <ac:inkMkLst>
            <pc:docMk/>
            <pc:sldMk cId="205032879" sldId="405"/>
            <ac:inkMk id="13" creationId="{17EF1577-99EF-DB7C-468C-4C467EB90B54}"/>
          </ac:inkMkLst>
        </pc:inkChg>
        <pc:inkChg chg="add mod">
          <ac:chgData name="Mahima Weerasinghe" userId="e11e3f55-42da-4e07-8ead-4d7a1d7ea1c6" providerId="ADAL" clId="{DEC8990C-F1E8-4081-8796-F50D8B9FA883}" dt="2024-10-13T13:55:55.463" v="3079"/>
          <ac:inkMkLst>
            <pc:docMk/>
            <pc:sldMk cId="205032879" sldId="405"/>
            <ac:inkMk id="14" creationId="{391A3BD8-7B7E-DAD1-5748-66752B4DB7E2}"/>
          </ac:inkMkLst>
        </pc:inkChg>
        <pc:inkChg chg="add mod">
          <ac:chgData name="Mahima Weerasinghe" userId="e11e3f55-42da-4e07-8ead-4d7a1d7ea1c6" providerId="ADAL" clId="{DEC8990C-F1E8-4081-8796-F50D8B9FA883}" dt="2024-10-13T13:55:58.020" v="3082"/>
          <ac:inkMkLst>
            <pc:docMk/>
            <pc:sldMk cId="205032879" sldId="405"/>
            <ac:inkMk id="16" creationId="{97C49EF4-B4A0-8285-00AE-D15032A8AE90}"/>
          </ac:inkMkLst>
        </pc:inkChg>
        <pc:inkChg chg="add mod">
          <ac:chgData name="Mahima Weerasinghe" userId="e11e3f55-42da-4e07-8ead-4d7a1d7ea1c6" providerId="ADAL" clId="{DEC8990C-F1E8-4081-8796-F50D8B9FA883}" dt="2024-10-13T13:55:58.020" v="3082"/>
          <ac:inkMkLst>
            <pc:docMk/>
            <pc:sldMk cId="205032879" sldId="405"/>
            <ac:inkMk id="17" creationId="{4F1AC6DA-60DB-4E55-DD36-9041B9A5CD9D}"/>
          </ac:inkMkLst>
        </pc:inkChg>
        <pc:inkChg chg="add mod">
          <ac:chgData name="Mahima Weerasinghe" userId="e11e3f55-42da-4e07-8ead-4d7a1d7ea1c6" providerId="ADAL" clId="{DEC8990C-F1E8-4081-8796-F50D8B9FA883}" dt="2024-10-13T13:55:58.020" v="3082"/>
          <ac:inkMkLst>
            <pc:docMk/>
            <pc:sldMk cId="205032879" sldId="405"/>
            <ac:inkMk id="18" creationId="{2B746BBB-9E99-0F88-852C-08E98C4E2C2E}"/>
          </ac:inkMkLst>
        </pc:inkChg>
        <pc:inkChg chg="add mod">
          <ac:chgData name="Mahima Weerasinghe" userId="e11e3f55-42da-4e07-8ead-4d7a1d7ea1c6" providerId="ADAL" clId="{DEC8990C-F1E8-4081-8796-F50D8B9FA883}" dt="2024-10-13T13:55:58.020" v="3082"/>
          <ac:inkMkLst>
            <pc:docMk/>
            <pc:sldMk cId="205032879" sldId="405"/>
            <ac:inkMk id="20" creationId="{9A60E67E-52A3-0B57-E1BC-9220B646A5EC}"/>
          </ac:inkMkLst>
        </pc:inkChg>
        <pc:inkChg chg="add mod">
          <ac:chgData name="Mahima Weerasinghe" userId="e11e3f55-42da-4e07-8ead-4d7a1d7ea1c6" providerId="ADAL" clId="{DEC8990C-F1E8-4081-8796-F50D8B9FA883}" dt="2024-10-13T13:55:58.020" v="3082"/>
          <ac:inkMkLst>
            <pc:docMk/>
            <pc:sldMk cId="205032879" sldId="405"/>
            <ac:inkMk id="21" creationId="{973154B6-CEE1-30CB-AC83-FA5C6948B5BF}"/>
          </ac:inkMkLst>
        </pc:inkChg>
        <pc:inkChg chg="add mod">
          <ac:chgData name="Mahima Weerasinghe" userId="e11e3f55-42da-4e07-8ead-4d7a1d7ea1c6" providerId="ADAL" clId="{DEC8990C-F1E8-4081-8796-F50D8B9FA883}" dt="2024-10-13T13:55:58.020" v="3082"/>
          <ac:inkMkLst>
            <pc:docMk/>
            <pc:sldMk cId="205032879" sldId="405"/>
            <ac:inkMk id="23" creationId="{7BFA2280-2F94-3F62-D65A-9A707585ED38}"/>
          </ac:inkMkLst>
        </pc:inkChg>
        <pc:inkChg chg="add mod">
          <ac:chgData name="Mahima Weerasinghe" userId="e11e3f55-42da-4e07-8ead-4d7a1d7ea1c6" providerId="ADAL" clId="{DEC8990C-F1E8-4081-8796-F50D8B9FA883}" dt="2024-10-13T13:55:58.020" v="3082"/>
          <ac:inkMkLst>
            <pc:docMk/>
            <pc:sldMk cId="205032879" sldId="405"/>
            <ac:inkMk id="24" creationId="{EC99382D-8581-CDCD-EBAE-085AF984B659}"/>
          </ac:inkMkLst>
        </pc:inkChg>
        <pc:inkChg chg="add mod">
          <ac:chgData name="Mahima Weerasinghe" userId="e11e3f55-42da-4e07-8ead-4d7a1d7ea1c6" providerId="ADAL" clId="{DEC8990C-F1E8-4081-8796-F50D8B9FA883}" dt="2024-10-13T13:55:58.020" v="3082"/>
          <ac:inkMkLst>
            <pc:docMk/>
            <pc:sldMk cId="205032879" sldId="405"/>
            <ac:inkMk id="26" creationId="{A01F8370-518B-A5A0-70E9-A45917E4BB1F}"/>
          </ac:inkMkLst>
        </pc:inkChg>
        <pc:inkChg chg="add mod">
          <ac:chgData name="Mahima Weerasinghe" userId="e11e3f55-42da-4e07-8ead-4d7a1d7ea1c6" providerId="ADAL" clId="{DEC8990C-F1E8-4081-8796-F50D8B9FA883}" dt="2024-10-13T13:55:58.020" v="3082"/>
          <ac:inkMkLst>
            <pc:docMk/>
            <pc:sldMk cId="205032879" sldId="405"/>
            <ac:inkMk id="27" creationId="{2084C048-EE1C-B071-B739-3C87ACEFDE08}"/>
          </ac:inkMkLst>
        </pc:inkChg>
        <pc:inkChg chg="add mod">
          <ac:chgData name="Mahima Weerasinghe" userId="e11e3f55-42da-4e07-8ead-4d7a1d7ea1c6" providerId="ADAL" clId="{DEC8990C-F1E8-4081-8796-F50D8B9FA883}" dt="2024-10-13T13:55:58.020" v="3082"/>
          <ac:inkMkLst>
            <pc:docMk/>
            <pc:sldMk cId="205032879" sldId="405"/>
            <ac:inkMk id="28" creationId="{B50EA828-3E3F-253F-D7DC-F33C05899895}"/>
          </ac:inkMkLst>
        </pc:inkChg>
        <pc:inkChg chg="add mod">
          <ac:chgData name="Mahima Weerasinghe" userId="e11e3f55-42da-4e07-8ead-4d7a1d7ea1c6" providerId="ADAL" clId="{DEC8990C-F1E8-4081-8796-F50D8B9FA883}" dt="2024-10-13T13:55:58.020" v="3082"/>
          <ac:inkMkLst>
            <pc:docMk/>
            <pc:sldMk cId="205032879" sldId="405"/>
            <ac:inkMk id="29" creationId="{561BF619-A56C-94B8-2151-7F1DA23451A9}"/>
          </ac:inkMkLst>
        </pc:inkChg>
        <pc:inkChg chg="add mod">
          <ac:chgData name="Mahima Weerasinghe" userId="e11e3f55-42da-4e07-8ead-4d7a1d7ea1c6" providerId="ADAL" clId="{DEC8990C-F1E8-4081-8796-F50D8B9FA883}" dt="2024-10-13T13:55:58.020" v="3082"/>
          <ac:inkMkLst>
            <pc:docMk/>
            <pc:sldMk cId="205032879" sldId="405"/>
            <ac:inkMk id="31" creationId="{25CFF22A-44EA-9A36-72B0-6DA9DBC06AD7}"/>
          </ac:inkMkLst>
        </pc:inkChg>
        <pc:inkChg chg="add mod">
          <ac:chgData name="Mahima Weerasinghe" userId="e11e3f55-42da-4e07-8ead-4d7a1d7ea1c6" providerId="ADAL" clId="{DEC8990C-F1E8-4081-8796-F50D8B9FA883}" dt="2024-10-13T13:55:58.020" v="3082"/>
          <ac:inkMkLst>
            <pc:docMk/>
            <pc:sldMk cId="205032879" sldId="405"/>
            <ac:inkMk id="32" creationId="{C61CF085-39C1-0878-E733-A04C52BF784E}"/>
          </ac:inkMkLst>
        </pc:inkChg>
        <pc:inkChg chg="add mod">
          <ac:chgData name="Mahima Weerasinghe" userId="e11e3f55-42da-4e07-8ead-4d7a1d7ea1c6" providerId="ADAL" clId="{DEC8990C-F1E8-4081-8796-F50D8B9FA883}" dt="2024-10-13T13:55:58.020" v="3082"/>
          <ac:inkMkLst>
            <pc:docMk/>
            <pc:sldMk cId="205032879" sldId="405"/>
            <ac:inkMk id="33" creationId="{02B1FC1B-18C5-19DD-8210-3A24676FB2EA}"/>
          </ac:inkMkLst>
        </pc:inkChg>
        <pc:inkChg chg="add mod">
          <ac:chgData name="Mahima Weerasinghe" userId="e11e3f55-42da-4e07-8ead-4d7a1d7ea1c6" providerId="ADAL" clId="{DEC8990C-F1E8-4081-8796-F50D8B9FA883}" dt="2024-10-13T13:55:58.020" v="3082"/>
          <ac:inkMkLst>
            <pc:docMk/>
            <pc:sldMk cId="205032879" sldId="405"/>
            <ac:inkMk id="34" creationId="{0886A8D8-D81E-E9EA-D4D0-B4832872C9E1}"/>
          </ac:inkMkLst>
        </pc:inkChg>
        <pc:inkChg chg="add mod">
          <ac:chgData name="Mahima Weerasinghe" userId="e11e3f55-42da-4e07-8ead-4d7a1d7ea1c6" providerId="ADAL" clId="{DEC8990C-F1E8-4081-8796-F50D8B9FA883}" dt="2024-10-13T13:55:58.020" v="3082"/>
          <ac:inkMkLst>
            <pc:docMk/>
            <pc:sldMk cId="205032879" sldId="405"/>
            <ac:inkMk id="35" creationId="{C9B11878-F2B6-ED81-3BFF-35B70CA2EC1B}"/>
          </ac:inkMkLst>
        </pc:inkChg>
        <pc:inkChg chg="add mod">
          <ac:chgData name="Mahima Weerasinghe" userId="e11e3f55-42da-4e07-8ead-4d7a1d7ea1c6" providerId="ADAL" clId="{DEC8990C-F1E8-4081-8796-F50D8B9FA883}" dt="2024-10-13T13:55:58.020" v="3082"/>
          <ac:inkMkLst>
            <pc:docMk/>
            <pc:sldMk cId="205032879" sldId="405"/>
            <ac:inkMk id="36" creationId="{7CF6014F-6100-1456-497C-D37CA72BC4CC}"/>
          </ac:inkMkLst>
        </pc:inkChg>
        <pc:inkChg chg="add mod">
          <ac:chgData name="Mahima Weerasinghe" userId="e11e3f55-42da-4e07-8ead-4d7a1d7ea1c6" providerId="ADAL" clId="{DEC8990C-F1E8-4081-8796-F50D8B9FA883}" dt="2024-10-13T13:55:58.020" v="3082"/>
          <ac:inkMkLst>
            <pc:docMk/>
            <pc:sldMk cId="205032879" sldId="405"/>
            <ac:inkMk id="37" creationId="{CDDAF517-F39A-E919-8B1F-0ABEE261B9CE}"/>
          </ac:inkMkLst>
        </pc:inkChg>
        <pc:inkChg chg="add mod">
          <ac:chgData name="Mahima Weerasinghe" userId="e11e3f55-42da-4e07-8ead-4d7a1d7ea1c6" providerId="ADAL" clId="{DEC8990C-F1E8-4081-8796-F50D8B9FA883}" dt="2024-10-13T13:55:58.020" v="3082"/>
          <ac:inkMkLst>
            <pc:docMk/>
            <pc:sldMk cId="205032879" sldId="405"/>
            <ac:inkMk id="39" creationId="{CB5F50A2-55A4-5DDE-8326-101FE9C5E411}"/>
          </ac:inkMkLst>
        </pc:inkChg>
        <pc:inkChg chg="add mod">
          <ac:chgData name="Mahima Weerasinghe" userId="e11e3f55-42da-4e07-8ead-4d7a1d7ea1c6" providerId="ADAL" clId="{DEC8990C-F1E8-4081-8796-F50D8B9FA883}" dt="2024-10-13T13:55:58.020" v="3082"/>
          <ac:inkMkLst>
            <pc:docMk/>
            <pc:sldMk cId="205032879" sldId="405"/>
            <ac:inkMk id="40" creationId="{F277E1B3-6EAE-CE6D-4A28-E11088F81D82}"/>
          </ac:inkMkLst>
        </pc:inkChg>
        <pc:inkChg chg="add mod">
          <ac:chgData name="Mahima Weerasinghe" userId="e11e3f55-42da-4e07-8ead-4d7a1d7ea1c6" providerId="ADAL" clId="{DEC8990C-F1E8-4081-8796-F50D8B9FA883}" dt="2024-10-13T13:55:58.020" v="3082"/>
          <ac:inkMkLst>
            <pc:docMk/>
            <pc:sldMk cId="205032879" sldId="405"/>
            <ac:inkMk id="42" creationId="{4FBC9404-7A84-3ECD-A625-7D3FF4F60518}"/>
          </ac:inkMkLst>
        </pc:inkChg>
        <pc:inkChg chg="add mod">
          <ac:chgData name="Mahima Weerasinghe" userId="e11e3f55-42da-4e07-8ead-4d7a1d7ea1c6" providerId="ADAL" clId="{DEC8990C-F1E8-4081-8796-F50D8B9FA883}" dt="2024-10-13T13:55:58.020" v="3082"/>
          <ac:inkMkLst>
            <pc:docMk/>
            <pc:sldMk cId="205032879" sldId="405"/>
            <ac:inkMk id="43" creationId="{09BCEF8F-8182-25A2-8840-726B8F8FE336}"/>
          </ac:inkMkLst>
        </pc:inkChg>
        <pc:inkChg chg="add mod">
          <ac:chgData name="Mahima Weerasinghe" userId="e11e3f55-42da-4e07-8ead-4d7a1d7ea1c6" providerId="ADAL" clId="{DEC8990C-F1E8-4081-8796-F50D8B9FA883}" dt="2024-10-13T13:55:55.463" v="3079"/>
          <ac:inkMkLst>
            <pc:docMk/>
            <pc:sldMk cId="205032879" sldId="405"/>
            <ac:inkMk id="45" creationId="{EC1D9146-8F3B-DF18-A22C-C84436591CD7}"/>
          </ac:inkMkLst>
        </pc:inkChg>
        <pc:inkChg chg="add mod">
          <ac:chgData name="Mahima Weerasinghe" userId="e11e3f55-42da-4e07-8ead-4d7a1d7ea1c6" providerId="ADAL" clId="{DEC8990C-F1E8-4081-8796-F50D8B9FA883}" dt="2024-10-13T13:55:58.020" v="3082"/>
          <ac:inkMkLst>
            <pc:docMk/>
            <pc:sldMk cId="205032879" sldId="405"/>
            <ac:inkMk id="47" creationId="{CEEA81EA-5961-7171-8EB2-30DFAC495146}"/>
          </ac:inkMkLst>
        </pc:inkChg>
        <pc:inkChg chg="add mod">
          <ac:chgData name="Mahima Weerasinghe" userId="e11e3f55-42da-4e07-8ead-4d7a1d7ea1c6" providerId="ADAL" clId="{DEC8990C-F1E8-4081-8796-F50D8B9FA883}" dt="2024-10-13T13:55:58.020" v="3082"/>
          <ac:inkMkLst>
            <pc:docMk/>
            <pc:sldMk cId="205032879" sldId="405"/>
            <ac:inkMk id="48" creationId="{43A74A7D-2514-35D9-956D-4AF91BCFE8F8}"/>
          </ac:inkMkLst>
        </pc:inkChg>
        <pc:inkChg chg="add mod">
          <ac:chgData name="Mahima Weerasinghe" userId="e11e3f55-42da-4e07-8ead-4d7a1d7ea1c6" providerId="ADAL" clId="{DEC8990C-F1E8-4081-8796-F50D8B9FA883}" dt="2024-10-13T13:55:58.020" v="3082"/>
          <ac:inkMkLst>
            <pc:docMk/>
            <pc:sldMk cId="205032879" sldId="405"/>
            <ac:inkMk id="49" creationId="{53EAEB9A-B90B-9F42-4116-2DCFB3CF3EA0}"/>
          </ac:inkMkLst>
        </pc:inkChg>
        <pc:inkChg chg="add mod">
          <ac:chgData name="Mahima Weerasinghe" userId="e11e3f55-42da-4e07-8ead-4d7a1d7ea1c6" providerId="ADAL" clId="{DEC8990C-F1E8-4081-8796-F50D8B9FA883}" dt="2024-10-13T13:55:58.020" v="3082"/>
          <ac:inkMkLst>
            <pc:docMk/>
            <pc:sldMk cId="205032879" sldId="405"/>
            <ac:inkMk id="51" creationId="{03BB2652-41FF-B27C-654C-249498296621}"/>
          </ac:inkMkLst>
        </pc:inkChg>
        <pc:inkChg chg="add mod">
          <ac:chgData name="Mahima Weerasinghe" userId="e11e3f55-42da-4e07-8ead-4d7a1d7ea1c6" providerId="ADAL" clId="{DEC8990C-F1E8-4081-8796-F50D8B9FA883}" dt="2024-10-13T13:55:58.020" v="3082"/>
          <ac:inkMkLst>
            <pc:docMk/>
            <pc:sldMk cId="205032879" sldId="405"/>
            <ac:inkMk id="52" creationId="{C0963290-EE89-744A-9AD7-697DA61BAA3B}"/>
          </ac:inkMkLst>
        </pc:inkChg>
        <pc:inkChg chg="add">
          <ac:chgData name="Mahima Weerasinghe" userId="e11e3f55-42da-4e07-8ead-4d7a1d7ea1c6" providerId="ADAL" clId="{DEC8990C-F1E8-4081-8796-F50D8B9FA883}" dt="2024-10-13T13:56:05.727" v="3083" actId="9405"/>
          <ac:inkMkLst>
            <pc:docMk/>
            <pc:sldMk cId="205032879" sldId="405"/>
            <ac:inkMk id="54" creationId="{B7DA621B-E4EE-B4D3-58B0-BF9475300D40}"/>
          </ac:inkMkLst>
        </pc:inkChg>
        <pc:inkChg chg="add">
          <ac:chgData name="Mahima Weerasinghe" userId="e11e3f55-42da-4e07-8ead-4d7a1d7ea1c6" providerId="ADAL" clId="{DEC8990C-F1E8-4081-8796-F50D8B9FA883}" dt="2024-10-13T13:56:14.889" v="3084" actId="9405"/>
          <ac:inkMkLst>
            <pc:docMk/>
            <pc:sldMk cId="205032879" sldId="405"/>
            <ac:inkMk id="55" creationId="{43CAA03F-C81B-58FA-1738-4983F71C77D5}"/>
          </ac:inkMkLst>
        </pc:inkChg>
        <pc:inkChg chg="add mod">
          <ac:chgData name="Mahima Weerasinghe" userId="e11e3f55-42da-4e07-8ead-4d7a1d7ea1c6" providerId="ADAL" clId="{DEC8990C-F1E8-4081-8796-F50D8B9FA883}" dt="2024-10-13T13:56:32.412" v="3095"/>
          <ac:inkMkLst>
            <pc:docMk/>
            <pc:sldMk cId="205032879" sldId="405"/>
            <ac:inkMk id="56" creationId="{1A6E5C30-C231-B60C-B1AA-441590772A9C}"/>
          </ac:inkMkLst>
        </pc:inkChg>
        <pc:inkChg chg="add mod">
          <ac:chgData name="Mahima Weerasinghe" userId="e11e3f55-42da-4e07-8ead-4d7a1d7ea1c6" providerId="ADAL" clId="{DEC8990C-F1E8-4081-8796-F50D8B9FA883}" dt="2024-10-13T13:56:32.412" v="3095"/>
          <ac:inkMkLst>
            <pc:docMk/>
            <pc:sldMk cId="205032879" sldId="405"/>
            <ac:inkMk id="57" creationId="{FD0C7C41-CA1D-3815-76D5-4154B2B5E7FB}"/>
          </ac:inkMkLst>
        </pc:inkChg>
        <pc:inkChg chg="add mod">
          <ac:chgData name="Mahima Weerasinghe" userId="e11e3f55-42da-4e07-8ead-4d7a1d7ea1c6" providerId="ADAL" clId="{DEC8990C-F1E8-4081-8796-F50D8B9FA883}" dt="2024-10-13T13:56:32.412" v="3095"/>
          <ac:inkMkLst>
            <pc:docMk/>
            <pc:sldMk cId="205032879" sldId="405"/>
            <ac:inkMk id="58" creationId="{52DF1B53-6E5B-5BAD-D5DB-02AC02CB7480}"/>
          </ac:inkMkLst>
        </pc:inkChg>
        <pc:inkChg chg="add mod">
          <ac:chgData name="Mahima Weerasinghe" userId="e11e3f55-42da-4e07-8ead-4d7a1d7ea1c6" providerId="ADAL" clId="{DEC8990C-F1E8-4081-8796-F50D8B9FA883}" dt="2024-10-13T13:56:32.412" v="3095"/>
          <ac:inkMkLst>
            <pc:docMk/>
            <pc:sldMk cId="205032879" sldId="405"/>
            <ac:inkMk id="59" creationId="{1D6E8360-9BDF-A758-C1D3-E17745D6066D}"/>
          </ac:inkMkLst>
        </pc:inkChg>
        <pc:inkChg chg="add mod">
          <ac:chgData name="Mahima Weerasinghe" userId="e11e3f55-42da-4e07-8ead-4d7a1d7ea1c6" providerId="ADAL" clId="{DEC8990C-F1E8-4081-8796-F50D8B9FA883}" dt="2024-10-13T13:56:32.412" v="3095"/>
          <ac:inkMkLst>
            <pc:docMk/>
            <pc:sldMk cId="205032879" sldId="405"/>
            <ac:inkMk id="60" creationId="{B07354AA-A56B-2318-8DD9-6DE24578BE3B}"/>
          </ac:inkMkLst>
        </pc:inkChg>
        <pc:inkChg chg="add mod">
          <ac:chgData name="Mahima Weerasinghe" userId="e11e3f55-42da-4e07-8ead-4d7a1d7ea1c6" providerId="ADAL" clId="{DEC8990C-F1E8-4081-8796-F50D8B9FA883}" dt="2024-10-13T13:56:32.412" v="3095"/>
          <ac:inkMkLst>
            <pc:docMk/>
            <pc:sldMk cId="205032879" sldId="405"/>
            <ac:inkMk id="61" creationId="{1475EA4A-3251-5128-231C-03A5BF257D88}"/>
          </ac:inkMkLst>
        </pc:inkChg>
        <pc:inkChg chg="add mod">
          <ac:chgData name="Mahima Weerasinghe" userId="e11e3f55-42da-4e07-8ead-4d7a1d7ea1c6" providerId="ADAL" clId="{DEC8990C-F1E8-4081-8796-F50D8B9FA883}" dt="2024-10-13T13:56:32.412" v="3095"/>
          <ac:inkMkLst>
            <pc:docMk/>
            <pc:sldMk cId="205032879" sldId="405"/>
            <ac:inkMk id="62" creationId="{76750D69-8070-E814-51D5-E9EC4646C612}"/>
          </ac:inkMkLst>
        </pc:inkChg>
        <pc:inkChg chg="add mod">
          <ac:chgData name="Mahima Weerasinghe" userId="e11e3f55-42da-4e07-8ead-4d7a1d7ea1c6" providerId="ADAL" clId="{DEC8990C-F1E8-4081-8796-F50D8B9FA883}" dt="2024-10-13T13:56:32.412" v="3095"/>
          <ac:inkMkLst>
            <pc:docMk/>
            <pc:sldMk cId="205032879" sldId="405"/>
            <ac:inkMk id="63" creationId="{4D999353-3949-CD5C-D5E9-F3C5E5A35156}"/>
          </ac:inkMkLst>
        </pc:inkChg>
        <pc:inkChg chg="add mod">
          <ac:chgData name="Mahima Weerasinghe" userId="e11e3f55-42da-4e07-8ead-4d7a1d7ea1c6" providerId="ADAL" clId="{DEC8990C-F1E8-4081-8796-F50D8B9FA883}" dt="2024-10-13T13:56:32.412" v="3095"/>
          <ac:inkMkLst>
            <pc:docMk/>
            <pc:sldMk cId="205032879" sldId="405"/>
            <ac:inkMk id="65" creationId="{720D9430-00EC-4103-59D9-33A18173BF06}"/>
          </ac:inkMkLst>
        </pc:inkChg>
        <pc:inkChg chg="add">
          <ac:chgData name="Mahima Weerasinghe" userId="e11e3f55-42da-4e07-8ead-4d7a1d7ea1c6" providerId="ADAL" clId="{DEC8990C-F1E8-4081-8796-F50D8B9FA883}" dt="2024-10-13T13:56:38.864" v="3096" actId="9405"/>
          <ac:inkMkLst>
            <pc:docMk/>
            <pc:sldMk cId="205032879" sldId="405"/>
            <ac:inkMk id="67" creationId="{5E6F8E1F-6824-522B-9D0D-1D51E1FEC3EE}"/>
          </ac:inkMkLst>
        </pc:inkChg>
        <pc:inkChg chg="add">
          <ac:chgData name="Mahima Weerasinghe" userId="e11e3f55-42da-4e07-8ead-4d7a1d7ea1c6" providerId="ADAL" clId="{DEC8990C-F1E8-4081-8796-F50D8B9FA883}" dt="2024-10-13T13:56:47.665" v="3097" actId="9405"/>
          <ac:inkMkLst>
            <pc:docMk/>
            <pc:sldMk cId="205032879" sldId="405"/>
            <ac:inkMk id="68" creationId="{9556DC04-BFE8-0476-0AE9-8FBC39936363}"/>
          </ac:inkMkLst>
        </pc:inkChg>
        <pc:inkChg chg="add mod">
          <ac:chgData name="Mahima Weerasinghe" userId="e11e3f55-42da-4e07-8ead-4d7a1d7ea1c6" providerId="ADAL" clId="{DEC8990C-F1E8-4081-8796-F50D8B9FA883}" dt="2024-10-13T13:56:54.608" v="3101"/>
          <ac:inkMkLst>
            <pc:docMk/>
            <pc:sldMk cId="205032879" sldId="405"/>
            <ac:inkMk id="69" creationId="{1BF44706-0B94-96F4-D74A-47D7DA0D446F}"/>
          </ac:inkMkLst>
        </pc:inkChg>
        <pc:inkChg chg="add mod">
          <ac:chgData name="Mahima Weerasinghe" userId="e11e3f55-42da-4e07-8ead-4d7a1d7ea1c6" providerId="ADAL" clId="{DEC8990C-F1E8-4081-8796-F50D8B9FA883}" dt="2024-10-13T13:56:54.608" v="3101"/>
          <ac:inkMkLst>
            <pc:docMk/>
            <pc:sldMk cId="205032879" sldId="405"/>
            <ac:inkMk id="70" creationId="{2AB465BE-6189-D1E9-2CB5-80731519C0B3}"/>
          </ac:inkMkLst>
        </pc:inkChg>
        <pc:inkChg chg="add mod">
          <ac:chgData name="Mahima Weerasinghe" userId="e11e3f55-42da-4e07-8ead-4d7a1d7ea1c6" providerId="ADAL" clId="{DEC8990C-F1E8-4081-8796-F50D8B9FA883}" dt="2024-10-13T13:56:54.608" v="3101"/>
          <ac:inkMkLst>
            <pc:docMk/>
            <pc:sldMk cId="205032879" sldId="405"/>
            <ac:inkMk id="71" creationId="{486F2C6B-9CBF-19AF-B4AF-B9AC4B9C19A8}"/>
          </ac:inkMkLst>
        </pc:inkChg>
        <pc:inkChg chg="add">
          <ac:chgData name="Mahima Weerasinghe" userId="e11e3f55-42da-4e07-8ead-4d7a1d7ea1c6" providerId="ADAL" clId="{DEC8990C-F1E8-4081-8796-F50D8B9FA883}" dt="2024-10-13T13:56:59.281" v="3102" actId="9405"/>
          <ac:inkMkLst>
            <pc:docMk/>
            <pc:sldMk cId="205032879" sldId="405"/>
            <ac:inkMk id="73" creationId="{6E62646D-75AC-A142-DAAC-4BC4FDF62481}"/>
          </ac:inkMkLst>
        </pc:inkChg>
      </pc:sldChg>
      <pc:sldChg chg="addSp delSp modSp new mod">
        <pc:chgData name="Mahima Weerasinghe" userId="e11e3f55-42da-4e07-8ead-4d7a1d7ea1c6" providerId="ADAL" clId="{DEC8990C-F1E8-4081-8796-F50D8B9FA883}" dt="2024-10-13T13:59:33.096" v="3167" actId="9405"/>
        <pc:sldMkLst>
          <pc:docMk/>
          <pc:sldMk cId="989763032" sldId="406"/>
        </pc:sldMkLst>
        <pc:spChg chg="mod">
          <ac:chgData name="Mahima Weerasinghe" userId="e11e3f55-42da-4e07-8ead-4d7a1d7ea1c6" providerId="ADAL" clId="{DEC8990C-F1E8-4081-8796-F50D8B9FA883}" dt="2024-10-13T05:30:33.024" v="735" actId="20577"/>
          <ac:spMkLst>
            <pc:docMk/>
            <pc:sldMk cId="989763032" sldId="406"/>
            <ac:spMk id="2" creationId="{3D031705-BD9E-C07B-3C27-1F26F91B113A}"/>
          </ac:spMkLst>
        </pc:spChg>
        <pc:spChg chg="add del">
          <ac:chgData name="Mahima Weerasinghe" userId="e11e3f55-42da-4e07-8ead-4d7a1d7ea1c6" providerId="ADAL" clId="{DEC8990C-F1E8-4081-8796-F50D8B9FA883}" dt="2024-10-13T05:30:41.992" v="737" actId="22"/>
          <ac:spMkLst>
            <pc:docMk/>
            <pc:sldMk cId="989763032" sldId="406"/>
            <ac:spMk id="4" creationId="{F21A1358-9310-BFEF-D33E-115EF4E9A761}"/>
          </ac:spMkLst>
        </pc:spChg>
        <pc:spChg chg="add mod">
          <ac:chgData name="Mahima Weerasinghe" userId="e11e3f55-42da-4e07-8ead-4d7a1d7ea1c6" providerId="ADAL" clId="{DEC8990C-F1E8-4081-8796-F50D8B9FA883}" dt="2024-10-13T09:47:53.575" v="816" actId="6549"/>
          <ac:spMkLst>
            <pc:docMk/>
            <pc:sldMk cId="989763032" sldId="406"/>
            <ac:spMk id="6" creationId="{D6B6713B-45A4-0EF5-58E6-1D3FC17E41CF}"/>
          </ac:spMkLst>
        </pc:spChg>
        <pc:grpChg chg="mod">
          <ac:chgData name="Mahima Weerasinghe" userId="e11e3f55-42da-4e07-8ead-4d7a1d7ea1c6" providerId="ADAL" clId="{DEC8990C-F1E8-4081-8796-F50D8B9FA883}" dt="2024-10-13T13:57:37.532" v="3106"/>
          <ac:grpSpMkLst>
            <pc:docMk/>
            <pc:sldMk cId="989763032" sldId="406"/>
            <ac:grpSpMk id="7" creationId="{9906C6CF-FDD9-CEDF-D4A3-C1A0F62EF72C}"/>
          </ac:grpSpMkLst>
        </pc:grpChg>
        <pc:grpChg chg="del mod">
          <ac:chgData name="Mahima Weerasinghe" userId="e11e3f55-42da-4e07-8ead-4d7a1d7ea1c6" providerId="ADAL" clId="{DEC8990C-F1E8-4081-8796-F50D8B9FA883}" dt="2024-10-13T13:57:58.927" v="3111"/>
          <ac:grpSpMkLst>
            <pc:docMk/>
            <pc:sldMk cId="989763032" sldId="406"/>
            <ac:grpSpMk id="10" creationId="{DAA85F8B-B619-16AD-A7E3-BFDB8F3EF2F7}"/>
          </ac:grpSpMkLst>
        </pc:grpChg>
        <pc:grpChg chg="del mod">
          <ac:chgData name="Mahima Weerasinghe" userId="e11e3f55-42da-4e07-8ead-4d7a1d7ea1c6" providerId="ADAL" clId="{DEC8990C-F1E8-4081-8796-F50D8B9FA883}" dt="2024-10-13T13:58:06.669" v="3119"/>
          <ac:grpSpMkLst>
            <pc:docMk/>
            <pc:sldMk cId="989763032" sldId="406"/>
            <ac:grpSpMk id="12" creationId="{CFA85767-5ABB-8A6A-994E-F4351D3B12D5}"/>
          </ac:grpSpMkLst>
        </pc:grpChg>
        <pc:grpChg chg="del mod">
          <ac:chgData name="Mahima Weerasinghe" userId="e11e3f55-42da-4e07-8ead-4d7a1d7ea1c6" providerId="ADAL" clId="{DEC8990C-F1E8-4081-8796-F50D8B9FA883}" dt="2024-10-13T13:58:06.669" v="3119"/>
          <ac:grpSpMkLst>
            <pc:docMk/>
            <pc:sldMk cId="989763032" sldId="406"/>
            <ac:grpSpMk id="16" creationId="{BDFC70BA-BE89-7CD6-5788-D03FC0F4BA05}"/>
          </ac:grpSpMkLst>
        </pc:grpChg>
        <pc:grpChg chg="del mod">
          <ac:chgData name="Mahima Weerasinghe" userId="e11e3f55-42da-4e07-8ead-4d7a1d7ea1c6" providerId="ADAL" clId="{DEC8990C-F1E8-4081-8796-F50D8B9FA883}" dt="2024-10-13T13:58:13.875" v="3130"/>
          <ac:grpSpMkLst>
            <pc:docMk/>
            <pc:sldMk cId="989763032" sldId="406"/>
            <ac:grpSpMk id="20" creationId="{32F1A170-0790-59A5-02F6-7AC0A627B20E}"/>
          </ac:grpSpMkLst>
        </pc:grpChg>
        <pc:grpChg chg="mod">
          <ac:chgData name="Mahima Weerasinghe" userId="e11e3f55-42da-4e07-8ead-4d7a1d7ea1c6" providerId="ADAL" clId="{DEC8990C-F1E8-4081-8796-F50D8B9FA883}" dt="2024-10-13T13:58:13.875" v="3130"/>
          <ac:grpSpMkLst>
            <pc:docMk/>
            <pc:sldMk cId="989763032" sldId="406"/>
            <ac:grpSpMk id="31" creationId="{A8EE74CF-12A1-F95A-51BE-5863184EFB40}"/>
          </ac:grpSpMkLst>
        </pc:grpChg>
        <pc:grpChg chg="del mod">
          <ac:chgData name="Mahima Weerasinghe" userId="e11e3f55-42da-4e07-8ead-4d7a1d7ea1c6" providerId="ADAL" clId="{DEC8990C-F1E8-4081-8796-F50D8B9FA883}" dt="2024-10-13T13:58:55.942" v="3141"/>
          <ac:grpSpMkLst>
            <pc:docMk/>
            <pc:sldMk cId="989763032" sldId="406"/>
            <ac:grpSpMk id="40" creationId="{856F1F22-CC18-7FC2-7619-9FB6BEAC0444}"/>
          </ac:grpSpMkLst>
        </pc:grpChg>
        <pc:grpChg chg="del mod">
          <ac:chgData name="Mahima Weerasinghe" userId="e11e3f55-42da-4e07-8ead-4d7a1d7ea1c6" providerId="ADAL" clId="{DEC8990C-F1E8-4081-8796-F50D8B9FA883}" dt="2024-10-13T13:58:59.334" v="3147"/>
          <ac:grpSpMkLst>
            <pc:docMk/>
            <pc:sldMk cId="989763032" sldId="406"/>
            <ac:grpSpMk id="42" creationId="{DDD2823C-1A48-85C6-297D-2E39C891ECC2}"/>
          </ac:grpSpMkLst>
        </pc:grpChg>
        <pc:grpChg chg="del mod">
          <ac:chgData name="Mahima Weerasinghe" userId="e11e3f55-42da-4e07-8ead-4d7a1d7ea1c6" providerId="ADAL" clId="{DEC8990C-F1E8-4081-8796-F50D8B9FA883}" dt="2024-10-13T13:59:05.470" v="3157"/>
          <ac:grpSpMkLst>
            <pc:docMk/>
            <pc:sldMk cId="989763032" sldId="406"/>
            <ac:grpSpMk id="48" creationId="{A42AE5BE-C21B-8EE8-CEF4-E7A81E80BF49}"/>
          </ac:grpSpMkLst>
        </pc:grpChg>
        <pc:grpChg chg="del mod">
          <ac:chgData name="Mahima Weerasinghe" userId="e11e3f55-42da-4e07-8ead-4d7a1d7ea1c6" providerId="ADAL" clId="{DEC8990C-F1E8-4081-8796-F50D8B9FA883}" dt="2024-10-13T13:59:09.118" v="3163"/>
          <ac:grpSpMkLst>
            <pc:docMk/>
            <pc:sldMk cId="989763032" sldId="406"/>
            <ac:grpSpMk id="58" creationId="{167027DC-FC15-5679-35A4-1A42ABDAA0A0}"/>
          </ac:grpSpMkLst>
        </pc:grpChg>
        <pc:grpChg chg="del mod">
          <ac:chgData name="Mahima Weerasinghe" userId="e11e3f55-42da-4e07-8ead-4d7a1d7ea1c6" providerId="ADAL" clId="{DEC8990C-F1E8-4081-8796-F50D8B9FA883}" dt="2024-10-13T13:59:09.118" v="3163"/>
          <ac:grpSpMkLst>
            <pc:docMk/>
            <pc:sldMk cId="989763032" sldId="406"/>
            <ac:grpSpMk id="59" creationId="{61ADD1BB-2DB5-D286-913C-2E8F7371C28B}"/>
          </ac:grpSpMkLst>
        </pc:grpChg>
        <pc:grpChg chg="mod">
          <ac:chgData name="Mahima Weerasinghe" userId="e11e3f55-42da-4e07-8ead-4d7a1d7ea1c6" providerId="ADAL" clId="{DEC8990C-F1E8-4081-8796-F50D8B9FA883}" dt="2024-10-13T13:59:09.118" v="3163"/>
          <ac:grpSpMkLst>
            <pc:docMk/>
            <pc:sldMk cId="989763032" sldId="406"/>
            <ac:grpSpMk id="65" creationId="{63D84DFB-EECD-DC1D-6EC3-1406B70E735D}"/>
          </ac:grpSpMkLst>
        </pc:grpChg>
        <pc:inkChg chg="add mod">
          <ac:chgData name="Mahima Weerasinghe" userId="e11e3f55-42da-4e07-8ead-4d7a1d7ea1c6" providerId="ADAL" clId="{DEC8990C-F1E8-4081-8796-F50D8B9FA883}" dt="2024-10-13T13:57:37.532" v="3106"/>
          <ac:inkMkLst>
            <pc:docMk/>
            <pc:sldMk cId="989763032" sldId="406"/>
            <ac:inkMk id="3" creationId="{6618AB32-91F8-38F4-7F04-B5C73836B649}"/>
          </ac:inkMkLst>
        </pc:inkChg>
        <pc:inkChg chg="add mod">
          <ac:chgData name="Mahima Weerasinghe" userId="e11e3f55-42da-4e07-8ead-4d7a1d7ea1c6" providerId="ADAL" clId="{DEC8990C-F1E8-4081-8796-F50D8B9FA883}" dt="2024-10-13T13:57:37.532" v="3106"/>
          <ac:inkMkLst>
            <pc:docMk/>
            <pc:sldMk cId="989763032" sldId="406"/>
            <ac:inkMk id="4" creationId="{915ADC31-A687-EEC2-84BA-BC1404BF18CB}"/>
          </ac:inkMkLst>
        </pc:inkChg>
        <pc:inkChg chg="add mod">
          <ac:chgData name="Mahima Weerasinghe" userId="e11e3f55-42da-4e07-8ead-4d7a1d7ea1c6" providerId="ADAL" clId="{DEC8990C-F1E8-4081-8796-F50D8B9FA883}" dt="2024-10-13T13:57:37.532" v="3106"/>
          <ac:inkMkLst>
            <pc:docMk/>
            <pc:sldMk cId="989763032" sldId="406"/>
            <ac:inkMk id="5" creationId="{D587F1C1-8CC2-E16E-8A87-AB19F5CA9112}"/>
          </ac:inkMkLst>
        </pc:inkChg>
        <pc:inkChg chg="add mod">
          <ac:chgData name="Mahima Weerasinghe" userId="e11e3f55-42da-4e07-8ead-4d7a1d7ea1c6" providerId="ADAL" clId="{DEC8990C-F1E8-4081-8796-F50D8B9FA883}" dt="2024-10-13T13:58:13.875" v="3130"/>
          <ac:inkMkLst>
            <pc:docMk/>
            <pc:sldMk cId="989763032" sldId="406"/>
            <ac:inkMk id="8" creationId="{9BB27027-37C8-1770-1380-64ED15E5F65F}"/>
          </ac:inkMkLst>
        </pc:inkChg>
        <pc:inkChg chg="add mod">
          <ac:chgData name="Mahima Weerasinghe" userId="e11e3f55-42da-4e07-8ead-4d7a1d7ea1c6" providerId="ADAL" clId="{DEC8990C-F1E8-4081-8796-F50D8B9FA883}" dt="2024-10-13T13:58:13.875" v="3130"/>
          <ac:inkMkLst>
            <pc:docMk/>
            <pc:sldMk cId="989763032" sldId="406"/>
            <ac:inkMk id="9" creationId="{F77411CB-1B44-2518-4F87-522835706E1D}"/>
          </ac:inkMkLst>
        </pc:inkChg>
        <pc:inkChg chg="add mod">
          <ac:chgData name="Mahima Weerasinghe" userId="e11e3f55-42da-4e07-8ead-4d7a1d7ea1c6" providerId="ADAL" clId="{DEC8990C-F1E8-4081-8796-F50D8B9FA883}" dt="2024-10-13T13:58:13.875" v="3130"/>
          <ac:inkMkLst>
            <pc:docMk/>
            <pc:sldMk cId="989763032" sldId="406"/>
            <ac:inkMk id="11" creationId="{DD5AAC48-1594-FBAB-A72A-33233FD94B03}"/>
          </ac:inkMkLst>
        </pc:inkChg>
        <pc:inkChg chg="add mod">
          <ac:chgData name="Mahima Weerasinghe" userId="e11e3f55-42da-4e07-8ead-4d7a1d7ea1c6" providerId="ADAL" clId="{DEC8990C-F1E8-4081-8796-F50D8B9FA883}" dt="2024-10-13T13:58:13.875" v="3130"/>
          <ac:inkMkLst>
            <pc:docMk/>
            <pc:sldMk cId="989763032" sldId="406"/>
            <ac:inkMk id="13" creationId="{25964BF2-38DE-5E44-EBBF-5A529F8F7E4B}"/>
          </ac:inkMkLst>
        </pc:inkChg>
        <pc:inkChg chg="add mod">
          <ac:chgData name="Mahima Weerasinghe" userId="e11e3f55-42da-4e07-8ead-4d7a1d7ea1c6" providerId="ADAL" clId="{DEC8990C-F1E8-4081-8796-F50D8B9FA883}" dt="2024-10-13T13:58:13.875" v="3130"/>
          <ac:inkMkLst>
            <pc:docMk/>
            <pc:sldMk cId="989763032" sldId="406"/>
            <ac:inkMk id="14" creationId="{9BE3A6EC-CD40-BF34-61D7-7C42EBFA8A7F}"/>
          </ac:inkMkLst>
        </pc:inkChg>
        <pc:inkChg chg="add mod">
          <ac:chgData name="Mahima Weerasinghe" userId="e11e3f55-42da-4e07-8ead-4d7a1d7ea1c6" providerId="ADAL" clId="{DEC8990C-F1E8-4081-8796-F50D8B9FA883}" dt="2024-10-13T13:58:13.875" v="3130"/>
          <ac:inkMkLst>
            <pc:docMk/>
            <pc:sldMk cId="989763032" sldId="406"/>
            <ac:inkMk id="15" creationId="{6FE75CD8-85E4-CD24-3671-471B2DECCFA0}"/>
          </ac:inkMkLst>
        </pc:inkChg>
        <pc:inkChg chg="add mod">
          <ac:chgData name="Mahima Weerasinghe" userId="e11e3f55-42da-4e07-8ead-4d7a1d7ea1c6" providerId="ADAL" clId="{DEC8990C-F1E8-4081-8796-F50D8B9FA883}" dt="2024-10-13T13:58:13.875" v="3130"/>
          <ac:inkMkLst>
            <pc:docMk/>
            <pc:sldMk cId="989763032" sldId="406"/>
            <ac:inkMk id="17" creationId="{16B6584D-3B6B-4BD2-C0D9-919F0A6B1A6E}"/>
          </ac:inkMkLst>
        </pc:inkChg>
        <pc:inkChg chg="add mod">
          <ac:chgData name="Mahima Weerasinghe" userId="e11e3f55-42da-4e07-8ead-4d7a1d7ea1c6" providerId="ADAL" clId="{DEC8990C-F1E8-4081-8796-F50D8B9FA883}" dt="2024-10-13T13:58:13.875" v="3130"/>
          <ac:inkMkLst>
            <pc:docMk/>
            <pc:sldMk cId="989763032" sldId="406"/>
            <ac:inkMk id="18" creationId="{85AAEAF2-F760-32FC-FE2C-24909DC46360}"/>
          </ac:inkMkLst>
        </pc:inkChg>
        <pc:inkChg chg="add mod">
          <ac:chgData name="Mahima Weerasinghe" userId="e11e3f55-42da-4e07-8ead-4d7a1d7ea1c6" providerId="ADAL" clId="{DEC8990C-F1E8-4081-8796-F50D8B9FA883}" dt="2024-10-13T13:58:13.875" v="3130"/>
          <ac:inkMkLst>
            <pc:docMk/>
            <pc:sldMk cId="989763032" sldId="406"/>
            <ac:inkMk id="19" creationId="{7144A900-92C5-02EE-4698-89AD946B7A66}"/>
          </ac:inkMkLst>
        </pc:inkChg>
        <pc:inkChg chg="add mod">
          <ac:chgData name="Mahima Weerasinghe" userId="e11e3f55-42da-4e07-8ead-4d7a1d7ea1c6" providerId="ADAL" clId="{DEC8990C-F1E8-4081-8796-F50D8B9FA883}" dt="2024-10-13T13:58:13.875" v="3130"/>
          <ac:inkMkLst>
            <pc:docMk/>
            <pc:sldMk cId="989763032" sldId="406"/>
            <ac:inkMk id="21" creationId="{3D283C12-A1C5-BDE8-B889-93C17FF032DD}"/>
          </ac:inkMkLst>
        </pc:inkChg>
        <pc:inkChg chg="add mod">
          <ac:chgData name="Mahima Weerasinghe" userId="e11e3f55-42da-4e07-8ead-4d7a1d7ea1c6" providerId="ADAL" clId="{DEC8990C-F1E8-4081-8796-F50D8B9FA883}" dt="2024-10-13T13:58:13.875" v="3130"/>
          <ac:inkMkLst>
            <pc:docMk/>
            <pc:sldMk cId="989763032" sldId="406"/>
            <ac:inkMk id="22" creationId="{0D9F6830-2174-8FEE-F40B-5D17A4B24513}"/>
          </ac:inkMkLst>
        </pc:inkChg>
        <pc:inkChg chg="add mod">
          <ac:chgData name="Mahima Weerasinghe" userId="e11e3f55-42da-4e07-8ead-4d7a1d7ea1c6" providerId="ADAL" clId="{DEC8990C-F1E8-4081-8796-F50D8B9FA883}" dt="2024-10-13T13:58:13.875" v="3130"/>
          <ac:inkMkLst>
            <pc:docMk/>
            <pc:sldMk cId="989763032" sldId="406"/>
            <ac:inkMk id="23" creationId="{58FD9C0A-E577-D9AA-FB35-B409F5FA6C28}"/>
          </ac:inkMkLst>
        </pc:inkChg>
        <pc:inkChg chg="add mod">
          <ac:chgData name="Mahima Weerasinghe" userId="e11e3f55-42da-4e07-8ead-4d7a1d7ea1c6" providerId="ADAL" clId="{DEC8990C-F1E8-4081-8796-F50D8B9FA883}" dt="2024-10-13T13:58:13.875" v="3130"/>
          <ac:inkMkLst>
            <pc:docMk/>
            <pc:sldMk cId="989763032" sldId="406"/>
            <ac:inkMk id="24" creationId="{6A6934DB-B979-1FA4-08AE-FCCFBBD981B9}"/>
          </ac:inkMkLst>
        </pc:inkChg>
        <pc:inkChg chg="add mod">
          <ac:chgData name="Mahima Weerasinghe" userId="e11e3f55-42da-4e07-8ead-4d7a1d7ea1c6" providerId="ADAL" clId="{DEC8990C-F1E8-4081-8796-F50D8B9FA883}" dt="2024-10-13T13:58:13.875" v="3130"/>
          <ac:inkMkLst>
            <pc:docMk/>
            <pc:sldMk cId="989763032" sldId="406"/>
            <ac:inkMk id="25" creationId="{9A7A1C13-CE24-A414-C07F-1FDA171081F1}"/>
          </ac:inkMkLst>
        </pc:inkChg>
        <pc:inkChg chg="add mod">
          <ac:chgData name="Mahima Weerasinghe" userId="e11e3f55-42da-4e07-8ead-4d7a1d7ea1c6" providerId="ADAL" clId="{DEC8990C-F1E8-4081-8796-F50D8B9FA883}" dt="2024-10-13T13:58:13.875" v="3130"/>
          <ac:inkMkLst>
            <pc:docMk/>
            <pc:sldMk cId="989763032" sldId="406"/>
            <ac:inkMk id="26" creationId="{0F832C41-DC7C-5D70-A22C-D36D3C236956}"/>
          </ac:inkMkLst>
        </pc:inkChg>
        <pc:inkChg chg="add mod">
          <ac:chgData name="Mahima Weerasinghe" userId="e11e3f55-42da-4e07-8ead-4d7a1d7ea1c6" providerId="ADAL" clId="{DEC8990C-F1E8-4081-8796-F50D8B9FA883}" dt="2024-10-13T13:58:13.875" v="3130"/>
          <ac:inkMkLst>
            <pc:docMk/>
            <pc:sldMk cId="989763032" sldId="406"/>
            <ac:inkMk id="27" creationId="{6853745E-9F49-FD21-677F-C33FF5A87ADC}"/>
          </ac:inkMkLst>
        </pc:inkChg>
        <pc:inkChg chg="add mod">
          <ac:chgData name="Mahima Weerasinghe" userId="e11e3f55-42da-4e07-8ead-4d7a1d7ea1c6" providerId="ADAL" clId="{DEC8990C-F1E8-4081-8796-F50D8B9FA883}" dt="2024-10-13T13:58:13.875" v="3130"/>
          <ac:inkMkLst>
            <pc:docMk/>
            <pc:sldMk cId="989763032" sldId="406"/>
            <ac:inkMk id="28" creationId="{6E2DA0F6-994D-8FD7-7EAB-A23126232610}"/>
          </ac:inkMkLst>
        </pc:inkChg>
        <pc:inkChg chg="add mod">
          <ac:chgData name="Mahima Weerasinghe" userId="e11e3f55-42da-4e07-8ead-4d7a1d7ea1c6" providerId="ADAL" clId="{DEC8990C-F1E8-4081-8796-F50D8B9FA883}" dt="2024-10-13T13:58:13.875" v="3130"/>
          <ac:inkMkLst>
            <pc:docMk/>
            <pc:sldMk cId="989763032" sldId="406"/>
            <ac:inkMk id="29" creationId="{E4FA9EBA-38CE-567F-B3B0-2BB2E707EB68}"/>
          </ac:inkMkLst>
        </pc:inkChg>
        <pc:inkChg chg="add mod">
          <ac:chgData name="Mahima Weerasinghe" userId="e11e3f55-42da-4e07-8ead-4d7a1d7ea1c6" providerId="ADAL" clId="{DEC8990C-F1E8-4081-8796-F50D8B9FA883}" dt="2024-10-13T13:58:13.875" v="3130"/>
          <ac:inkMkLst>
            <pc:docMk/>
            <pc:sldMk cId="989763032" sldId="406"/>
            <ac:inkMk id="30" creationId="{340E901A-BFDC-8AC9-08A1-8B18F76AB5B5}"/>
          </ac:inkMkLst>
        </pc:inkChg>
        <pc:inkChg chg="add">
          <ac:chgData name="Mahima Weerasinghe" userId="e11e3f55-42da-4e07-8ead-4d7a1d7ea1c6" providerId="ADAL" clId="{DEC8990C-F1E8-4081-8796-F50D8B9FA883}" dt="2024-10-13T13:58:29.929" v="3131" actId="9405"/>
          <ac:inkMkLst>
            <pc:docMk/>
            <pc:sldMk cId="989763032" sldId="406"/>
            <ac:inkMk id="32" creationId="{FBEC6DE6-DF5E-F0D7-231F-3F842309987F}"/>
          </ac:inkMkLst>
        </pc:inkChg>
        <pc:inkChg chg="add">
          <ac:chgData name="Mahima Weerasinghe" userId="e11e3f55-42da-4e07-8ead-4d7a1d7ea1c6" providerId="ADAL" clId="{DEC8990C-F1E8-4081-8796-F50D8B9FA883}" dt="2024-10-13T13:58:37.513" v="3132" actId="9405"/>
          <ac:inkMkLst>
            <pc:docMk/>
            <pc:sldMk cId="989763032" sldId="406"/>
            <ac:inkMk id="33" creationId="{1DAA9E3E-F4EC-17CA-767C-997DEB3CF9BA}"/>
          </ac:inkMkLst>
        </pc:inkChg>
        <pc:inkChg chg="add">
          <ac:chgData name="Mahima Weerasinghe" userId="e11e3f55-42da-4e07-8ead-4d7a1d7ea1c6" providerId="ADAL" clId="{DEC8990C-F1E8-4081-8796-F50D8B9FA883}" dt="2024-10-13T13:58:45.103" v="3133" actId="9405"/>
          <ac:inkMkLst>
            <pc:docMk/>
            <pc:sldMk cId="989763032" sldId="406"/>
            <ac:inkMk id="34" creationId="{7DAC5F4C-C0D8-9854-75B9-E47FE97E7E80}"/>
          </ac:inkMkLst>
        </pc:inkChg>
        <pc:inkChg chg="add">
          <ac:chgData name="Mahima Weerasinghe" userId="e11e3f55-42da-4e07-8ead-4d7a1d7ea1c6" providerId="ADAL" clId="{DEC8990C-F1E8-4081-8796-F50D8B9FA883}" dt="2024-10-13T13:58:46.300" v="3134" actId="9405"/>
          <ac:inkMkLst>
            <pc:docMk/>
            <pc:sldMk cId="989763032" sldId="406"/>
            <ac:inkMk id="35" creationId="{90B49C5B-EC0B-7035-48E6-D6805FF5DF8B}"/>
          </ac:inkMkLst>
        </pc:inkChg>
        <pc:inkChg chg="add">
          <ac:chgData name="Mahima Weerasinghe" userId="e11e3f55-42da-4e07-8ead-4d7a1d7ea1c6" providerId="ADAL" clId="{DEC8990C-F1E8-4081-8796-F50D8B9FA883}" dt="2024-10-13T13:58:46.815" v="3135" actId="9405"/>
          <ac:inkMkLst>
            <pc:docMk/>
            <pc:sldMk cId="989763032" sldId="406"/>
            <ac:inkMk id="36" creationId="{11727D85-9F14-53E2-704D-CDABE3CDC958}"/>
          </ac:inkMkLst>
        </pc:inkChg>
        <pc:inkChg chg="add mod">
          <ac:chgData name="Mahima Weerasinghe" userId="e11e3f55-42da-4e07-8ead-4d7a1d7ea1c6" providerId="ADAL" clId="{DEC8990C-F1E8-4081-8796-F50D8B9FA883}" dt="2024-10-13T13:59:09.118" v="3163"/>
          <ac:inkMkLst>
            <pc:docMk/>
            <pc:sldMk cId="989763032" sldId="406"/>
            <ac:inkMk id="37" creationId="{2C27822A-1868-1701-F6EA-8FEB4893A6BF}"/>
          </ac:inkMkLst>
        </pc:inkChg>
        <pc:inkChg chg="add mod">
          <ac:chgData name="Mahima Weerasinghe" userId="e11e3f55-42da-4e07-8ead-4d7a1d7ea1c6" providerId="ADAL" clId="{DEC8990C-F1E8-4081-8796-F50D8B9FA883}" dt="2024-10-13T13:59:09.118" v="3163"/>
          <ac:inkMkLst>
            <pc:docMk/>
            <pc:sldMk cId="989763032" sldId="406"/>
            <ac:inkMk id="38" creationId="{37455C8A-4164-7A29-5B66-F41C22EC1959}"/>
          </ac:inkMkLst>
        </pc:inkChg>
        <pc:inkChg chg="add mod">
          <ac:chgData name="Mahima Weerasinghe" userId="e11e3f55-42da-4e07-8ead-4d7a1d7ea1c6" providerId="ADAL" clId="{DEC8990C-F1E8-4081-8796-F50D8B9FA883}" dt="2024-10-13T13:59:09.118" v="3163"/>
          <ac:inkMkLst>
            <pc:docMk/>
            <pc:sldMk cId="989763032" sldId="406"/>
            <ac:inkMk id="39" creationId="{DA308D17-3462-D5E5-507D-3FD4290D5E6B}"/>
          </ac:inkMkLst>
        </pc:inkChg>
        <pc:inkChg chg="add mod">
          <ac:chgData name="Mahima Weerasinghe" userId="e11e3f55-42da-4e07-8ead-4d7a1d7ea1c6" providerId="ADAL" clId="{DEC8990C-F1E8-4081-8796-F50D8B9FA883}" dt="2024-10-13T13:59:09.118" v="3163"/>
          <ac:inkMkLst>
            <pc:docMk/>
            <pc:sldMk cId="989763032" sldId="406"/>
            <ac:inkMk id="41" creationId="{DC62484A-8A3D-67A8-24D9-74ABEC3EBF1B}"/>
          </ac:inkMkLst>
        </pc:inkChg>
        <pc:inkChg chg="add mod">
          <ac:chgData name="Mahima Weerasinghe" userId="e11e3f55-42da-4e07-8ead-4d7a1d7ea1c6" providerId="ADAL" clId="{DEC8990C-F1E8-4081-8796-F50D8B9FA883}" dt="2024-10-13T13:59:09.118" v="3163"/>
          <ac:inkMkLst>
            <pc:docMk/>
            <pc:sldMk cId="989763032" sldId="406"/>
            <ac:inkMk id="43" creationId="{5197CDE2-6FA4-AF19-0314-B5288A10E92B}"/>
          </ac:inkMkLst>
        </pc:inkChg>
        <pc:inkChg chg="add mod">
          <ac:chgData name="Mahima Weerasinghe" userId="e11e3f55-42da-4e07-8ead-4d7a1d7ea1c6" providerId="ADAL" clId="{DEC8990C-F1E8-4081-8796-F50D8B9FA883}" dt="2024-10-13T13:59:09.118" v="3163"/>
          <ac:inkMkLst>
            <pc:docMk/>
            <pc:sldMk cId="989763032" sldId="406"/>
            <ac:inkMk id="44" creationId="{49C21CD0-62F1-CE73-529E-1274F654C490}"/>
          </ac:inkMkLst>
        </pc:inkChg>
        <pc:inkChg chg="add mod">
          <ac:chgData name="Mahima Weerasinghe" userId="e11e3f55-42da-4e07-8ead-4d7a1d7ea1c6" providerId="ADAL" clId="{DEC8990C-F1E8-4081-8796-F50D8B9FA883}" dt="2024-10-13T13:59:09.118" v="3163"/>
          <ac:inkMkLst>
            <pc:docMk/>
            <pc:sldMk cId="989763032" sldId="406"/>
            <ac:inkMk id="45" creationId="{69D72839-98BD-D364-EDB7-D7600E3798F5}"/>
          </ac:inkMkLst>
        </pc:inkChg>
        <pc:inkChg chg="add mod">
          <ac:chgData name="Mahima Weerasinghe" userId="e11e3f55-42da-4e07-8ead-4d7a1d7ea1c6" providerId="ADAL" clId="{DEC8990C-F1E8-4081-8796-F50D8B9FA883}" dt="2024-10-13T13:59:09.118" v="3163"/>
          <ac:inkMkLst>
            <pc:docMk/>
            <pc:sldMk cId="989763032" sldId="406"/>
            <ac:inkMk id="46" creationId="{5C27CBBD-EDBA-F32D-8B22-018367F166A7}"/>
          </ac:inkMkLst>
        </pc:inkChg>
        <pc:inkChg chg="add mod">
          <ac:chgData name="Mahima Weerasinghe" userId="e11e3f55-42da-4e07-8ead-4d7a1d7ea1c6" providerId="ADAL" clId="{DEC8990C-F1E8-4081-8796-F50D8B9FA883}" dt="2024-10-13T13:59:09.118" v="3163"/>
          <ac:inkMkLst>
            <pc:docMk/>
            <pc:sldMk cId="989763032" sldId="406"/>
            <ac:inkMk id="47" creationId="{2071AFC9-7D2F-BF60-33F0-8E7B97DE6B2C}"/>
          </ac:inkMkLst>
        </pc:inkChg>
        <pc:inkChg chg="add mod">
          <ac:chgData name="Mahima Weerasinghe" userId="e11e3f55-42da-4e07-8ead-4d7a1d7ea1c6" providerId="ADAL" clId="{DEC8990C-F1E8-4081-8796-F50D8B9FA883}" dt="2024-10-13T13:59:09.118" v="3163"/>
          <ac:inkMkLst>
            <pc:docMk/>
            <pc:sldMk cId="989763032" sldId="406"/>
            <ac:inkMk id="49" creationId="{68DE8E8A-7150-FFE9-1608-06451A67F853}"/>
          </ac:inkMkLst>
        </pc:inkChg>
        <pc:inkChg chg="add mod">
          <ac:chgData name="Mahima Weerasinghe" userId="e11e3f55-42da-4e07-8ead-4d7a1d7ea1c6" providerId="ADAL" clId="{DEC8990C-F1E8-4081-8796-F50D8B9FA883}" dt="2024-10-13T13:59:09.118" v="3163"/>
          <ac:inkMkLst>
            <pc:docMk/>
            <pc:sldMk cId="989763032" sldId="406"/>
            <ac:inkMk id="50" creationId="{D4D76665-952A-0E0C-5AF6-CE7C79CB575D}"/>
          </ac:inkMkLst>
        </pc:inkChg>
        <pc:inkChg chg="add mod">
          <ac:chgData name="Mahima Weerasinghe" userId="e11e3f55-42da-4e07-8ead-4d7a1d7ea1c6" providerId="ADAL" clId="{DEC8990C-F1E8-4081-8796-F50D8B9FA883}" dt="2024-10-13T13:59:09.118" v="3163"/>
          <ac:inkMkLst>
            <pc:docMk/>
            <pc:sldMk cId="989763032" sldId="406"/>
            <ac:inkMk id="51" creationId="{F8568EAB-1884-1C50-4990-0F0F8E63CC4D}"/>
          </ac:inkMkLst>
        </pc:inkChg>
        <pc:inkChg chg="add mod">
          <ac:chgData name="Mahima Weerasinghe" userId="e11e3f55-42da-4e07-8ead-4d7a1d7ea1c6" providerId="ADAL" clId="{DEC8990C-F1E8-4081-8796-F50D8B9FA883}" dt="2024-10-13T13:59:09.118" v="3163"/>
          <ac:inkMkLst>
            <pc:docMk/>
            <pc:sldMk cId="989763032" sldId="406"/>
            <ac:inkMk id="52" creationId="{D7AEB25C-E9D5-CDD2-3964-AE3B8D8FD86A}"/>
          </ac:inkMkLst>
        </pc:inkChg>
        <pc:inkChg chg="add mod">
          <ac:chgData name="Mahima Weerasinghe" userId="e11e3f55-42da-4e07-8ead-4d7a1d7ea1c6" providerId="ADAL" clId="{DEC8990C-F1E8-4081-8796-F50D8B9FA883}" dt="2024-10-13T13:59:09.118" v="3163"/>
          <ac:inkMkLst>
            <pc:docMk/>
            <pc:sldMk cId="989763032" sldId="406"/>
            <ac:inkMk id="53" creationId="{2A7130CD-9E9A-4EB2-1023-D6AB9E9A35BE}"/>
          </ac:inkMkLst>
        </pc:inkChg>
        <pc:inkChg chg="add mod">
          <ac:chgData name="Mahima Weerasinghe" userId="e11e3f55-42da-4e07-8ead-4d7a1d7ea1c6" providerId="ADAL" clId="{DEC8990C-F1E8-4081-8796-F50D8B9FA883}" dt="2024-10-13T13:59:09.118" v="3163"/>
          <ac:inkMkLst>
            <pc:docMk/>
            <pc:sldMk cId="989763032" sldId="406"/>
            <ac:inkMk id="54" creationId="{54911815-B9CD-FDBD-A12D-5ABB7473C296}"/>
          </ac:inkMkLst>
        </pc:inkChg>
        <pc:inkChg chg="add mod">
          <ac:chgData name="Mahima Weerasinghe" userId="e11e3f55-42da-4e07-8ead-4d7a1d7ea1c6" providerId="ADAL" clId="{DEC8990C-F1E8-4081-8796-F50D8B9FA883}" dt="2024-10-13T13:59:09.118" v="3163"/>
          <ac:inkMkLst>
            <pc:docMk/>
            <pc:sldMk cId="989763032" sldId="406"/>
            <ac:inkMk id="55" creationId="{4E0CB38A-C0AC-266C-FD2C-14B37FA62F94}"/>
          </ac:inkMkLst>
        </pc:inkChg>
        <pc:inkChg chg="add mod">
          <ac:chgData name="Mahima Weerasinghe" userId="e11e3f55-42da-4e07-8ead-4d7a1d7ea1c6" providerId="ADAL" clId="{DEC8990C-F1E8-4081-8796-F50D8B9FA883}" dt="2024-10-13T13:59:09.118" v="3163"/>
          <ac:inkMkLst>
            <pc:docMk/>
            <pc:sldMk cId="989763032" sldId="406"/>
            <ac:inkMk id="56" creationId="{195F1242-C9BC-3897-2BCA-3CF807BF09DF}"/>
          </ac:inkMkLst>
        </pc:inkChg>
        <pc:inkChg chg="add mod">
          <ac:chgData name="Mahima Weerasinghe" userId="e11e3f55-42da-4e07-8ead-4d7a1d7ea1c6" providerId="ADAL" clId="{DEC8990C-F1E8-4081-8796-F50D8B9FA883}" dt="2024-10-13T13:59:09.118" v="3163"/>
          <ac:inkMkLst>
            <pc:docMk/>
            <pc:sldMk cId="989763032" sldId="406"/>
            <ac:inkMk id="57" creationId="{21DC8D73-F161-744F-2E05-BA69FD077555}"/>
          </ac:inkMkLst>
        </pc:inkChg>
        <pc:inkChg chg="add mod">
          <ac:chgData name="Mahima Weerasinghe" userId="e11e3f55-42da-4e07-8ead-4d7a1d7ea1c6" providerId="ADAL" clId="{DEC8990C-F1E8-4081-8796-F50D8B9FA883}" dt="2024-10-13T13:59:09.118" v="3163"/>
          <ac:inkMkLst>
            <pc:docMk/>
            <pc:sldMk cId="989763032" sldId="406"/>
            <ac:inkMk id="60" creationId="{7E25522D-FA83-505A-C496-6A7A025C2896}"/>
          </ac:inkMkLst>
        </pc:inkChg>
        <pc:inkChg chg="add mod">
          <ac:chgData name="Mahima Weerasinghe" userId="e11e3f55-42da-4e07-8ead-4d7a1d7ea1c6" providerId="ADAL" clId="{DEC8990C-F1E8-4081-8796-F50D8B9FA883}" dt="2024-10-13T13:59:09.118" v="3163"/>
          <ac:inkMkLst>
            <pc:docMk/>
            <pc:sldMk cId="989763032" sldId="406"/>
            <ac:inkMk id="61" creationId="{056EFFF4-F64F-9B85-2247-3E04E9E60D22}"/>
          </ac:inkMkLst>
        </pc:inkChg>
        <pc:inkChg chg="add mod">
          <ac:chgData name="Mahima Weerasinghe" userId="e11e3f55-42da-4e07-8ead-4d7a1d7ea1c6" providerId="ADAL" clId="{DEC8990C-F1E8-4081-8796-F50D8B9FA883}" dt="2024-10-13T13:59:09.118" v="3163"/>
          <ac:inkMkLst>
            <pc:docMk/>
            <pc:sldMk cId="989763032" sldId="406"/>
            <ac:inkMk id="62" creationId="{A10FEBB7-C4D9-EFC1-8189-2C3517C5A182}"/>
          </ac:inkMkLst>
        </pc:inkChg>
        <pc:inkChg chg="add mod">
          <ac:chgData name="Mahima Weerasinghe" userId="e11e3f55-42da-4e07-8ead-4d7a1d7ea1c6" providerId="ADAL" clId="{DEC8990C-F1E8-4081-8796-F50D8B9FA883}" dt="2024-10-13T13:59:09.118" v="3163"/>
          <ac:inkMkLst>
            <pc:docMk/>
            <pc:sldMk cId="989763032" sldId="406"/>
            <ac:inkMk id="63" creationId="{45B5A4B2-A1ED-C61E-D3A8-C7A197BBF1AF}"/>
          </ac:inkMkLst>
        </pc:inkChg>
        <pc:inkChg chg="add mod">
          <ac:chgData name="Mahima Weerasinghe" userId="e11e3f55-42da-4e07-8ead-4d7a1d7ea1c6" providerId="ADAL" clId="{DEC8990C-F1E8-4081-8796-F50D8B9FA883}" dt="2024-10-13T13:59:09.118" v="3163"/>
          <ac:inkMkLst>
            <pc:docMk/>
            <pc:sldMk cId="989763032" sldId="406"/>
            <ac:inkMk id="64" creationId="{8F5340F6-19F0-C398-DADC-A2E69C3ED992}"/>
          </ac:inkMkLst>
        </pc:inkChg>
        <pc:inkChg chg="add">
          <ac:chgData name="Mahima Weerasinghe" userId="e11e3f55-42da-4e07-8ead-4d7a1d7ea1c6" providerId="ADAL" clId="{DEC8990C-F1E8-4081-8796-F50D8B9FA883}" dt="2024-10-13T13:59:20.959" v="3164" actId="9405"/>
          <ac:inkMkLst>
            <pc:docMk/>
            <pc:sldMk cId="989763032" sldId="406"/>
            <ac:inkMk id="66" creationId="{4603F02C-61E4-6A27-794D-718821B1344C}"/>
          </ac:inkMkLst>
        </pc:inkChg>
        <pc:inkChg chg="add">
          <ac:chgData name="Mahima Weerasinghe" userId="e11e3f55-42da-4e07-8ead-4d7a1d7ea1c6" providerId="ADAL" clId="{DEC8990C-F1E8-4081-8796-F50D8B9FA883}" dt="2024-10-13T13:59:24.506" v="3165" actId="9405"/>
          <ac:inkMkLst>
            <pc:docMk/>
            <pc:sldMk cId="989763032" sldId="406"/>
            <ac:inkMk id="67" creationId="{74D2DACA-E790-3B66-0578-A1E271721CBE}"/>
          </ac:inkMkLst>
        </pc:inkChg>
        <pc:inkChg chg="add">
          <ac:chgData name="Mahima Weerasinghe" userId="e11e3f55-42da-4e07-8ead-4d7a1d7ea1c6" providerId="ADAL" clId="{DEC8990C-F1E8-4081-8796-F50D8B9FA883}" dt="2024-10-13T13:59:30.455" v="3166" actId="9405"/>
          <ac:inkMkLst>
            <pc:docMk/>
            <pc:sldMk cId="989763032" sldId="406"/>
            <ac:inkMk id="68" creationId="{95838160-9F6E-DF98-8635-6C02892E68A2}"/>
          </ac:inkMkLst>
        </pc:inkChg>
        <pc:inkChg chg="add">
          <ac:chgData name="Mahima Weerasinghe" userId="e11e3f55-42da-4e07-8ead-4d7a1d7ea1c6" providerId="ADAL" clId="{DEC8990C-F1E8-4081-8796-F50D8B9FA883}" dt="2024-10-13T13:59:33.096" v="3167" actId="9405"/>
          <ac:inkMkLst>
            <pc:docMk/>
            <pc:sldMk cId="989763032" sldId="406"/>
            <ac:inkMk id="69" creationId="{8B84E5D0-A05F-17AF-1E0A-2E857319667A}"/>
          </ac:inkMkLst>
        </pc:inkChg>
      </pc:sldChg>
      <pc:sldChg chg="addSp delSp modSp new mod">
        <pc:chgData name="Mahima Weerasinghe" userId="e11e3f55-42da-4e07-8ead-4d7a1d7ea1c6" providerId="ADAL" clId="{DEC8990C-F1E8-4081-8796-F50D8B9FA883}" dt="2024-10-13T14:09:05.081" v="3308" actId="9405"/>
        <pc:sldMkLst>
          <pc:docMk/>
          <pc:sldMk cId="1285449506" sldId="407"/>
        </pc:sldMkLst>
        <pc:spChg chg="mod">
          <ac:chgData name="Mahima Weerasinghe" userId="e11e3f55-42da-4e07-8ead-4d7a1d7ea1c6" providerId="ADAL" clId="{DEC8990C-F1E8-4081-8796-F50D8B9FA883}" dt="2024-10-13T05:31:12.546" v="752" actId="20577"/>
          <ac:spMkLst>
            <pc:docMk/>
            <pc:sldMk cId="1285449506" sldId="407"/>
            <ac:spMk id="2" creationId="{6D51F4DF-8861-F0C3-97C0-E2E6ACFFE967}"/>
          </ac:spMkLst>
        </pc:spChg>
        <pc:spChg chg="add del mod">
          <ac:chgData name="Mahima Weerasinghe" userId="e11e3f55-42da-4e07-8ead-4d7a1d7ea1c6" providerId="ADAL" clId="{DEC8990C-F1E8-4081-8796-F50D8B9FA883}" dt="2024-10-13T09:50:18.593" v="817"/>
          <ac:spMkLst>
            <pc:docMk/>
            <pc:sldMk cId="1285449506" sldId="407"/>
            <ac:spMk id="3" creationId="{424E6377-8B1D-1ACA-0116-DDA837ABA677}"/>
          </ac:spMkLst>
        </pc:spChg>
        <pc:grpChg chg="del mod">
          <ac:chgData name="Mahima Weerasinghe" userId="e11e3f55-42da-4e07-8ead-4d7a1d7ea1c6" providerId="ADAL" clId="{DEC8990C-F1E8-4081-8796-F50D8B9FA883}" dt="2024-10-13T14:01:08.387" v="3182"/>
          <ac:grpSpMkLst>
            <pc:docMk/>
            <pc:sldMk cId="1285449506" sldId="407"/>
            <ac:grpSpMk id="12" creationId="{69CDAF40-4251-1D49-68BE-D2E654CDAA83}"/>
          </ac:grpSpMkLst>
        </pc:grpChg>
        <pc:grpChg chg="del mod">
          <ac:chgData name="Mahima Weerasinghe" userId="e11e3f55-42da-4e07-8ead-4d7a1d7ea1c6" providerId="ADAL" clId="{DEC8990C-F1E8-4081-8796-F50D8B9FA883}" dt="2024-10-13T14:06:23.049" v="3258"/>
          <ac:grpSpMkLst>
            <pc:docMk/>
            <pc:sldMk cId="1285449506" sldId="407"/>
            <ac:grpSpMk id="18" creationId="{1F3203E1-DBB3-8EEE-4458-E6B79E2D9C5F}"/>
          </ac:grpSpMkLst>
        </pc:grpChg>
        <pc:grpChg chg="del mod">
          <ac:chgData name="Mahima Weerasinghe" userId="e11e3f55-42da-4e07-8ead-4d7a1d7ea1c6" providerId="ADAL" clId="{DEC8990C-F1E8-4081-8796-F50D8B9FA883}" dt="2024-10-13T14:06:23.049" v="3258"/>
          <ac:grpSpMkLst>
            <pc:docMk/>
            <pc:sldMk cId="1285449506" sldId="407"/>
            <ac:grpSpMk id="23" creationId="{FF48BA47-2216-40E7-C322-AD9EF31F1509}"/>
          </ac:grpSpMkLst>
        </pc:grpChg>
        <pc:grpChg chg="del mod">
          <ac:chgData name="Mahima Weerasinghe" userId="e11e3f55-42da-4e07-8ead-4d7a1d7ea1c6" providerId="ADAL" clId="{DEC8990C-F1E8-4081-8796-F50D8B9FA883}" dt="2024-10-13T14:01:43.693" v="3195"/>
          <ac:grpSpMkLst>
            <pc:docMk/>
            <pc:sldMk cId="1285449506" sldId="407"/>
            <ac:grpSpMk id="28" creationId="{20446A35-5ACF-8CC9-AD78-FF26E6682EC1}"/>
          </ac:grpSpMkLst>
        </pc:grpChg>
        <pc:grpChg chg="mod">
          <ac:chgData name="Mahima Weerasinghe" userId="e11e3f55-42da-4e07-8ead-4d7a1d7ea1c6" providerId="ADAL" clId="{DEC8990C-F1E8-4081-8796-F50D8B9FA883}" dt="2024-10-13T14:01:43.693" v="3195"/>
          <ac:grpSpMkLst>
            <pc:docMk/>
            <pc:sldMk cId="1285449506" sldId="407"/>
            <ac:grpSpMk id="31" creationId="{4F0E8A70-E4B1-F099-3CA2-A2B3DC7808BC}"/>
          </ac:grpSpMkLst>
        </pc:grpChg>
        <pc:grpChg chg="del mod">
          <ac:chgData name="Mahima Weerasinghe" userId="e11e3f55-42da-4e07-8ead-4d7a1d7ea1c6" providerId="ADAL" clId="{DEC8990C-F1E8-4081-8796-F50D8B9FA883}" dt="2024-10-13T14:01:54.009" v="3204"/>
          <ac:grpSpMkLst>
            <pc:docMk/>
            <pc:sldMk cId="1285449506" sldId="407"/>
            <ac:grpSpMk id="37" creationId="{F689D059-F1BE-CDE3-156D-D949C120D348}"/>
          </ac:grpSpMkLst>
        </pc:grpChg>
        <pc:grpChg chg="mod">
          <ac:chgData name="Mahima Weerasinghe" userId="e11e3f55-42da-4e07-8ead-4d7a1d7ea1c6" providerId="ADAL" clId="{DEC8990C-F1E8-4081-8796-F50D8B9FA883}" dt="2024-10-13T14:01:54.009" v="3204"/>
          <ac:grpSpMkLst>
            <pc:docMk/>
            <pc:sldMk cId="1285449506" sldId="407"/>
            <ac:grpSpMk id="40" creationId="{60BEF9EB-8B77-3760-D48A-73427CF943AC}"/>
          </ac:grpSpMkLst>
        </pc:grpChg>
        <pc:grpChg chg="del mod">
          <ac:chgData name="Mahima Weerasinghe" userId="e11e3f55-42da-4e07-8ead-4d7a1d7ea1c6" providerId="ADAL" clId="{DEC8990C-F1E8-4081-8796-F50D8B9FA883}" dt="2024-10-13T14:03:02.355" v="3217"/>
          <ac:grpSpMkLst>
            <pc:docMk/>
            <pc:sldMk cId="1285449506" sldId="407"/>
            <ac:grpSpMk id="45" creationId="{42F1F8E9-62BA-D53F-499A-733024AC3EF0}"/>
          </ac:grpSpMkLst>
        </pc:grpChg>
        <pc:grpChg chg="mod">
          <ac:chgData name="Mahima Weerasinghe" userId="e11e3f55-42da-4e07-8ead-4d7a1d7ea1c6" providerId="ADAL" clId="{DEC8990C-F1E8-4081-8796-F50D8B9FA883}" dt="2024-10-13T14:02:49.532" v="3214"/>
          <ac:grpSpMkLst>
            <pc:docMk/>
            <pc:sldMk cId="1285449506" sldId="407"/>
            <ac:grpSpMk id="50" creationId="{BF57E068-229F-9B80-F7C2-8070D8727D9E}"/>
          </ac:grpSpMkLst>
        </pc:grpChg>
        <pc:grpChg chg="mod">
          <ac:chgData name="Mahima Weerasinghe" userId="e11e3f55-42da-4e07-8ead-4d7a1d7ea1c6" providerId="ADAL" clId="{DEC8990C-F1E8-4081-8796-F50D8B9FA883}" dt="2024-10-13T14:03:02.355" v="3217"/>
          <ac:grpSpMkLst>
            <pc:docMk/>
            <pc:sldMk cId="1285449506" sldId="407"/>
            <ac:grpSpMk id="53" creationId="{FA494CB7-339E-F364-EE75-D7ED19B9788B}"/>
          </ac:grpSpMkLst>
        </pc:grpChg>
        <pc:grpChg chg="del mod">
          <ac:chgData name="Mahima Weerasinghe" userId="e11e3f55-42da-4e07-8ead-4d7a1d7ea1c6" providerId="ADAL" clId="{DEC8990C-F1E8-4081-8796-F50D8B9FA883}" dt="2024-10-13T14:03:17.628" v="3224"/>
          <ac:grpSpMkLst>
            <pc:docMk/>
            <pc:sldMk cId="1285449506" sldId="407"/>
            <ac:grpSpMk id="58" creationId="{71868762-34BE-CB0E-0E40-C6F685D6A45A}"/>
          </ac:grpSpMkLst>
        </pc:grpChg>
        <pc:grpChg chg="mod">
          <ac:chgData name="Mahima Weerasinghe" userId="e11e3f55-42da-4e07-8ead-4d7a1d7ea1c6" providerId="ADAL" clId="{DEC8990C-F1E8-4081-8796-F50D8B9FA883}" dt="2024-10-13T14:03:17.628" v="3224"/>
          <ac:grpSpMkLst>
            <pc:docMk/>
            <pc:sldMk cId="1285449506" sldId="407"/>
            <ac:grpSpMk id="60" creationId="{5A1C81C2-1290-8B30-4CD6-CF13E75713A3}"/>
          </ac:grpSpMkLst>
        </pc:grpChg>
        <pc:grpChg chg="mod">
          <ac:chgData name="Mahima Weerasinghe" userId="e11e3f55-42da-4e07-8ead-4d7a1d7ea1c6" providerId="ADAL" clId="{DEC8990C-F1E8-4081-8796-F50D8B9FA883}" dt="2024-10-13T14:03:27.999" v="3230"/>
          <ac:grpSpMkLst>
            <pc:docMk/>
            <pc:sldMk cId="1285449506" sldId="407"/>
            <ac:grpSpMk id="66" creationId="{BD963A1C-F7E5-D5D6-1E00-6034AFE1AD98}"/>
          </ac:grpSpMkLst>
        </pc:grpChg>
        <pc:grpChg chg="del mod">
          <ac:chgData name="Mahima Weerasinghe" userId="e11e3f55-42da-4e07-8ead-4d7a1d7ea1c6" providerId="ADAL" clId="{DEC8990C-F1E8-4081-8796-F50D8B9FA883}" dt="2024-10-13T14:04:50.492" v="3235"/>
          <ac:grpSpMkLst>
            <pc:docMk/>
            <pc:sldMk cId="1285449506" sldId="407"/>
            <ac:grpSpMk id="69" creationId="{A34EB6CE-49B6-A05D-3C5A-DF055D7ADEC7}"/>
          </ac:grpSpMkLst>
        </pc:grpChg>
        <pc:grpChg chg="del mod">
          <ac:chgData name="Mahima Weerasinghe" userId="e11e3f55-42da-4e07-8ead-4d7a1d7ea1c6" providerId="ADAL" clId="{DEC8990C-F1E8-4081-8796-F50D8B9FA883}" dt="2024-10-13T14:04:51.491" v="3238"/>
          <ac:grpSpMkLst>
            <pc:docMk/>
            <pc:sldMk cId="1285449506" sldId="407"/>
            <ac:grpSpMk id="71" creationId="{2C7E1C1F-D68E-8004-F344-6BE611817097}"/>
          </ac:grpSpMkLst>
        </pc:grpChg>
        <pc:grpChg chg="del mod">
          <ac:chgData name="Mahima Weerasinghe" userId="e11e3f55-42da-4e07-8ead-4d7a1d7ea1c6" providerId="ADAL" clId="{DEC8990C-F1E8-4081-8796-F50D8B9FA883}" dt="2024-10-13T14:07:07.174" v="3286"/>
          <ac:grpSpMkLst>
            <pc:docMk/>
            <pc:sldMk cId="1285449506" sldId="407"/>
            <ac:grpSpMk id="74" creationId="{C188C932-26D5-9E6F-DD30-4C533674F226}"/>
          </ac:grpSpMkLst>
        </pc:grpChg>
        <pc:grpChg chg="del mod">
          <ac:chgData name="Mahima Weerasinghe" userId="e11e3f55-42da-4e07-8ead-4d7a1d7ea1c6" providerId="ADAL" clId="{DEC8990C-F1E8-4081-8796-F50D8B9FA883}" dt="2024-10-13T14:07:31.381" v="3288"/>
          <ac:grpSpMkLst>
            <pc:docMk/>
            <pc:sldMk cId="1285449506" sldId="407"/>
            <ac:grpSpMk id="78" creationId="{F2E98EBB-C5B8-198C-065C-085DC89F49A6}"/>
          </ac:grpSpMkLst>
        </pc:grpChg>
        <pc:grpChg chg="mod">
          <ac:chgData name="Mahima Weerasinghe" userId="e11e3f55-42da-4e07-8ead-4d7a1d7ea1c6" providerId="ADAL" clId="{DEC8990C-F1E8-4081-8796-F50D8B9FA883}" dt="2024-10-13T14:05:42.551" v="3245"/>
          <ac:grpSpMkLst>
            <pc:docMk/>
            <pc:sldMk cId="1285449506" sldId="407"/>
            <ac:grpSpMk id="81" creationId="{AE0D1601-8AD0-3F1A-14DE-17D3B4E744C5}"/>
          </ac:grpSpMkLst>
        </pc:grpChg>
        <pc:grpChg chg="del mod">
          <ac:chgData name="Mahima Weerasinghe" userId="e11e3f55-42da-4e07-8ead-4d7a1d7ea1c6" providerId="ADAL" clId="{DEC8990C-F1E8-4081-8796-F50D8B9FA883}" dt="2024-10-13T14:06:55.181" v="3280"/>
          <ac:grpSpMkLst>
            <pc:docMk/>
            <pc:sldMk cId="1285449506" sldId="407"/>
            <ac:grpSpMk id="85" creationId="{90937899-6EAF-366C-B96D-0F88DA82E3DC}"/>
          </ac:grpSpMkLst>
        </pc:grpChg>
        <pc:grpChg chg="del mod">
          <ac:chgData name="Mahima Weerasinghe" userId="e11e3f55-42da-4e07-8ead-4d7a1d7ea1c6" providerId="ADAL" clId="{DEC8990C-F1E8-4081-8796-F50D8B9FA883}" dt="2024-10-13T14:07:01.058" v="3284"/>
          <ac:grpSpMkLst>
            <pc:docMk/>
            <pc:sldMk cId="1285449506" sldId="407"/>
            <ac:grpSpMk id="91" creationId="{F7011749-5389-54C3-5E44-195899502F73}"/>
          </ac:grpSpMkLst>
        </pc:grpChg>
        <pc:grpChg chg="del mod">
          <ac:chgData name="Mahima Weerasinghe" userId="e11e3f55-42da-4e07-8ead-4d7a1d7ea1c6" providerId="ADAL" clId="{DEC8990C-F1E8-4081-8796-F50D8B9FA883}" dt="2024-10-13T14:06:24.081" v="3260"/>
          <ac:grpSpMkLst>
            <pc:docMk/>
            <pc:sldMk cId="1285449506" sldId="407"/>
            <ac:grpSpMk id="94" creationId="{AF351C36-5E43-497B-AA82-8098DEDC5A8F}"/>
          </ac:grpSpMkLst>
        </pc:grpChg>
        <pc:grpChg chg="del mod">
          <ac:chgData name="Mahima Weerasinghe" userId="e11e3f55-42da-4e07-8ead-4d7a1d7ea1c6" providerId="ADAL" clId="{DEC8990C-F1E8-4081-8796-F50D8B9FA883}" dt="2024-10-13T14:07:01.058" v="3284"/>
          <ac:grpSpMkLst>
            <pc:docMk/>
            <pc:sldMk cId="1285449506" sldId="407"/>
            <ac:grpSpMk id="96" creationId="{C93D14A2-3583-9638-E864-7689E7FB26D1}"/>
          </ac:grpSpMkLst>
        </pc:grpChg>
        <pc:grpChg chg="mod">
          <ac:chgData name="Mahima Weerasinghe" userId="e11e3f55-42da-4e07-8ead-4d7a1d7ea1c6" providerId="ADAL" clId="{DEC8990C-F1E8-4081-8796-F50D8B9FA883}" dt="2024-10-13T14:06:39.591" v="3263"/>
          <ac:grpSpMkLst>
            <pc:docMk/>
            <pc:sldMk cId="1285449506" sldId="407"/>
            <ac:grpSpMk id="99" creationId="{93EA98B2-F483-579B-73B3-AA311815F413}"/>
          </ac:grpSpMkLst>
        </pc:grpChg>
        <pc:grpChg chg="mod">
          <ac:chgData name="Mahima Weerasinghe" userId="e11e3f55-42da-4e07-8ead-4d7a1d7ea1c6" providerId="ADAL" clId="{DEC8990C-F1E8-4081-8796-F50D8B9FA883}" dt="2024-10-13T14:06:47.005" v="3278"/>
          <ac:grpSpMkLst>
            <pc:docMk/>
            <pc:sldMk cId="1285449506" sldId="407"/>
            <ac:grpSpMk id="114" creationId="{48E239A4-13EF-D25E-C77A-322F18CB4FE8}"/>
          </ac:grpSpMkLst>
        </pc:grpChg>
        <pc:grpChg chg="mod">
          <ac:chgData name="Mahima Weerasinghe" userId="e11e3f55-42da-4e07-8ead-4d7a1d7ea1c6" providerId="ADAL" clId="{DEC8990C-F1E8-4081-8796-F50D8B9FA883}" dt="2024-10-13T14:06:47.005" v="3278"/>
          <ac:grpSpMkLst>
            <pc:docMk/>
            <pc:sldMk cId="1285449506" sldId="407"/>
            <ac:grpSpMk id="115" creationId="{E59EA28F-610D-8B0E-A470-60D6AEDDEC71}"/>
          </ac:grpSpMkLst>
        </pc:grpChg>
        <pc:grpChg chg="mod">
          <ac:chgData name="Mahima Weerasinghe" userId="e11e3f55-42da-4e07-8ead-4d7a1d7ea1c6" providerId="ADAL" clId="{DEC8990C-F1E8-4081-8796-F50D8B9FA883}" dt="2024-10-13T14:06:47.005" v="3278"/>
          <ac:grpSpMkLst>
            <pc:docMk/>
            <pc:sldMk cId="1285449506" sldId="407"/>
            <ac:grpSpMk id="116" creationId="{D8C88D6A-384C-A866-8A29-30B81C74CBC3}"/>
          </ac:grpSpMkLst>
        </pc:grpChg>
        <pc:grpChg chg="mod">
          <ac:chgData name="Mahima Weerasinghe" userId="e11e3f55-42da-4e07-8ead-4d7a1d7ea1c6" providerId="ADAL" clId="{DEC8990C-F1E8-4081-8796-F50D8B9FA883}" dt="2024-10-13T14:06:55.181" v="3280"/>
          <ac:grpSpMkLst>
            <pc:docMk/>
            <pc:sldMk cId="1285449506" sldId="407"/>
            <ac:grpSpMk id="118" creationId="{14D7ED73-9556-4E6F-1BA8-C3DDFD2ACAF7}"/>
          </ac:grpSpMkLst>
        </pc:grpChg>
        <pc:grpChg chg="mod">
          <ac:chgData name="Mahima Weerasinghe" userId="e11e3f55-42da-4e07-8ead-4d7a1d7ea1c6" providerId="ADAL" clId="{DEC8990C-F1E8-4081-8796-F50D8B9FA883}" dt="2024-10-13T14:07:01.058" v="3284"/>
          <ac:grpSpMkLst>
            <pc:docMk/>
            <pc:sldMk cId="1285449506" sldId="407"/>
            <ac:grpSpMk id="122" creationId="{FDB16895-C868-E347-5D0F-48D625B76B85}"/>
          </ac:grpSpMkLst>
        </pc:grpChg>
        <pc:grpChg chg="del mod">
          <ac:chgData name="Mahima Weerasinghe" userId="e11e3f55-42da-4e07-8ead-4d7a1d7ea1c6" providerId="ADAL" clId="{DEC8990C-F1E8-4081-8796-F50D8B9FA883}" dt="2024-10-13T14:07:39.674" v="3291"/>
          <ac:grpSpMkLst>
            <pc:docMk/>
            <pc:sldMk cId="1285449506" sldId="407"/>
            <ac:grpSpMk id="124" creationId="{FD32786A-8A31-DA27-5445-6E8112F74031}"/>
          </ac:grpSpMkLst>
        </pc:grpChg>
        <pc:grpChg chg="del mod">
          <ac:chgData name="Mahima Weerasinghe" userId="e11e3f55-42da-4e07-8ead-4d7a1d7ea1c6" providerId="ADAL" clId="{DEC8990C-F1E8-4081-8796-F50D8B9FA883}" dt="2024-10-13T14:07:39.674" v="3291"/>
          <ac:grpSpMkLst>
            <pc:docMk/>
            <pc:sldMk cId="1285449506" sldId="407"/>
            <ac:grpSpMk id="126" creationId="{281E52DB-5807-A7C3-5587-E62EF867023C}"/>
          </ac:grpSpMkLst>
        </pc:grpChg>
        <pc:grpChg chg="del mod">
          <ac:chgData name="Mahima Weerasinghe" userId="e11e3f55-42da-4e07-8ead-4d7a1d7ea1c6" providerId="ADAL" clId="{DEC8990C-F1E8-4081-8796-F50D8B9FA883}" dt="2024-10-13T14:07:50.382" v="3296"/>
          <ac:grpSpMkLst>
            <pc:docMk/>
            <pc:sldMk cId="1285449506" sldId="407"/>
            <ac:grpSpMk id="129" creationId="{50244F5C-9011-0FE5-ACEA-90813E84E418}"/>
          </ac:grpSpMkLst>
        </pc:grpChg>
        <pc:grpChg chg="mod">
          <ac:chgData name="Mahima Weerasinghe" userId="e11e3f55-42da-4e07-8ead-4d7a1d7ea1c6" providerId="ADAL" clId="{DEC8990C-F1E8-4081-8796-F50D8B9FA883}" dt="2024-10-13T14:07:50.382" v="3296"/>
          <ac:grpSpMkLst>
            <pc:docMk/>
            <pc:sldMk cId="1285449506" sldId="407"/>
            <ac:grpSpMk id="134" creationId="{C2204F39-6745-937A-CB4F-9BCADFEE003E}"/>
          </ac:grpSpMkLst>
        </pc:grpChg>
        <pc:grpChg chg="mod">
          <ac:chgData name="Mahima Weerasinghe" userId="e11e3f55-42da-4e07-8ead-4d7a1d7ea1c6" providerId="ADAL" clId="{DEC8990C-F1E8-4081-8796-F50D8B9FA883}" dt="2024-10-13T14:08:11.800" v="3299"/>
          <ac:grpSpMkLst>
            <pc:docMk/>
            <pc:sldMk cId="1285449506" sldId="407"/>
            <ac:grpSpMk id="137" creationId="{78D25781-E6F1-A2BC-2420-73039B0BD3CD}"/>
          </ac:grpSpMkLst>
        </pc:grpChg>
        <pc:grpChg chg="del mod">
          <ac:chgData name="Mahima Weerasinghe" userId="e11e3f55-42da-4e07-8ead-4d7a1d7ea1c6" providerId="ADAL" clId="{DEC8990C-F1E8-4081-8796-F50D8B9FA883}" dt="2024-10-13T14:08:15.883" v="3304"/>
          <ac:grpSpMkLst>
            <pc:docMk/>
            <pc:sldMk cId="1285449506" sldId="407"/>
            <ac:grpSpMk id="140" creationId="{6E3BC442-8B71-C8C6-2331-708AF41C8F83}"/>
          </ac:grpSpMkLst>
        </pc:grpChg>
        <pc:grpChg chg="mod">
          <ac:chgData name="Mahima Weerasinghe" userId="e11e3f55-42da-4e07-8ead-4d7a1d7ea1c6" providerId="ADAL" clId="{DEC8990C-F1E8-4081-8796-F50D8B9FA883}" dt="2024-10-13T14:08:15.883" v="3304"/>
          <ac:grpSpMkLst>
            <pc:docMk/>
            <pc:sldMk cId="1285449506" sldId="407"/>
            <ac:grpSpMk id="142" creationId="{2884CF05-6A20-A770-8ADD-2DD14DCD2816}"/>
          </ac:grpSpMkLst>
        </pc:grpChg>
        <pc:inkChg chg="add">
          <ac:chgData name="Mahima Weerasinghe" userId="e11e3f55-42da-4e07-8ead-4d7a1d7ea1c6" providerId="ADAL" clId="{DEC8990C-F1E8-4081-8796-F50D8B9FA883}" dt="2024-10-13T14:00:42.081" v="3168" actId="9405"/>
          <ac:inkMkLst>
            <pc:docMk/>
            <pc:sldMk cId="1285449506" sldId="407"/>
            <ac:inkMk id="4" creationId="{CEEF6F2B-43D9-5244-43B9-42100224EAE5}"/>
          </ac:inkMkLst>
        </pc:inkChg>
        <pc:inkChg chg="add">
          <ac:chgData name="Mahima Weerasinghe" userId="e11e3f55-42da-4e07-8ead-4d7a1d7ea1c6" providerId="ADAL" clId="{DEC8990C-F1E8-4081-8796-F50D8B9FA883}" dt="2024-10-13T14:00:43.806" v="3169" actId="9405"/>
          <ac:inkMkLst>
            <pc:docMk/>
            <pc:sldMk cId="1285449506" sldId="407"/>
            <ac:inkMk id="5" creationId="{ADC8C391-2B28-72E8-D2A2-932CA58A6ED0}"/>
          </ac:inkMkLst>
        </pc:inkChg>
        <pc:inkChg chg="add">
          <ac:chgData name="Mahima Weerasinghe" userId="e11e3f55-42da-4e07-8ead-4d7a1d7ea1c6" providerId="ADAL" clId="{DEC8990C-F1E8-4081-8796-F50D8B9FA883}" dt="2024-10-13T14:00:44.361" v="3170" actId="9405"/>
          <ac:inkMkLst>
            <pc:docMk/>
            <pc:sldMk cId="1285449506" sldId="407"/>
            <ac:inkMk id="6" creationId="{7D55A1E2-0644-D2BA-CF87-F3575C1107A8}"/>
          </ac:inkMkLst>
        </pc:inkChg>
        <pc:inkChg chg="add">
          <ac:chgData name="Mahima Weerasinghe" userId="e11e3f55-42da-4e07-8ead-4d7a1d7ea1c6" providerId="ADAL" clId="{DEC8990C-F1E8-4081-8796-F50D8B9FA883}" dt="2024-10-13T14:00:45.465" v="3171" actId="9405"/>
          <ac:inkMkLst>
            <pc:docMk/>
            <pc:sldMk cId="1285449506" sldId="407"/>
            <ac:inkMk id="7" creationId="{4D3A8ECC-A666-FDF5-6522-2966FEA992C8}"/>
          </ac:inkMkLst>
        </pc:inkChg>
        <pc:inkChg chg="add">
          <ac:chgData name="Mahima Weerasinghe" userId="e11e3f55-42da-4e07-8ead-4d7a1d7ea1c6" providerId="ADAL" clId="{DEC8990C-F1E8-4081-8796-F50D8B9FA883}" dt="2024-10-13T14:00:59.013" v="3172" actId="9405"/>
          <ac:inkMkLst>
            <pc:docMk/>
            <pc:sldMk cId="1285449506" sldId="407"/>
            <ac:inkMk id="8" creationId="{D0B292F1-885E-95F1-5FF3-EF7933C5BDBC}"/>
          </ac:inkMkLst>
        </pc:inkChg>
        <pc:inkChg chg="add mod">
          <ac:chgData name="Mahima Weerasinghe" userId="e11e3f55-42da-4e07-8ead-4d7a1d7ea1c6" providerId="ADAL" clId="{DEC8990C-F1E8-4081-8796-F50D8B9FA883}" dt="2024-10-13T14:07:01.058" v="3284"/>
          <ac:inkMkLst>
            <pc:docMk/>
            <pc:sldMk cId="1285449506" sldId="407"/>
            <ac:inkMk id="9" creationId="{F2530D83-17D0-AF7C-46CC-EB22E00976AA}"/>
          </ac:inkMkLst>
        </pc:inkChg>
        <pc:inkChg chg="add mod">
          <ac:chgData name="Mahima Weerasinghe" userId="e11e3f55-42da-4e07-8ead-4d7a1d7ea1c6" providerId="ADAL" clId="{DEC8990C-F1E8-4081-8796-F50D8B9FA883}" dt="2024-10-13T14:07:01.058" v="3284"/>
          <ac:inkMkLst>
            <pc:docMk/>
            <pc:sldMk cId="1285449506" sldId="407"/>
            <ac:inkMk id="10" creationId="{1F8E0EE3-5D4D-2F9F-5EA1-347922A0B9B7}"/>
          </ac:inkMkLst>
        </pc:inkChg>
        <pc:inkChg chg="add mod">
          <ac:chgData name="Mahima Weerasinghe" userId="e11e3f55-42da-4e07-8ead-4d7a1d7ea1c6" providerId="ADAL" clId="{DEC8990C-F1E8-4081-8796-F50D8B9FA883}" dt="2024-10-13T14:07:01.058" v="3284"/>
          <ac:inkMkLst>
            <pc:docMk/>
            <pc:sldMk cId="1285449506" sldId="407"/>
            <ac:inkMk id="11" creationId="{FED7CA3E-1BE9-2BD1-17A0-F45421966F07}"/>
          </ac:inkMkLst>
        </pc:inkChg>
        <pc:inkChg chg="add mod">
          <ac:chgData name="Mahima Weerasinghe" userId="e11e3f55-42da-4e07-8ead-4d7a1d7ea1c6" providerId="ADAL" clId="{DEC8990C-F1E8-4081-8796-F50D8B9FA883}" dt="2024-10-13T14:07:01.058" v="3284"/>
          <ac:inkMkLst>
            <pc:docMk/>
            <pc:sldMk cId="1285449506" sldId="407"/>
            <ac:inkMk id="13" creationId="{43310DB9-1936-E3F6-7C26-FF00AF4F4790}"/>
          </ac:inkMkLst>
        </pc:inkChg>
        <pc:inkChg chg="add mod">
          <ac:chgData name="Mahima Weerasinghe" userId="e11e3f55-42da-4e07-8ead-4d7a1d7ea1c6" providerId="ADAL" clId="{DEC8990C-F1E8-4081-8796-F50D8B9FA883}" dt="2024-10-13T14:07:01.058" v="3284"/>
          <ac:inkMkLst>
            <pc:docMk/>
            <pc:sldMk cId="1285449506" sldId="407"/>
            <ac:inkMk id="14" creationId="{E704F150-8454-CC49-475B-AF5C115261E3}"/>
          </ac:inkMkLst>
        </pc:inkChg>
        <pc:inkChg chg="add mod">
          <ac:chgData name="Mahima Weerasinghe" userId="e11e3f55-42da-4e07-8ead-4d7a1d7ea1c6" providerId="ADAL" clId="{DEC8990C-F1E8-4081-8796-F50D8B9FA883}" dt="2024-10-13T14:07:01.058" v="3284"/>
          <ac:inkMkLst>
            <pc:docMk/>
            <pc:sldMk cId="1285449506" sldId="407"/>
            <ac:inkMk id="15" creationId="{AEAD68F0-1681-EF9A-7DBF-AC02A4FEEB2B}"/>
          </ac:inkMkLst>
        </pc:inkChg>
        <pc:inkChg chg="add mod">
          <ac:chgData name="Mahima Weerasinghe" userId="e11e3f55-42da-4e07-8ead-4d7a1d7ea1c6" providerId="ADAL" clId="{DEC8990C-F1E8-4081-8796-F50D8B9FA883}" dt="2024-10-13T14:07:01.058" v="3284"/>
          <ac:inkMkLst>
            <pc:docMk/>
            <pc:sldMk cId="1285449506" sldId="407"/>
            <ac:inkMk id="16" creationId="{7689286F-3F7A-5CF8-2FD8-44B7E433657F}"/>
          </ac:inkMkLst>
        </pc:inkChg>
        <pc:inkChg chg="add mod">
          <ac:chgData name="Mahima Weerasinghe" userId="e11e3f55-42da-4e07-8ead-4d7a1d7ea1c6" providerId="ADAL" clId="{DEC8990C-F1E8-4081-8796-F50D8B9FA883}" dt="2024-10-13T14:07:01.058" v="3284"/>
          <ac:inkMkLst>
            <pc:docMk/>
            <pc:sldMk cId="1285449506" sldId="407"/>
            <ac:inkMk id="17" creationId="{8B51691E-5033-B99C-69D0-458B442FFD21}"/>
          </ac:inkMkLst>
        </pc:inkChg>
        <pc:inkChg chg="add">
          <ac:chgData name="Mahima Weerasinghe" userId="e11e3f55-42da-4e07-8ead-4d7a1d7ea1c6" providerId="ADAL" clId="{DEC8990C-F1E8-4081-8796-F50D8B9FA883}" dt="2024-10-13T14:01:21.701" v="3183" actId="9405"/>
          <ac:inkMkLst>
            <pc:docMk/>
            <pc:sldMk cId="1285449506" sldId="407"/>
            <ac:inkMk id="19" creationId="{0E8EB65F-373A-2F57-C880-9AAB8639A368}"/>
          </ac:inkMkLst>
        </pc:inkChg>
        <pc:inkChg chg="add">
          <ac:chgData name="Mahima Weerasinghe" userId="e11e3f55-42da-4e07-8ead-4d7a1d7ea1c6" providerId="ADAL" clId="{DEC8990C-F1E8-4081-8796-F50D8B9FA883}" dt="2024-10-13T14:01:23.208" v="3184" actId="9405"/>
          <ac:inkMkLst>
            <pc:docMk/>
            <pc:sldMk cId="1285449506" sldId="407"/>
            <ac:inkMk id="20" creationId="{0CC82A9D-FECF-1BAE-3A38-1909EF414F58}"/>
          </ac:inkMkLst>
        </pc:inkChg>
        <pc:inkChg chg="add mod">
          <ac:chgData name="Mahima Weerasinghe" userId="e11e3f55-42da-4e07-8ead-4d7a1d7ea1c6" providerId="ADAL" clId="{DEC8990C-F1E8-4081-8796-F50D8B9FA883}" dt="2024-10-13T14:07:01.058" v="3284"/>
          <ac:inkMkLst>
            <pc:docMk/>
            <pc:sldMk cId="1285449506" sldId="407"/>
            <ac:inkMk id="21" creationId="{92827227-5456-9FC8-0AF4-586DBAE54204}"/>
          </ac:inkMkLst>
        </pc:inkChg>
        <pc:inkChg chg="add mod">
          <ac:chgData name="Mahima Weerasinghe" userId="e11e3f55-42da-4e07-8ead-4d7a1d7ea1c6" providerId="ADAL" clId="{DEC8990C-F1E8-4081-8796-F50D8B9FA883}" dt="2024-10-13T14:07:01.058" v="3284"/>
          <ac:inkMkLst>
            <pc:docMk/>
            <pc:sldMk cId="1285449506" sldId="407"/>
            <ac:inkMk id="22" creationId="{E9BC61C5-B56C-22BF-EF36-7B5AF2DB3DEA}"/>
          </ac:inkMkLst>
        </pc:inkChg>
        <pc:inkChg chg="add mod">
          <ac:chgData name="Mahima Weerasinghe" userId="e11e3f55-42da-4e07-8ead-4d7a1d7ea1c6" providerId="ADAL" clId="{DEC8990C-F1E8-4081-8796-F50D8B9FA883}" dt="2024-10-13T14:01:43.693" v="3195"/>
          <ac:inkMkLst>
            <pc:docMk/>
            <pc:sldMk cId="1285449506" sldId="407"/>
            <ac:inkMk id="24" creationId="{33FFA225-5A82-85FD-4054-BB18DAC74326}"/>
          </ac:inkMkLst>
        </pc:inkChg>
        <pc:inkChg chg="add mod">
          <ac:chgData name="Mahima Weerasinghe" userId="e11e3f55-42da-4e07-8ead-4d7a1d7ea1c6" providerId="ADAL" clId="{DEC8990C-F1E8-4081-8796-F50D8B9FA883}" dt="2024-10-13T14:01:43.693" v="3195"/>
          <ac:inkMkLst>
            <pc:docMk/>
            <pc:sldMk cId="1285449506" sldId="407"/>
            <ac:inkMk id="25" creationId="{5CEEF985-6DD6-BA71-9964-8EC4A29DE776}"/>
          </ac:inkMkLst>
        </pc:inkChg>
        <pc:inkChg chg="add mod">
          <ac:chgData name="Mahima Weerasinghe" userId="e11e3f55-42da-4e07-8ead-4d7a1d7ea1c6" providerId="ADAL" clId="{DEC8990C-F1E8-4081-8796-F50D8B9FA883}" dt="2024-10-13T14:01:43.693" v="3195"/>
          <ac:inkMkLst>
            <pc:docMk/>
            <pc:sldMk cId="1285449506" sldId="407"/>
            <ac:inkMk id="26" creationId="{397BF513-003D-C21F-D7FD-BCE1A894D3C2}"/>
          </ac:inkMkLst>
        </pc:inkChg>
        <pc:inkChg chg="add mod">
          <ac:chgData name="Mahima Weerasinghe" userId="e11e3f55-42da-4e07-8ead-4d7a1d7ea1c6" providerId="ADAL" clId="{DEC8990C-F1E8-4081-8796-F50D8B9FA883}" dt="2024-10-13T14:01:43.693" v="3195"/>
          <ac:inkMkLst>
            <pc:docMk/>
            <pc:sldMk cId="1285449506" sldId="407"/>
            <ac:inkMk id="27" creationId="{9495B749-860B-FE10-E8DF-45453A18EC70}"/>
          </ac:inkMkLst>
        </pc:inkChg>
        <pc:inkChg chg="add mod">
          <ac:chgData name="Mahima Weerasinghe" userId="e11e3f55-42da-4e07-8ead-4d7a1d7ea1c6" providerId="ADAL" clId="{DEC8990C-F1E8-4081-8796-F50D8B9FA883}" dt="2024-10-13T14:01:43.693" v="3195"/>
          <ac:inkMkLst>
            <pc:docMk/>
            <pc:sldMk cId="1285449506" sldId="407"/>
            <ac:inkMk id="29" creationId="{32E83FDF-A1C1-1B4A-53B5-F6B5AEEF7BF5}"/>
          </ac:inkMkLst>
        </pc:inkChg>
        <pc:inkChg chg="add mod">
          <ac:chgData name="Mahima Weerasinghe" userId="e11e3f55-42da-4e07-8ead-4d7a1d7ea1c6" providerId="ADAL" clId="{DEC8990C-F1E8-4081-8796-F50D8B9FA883}" dt="2024-10-13T14:01:43.693" v="3195"/>
          <ac:inkMkLst>
            <pc:docMk/>
            <pc:sldMk cId="1285449506" sldId="407"/>
            <ac:inkMk id="30" creationId="{620E4850-1CFE-F320-7A85-EB566833DAFD}"/>
          </ac:inkMkLst>
        </pc:inkChg>
        <pc:inkChg chg="add mod">
          <ac:chgData name="Mahima Weerasinghe" userId="e11e3f55-42da-4e07-8ead-4d7a1d7ea1c6" providerId="ADAL" clId="{DEC8990C-F1E8-4081-8796-F50D8B9FA883}" dt="2024-10-13T14:01:54.009" v="3204"/>
          <ac:inkMkLst>
            <pc:docMk/>
            <pc:sldMk cId="1285449506" sldId="407"/>
            <ac:inkMk id="32" creationId="{AEAED7B0-3B8A-B3D1-43A3-6515A7DA9048}"/>
          </ac:inkMkLst>
        </pc:inkChg>
        <pc:inkChg chg="add mod">
          <ac:chgData name="Mahima Weerasinghe" userId="e11e3f55-42da-4e07-8ead-4d7a1d7ea1c6" providerId="ADAL" clId="{DEC8990C-F1E8-4081-8796-F50D8B9FA883}" dt="2024-10-13T14:01:54.009" v="3204"/>
          <ac:inkMkLst>
            <pc:docMk/>
            <pc:sldMk cId="1285449506" sldId="407"/>
            <ac:inkMk id="33" creationId="{D451ED48-1051-792B-9F98-77DCA8386B75}"/>
          </ac:inkMkLst>
        </pc:inkChg>
        <pc:inkChg chg="add mod">
          <ac:chgData name="Mahima Weerasinghe" userId="e11e3f55-42da-4e07-8ead-4d7a1d7ea1c6" providerId="ADAL" clId="{DEC8990C-F1E8-4081-8796-F50D8B9FA883}" dt="2024-10-13T14:01:54.009" v="3204"/>
          <ac:inkMkLst>
            <pc:docMk/>
            <pc:sldMk cId="1285449506" sldId="407"/>
            <ac:inkMk id="34" creationId="{009DD323-FB80-9B89-38AE-313666C73B7E}"/>
          </ac:inkMkLst>
        </pc:inkChg>
        <pc:inkChg chg="add mod">
          <ac:chgData name="Mahima Weerasinghe" userId="e11e3f55-42da-4e07-8ead-4d7a1d7ea1c6" providerId="ADAL" clId="{DEC8990C-F1E8-4081-8796-F50D8B9FA883}" dt="2024-10-13T14:01:54.009" v="3204"/>
          <ac:inkMkLst>
            <pc:docMk/>
            <pc:sldMk cId="1285449506" sldId="407"/>
            <ac:inkMk id="35" creationId="{91A57B6D-6A59-57C5-276E-38BDA03B1E3B}"/>
          </ac:inkMkLst>
        </pc:inkChg>
        <pc:inkChg chg="add mod">
          <ac:chgData name="Mahima Weerasinghe" userId="e11e3f55-42da-4e07-8ead-4d7a1d7ea1c6" providerId="ADAL" clId="{DEC8990C-F1E8-4081-8796-F50D8B9FA883}" dt="2024-10-13T14:01:54.009" v="3204"/>
          <ac:inkMkLst>
            <pc:docMk/>
            <pc:sldMk cId="1285449506" sldId="407"/>
            <ac:inkMk id="36" creationId="{DC94A3EF-1C46-76EC-4916-B3B2D28CFBA7}"/>
          </ac:inkMkLst>
        </pc:inkChg>
        <pc:inkChg chg="add mod">
          <ac:chgData name="Mahima Weerasinghe" userId="e11e3f55-42da-4e07-8ead-4d7a1d7ea1c6" providerId="ADAL" clId="{DEC8990C-F1E8-4081-8796-F50D8B9FA883}" dt="2024-10-13T14:01:54.009" v="3204"/>
          <ac:inkMkLst>
            <pc:docMk/>
            <pc:sldMk cId="1285449506" sldId="407"/>
            <ac:inkMk id="38" creationId="{4EA98B9C-D26D-3917-DF48-99885A8F2CF6}"/>
          </ac:inkMkLst>
        </pc:inkChg>
        <pc:inkChg chg="add mod">
          <ac:chgData name="Mahima Weerasinghe" userId="e11e3f55-42da-4e07-8ead-4d7a1d7ea1c6" providerId="ADAL" clId="{DEC8990C-F1E8-4081-8796-F50D8B9FA883}" dt="2024-10-13T14:01:54.009" v="3204"/>
          <ac:inkMkLst>
            <pc:docMk/>
            <pc:sldMk cId="1285449506" sldId="407"/>
            <ac:inkMk id="39" creationId="{0617CCCB-FC32-BA40-4306-58D43F13B747}"/>
          </ac:inkMkLst>
        </pc:inkChg>
        <pc:inkChg chg="add">
          <ac:chgData name="Mahima Weerasinghe" userId="e11e3f55-42da-4e07-8ead-4d7a1d7ea1c6" providerId="ADAL" clId="{DEC8990C-F1E8-4081-8796-F50D8B9FA883}" dt="2024-10-13T14:02:10.850" v="3205" actId="9405"/>
          <ac:inkMkLst>
            <pc:docMk/>
            <pc:sldMk cId="1285449506" sldId="407"/>
            <ac:inkMk id="41" creationId="{D092CCD1-582A-0CCE-D7F3-7A396451703F}"/>
          </ac:inkMkLst>
        </pc:inkChg>
        <pc:inkChg chg="add mod">
          <ac:chgData name="Mahima Weerasinghe" userId="e11e3f55-42da-4e07-8ead-4d7a1d7ea1c6" providerId="ADAL" clId="{DEC8990C-F1E8-4081-8796-F50D8B9FA883}" dt="2024-10-13T14:03:02.355" v="3217"/>
          <ac:inkMkLst>
            <pc:docMk/>
            <pc:sldMk cId="1285449506" sldId="407"/>
            <ac:inkMk id="42" creationId="{12F4FD89-7F95-5DE6-3E87-0AF0A3A88A0A}"/>
          </ac:inkMkLst>
        </pc:inkChg>
        <pc:inkChg chg="add mod">
          <ac:chgData name="Mahima Weerasinghe" userId="e11e3f55-42da-4e07-8ead-4d7a1d7ea1c6" providerId="ADAL" clId="{DEC8990C-F1E8-4081-8796-F50D8B9FA883}" dt="2024-10-13T14:03:02.355" v="3217"/>
          <ac:inkMkLst>
            <pc:docMk/>
            <pc:sldMk cId="1285449506" sldId="407"/>
            <ac:inkMk id="43" creationId="{9CE85937-1187-B0CB-2ACC-DDC1A9640ECB}"/>
          </ac:inkMkLst>
        </pc:inkChg>
        <pc:inkChg chg="add mod">
          <ac:chgData name="Mahima Weerasinghe" userId="e11e3f55-42da-4e07-8ead-4d7a1d7ea1c6" providerId="ADAL" clId="{DEC8990C-F1E8-4081-8796-F50D8B9FA883}" dt="2024-10-13T14:03:02.355" v="3217"/>
          <ac:inkMkLst>
            <pc:docMk/>
            <pc:sldMk cId="1285449506" sldId="407"/>
            <ac:inkMk id="44" creationId="{3E35BD6B-5AAF-093C-1C2B-E771A4B9E26F}"/>
          </ac:inkMkLst>
        </pc:inkChg>
        <pc:inkChg chg="add mod">
          <ac:chgData name="Mahima Weerasinghe" userId="e11e3f55-42da-4e07-8ead-4d7a1d7ea1c6" providerId="ADAL" clId="{DEC8990C-F1E8-4081-8796-F50D8B9FA883}" dt="2024-10-13T14:02:49.532" v="3214"/>
          <ac:inkMkLst>
            <pc:docMk/>
            <pc:sldMk cId="1285449506" sldId="407"/>
            <ac:inkMk id="46" creationId="{D1C226AD-E639-3327-D463-48FA8CD941CB}"/>
          </ac:inkMkLst>
        </pc:inkChg>
        <pc:inkChg chg="add mod">
          <ac:chgData name="Mahima Weerasinghe" userId="e11e3f55-42da-4e07-8ead-4d7a1d7ea1c6" providerId="ADAL" clId="{DEC8990C-F1E8-4081-8796-F50D8B9FA883}" dt="2024-10-13T14:02:49.532" v="3214"/>
          <ac:inkMkLst>
            <pc:docMk/>
            <pc:sldMk cId="1285449506" sldId="407"/>
            <ac:inkMk id="47" creationId="{C08A4F6B-DDC5-3927-3C06-DC02838E65E6}"/>
          </ac:inkMkLst>
        </pc:inkChg>
        <pc:inkChg chg="add mod">
          <ac:chgData name="Mahima Weerasinghe" userId="e11e3f55-42da-4e07-8ead-4d7a1d7ea1c6" providerId="ADAL" clId="{DEC8990C-F1E8-4081-8796-F50D8B9FA883}" dt="2024-10-13T14:02:49.532" v="3214"/>
          <ac:inkMkLst>
            <pc:docMk/>
            <pc:sldMk cId="1285449506" sldId="407"/>
            <ac:inkMk id="48" creationId="{0C647318-D964-1357-6593-1D6ED481FAF1}"/>
          </ac:inkMkLst>
        </pc:inkChg>
        <pc:inkChg chg="add mod">
          <ac:chgData name="Mahima Weerasinghe" userId="e11e3f55-42da-4e07-8ead-4d7a1d7ea1c6" providerId="ADAL" clId="{DEC8990C-F1E8-4081-8796-F50D8B9FA883}" dt="2024-10-13T14:02:49.532" v="3214"/>
          <ac:inkMkLst>
            <pc:docMk/>
            <pc:sldMk cId="1285449506" sldId="407"/>
            <ac:inkMk id="49" creationId="{65EBE05E-617B-ED85-D705-0A9690BE9E8F}"/>
          </ac:inkMkLst>
        </pc:inkChg>
        <pc:inkChg chg="add mod">
          <ac:chgData name="Mahima Weerasinghe" userId="e11e3f55-42da-4e07-8ead-4d7a1d7ea1c6" providerId="ADAL" clId="{DEC8990C-F1E8-4081-8796-F50D8B9FA883}" dt="2024-10-13T14:03:02.355" v="3217"/>
          <ac:inkMkLst>
            <pc:docMk/>
            <pc:sldMk cId="1285449506" sldId="407"/>
            <ac:inkMk id="51" creationId="{2C470B8B-FF9A-1C9A-C747-8085EF053D1E}"/>
          </ac:inkMkLst>
        </pc:inkChg>
        <pc:inkChg chg="add mod">
          <ac:chgData name="Mahima Weerasinghe" userId="e11e3f55-42da-4e07-8ead-4d7a1d7ea1c6" providerId="ADAL" clId="{DEC8990C-F1E8-4081-8796-F50D8B9FA883}" dt="2024-10-13T14:03:02.355" v="3217"/>
          <ac:inkMkLst>
            <pc:docMk/>
            <pc:sldMk cId="1285449506" sldId="407"/>
            <ac:inkMk id="52" creationId="{630D9650-BE61-53A2-CE8E-DB38389B5B41}"/>
          </ac:inkMkLst>
        </pc:inkChg>
        <pc:inkChg chg="add mod">
          <ac:chgData name="Mahima Weerasinghe" userId="e11e3f55-42da-4e07-8ead-4d7a1d7ea1c6" providerId="ADAL" clId="{DEC8990C-F1E8-4081-8796-F50D8B9FA883}" dt="2024-10-13T14:03:17.628" v="3224"/>
          <ac:inkMkLst>
            <pc:docMk/>
            <pc:sldMk cId="1285449506" sldId="407"/>
            <ac:inkMk id="54" creationId="{0AA167F2-6602-9464-FE83-35EC2EAE632A}"/>
          </ac:inkMkLst>
        </pc:inkChg>
        <pc:inkChg chg="add mod">
          <ac:chgData name="Mahima Weerasinghe" userId="e11e3f55-42da-4e07-8ead-4d7a1d7ea1c6" providerId="ADAL" clId="{DEC8990C-F1E8-4081-8796-F50D8B9FA883}" dt="2024-10-13T14:03:17.628" v="3224"/>
          <ac:inkMkLst>
            <pc:docMk/>
            <pc:sldMk cId="1285449506" sldId="407"/>
            <ac:inkMk id="55" creationId="{C074EA81-8F3A-E391-8B4F-924A21121B04}"/>
          </ac:inkMkLst>
        </pc:inkChg>
        <pc:inkChg chg="add mod">
          <ac:chgData name="Mahima Weerasinghe" userId="e11e3f55-42da-4e07-8ead-4d7a1d7ea1c6" providerId="ADAL" clId="{DEC8990C-F1E8-4081-8796-F50D8B9FA883}" dt="2024-10-13T14:03:17.628" v="3224"/>
          <ac:inkMkLst>
            <pc:docMk/>
            <pc:sldMk cId="1285449506" sldId="407"/>
            <ac:inkMk id="56" creationId="{490AF2FC-28B7-A116-4E5E-9E730BC92465}"/>
          </ac:inkMkLst>
        </pc:inkChg>
        <pc:inkChg chg="add mod">
          <ac:chgData name="Mahima Weerasinghe" userId="e11e3f55-42da-4e07-8ead-4d7a1d7ea1c6" providerId="ADAL" clId="{DEC8990C-F1E8-4081-8796-F50D8B9FA883}" dt="2024-10-13T14:03:17.628" v="3224"/>
          <ac:inkMkLst>
            <pc:docMk/>
            <pc:sldMk cId="1285449506" sldId="407"/>
            <ac:inkMk id="57" creationId="{3813A43E-671C-45FA-2C7A-282A60DE9549}"/>
          </ac:inkMkLst>
        </pc:inkChg>
        <pc:inkChg chg="add mod">
          <ac:chgData name="Mahima Weerasinghe" userId="e11e3f55-42da-4e07-8ead-4d7a1d7ea1c6" providerId="ADAL" clId="{DEC8990C-F1E8-4081-8796-F50D8B9FA883}" dt="2024-10-13T14:03:17.628" v="3224"/>
          <ac:inkMkLst>
            <pc:docMk/>
            <pc:sldMk cId="1285449506" sldId="407"/>
            <ac:inkMk id="59" creationId="{B6511179-F884-0F2F-CD0C-8D6E0A3ED2AF}"/>
          </ac:inkMkLst>
        </pc:inkChg>
        <pc:inkChg chg="add mod">
          <ac:chgData name="Mahima Weerasinghe" userId="e11e3f55-42da-4e07-8ead-4d7a1d7ea1c6" providerId="ADAL" clId="{DEC8990C-F1E8-4081-8796-F50D8B9FA883}" dt="2024-10-13T14:03:27.999" v="3230"/>
          <ac:inkMkLst>
            <pc:docMk/>
            <pc:sldMk cId="1285449506" sldId="407"/>
            <ac:inkMk id="61" creationId="{E3447418-1514-0E88-DA2D-63F6711BBB1D}"/>
          </ac:inkMkLst>
        </pc:inkChg>
        <pc:inkChg chg="add mod">
          <ac:chgData name="Mahima Weerasinghe" userId="e11e3f55-42da-4e07-8ead-4d7a1d7ea1c6" providerId="ADAL" clId="{DEC8990C-F1E8-4081-8796-F50D8B9FA883}" dt="2024-10-13T14:03:27.999" v="3230"/>
          <ac:inkMkLst>
            <pc:docMk/>
            <pc:sldMk cId="1285449506" sldId="407"/>
            <ac:inkMk id="62" creationId="{1F155A1D-E3A3-4E36-B51B-FD5B23B967A0}"/>
          </ac:inkMkLst>
        </pc:inkChg>
        <pc:inkChg chg="add mod">
          <ac:chgData name="Mahima Weerasinghe" userId="e11e3f55-42da-4e07-8ead-4d7a1d7ea1c6" providerId="ADAL" clId="{DEC8990C-F1E8-4081-8796-F50D8B9FA883}" dt="2024-10-13T14:03:27.999" v="3230"/>
          <ac:inkMkLst>
            <pc:docMk/>
            <pc:sldMk cId="1285449506" sldId="407"/>
            <ac:inkMk id="63" creationId="{8531A0DC-E602-ECFD-B660-8C53840B00B0}"/>
          </ac:inkMkLst>
        </pc:inkChg>
        <pc:inkChg chg="add mod">
          <ac:chgData name="Mahima Weerasinghe" userId="e11e3f55-42da-4e07-8ead-4d7a1d7ea1c6" providerId="ADAL" clId="{DEC8990C-F1E8-4081-8796-F50D8B9FA883}" dt="2024-10-13T14:03:27.999" v="3230"/>
          <ac:inkMkLst>
            <pc:docMk/>
            <pc:sldMk cId="1285449506" sldId="407"/>
            <ac:inkMk id="64" creationId="{30F02579-692E-1E16-E0F5-77198FE960E5}"/>
          </ac:inkMkLst>
        </pc:inkChg>
        <pc:inkChg chg="add mod">
          <ac:chgData name="Mahima Weerasinghe" userId="e11e3f55-42da-4e07-8ead-4d7a1d7ea1c6" providerId="ADAL" clId="{DEC8990C-F1E8-4081-8796-F50D8B9FA883}" dt="2024-10-13T14:03:27.999" v="3230"/>
          <ac:inkMkLst>
            <pc:docMk/>
            <pc:sldMk cId="1285449506" sldId="407"/>
            <ac:inkMk id="65" creationId="{D0AC5BE7-DFD7-5FFE-EA73-818B48C88FBD}"/>
          </ac:inkMkLst>
        </pc:inkChg>
        <pc:inkChg chg="add mod">
          <ac:chgData name="Mahima Weerasinghe" userId="e11e3f55-42da-4e07-8ead-4d7a1d7ea1c6" providerId="ADAL" clId="{DEC8990C-F1E8-4081-8796-F50D8B9FA883}" dt="2024-10-13T14:07:50.382" v="3296"/>
          <ac:inkMkLst>
            <pc:docMk/>
            <pc:sldMk cId="1285449506" sldId="407"/>
            <ac:inkMk id="67" creationId="{D9E57DB3-697B-2CC8-53B5-0B38C0201424}"/>
          </ac:inkMkLst>
        </pc:inkChg>
        <pc:inkChg chg="add mod">
          <ac:chgData name="Mahima Weerasinghe" userId="e11e3f55-42da-4e07-8ead-4d7a1d7ea1c6" providerId="ADAL" clId="{DEC8990C-F1E8-4081-8796-F50D8B9FA883}" dt="2024-10-13T14:07:50.382" v="3296"/>
          <ac:inkMkLst>
            <pc:docMk/>
            <pc:sldMk cId="1285449506" sldId="407"/>
            <ac:inkMk id="68" creationId="{CBAD3FFF-9939-C6E6-5891-36066A495D05}"/>
          </ac:inkMkLst>
        </pc:inkChg>
        <pc:inkChg chg="add mod">
          <ac:chgData name="Mahima Weerasinghe" userId="e11e3f55-42da-4e07-8ead-4d7a1d7ea1c6" providerId="ADAL" clId="{DEC8990C-F1E8-4081-8796-F50D8B9FA883}" dt="2024-10-13T14:07:50.382" v="3296"/>
          <ac:inkMkLst>
            <pc:docMk/>
            <pc:sldMk cId="1285449506" sldId="407"/>
            <ac:inkMk id="70" creationId="{5359374E-EAD8-D97D-20C3-5A87E7F661CD}"/>
          </ac:inkMkLst>
        </pc:inkChg>
        <pc:inkChg chg="add mod">
          <ac:chgData name="Mahima Weerasinghe" userId="e11e3f55-42da-4e07-8ead-4d7a1d7ea1c6" providerId="ADAL" clId="{DEC8990C-F1E8-4081-8796-F50D8B9FA883}" dt="2024-10-13T14:07:50.382" v="3296"/>
          <ac:inkMkLst>
            <pc:docMk/>
            <pc:sldMk cId="1285449506" sldId="407"/>
            <ac:inkMk id="72" creationId="{2F5E3E42-7231-4BBC-B2D2-67A5B026067D}"/>
          </ac:inkMkLst>
        </pc:inkChg>
        <pc:inkChg chg="add mod">
          <ac:chgData name="Mahima Weerasinghe" userId="e11e3f55-42da-4e07-8ead-4d7a1d7ea1c6" providerId="ADAL" clId="{DEC8990C-F1E8-4081-8796-F50D8B9FA883}" dt="2024-10-13T14:07:50.382" v="3296"/>
          <ac:inkMkLst>
            <pc:docMk/>
            <pc:sldMk cId="1285449506" sldId="407"/>
            <ac:inkMk id="73" creationId="{AB9D49AC-F61E-8516-FD94-9014B6788D2C}"/>
          </ac:inkMkLst>
        </pc:inkChg>
        <pc:inkChg chg="add">
          <ac:chgData name="Mahima Weerasinghe" userId="e11e3f55-42da-4e07-8ead-4d7a1d7ea1c6" providerId="ADAL" clId="{DEC8990C-F1E8-4081-8796-F50D8B9FA883}" dt="2024-10-13T14:05:03.937" v="3239" actId="9405"/>
          <ac:inkMkLst>
            <pc:docMk/>
            <pc:sldMk cId="1285449506" sldId="407"/>
            <ac:inkMk id="75" creationId="{26698AF2-3CFB-287F-2F68-4B28550616D0}"/>
          </ac:inkMkLst>
        </pc:inkChg>
        <pc:inkChg chg="add mod">
          <ac:chgData name="Mahima Weerasinghe" userId="e11e3f55-42da-4e07-8ead-4d7a1d7ea1c6" providerId="ADAL" clId="{DEC8990C-F1E8-4081-8796-F50D8B9FA883}" dt="2024-10-13T14:07:50.382" v="3296"/>
          <ac:inkMkLst>
            <pc:docMk/>
            <pc:sldMk cId="1285449506" sldId="407"/>
            <ac:inkMk id="76" creationId="{A5DF65D2-7109-FBC9-5903-278073744259}"/>
          </ac:inkMkLst>
        </pc:inkChg>
        <pc:inkChg chg="add mod">
          <ac:chgData name="Mahima Weerasinghe" userId="e11e3f55-42da-4e07-8ead-4d7a1d7ea1c6" providerId="ADAL" clId="{DEC8990C-F1E8-4081-8796-F50D8B9FA883}" dt="2024-10-13T14:07:50.382" v="3296"/>
          <ac:inkMkLst>
            <pc:docMk/>
            <pc:sldMk cId="1285449506" sldId="407"/>
            <ac:inkMk id="77" creationId="{818D59D3-9246-3AD5-2CE9-7DDA34D26BAE}"/>
          </ac:inkMkLst>
        </pc:inkChg>
        <pc:inkChg chg="add mod">
          <ac:chgData name="Mahima Weerasinghe" userId="e11e3f55-42da-4e07-8ead-4d7a1d7ea1c6" providerId="ADAL" clId="{DEC8990C-F1E8-4081-8796-F50D8B9FA883}" dt="2024-10-13T14:05:42.551" v="3245"/>
          <ac:inkMkLst>
            <pc:docMk/>
            <pc:sldMk cId="1285449506" sldId="407"/>
            <ac:inkMk id="79" creationId="{5E839B2D-2F56-9AED-BB10-B224B052558D}"/>
          </ac:inkMkLst>
        </pc:inkChg>
        <pc:inkChg chg="add mod">
          <ac:chgData name="Mahima Weerasinghe" userId="e11e3f55-42da-4e07-8ead-4d7a1d7ea1c6" providerId="ADAL" clId="{DEC8990C-F1E8-4081-8796-F50D8B9FA883}" dt="2024-10-13T14:05:42.551" v="3245"/>
          <ac:inkMkLst>
            <pc:docMk/>
            <pc:sldMk cId="1285449506" sldId="407"/>
            <ac:inkMk id="80" creationId="{BAFF372B-3ABF-7CEE-8389-7CB4F030E139}"/>
          </ac:inkMkLst>
        </pc:inkChg>
        <pc:inkChg chg="add">
          <ac:chgData name="Mahima Weerasinghe" userId="e11e3f55-42da-4e07-8ead-4d7a1d7ea1c6" providerId="ADAL" clId="{DEC8990C-F1E8-4081-8796-F50D8B9FA883}" dt="2024-10-13T14:05:52.570" v="3246" actId="9405"/>
          <ac:inkMkLst>
            <pc:docMk/>
            <pc:sldMk cId="1285449506" sldId="407"/>
            <ac:inkMk id="82" creationId="{60898412-09E0-CE47-E98A-E3EE8FD256B2}"/>
          </ac:inkMkLst>
        </pc:inkChg>
        <pc:inkChg chg="add mod">
          <ac:chgData name="Mahima Weerasinghe" userId="e11e3f55-42da-4e07-8ead-4d7a1d7ea1c6" providerId="ADAL" clId="{DEC8990C-F1E8-4081-8796-F50D8B9FA883}" dt="2024-10-13T14:06:55.181" v="3280"/>
          <ac:inkMkLst>
            <pc:docMk/>
            <pc:sldMk cId="1285449506" sldId="407"/>
            <ac:inkMk id="83" creationId="{26D19F63-1F88-9AFF-6890-C4A1C7A806A0}"/>
          </ac:inkMkLst>
        </pc:inkChg>
        <pc:inkChg chg="add mod">
          <ac:chgData name="Mahima Weerasinghe" userId="e11e3f55-42da-4e07-8ead-4d7a1d7ea1c6" providerId="ADAL" clId="{DEC8990C-F1E8-4081-8796-F50D8B9FA883}" dt="2024-10-13T14:06:55.181" v="3280"/>
          <ac:inkMkLst>
            <pc:docMk/>
            <pc:sldMk cId="1285449506" sldId="407"/>
            <ac:inkMk id="84" creationId="{85487CA5-BD29-C84D-54A5-18286FF8CE89}"/>
          </ac:inkMkLst>
        </pc:inkChg>
        <pc:inkChg chg="add mod">
          <ac:chgData name="Mahima Weerasinghe" userId="e11e3f55-42da-4e07-8ead-4d7a1d7ea1c6" providerId="ADAL" clId="{DEC8990C-F1E8-4081-8796-F50D8B9FA883}" dt="2024-10-13T14:07:01.058" v="3284"/>
          <ac:inkMkLst>
            <pc:docMk/>
            <pc:sldMk cId="1285449506" sldId="407"/>
            <ac:inkMk id="86" creationId="{59FDDDE5-ABA4-4C86-6CD7-183BDACF59FF}"/>
          </ac:inkMkLst>
        </pc:inkChg>
        <pc:inkChg chg="add mod">
          <ac:chgData name="Mahima Weerasinghe" userId="e11e3f55-42da-4e07-8ead-4d7a1d7ea1c6" providerId="ADAL" clId="{DEC8990C-F1E8-4081-8796-F50D8B9FA883}" dt="2024-10-13T14:07:01.058" v="3284"/>
          <ac:inkMkLst>
            <pc:docMk/>
            <pc:sldMk cId="1285449506" sldId="407"/>
            <ac:inkMk id="87" creationId="{320E160F-8A64-4977-3E28-8E8AA8E9B308}"/>
          </ac:inkMkLst>
        </pc:inkChg>
        <pc:inkChg chg="add mod">
          <ac:chgData name="Mahima Weerasinghe" userId="e11e3f55-42da-4e07-8ead-4d7a1d7ea1c6" providerId="ADAL" clId="{DEC8990C-F1E8-4081-8796-F50D8B9FA883}" dt="2024-10-13T14:07:01.058" v="3284"/>
          <ac:inkMkLst>
            <pc:docMk/>
            <pc:sldMk cId="1285449506" sldId="407"/>
            <ac:inkMk id="88" creationId="{324B2C0D-1032-2FF5-379E-C52DEC4BFC61}"/>
          </ac:inkMkLst>
        </pc:inkChg>
        <pc:inkChg chg="add mod">
          <ac:chgData name="Mahima Weerasinghe" userId="e11e3f55-42da-4e07-8ead-4d7a1d7ea1c6" providerId="ADAL" clId="{DEC8990C-F1E8-4081-8796-F50D8B9FA883}" dt="2024-10-13T14:07:01.058" v="3284"/>
          <ac:inkMkLst>
            <pc:docMk/>
            <pc:sldMk cId="1285449506" sldId="407"/>
            <ac:inkMk id="89" creationId="{2F326F75-5F5C-135A-AEEE-57F025DEDE2C}"/>
          </ac:inkMkLst>
        </pc:inkChg>
        <pc:inkChg chg="add mod">
          <ac:chgData name="Mahima Weerasinghe" userId="e11e3f55-42da-4e07-8ead-4d7a1d7ea1c6" providerId="ADAL" clId="{DEC8990C-F1E8-4081-8796-F50D8B9FA883}" dt="2024-10-13T14:07:01.058" v="3284"/>
          <ac:inkMkLst>
            <pc:docMk/>
            <pc:sldMk cId="1285449506" sldId="407"/>
            <ac:inkMk id="90" creationId="{DCF92BBA-393E-0F8A-0C56-EF11DC28E167}"/>
          </ac:inkMkLst>
        </pc:inkChg>
        <pc:inkChg chg="add">
          <ac:chgData name="Mahima Weerasinghe" userId="e11e3f55-42da-4e07-8ead-4d7a1d7ea1c6" providerId="ADAL" clId="{DEC8990C-F1E8-4081-8796-F50D8B9FA883}" dt="2024-10-13T14:06:13.881" v="3256" actId="9405"/>
          <ac:inkMkLst>
            <pc:docMk/>
            <pc:sldMk cId="1285449506" sldId="407"/>
            <ac:inkMk id="92" creationId="{1D455378-DEDA-8477-5CC0-C20423262846}"/>
          </ac:inkMkLst>
        </pc:inkChg>
        <pc:inkChg chg="add mod">
          <ac:chgData name="Mahima Weerasinghe" userId="e11e3f55-42da-4e07-8ead-4d7a1d7ea1c6" providerId="ADAL" clId="{DEC8990C-F1E8-4081-8796-F50D8B9FA883}" dt="2024-10-13T14:07:01.058" v="3284"/>
          <ac:inkMkLst>
            <pc:docMk/>
            <pc:sldMk cId="1285449506" sldId="407"/>
            <ac:inkMk id="93" creationId="{9F4B9656-DCC9-2A2B-6FFC-18B220F43F5B}"/>
          </ac:inkMkLst>
        </pc:inkChg>
        <pc:inkChg chg="add mod">
          <ac:chgData name="Mahima Weerasinghe" userId="e11e3f55-42da-4e07-8ead-4d7a1d7ea1c6" providerId="ADAL" clId="{DEC8990C-F1E8-4081-8796-F50D8B9FA883}" dt="2024-10-13T14:07:01.058" v="3284"/>
          <ac:inkMkLst>
            <pc:docMk/>
            <pc:sldMk cId="1285449506" sldId="407"/>
            <ac:inkMk id="95" creationId="{D57C4DA6-989C-4440-59A9-A86ED3E78B06}"/>
          </ac:inkMkLst>
        </pc:inkChg>
        <pc:inkChg chg="add mod">
          <ac:chgData name="Mahima Weerasinghe" userId="e11e3f55-42da-4e07-8ead-4d7a1d7ea1c6" providerId="ADAL" clId="{DEC8990C-F1E8-4081-8796-F50D8B9FA883}" dt="2024-10-13T14:06:39.591" v="3263"/>
          <ac:inkMkLst>
            <pc:docMk/>
            <pc:sldMk cId="1285449506" sldId="407"/>
            <ac:inkMk id="97" creationId="{FE3AB723-40BC-6A0C-BCF2-92EBB637F01B}"/>
          </ac:inkMkLst>
        </pc:inkChg>
        <pc:inkChg chg="add mod">
          <ac:chgData name="Mahima Weerasinghe" userId="e11e3f55-42da-4e07-8ead-4d7a1d7ea1c6" providerId="ADAL" clId="{DEC8990C-F1E8-4081-8796-F50D8B9FA883}" dt="2024-10-13T14:06:39.591" v="3263"/>
          <ac:inkMkLst>
            <pc:docMk/>
            <pc:sldMk cId="1285449506" sldId="407"/>
            <ac:inkMk id="98" creationId="{CC643B44-3E19-8EA3-CC91-C7D38A603A1E}"/>
          </ac:inkMkLst>
        </pc:inkChg>
        <pc:inkChg chg="add mod">
          <ac:chgData name="Mahima Weerasinghe" userId="e11e3f55-42da-4e07-8ead-4d7a1d7ea1c6" providerId="ADAL" clId="{DEC8990C-F1E8-4081-8796-F50D8B9FA883}" dt="2024-10-13T14:06:47.005" v="3278"/>
          <ac:inkMkLst>
            <pc:docMk/>
            <pc:sldMk cId="1285449506" sldId="407"/>
            <ac:inkMk id="100" creationId="{3C10ED6A-BEE9-9B22-7913-0115414C294F}"/>
          </ac:inkMkLst>
        </pc:inkChg>
        <pc:inkChg chg="add mod">
          <ac:chgData name="Mahima Weerasinghe" userId="e11e3f55-42da-4e07-8ead-4d7a1d7ea1c6" providerId="ADAL" clId="{DEC8990C-F1E8-4081-8796-F50D8B9FA883}" dt="2024-10-13T14:06:47.005" v="3278"/>
          <ac:inkMkLst>
            <pc:docMk/>
            <pc:sldMk cId="1285449506" sldId="407"/>
            <ac:inkMk id="101" creationId="{93680083-3BBA-A239-B603-35B5DBD9FC15}"/>
          </ac:inkMkLst>
        </pc:inkChg>
        <pc:inkChg chg="add mod">
          <ac:chgData name="Mahima Weerasinghe" userId="e11e3f55-42da-4e07-8ead-4d7a1d7ea1c6" providerId="ADAL" clId="{DEC8990C-F1E8-4081-8796-F50D8B9FA883}" dt="2024-10-13T14:06:47.005" v="3278"/>
          <ac:inkMkLst>
            <pc:docMk/>
            <pc:sldMk cId="1285449506" sldId="407"/>
            <ac:inkMk id="102" creationId="{24FF098D-03E1-467D-F38C-25AACA65A2FA}"/>
          </ac:inkMkLst>
        </pc:inkChg>
        <pc:inkChg chg="add mod">
          <ac:chgData name="Mahima Weerasinghe" userId="e11e3f55-42da-4e07-8ead-4d7a1d7ea1c6" providerId="ADAL" clId="{DEC8990C-F1E8-4081-8796-F50D8B9FA883}" dt="2024-10-13T14:06:47.005" v="3278"/>
          <ac:inkMkLst>
            <pc:docMk/>
            <pc:sldMk cId="1285449506" sldId="407"/>
            <ac:inkMk id="103" creationId="{ED50B440-BC5B-5293-7618-698B9317A6EC}"/>
          </ac:inkMkLst>
        </pc:inkChg>
        <pc:inkChg chg="add mod">
          <ac:chgData name="Mahima Weerasinghe" userId="e11e3f55-42da-4e07-8ead-4d7a1d7ea1c6" providerId="ADAL" clId="{DEC8990C-F1E8-4081-8796-F50D8B9FA883}" dt="2024-10-13T14:06:47.005" v="3278"/>
          <ac:inkMkLst>
            <pc:docMk/>
            <pc:sldMk cId="1285449506" sldId="407"/>
            <ac:inkMk id="104" creationId="{CBE0DD15-F0B9-C9A9-7D83-6F7B16E69F24}"/>
          </ac:inkMkLst>
        </pc:inkChg>
        <pc:inkChg chg="add mod">
          <ac:chgData name="Mahima Weerasinghe" userId="e11e3f55-42da-4e07-8ead-4d7a1d7ea1c6" providerId="ADAL" clId="{DEC8990C-F1E8-4081-8796-F50D8B9FA883}" dt="2024-10-13T14:06:47.005" v="3278"/>
          <ac:inkMkLst>
            <pc:docMk/>
            <pc:sldMk cId="1285449506" sldId="407"/>
            <ac:inkMk id="105" creationId="{B2D26241-6843-CDD5-BA48-406099C0FBF7}"/>
          </ac:inkMkLst>
        </pc:inkChg>
        <pc:inkChg chg="add mod">
          <ac:chgData name="Mahima Weerasinghe" userId="e11e3f55-42da-4e07-8ead-4d7a1d7ea1c6" providerId="ADAL" clId="{DEC8990C-F1E8-4081-8796-F50D8B9FA883}" dt="2024-10-13T14:06:47.005" v="3278"/>
          <ac:inkMkLst>
            <pc:docMk/>
            <pc:sldMk cId="1285449506" sldId="407"/>
            <ac:inkMk id="106" creationId="{2BF255A4-6B64-CCE8-FAEB-DC0DA758AA41}"/>
          </ac:inkMkLst>
        </pc:inkChg>
        <pc:inkChg chg="add mod">
          <ac:chgData name="Mahima Weerasinghe" userId="e11e3f55-42da-4e07-8ead-4d7a1d7ea1c6" providerId="ADAL" clId="{DEC8990C-F1E8-4081-8796-F50D8B9FA883}" dt="2024-10-13T14:06:47.005" v="3278"/>
          <ac:inkMkLst>
            <pc:docMk/>
            <pc:sldMk cId="1285449506" sldId="407"/>
            <ac:inkMk id="107" creationId="{DD1288F6-6F3D-8F9D-4AB8-49C0C35DB9BF}"/>
          </ac:inkMkLst>
        </pc:inkChg>
        <pc:inkChg chg="add mod">
          <ac:chgData name="Mahima Weerasinghe" userId="e11e3f55-42da-4e07-8ead-4d7a1d7ea1c6" providerId="ADAL" clId="{DEC8990C-F1E8-4081-8796-F50D8B9FA883}" dt="2024-10-13T14:06:47.005" v="3278"/>
          <ac:inkMkLst>
            <pc:docMk/>
            <pc:sldMk cId="1285449506" sldId="407"/>
            <ac:inkMk id="108" creationId="{683F3B0B-5249-C6A7-DD95-8F9568C27BD0}"/>
          </ac:inkMkLst>
        </pc:inkChg>
        <pc:inkChg chg="add mod">
          <ac:chgData name="Mahima Weerasinghe" userId="e11e3f55-42da-4e07-8ead-4d7a1d7ea1c6" providerId="ADAL" clId="{DEC8990C-F1E8-4081-8796-F50D8B9FA883}" dt="2024-10-13T14:06:47.005" v="3278"/>
          <ac:inkMkLst>
            <pc:docMk/>
            <pc:sldMk cId="1285449506" sldId="407"/>
            <ac:inkMk id="109" creationId="{47D62E17-432B-A64E-479D-A06687DA61AA}"/>
          </ac:inkMkLst>
        </pc:inkChg>
        <pc:inkChg chg="add mod">
          <ac:chgData name="Mahima Weerasinghe" userId="e11e3f55-42da-4e07-8ead-4d7a1d7ea1c6" providerId="ADAL" clId="{DEC8990C-F1E8-4081-8796-F50D8B9FA883}" dt="2024-10-13T14:06:47.005" v="3278"/>
          <ac:inkMkLst>
            <pc:docMk/>
            <pc:sldMk cId="1285449506" sldId="407"/>
            <ac:inkMk id="110" creationId="{BED4D59C-777B-665C-54A7-6AD40047373C}"/>
          </ac:inkMkLst>
        </pc:inkChg>
        <pc:inkChg chg="add mod">
          <ac:chgData name="Mahima Weerasinghe" userId="e11e3f55-42da-4e07-8ead-4d7a1d7ea1c6" providerId="ADAL" clId="{DEC8990C-F1E8-4081-8796-F50D8B9FA883}" dt="2024-10-13T14:06:47.005" v="3278"/>
          <ac:inkMkLst>
            <pc:docMk/>
            <pc:sldMk cId="1285449506" sldId="407"/>
            <ac:inkMk id="111" creationId="{3F041C7A-9411-B543-C9D8-3FB36EED5335}"/>
          </ac:inkMkLst>
        </pc:inkChg>
        <pc:inkChg chg="add mod">
          <ac:chgData name="Mahima Weerasinghe" userId="e11e3f55-42da-4e07-8ead-4d7a1d7ea1c6" providerId="ADAL" clId="{DEC8990C-F1E8-4081-8796-F50D8B9FA883}" dt="2024-10-13T14:06:47.005" v="3278"/>
          <ac:inkMkLst>
            <pc:docMk/>
            <pc:sldMk cId="1285449506" sldId="407"/>
            <ac:inkMk id="112" creationId="{FA7C8335-3336-6592-FF2B-809CE74A7DA0}"/>
          </ac:inkMkLst>
        </pc:inkChg>
        <pc:inkChg chg="add">
          <ac:chgData name="Mahima Weerasinghe" userId="e11e3f55-42da-4e07-8ead-4d7a1d7ea1c6" providerId="ADAL" clId="{DEC8990C-F1E8-4081-8796-F50D8B9FA883}" dt="2024-10-13T14:06:46.215" v="3277" actId="9405"/>
          <ac:inkMkLst>
            <pc:docMk/>
            <pc:sldMk cId="1285449506" sldId="407"/>
            <ac:inkMk id="113" creationId="{32B479A5-348F-2C92-D2BA-20DFD7B4CAF5}"/>
          </ac:inkMkLst>
        </pc:inkChg>
        <pc:inkChg chg="add mod">
          <ac:chgData name="Mahima Weerasinghe" userId="e11e3f55-42da-4e07-8ead-4d7a1d7ea1c6" providerId="ADAL" clId="{DEC8990C-F1E8-4081-8796-F50D8B9FA883}" dt="2024-10-13T14:06:55.181" v="3280"/>
          <ac:inkMkLst>
            <pc:docMk/>
            <pc:sldMk cId="1285449506" sldId="407"/>
            <ac:inkMk id="117" creationId="{1DAFA025-A0C7-9FCA-393D-76B0F5A17F3C}"/>
          </ac:inkMkLst>
        </pc:inkChg>
        <pc:inkChg chg="add mod">
          <ac:chgData name="Mahima Weerasinghe" userId="e11e3f55-42da-4e07-8ead-4d7a1d7ea1c6" providerId="ADAL" clId="{DEC8990C-F1E8-4081-8796-F50D8B9FA883}" dt="2024-10-13T14:07:01.058" v="3284"/>
          <ac:inkMkLst>
            <pc:docMk/>
            <pc:sldMk cId="1285449506" sldId="407"/>
            <ac:inkMk id="119" creationId="{5867B83C-E0AE-3AED-62EB-5383EBA765D5}"/>
          </ac:inkMkLst>
        </pc:inkChg>
        <pc:inkChg chg="add mod">
          <ac:chgData name="Mahima Weerasinghe" userId="e11e3f55-42da-4e07-8ead-4d7a1d7ea1c6" providerId="ADAL" clId="{DEC8990C-F1E8-4081-8796-F50D8B9FA883}" dt="2024-10-13T14:07:01.058" v="3284"/>
          <ac:inkMkLst>
            <pc:docMk/>
            <pc:sldMk cId="1285449506" sldId="407"/>
            <ac:inkMk id="120" creationId="{B978556B-EBF2-A510-C8B2-E8FFEA2B4D88}"/>
          </ac:inkMkLst>
        </pc:inkChg>
        <pc:inkChg chg="add mod">
          <ac:chgData name="Mahima Weerasinghe" userId="e11e3f55-42da-4e07-8ead-4d7a1d7ea1c6" providerId="ADAL" clId="{DEC8990C-F1E8-4081-8796-F50D8B9FA883}" dt="2024-10-13T14:07:01.058" v="3284"/>
          <ac:inkMkLst>
            <pc:docMk/>
            <pc:sldMk cId="1285449506" sldId="407"/>
            <ac:inkMk id="121" creationId="{3E6C8A2A-9848-3862-A704-1C23851B28D2}"/>
          </ac:inkMkLst>
        </pc:inkChg>
        <pc:inkChg chg="add mod">
          <ac:chgData name="Mahima Weerasinghe" userId="e11e3f55-42da-4e07-8ead-4d7a1d7ea1c6" providerId="ADAL" clId="{DEC8990C-F1E8-4081-8796-F50D8B9FA883}" dt="2024-10-13T14:07:39.674" v="3291"/>
          <ac:inkMkLst>
            <pc:docMk/>
            <pc:sldMk cId="1285449506" sldId="407"/>
            <ac:inkMk id="123" creationId="{4F8D9FDB-912D-F761-2B69-0F68A0FF144C}"/>
          </ac:inkMkLst>
        </pc:inkChg>
        <pc:inkChg chg="add mod">
          <ac:chgData name="Mahima Weerasinghe" userId="e11e3f55-42da-4e07-8ead-4d7a1d7ea1c6" providerId="ADAL" clId="{DEC8990C-F1E8-4081-8796-F50D8B9FA883}" dt="2024-10-13T14:07:39.674" v="3291"/>
          <ac:inkMkLst>
            <pc:docMk/>
            <pc:sldMk cId="1285449506" sldId="407"/>
            <ac:inkMk id="125" creationId="{00EF2152-F463-023C-79EA-7AB1C77100A1}"/>
          </ac:inkMkLst>
        </pc:inkChg>
        <pc:inkChg chg="add mod">
          <ac:chgData name="Mahima Weerasinghe" userId="e11e3f55-42da-4e07-8ead-4d7a1d7ea1c6" providerId="ADAL" clId="{DEC8990C-F1E8-4081-8796-F50D8B9FA883}" dt="2024-10-13T14:07:50.382" v="3296"/>
          <ac:inkMkLst>
            <pc:docMk/>
            <pc:sldMk cId="1285449506" sldId="407"/>
            <ac:inkMk id="127" creationId="{31957BFF-2853-76C1-8627-668EBFFF75AA}"/>
          </ac:inkMkLst>
        </pc:inkChg>
        <pc:inkChg chg="add mod">
          <ac:chgData name="Mahima Weerasinghe" userId="e11e3f55-42da-4e07-8ead-4d7a1d7ea1c6" providerId="ADAL" clId="{DEC8990C-F1E8-4081-8796-F50D8B9FA883}" dt="2024-10-13T14:07:50.382" v="3296"/>
          <ac:inkMkLst>
            <pc:docMk/>
            <pc:sldMk cId="1285449506" sldId="407"/>
            <ac:inkMk id="128" creationId="{7D08587D-D24C-4AE6-ED06-D7F8E398F142}"/>
          </ac:inkMkLst>
        </pc:inkChg>
        <pc:inkChg chg="add mod">
          <ac:chgData name="Mahima Weerasinghe" userId="e11e3f55-42da-4e07-8ead-4d7a1d7ea1c6" providerId="ADAL" clId="{DEC8990C-F1E8-4081-8796-F50D8B9FA883}" dt="2024-10-13T14:07:50.382" v="3296"/>
          <ac:inkMkLst>
            <pc:docMk/>
            <pc:sldMk cId="1285449506" sldId="407"/>
            <ac:inkMk id="130" creationId="{D762E8C8-7477-631B-BE17-491C89DA0ED8}"/>
          </ac:inkMkLst>
        </pc:inkChg>
        <pc:inkChg chg="add mod">
          <ac:chgData name="Mahima Weerasinghe" userId="e11e3f55-42da-4e07-8ead-4d7a1d7ea1c6" providerId="ADAL" clId="{DEC8990C-F1E8-4081-8796-F50D8B9FA883}" dt="2024-10-13T14:07:50.382" v="3296"/>
          <ac:inkMkLst>
            <pc:docMk/>
            <pc:sldMk cId="1285449506" sldId="407"/>
            <ac:inkMk id="131" creationId="{0EFA246A-B9F8-C8E8-CCEE-083755A2C74C}"/>
          </ac:inkMkLst>
        </pc:inkChg>
        <pc:inkChg chg="add mod">
          <ac:chgData name="Mahima Weerasinghe" userId="e11e3f55-42da-4e07-8ead-4d7a1d7ea1c6" providerId="ADAL" clId="{DEC8990C-F1E8-4081-8796-F50D8B9FA883}" dt="2024-10-13T14:07:50.382" v="3296"/>
          <ac:inkMkLst>
            <pc:docMk/>
            <pc:sldMk cId="1285449506" sldId="407"/>
            <ac:inkMk id="132" creationId="{B9EAFB5A-5FAD-03E0-3F0B-B8CF39B7EB2D}"/>
          </ac:inkMkLst>
        </pc:inkChg>
        <pc:inkChg chg="add mod">
          <ac:chgData name="Mahima Weerasinghe" userId="e11e3f55-42da-4e07-8ead-4d7a1d7ea1c6" providerId="ADAL" clId="{DEC8990C-F1E8-4081-8796-F50D8B9FA883}" dt="2024-10-13T14:07:50.382" v="3296"/>
          <ac:inkMkLst>
            <pc:docMk/>
            <pc:sldMk cId="1285449506" sldId="407"/>
            <ac:inkMk id="133" creationId="{4CDCCFC7-7896-8E72-9924-517AB7203050}"/>
          </ac:inkMkLst>
        </pc:inkChg>
        <pc:inkChg chg="add mod">
          <ac:chgData name="Mahima Weerasinghe" userId="e11e3f55-42da-4e07-8ead-4d7a1d7ea1c6" providerId="ADAL" clId="{DEC8990C-F1E8-4081-8796-F50D8B9FA883}" dt="2024-10-13T14:08:11.800" v="3299"/>
          <ac:inkMkLst>
            <pc:docMk/>
            <pc:sldMk cId="1285449506" sldId="407"/>
            <ac:inkMk id="135" creationId="{8639E1A1-263E-8079-394A-9E750E2E6A65}"/>
          </ac:inkMkLst>
        </pc:inkChg>
        <pc:inkChg chg="add mod">
          <ac:chgData name="Mahima Weerasinghe" userId="e11e3f55-42da-4e07-8ead-4d7a1d7ea1c6" providerId="ADAL" clId="{DEC8990C-F1E8-4081-8796-F50D8B9FA883}" dt="2024-10-13T14:08:11.800" v="3299"/>
          <ac:inkMkLst>
            <pc:docMk/>
            <pc:sldMk cId="1285449506" sldId="407"/>
            <ac:inkMk id="136" creationId="{E87DAAA9-786C-975E-AD22-EC9BCEA77E99}"/>
          </ac:inkMkLst>
        </pc:inkChg>
        <pc:inkChg chg="add mod">
          <ac:chgData name="Mahima Weerasinghe" userId="e11e3f55-42da-4e07-8ead-4d7a1d7ea1c6" providerId="ADAL" clId="{DEC8990C-F1E8-4081-8796-F50D8B9FA883}" dt="2024-10-13T14:08:15.883" v="3304"/>
          <ac:inkMkLst>
            <pc:docMk/>
            <pc:sldMk cId="1285449506" sldId="407"/>
            <ac:inkMk id="138" creationId="{9130B926-23A0-782A-B389-F6626F650D58}"/>
          </ac:inkMkLst>
        </pc:inkChg>
        <pc:inkChg chg="add mod">
          <ac:chgData name="Mahima Weerasinghe" userId="e11e3f55-42da-4e07-8ead-4d7a1d7ea1c6" providerId="ADAL" clId="{DEC8990C-F1E8-4081-8796-F50D8B9FA883}" dt="2024-10-13T14:08:15.883" v="3304"/>
          <ac:inkMkLst>
            <pc:docMk/>
            <pc:sldMk cId="1285449506" sldId="407"/>
            <ac:inkMk id="139" creationId="{83BCAEFB-545D-E9BD-6B4E-119437EB3733}"/>
          </ac:inkMkLst>
        </pc:inkChg>
        <pc:inkChg chg="add mod">
          <ac:chgData name="Mahima Weerasinghe" userId="e11e3f55-42da-4e07-8ead-4d7a1d7ea1c6" providerId="ADAL" clId="{DEC8990C-F1E8-4081-8796-F50D8B9FA883}" dt="2024-10-13T14:08:15.883" v="3304"/>
          <ac:inkMkLst>
            <pc:docMk/>
            <pc:sldMk cId="1285449506" sldId="407"/>
            <ac:inkMk id="141" creationId="{1A6CF85C-40CF-677D-2560-A60ECB54AE0E}"/>
          </ac:inkMkLst>
        </pc:inkChg>
        <pc:inkChg chg="add">
          <ac:chgData name="Mahima Weerasinghe" userId="e11e3f55-42da-4e07-8ead-4d7a1d7ea1c6" providerId="ADAL" clId="{DEC8990C-F1E8-4081-8796-F50D8B9FA883}" dt="2024-10-13T14:08:21.985" v="3305" actId="9405"/>
          <ac:inkMkLst>
            <pc:docMk/>
            <pc:sldMk cId="1285449506" sldId="407"/>
            <ac:inkMk id="143" creationId="{C4E6695F-408A-50C5-CCFD-5F985818348D}"/>
          </ac:inkMkLst>
        </pc:inkChg>
        <pc:inkChg chg="add">
          <ac:chgData name="Mahima Weerasinghe" userId="e11e3f55-42da-4e07-8ead-4d7a1d7ea1c6" providerId="ADAL" clId="{DEC8990C-F1E8-4081-8796-F50D8B9FA883}" dt="2024-10-13T14:08:37.541" v="3306" actId="9405"/>
          <ac:inkMkLst>
            <pc:docMk/>
            <pc:sldMk cId="1285449506" sldId="407"/>
            <ac:inkMk id="144" creationId="{B83F0EC6-C1D0-EA8D-8A1A-9FDF8639D664}"/>
          </ac:inkMkLst>
        </pc:inkChg>
        <pc:inkChg chg="add">
          <ac:chgData name="Mahima Weerasinghe" userId="e11e3f55-42da-4e07-8ead-4d7a1d7ea1c6" providerId="ADAL" clId="{DEC8990C-F1E8-4081-8796-F50D8B9FA883}" dt="2024-10-13T14:08:38.875" v="3307" actId="9405"/>
          <ac:inkMkLst>
            <pc:docMk/>
            <pc:sldMk cId="1285449506" sldId="407"/>
            <ac:inkMk id="145" creationId="{EF8EB9EA-BBA2-FBA3-4DC5-B0CDD5D825D1}"/>
          </ac:inkMkLst>
        </pc:inkChg>
        <pc:inkChg chg="add">
          <ac:chgData name="Mahima Weerasinghe" userId="e11e3f55-42da-4e07-8ead-4d7a1d7ea1c6" providerId="ADAL" clId="{DEC8990C-F1E8-4081-8796-F50D8B9FA883}" dt="2024-10-13T14:09:05.081" v="3308" actId="9405"/>
          <ac:inkMkLst>
            <pc:docMk/>
            <pc:sldMk cId="1285449506" sldId="407"/>
            <ac:inkMk id="146" creationId="{29597F34-FDBE-29EC-70CA-89BBFD8B59A8}"/>
          </ac:inkMkLst>
        </pc:inkChg>
      </pc:sldChg>
      <pc:sldChg chg="addSp delSp modSp new mod">
        <pc:chgData name="Mahima Weerasinghe" userId="e11e3f55-42da-4e07-8ead-4d7a1d7ea1c6" providerId="ADAL" clId="{DEC8990C-F1E8-4081-8796-F50D8B9FA883}" dt="2024-10-13T14:10:49.414" v="3341" actId="9405"/>
        <pc:sldMkLst>
          <pc:docMk/>
          <pc:sldMk cId="32332251" sldId="408"/>
        </pc:sldMkLst>
        <pc:spChg chg="mod">
          <ac:chgData name="Mahima Weerasinghe" userId="e11e3f55-42da-4e07-8ead-4d7a1d7ea1c6" providerId="ADAL" clId="{DEC8990C-F1E8-4081-8796-F50D8B9FA883}" dt="2024-10-13T05:33:32.570" v="790" actId="20577"/>
          <ac:spMkLst>
            <pc:docMk/>
            <pc:sldMk cId="32332251" sldId="408"/>
            <ac:spMk id="2" creationId="{CDA5E53C-6977-B5F5-8958-A3FAD95F5323}"/>
          </ac:spMkLst>
        </pc:spChg>
        <pc:spChg chg="add mod">
          <ac:chgData name="Mahima Weerasinghe" userId="e11e3f55-42da-4e07-8ead-4d7a1d7ea1c6" providerId="ADAL" clId="{DEC8990C-F1E8-4081-8796-F50D8B9FA883}" dt="2024-10-13T05:33:27.324" v="770" actId="14100"/>
          <ac:spMkLst>
            <pc:docMk/>
            <pc:sldMk cId="32332251" sldId="408"/>
            <ac:spMk id="3" creationId="{028E1436-994D-FA9A-3C43-6145AF916890}"/>
          </ac:spMkLst>
        </pc:spChg>
        <pc:spChg chg="add del mod">
          <ac:chgData name="Mahima Weerasinghe" userId="e11e3f55-42da-4e07-8ead-4d7a1d7ea1c6" providerId="ADAL" clId="{DEC8990C-F1E8-4081-8796-F50D8B9FA883}" dt="2024-10-13T05:34:29.655" v="794" actId="478"/>
          <ac:spMkLst>
            <pc:docMk/>
            <pc:sldMk cId="32332251" sldId="408"/>
            <ac:spMk id="5" creationId="{1068F051-AE0E-CAF2-36E7-93714C02AA17}"/>
          </ac:spMkLst>
        </pc:spChg>
        <pc:spChg chg="add mod">
          <ac:chgData name="Mahima Weerasinghe" userId="e11e3f55-42da-4e07-8ead-4d7a1d7ea1c6" providerId="ADAL" clId="{DEC8990C-F1E8-4081-8796-F50D8B9FA883}" dt="2024-10-13T05:35:11.330" v="812" actId="20577"/>
          <ac:spMkLst>
            <pc:docMk/>
            <pc:sldMk cId="32332251" sldId="408"/>
            <ac:spMk id="6" creationId="{D192C560-A2F5-886F-358F-7BDB055B28F8}"/>
          </ac:spMkLst>
        </pc:spChg>
        <pc:grpChg chg="del mod">
          <ac:chgData name="Mahima Weerasinghe" userId="e11e3f55-42da-4e07-8ead-4d7a1d7ea1c6" providerId="ADAL" clId="{DEC8990C-F1E8-4081-8796-F50D8B9FA883}" dt="2024-10-13T14:09:47.468" v="3328"/>
          <ac:grpSpMkLst>
            <pc:docMk/>
            <pc:sldMk cId="32332251" sldId="408"/>
            <ac:grpSpMk id="12" creationId="{C30F808D-424F-9D4E-A72E-20598B82E5F1}"/>
          </ac:grpSpMkLst>
        </pc:grpChg>
        <pc:grpChg chg="del mod">
          <ac:chgData name="Mahima Weerasinghe" userId="e11e3f55-42da-4e07-8ead-4d7a1d7ea1c6" providerId="ADAL" clId="{DEC8990C-F1E8-4081-8796-F50D8B9FA883}" dt="2024-10-13T14:09:47.468" v="3328"/>
          <ac:grpSpMkLst>
            <pc:docMk/>
            <pc:sldMk cId="32332251" sldId="408"/>
            <ac:grpSpMk id="15" creationId="{F68127B9-AC45-2B5F-67B5-C93E59569263}"/>
          </ac:grpSpMkLst>
        </pc:grpChg>
        <pc:grpChg chg="del mod">
          <ac:chgData name="Mahima Weerasinghe" userId="e11e3f55-42da-4e07-8ead-4d7a1d7ea1c6" providerId="ADAL" clId="{DEC8990C-F1E8-4081-8796-F50D8B9FA883}" dt="2024-10-13T14:09:47.468" v="3328"/>
          <ac:grpSpMkLst>
            <pc:docMk/>
            <pc:sldMk cId="32332251" sldId="408"/>
            <ac:grpSpMk id="18" creationId="{4ACE7DFE-E4C9-31B1-35F6-0DDD665893A9}"/>
          </ac:grpSpMkLst>
        </pc:grpChg>
        <pc:grpChg chg="mod">
          <ac:chgData name="Mahima Weerasinghe" userId="e11e3f55-42da-4e07-8ead-4d7a1d7ea1c6" providerId="ADAL" clId="{DEC8990C-F1E8-4081-8796-F50D8B9FA883}" dt="2024-10-13T14:09:47.468" v="3328"/>
          <ac:grpSpMkLst>
            <pc:docMk/>
            <pc:sldMk cId="32332251" sldId="408"/>
            <ac:grpSpMk id="24" creationId="{59064C07-6B89-16E4-290A-02BBC7DDA3F8}"/>
          </ac:grpSpMkLst>
        </pc:grpChg>
        <pc:grpChg chg="mod">
          <ac:chgData name="Mahima Weerasinghe" userId="e11e3f55-42da-4e07-8ead-4d7a1d7ea1c6" providerId="ADAL" clId="{DEC8990C-F1E8-4081-8796-F50D8B9FA883}" dt="2024-10-13T14:10:35.236" v="3339"/>
          <ac:grpSpMkLst>
            <pc:docMk/>
            <pc:sldMk cId="32332251" sldId="408"/>
            <ac:grpSpMk id="35" creationId="{E5C93D65-8AFC-8BC5-822E-6C401F2B6F29}"/>
          </ac:grpSpMkLst>
        </pc:grpChg>
        <pc:inkChg chg="add">
          <ac:chgData name="Mahima Weerasinghe" userId="e11e3f55-42da-4e07-8ead-4d7a1d7ea1c6" providerId="ADAL" clId="{DEC8990C-F1E8-4081-8796-F50D8B9FA883}" dt="2024-10-13T14:09:19.523" v="3309" actId="9405"/>
          <ac:inkMkLst>
            <pc:docMk/>
            <pc:sldMk cId="32332251" sldId="408"/>
            <ac:inkMk id="4" creationId="{4C3C5D76-6856-0875-4BA4-BA473227D48F}"/>
          </ac:inkMkLst>
        </pc:inkChg>
        <pc:inkChg chg="add">
          <ac:chgData name="Mahima Weerasinghe" userId="e11e3f55-42da-4e07-8ead-4d7a1d7ea1c6" providerId="ADAL" clId="{DEC8990C-F1E8-4081-8796-F50D8B9FA883}" dt="2024-10-13T14:09:21.528" v="3310" actId="9405"/>
          <ac:inkMkLst>
            <pc:docMk/>
            <pc:sldMk cId="32332251" sldId="408"/>
            <ac:inkMk id="5" creationId="{16F474CA-565C-56E6-4449-A6BFA15FE195}"/>
          </ac:inkMkLst>
        </pc:inkChg>
        <pc:inkChg chg="add">
          <ac:chgData name="Mahima Weerasinghe" userId="e11e3f55-42da-4e07-8ead-4d7a1d7ea1c6" providerId="ADAL" clId="{DEC8990C-F1E8-4081-8796-F50D8B9FA883}" dt="2024-10-13T14:09:22.561" v="3311" actId="9405"/>
          <ac:inkMkLst>
            <pc:docMk/>
            <pc:sldMk cId="32332251" sldId="408"/>
            <ac:inkMk id="7" creationId="{D330140A-2942-FAE3-B9F9-53654B7A00B5}"/>
          </ac:inkMkLst>
        </pc:inkChg>
        <pc:inkChg chg="add">
          <ac:chgData name="Mahima Weerasinghe" userId="e11e3f55-42da-4e07-8ead-4d7a1d7ea1c6" providerId="ADAL" clId="{DEC8990C-F1E8-4081-8796-F50D8B9FA883}" dt="2024-10-13T14:09:23.027" v="3312" actId="9405"/>
          <ac:inkMkLst>
            <pc:docMk/>
            <pc:sldMk cId="32332251" sldId="408"/>
            <ac:inkMk id="8" creationId="{B2D81EDF-5C5D-911B-362B-2E78EE4FEF2D}"/>
          </ac:inkMkLst>
        </pc:inkChg>
        <pc:inkChg chg="add">
          <ac:chgData name="Mahima Weerasinghe" userId="e11e3f55-42da-4e07-8ead-4d7a1d7ea1c6" providerId="ADAL" clId="{DEC8990C-F1E8-4081-8796-F50D8B9FA883}" dt="2024-10-13T14:09:26.404" v="3313" actId="9405"/>
          <ac:inkMkLst>
            <pc:docMk/>
            <pc:sldMk cId="32332251" sldId="408"/>
            <ac:inkMk id="9" creationId="{E6A4E224-B353-277D-CDB0-F278B954F84C}"/>
          </ac:inkMkLst>
        </pc:inkChg>
        <pc:inkChg chg="add mod">
          <ac:chgData name="Mahima Weerasinghe" userId="e11e3f55-42da-4e07-8ead-4d7a1d7ea1c6" providerId="ADAL" clId="{DEC8990C-F1E8-4081-8796-F50D8B9FA883}" dt="2024-10-13T14:09:47.468" v="3328"/>
          <ac:inkMkLst>
            <pc:docMk/>
            <pc:sldMk cId="32332251" sldId="408"/>
            <ac:inkMk id="10" creationId="{EB9356CA-515B-A7B1-06C4-D2119DB472FA}"/>
          </ac:inkMkLst>
        </pc:inkChg>
        <pc:inkChg chg="add mod">
          <ac:chgData name="Mahima Weerasinghe" userId="e11e3f55-42da-4e07-8ead-4d7a1d7ea1c6" providerId="ADAL" clId="{DEC8990C-F1E8-4081-8796-F50D8B9FA883}" dt="2024-10-13T14:09:47.468" v="3328"/>
          <ac:inkMkLst>
            <pc:docMk/>
            <pc:sldMk cId="32332251" sldId="408"/>
            <ac:inkMk id="11" creationId="{25265C58-C545-5B6F-CB17-5D66A56769D6}"/>
          </ac:inkMkLst>
        </pc:inkChg>
        <pc:inkChg chg="add mod">
          <ac:chgData name="Mahima Weerasinghe" userId="e11e3f55-42da-4e07-8ead-4d7a1d7ea1c6" providerId="ADAL" clId="{DEC8990C-F1E8-4081-8796-F50D8B9FA883}" dt="2024-10-13T14:09:47.468" v="3328"/>
          <ac:inkMkLst>
            <pc:docMk/>
            <pc:sldMk cId="32332251" sldId="408"/>
            <ac:inkMk id="13" creationId="{8367406C-2D8C-73B9-1013-A6D7FFA5AA49}"/>
          </ac:inkMkLst>
        </pc:inkChg>
        <pc:inkChg chg="add mod">
          <ac:chgData name="Mahima Weerasinghe" userId="e11e3f55-42da-4e07-8ead-4d7a1d7ea1c6" providerId="ADAL" clId="{DEC8990C-F1E8-4081-8796-F50D8B9FA883}" dt="2024-10-13T14:09:47.468" v="3328"/>
          <ac:inkMkLst>
            <pc:docMk/>
            <pc:sldMk cId="32332251" sldId="408"/>
            <ac:inkMk id="14" creationId="{D2D28E90-8DB0-5E8F-48B4-7161C28E2926}"/>
          </ac:inkMkLst>
        </pc:inkChg>
        <pc:inkChg chg="add mod">
          <ac:chgData name="Mahima Weerasinghe" userId="e11e3f55-42da-4e07-8ead-4d7a1d7ea1c6" providerId="ADAL" clId="{DEC8990C-F1E8-4081-8796-F50D8B9FA883}" dt="2024-10-13T14:09:47.468" v="3328"/>
          <ac:inkMkLst>
            <pc:docMk/>
            <pc:sldMk cId="32332251" sldId="408"/>
            <ac:inkMk id="16" creationId="{5798FE2C-75B0-71C7-D40D-3FD32C0D2E3C}"/>
          </ac:inkMkLst>
        </pc:inkChg>
        <pc:inkChg chg="add mod">
          <ac:chgData name="Mahima Weerasinghe" userId="e11e3f55-42da-4e07-8ead-4d7a1d7ea1c6" providerId="ADAL" clId="{DEC8990C-F1E8-4081-8796-F50D8B9FA883}" dt="2024-10-13T14:09:47.468" v="3328"/>
          <ac:inkMkLst>
            <pc:docMk/>
            <pc:sldMk cId="32332251" sldId="408"/>
            <ac:inkMk id="17" creationId="{1A40DB37-800A-3A17-BF33-6D07F8CA07CD}"/>
          </ac:inkMkLst>
        </pc:inkChg>
        <pc:inkChg chg="add mod">
          <ac:chgData name="Mahima Weerasinghe" userId="e11e3f55-42da-4e07-8ead-4d7a1d7ea1c6" providerId="ADAL" clId="{DEC8990C-F1E8-4081-8796-F50D8B9FA883}" dt="2024-10-13T14:09:47.468" v="3328"/>
          <ac:inkMkLst>
            <pc:docMk/>
            <pc:sldMk cId="32332251" sldId="408"/>
            <ac:inkMk id="19" creationId="{D50AA02C-31F2-83FD-B5AC-ACE8E32EBF2F}"/>
          </ac:inkMkLst>
        </pc:inkChg>
        <pc:inkChg chg="add mod">
          <ac:chgData name="Mahima Weerasinghe" userId="e11e3f55-42da-4e07-8ead-4d7a1d7ea1c6" providerId="ADAL" clId="{DEC8990C-F1E8-4081-8796-F50D8B9FA883}" dt="2024-10-13T14:09:47.468" v="3328"/>
          <ac:inkMkLst>
            <pc:docMk/>
            <pc:sldMk cId="32332251" sldId="408"/>
            <ac:inkMk id="20" creationId="{8C63E88C-BD9D-1D6C-C933-BE9EC2CF3BC1}"/>
          </ac:inkMkLst>
        </pc:inkChg>
        <pc:inkChg chg="add mod">
          <ac:chgData name="Mahima Weerasinghe" userId="e11e3f55-42da-4e07-8ead-4d7a1d7ea1c6" providerId="ADAL" clId="{DEC8990C-F1E8-4081-8796-F50D8B9FA883}" dt="2024-10-13T14:09:47.468" v="3328"/>
          <ac:inkMkLst>
            <pc:docMk/>
            <pc:sldMk cId="32332251" sldId="408"/>
            <ac:inkMk id="21" creationId="{A4D13704-9478-783C-CEA7-3DEF3199EF60}"/>
          </ac:inkMkLst>
        </pc:inkChg>
        <pc:inkChg chg="add mod">
          <ac:chgData name="Mahima Weerasinghe" userId="e11e3f55-42da-4e07-8ead-4d7a1d7ea1c6" providerId="ADAL" clId="{DEC8990C-F1E8-4081-8796-F50D8B9FA883}" dt="2024-10-13T14:09:47.468" v="3328"/>
          <ac:inkMkLst>
            <pc:docMk/>
            <pc:sldMk cId="32332251" sldId="408"/>
            <ac:inkMk id="22" creationId="{A0EA5922-3CFC-EDD4-9A1D-855DE70CEF69}"/>
          </ac:inkMkLst>
        </pc:inkChg>
        <pc:inkChg chg="add mod">
          <ac:chgData name="Mahima Weerasinghe" userId="e11e3f55-42da-4e07-8ead-4d7a1d7ea1c6" providerId="ADAL" clId="{DEC8990C-F1E8-4081-8796-F50D8B9FA883}" dt="2024-10-13T14:09:47.468" v="3328"/>
          <ac:inkMkLst>
            <pc:docMk/>
            <pc:sldMk cId="32332251" sldId="408"/>
            <ac:inkMk id="23" creationId="{4C63A61B-F523-EE15-5A64-1A9A2A10BF1F}"/>
          </ac:inkMkLst>
        </pc:inkChg>
        <pc:inkChg chg="add">
          <ac:chgData name="Mahima Weerasinghe" userId="e11e3f55-42da-4e07-8ead-4d7a1d7ea1c6" providerId="ADAL" clId="{DEC8990C-F1E8-4081-8796-F50D8B9FA883}" dt="2024-10-13T14:09:49.559" v="3329" actId="9405"/>
          <ac:inkMkLst>
            <pc:docMk/>
            <pc:sldMk cId="32332251" sldId="408"/>
            <ac:inkMk id="25" creationId="{9D547F31-0466-A7FA-E168-6D2382817F1E}"/>
          </ac:inkMkLst>
        </pc:inkChg>
        <pc:inkChg chg="add">
          <ac:chgData name="Mahima Weerasinghe" userId="e11e3f55-42da-4e07-8ead-4d7a1d7ea1c6" providerId="ADAL" clId="{DEC8990C-F1E8-4081-8796-F50D8B9FA883}" dt="2024-10-13T14:10:10.156" v="3330" actId="9405"/>
          <ac:inkMkLst>
            <pc:docMk/>
            <pc:sldMk cId="32332251" sldId="408"/>
            <ac:inkMk id="26" creationId="{D31207D9-06A3-1F20-2C3A-56D5499CB48D}"/>
          </ac:inkMkLst>
        </pc:inkChg>
        <pc:inkChg chg="add">
          <ac:chgData name="Mahima Weerasinghe" userId="e11e3f55-42da-4e07-8ead-4d7a1d7ea1c6" providerId="ADAL" clId="{DEC8990C-F1E8-4081-8796-F50D8B9FA883}" dt="2024-10-13T14:10:19.411" v="3331" actId="9405"/>
          <ac:inkMkLst>
            <pc:docMk/>
            <pc:sldMk cId="32332251" sldId="408"/>
            <ac:inkMk id="27" creationId="{5CE41730-CED0-56BC-545E-C9FF230E7508}"/>
          </ac:inkMkLst>
        </pc:inkChg>
        <pc:inkChg chg="add">
          <ac:chgData name="Mahima Weerasinghe" userId="e11e3f55-42da-4e07-8ead-4d7a1d7ea1c6" providerId="ADAL" clId="{DEC8990C-F1E8-4081-8796-F50D8B9FA883}" dt="2024-10-13T14:10:20.854" v="3332" actId="9405"/>
          <ac:inkMkLst>
            <pc:docMk/>
            <pc:sldMk cId="32332251" sldId="408"/>
            <ac:inkMk id="28" creationId="{5BC63DFE-EF57-1338-E6AB-32F7DD55F617}"/>
          </ac:inkMkLst>
        </pc:inkChg>
        <pc:inkChg chg="add mod">
          <ac:chgData name="Mahima Weerasinghe" userId="e11e3f55-42da-4e07-8ead-4d7a1d7ea1c6" providerId="ADAL" clId="{DEC8990C-F1E8-4081-8796-F50D8B9FA883}" dt="2024-10-13T14:10:35.236" v="3339"/>
          <ac:inkMkLst>
            <pc:docMk/>
            <pc:sldMk cId="32332251" sldId="408"/>
            <ac:inkMk id="29" creationId="{BA39A3FB-9890-D679-4500-F5344A368CAD}"/>
          </ac:inkMkLst>
        </pc:inkChg>
        <pc:inkChg chg="add mod">
          <ac:chgData name="Mahima Weerasinghe" userId="e11e3f55-42da-4e07-8ead-4d7a1d7ea1c6" providerId="ADAL" clId="{DEC8990C-F1E8-4081-8796-F50D8B9FA883}" dt="2024-10-13T14:10:35.236" v="3339"/>
          <ac:inkMkLst>
            <pc:docMk/>
            <pc:sldMk cId="32332251" sldId="408"/>
            <ac:inkMk id="30" creationId="{B4725F5A-1FC6-E03E-A4A0-918127139385}"/>
          </ac:inkMkLst>
        </pc:inkChg>
        <pc:inkChg chg="add mod">
          <ac:chgData name="Mahima Weerasinghe" userId="e11e3f55-42da-4e07-8ead-4d7a1d7ea1c6" providerId="ADAL" clId="{DEC8990C-F1E8-4081-8796-F50D8B9FA883}" dt="2024-10-13T14:10:35.236" v="3339"/>
          <ac:inkMkLst>
            <pc:docMk/>
            <pc:sldMk cId="32332251" sldId="408"/>
            <ac:inkMk id="31" creationId="{2026A700-003E-F724-9CF1-0EDD98FF77AF}"/>
          </ac:inkMkLst>
        </pc:inkChg>
        <pc:inkChg chg="add mod">
          <ac:chgData name="Mahima Weerasinghe" userId="e11e3f55-42da-4e07-8ead-4d7a1d7ea1c6" providerId="ADAL" clId="{DEC8990C-F1E8-4081-8796-F50D8B9FA883}" dt="2024-10-13T14:10:35.236" v="3339"/>
          <ac:inkMkLst>
            <pc:docMk/>
            <pc:sldMk cId="32332251" sldId="408"/>
            <ac:inkMk id="32" creationId="{0A983D9C-F4F9-D31F-A328-59D156AE90E9}"/>
          </ac:inkMkLst>
        </pc:inkChg>
        <pc:inkChg chg="add mod">
          <ac:chgData name="Mahima Weerasinghe" userId="e11e3f55-42da-4e07-8ead-4d7a1d7ea1c6" providerId="ADAL" clId="{DEC8990C-F1E8-4081-8796-F50D8B9FA883}" dt="2024-10-13T14:10:35.236" v="3339"/>
          <ac:inkMkLst>
            <pc:docMk/>
            <pc:sldMk cId="32332251" sldId="408"/>
            <ac:inkMk id="33" creationId="{6938226A-ECF7-B4B2-91AB-5EDB4F48ED16}"/>
          </ac:inkMkLst>
        </pc:inkChg>
        <pc:inkChg chg="add">
          <ac:chgData name="Mahima Weerasinghe" userId="e11e3f55-42da-4e07-8ead-4d7a1d7ea1c6" providerId="ADAL" clId="{DEC8990C-F1E8-4081-8796-F50D8B9FA883}" dt="2024-10-13T14:10:34.332" v="3338" actId="9405"/>
          <ac:inkMkLst>
            <pc:docMk/>
            <pc:sldMk cId="32332251" sldId="408"/>
            <ac:inkMk id="34" creationId="{7E435AC9-01C8-F86B-0EA7-2E3491557A58}"/>
          </ac:inkMkLst>
        </pc:inkChg>
        <pc:inkChg chg="add">
          <ac:chgData name="Mahima Weerasinghe" userId="e11e3f55-42da-4e07-8ead-4d7a1d7ea1c6" providerId="ADAL" clId="{DEC8990C-F1E8-4081-8796-F50D8B9FA883}" dt="2024-10-13T14:10:42.664" v="3340" actId="9405"/>
          <ac:inkMkLst>
            <pc:docMk/>
            <pc:sldMk cId="32332251" sldId="408"/>
            <ac:inkMk id="36" creationId="{FE952EF2-143E-A73E-A299-7B41CDFC9FA3}"/>
          </ac:inkMkLst>
        </pc:inkChg>
        <pc:inkChg chg="add">
          <ac:chgData name="Mahima Weerasinghe" userId="e11e3f55-42da-4e07-8ead-4d7a1d7ea1c6" providerId="ADAL" clId="{DEC8990C-F1E8-4081-8796-F50D8B9FA883}" dt="2024-10-13T14:10:49.414" v="3341" actId="9405"/>
          <ac:inkMkLst>
            <pc:docMk/>
            <pc:sldMk cId="32332251" sldId="408"/>
            <ac:inkMk id="37" creationId="{0769979A-DF42-F936-5AD5-B0F537A014B1}"/>
          </ac:inkMkLst>
        </pc:inkChg>
      </pc:sldChg>
    </pc:docChg>
  </pc:docChgLst>
  <pc:docChgLst>
    <pc:chgData name="Mahima Weerasinghe" userId="e11e3f55-42da-4e07-8ead-4d7a1d7ea1c6" providerId="ADAL" clId="{34BDDC3C-2AF4-4325-BEDB-C3E623CC2F40}"/>
    <pc:docChg chg="undo custSel addSld delSld modSld">
      <pc:chgData name="Mahima Weerasinghe" userId="e11e3f55-42da-4e07-8ead-4d7a1d7ea1c6" providerId="ADAL" clId="{34BDDC3C-2AF4-4325-BEDB-C3E623CC2F40}" dt="2024-08-11T14:31:52.447" v="2499"/>
      <pc:docMkLst>
        <pc:docMk/>
      </pc:docMkLst>
      <pc:sldChg chg="addSp delSp modSp mod">
        <pc:chgData name="Mahima Weerasinghe" userId="e11e3f55-42da-4e07-8ead-4d7a1d7ea1c6" providerId="ADAL" clId="{34BDDC3C-2AF4-4325-BEDB-C3E623CC2F40}" dt="2024-08-11T12:16:02.271" v="1547"/>
        <pc:sldMkLst>
          <pc:docMk/>
          <pc:sldMk cId="0" sldId="256"/>
        </pc:sldMkLst>
        <pc:spChg chg="mod">
          <ac:chgData name="Mahima Weerasinghe" userId="e11e3f55-42da-4e07-8ead-4d7a1d7ea1c6" providerId="ADAL" clId="{34BDDC3C-2AF4-4325-BEDB-C3E623CC2F40}" dt="2024-08-10T14:29:10.203" v="108" actId="20577"/>
          <ac:spMkLst>
            <pc:docMk/>
            <pc:sldMk cId="0" sldId="256"/>
            <ac:spMk id="2" creationId="{00000000-0000-0000-0000-000000000000}"/>
          </ac:spMkLst>
        </pc:spChg>
        <pc:grpChg chg="del mod">
          <ac:chgData name="Mahima Weerasinghe" userId="e11e3f55-42da-4e07-8ead-4d7a1d7ea1c6" providerId="ADAL" clId="{34BDDC3C-2AF4-4325-BEDB-C3E623CC2F40}" dt="2024-08-11T11:51:42.890" v="995"/>
          <ac:grpSpMkLst>
            <pc:docMk/>
            <pc:sldMk cId="0" sldId="256"/>
            <ac:grpSpMk id="9" creationId="{6900DDE2-31F9-F595-323E-583CFF12933C}"/>
          </ac:grpSpMkLst>
        </pc:grpChg>
        <pc:grpChg chg="del mod">
          <ac:chgData name="Mahima Weerasinghe" userId="e11e3f55-42da-4e07-8ead-4d7a1d7ea1c6" providerId="ADAL" clId="{34BDDC3C-2AF4-4325-BEDB-C3E623CC2F40}" dt="2024-08-11T11:51:45.741" v="997"/>
          <ac:grpSpMkLst>
            <pc:docMk/>
            <pc:sldMk cId="0" sldId="256"/>
            <ac:grpSpMk id="16" creationId="{580362C8-0DF3-1DD8-BEB8-B62EDDC85520}"/>
          </ac:grpSpMkLst>
        </pc:grpChg>
        <pc:grpChg chg="del mod">
          <ac:chgData name="Mahima Weerasinghe" userId="e11e3f55-42da-4e07-8ead-4d7a1d7ea1c6" providerId="ADAL" clId="{34BDDC3C-2AF4-4325-BEDB-C3E623CC2F40}" dt="2024-08-11T11:51:47.830" v="1002"/>
          <ac:grpSpMkLst>
            <pc:docMk/>
            <pc:sldMk cId="0" sldId="256"/>
            <ac:grpSpMk id="18" creationId="{4CE6AB21-90EC-6BD5-4DBE-E20082803129}"/>
          </ac:grpSpMkLst>
        </pc:grpChg>
        <pc:grpChg chg="del mod">
          <ac:chgData name="Mahima Weerasinghe" userId="e11e3f55-42da-4e07-8ead-4d7a1d7ea1c6" providerId="ADAL" clId="{34BDDC3C-2AF4-4325-BEDB-C3E623CC2F40}" dt="2024-08-11T12:12:57.713" v="1437"/>
          <ac:grpSpMkLst>
            <pc:docMk/>
            <pc:sldMk cId="0" sldId="256"/>
            <ac:grpSpMk id="23" creationId="{040C7573-5A9F-6E3E-1C6C-AEBCC869B49A}"/>
          </ac:grpSpMkLst>
        </pc:grpChg>
        <pc:grpChg chg="del mod">
          <ac:chgData name="Mahima Weerasinghe" userId="e11e3f55-42da-4e07-8ead-4d7a1d7ea1c6" providerId="ADAL" clId="{34BDDC3C-2AF4-4325-BEDB-C3E623CC2F40}" dt="2024-08-11T11:52:53.635" v="1031"/>
          <ac:grpSpMkLst>
            <pc:docMk/>
            <pc:sldMk cId="0" sldId="256"/>
            <ac:grpSpMk id="35" creationId="{3BA32378-E0E5-57B9-D511-92913432F9E8}"/>
          </ac:grpSpMkLst>
        </pc:grpChg>
        <pc:grpChg chg="del mod">
          <ac:chgData name="Mahima Weerasinghe" userId="e11e3f55-42da-4e07-8ead-4d7a1d7ea1c6" providerId="ADAL" clId="{34BDDC3C-2AF4-4325-BEDB-C3E623CC2F40}" dt="2024-08-11T11:52:53.635" v="1031"/>
          <ac:grpSpMkLst>
            <pc:docMk/>
            <pc:sldMk cId="0" sldId="256"/>
            <ac:grpSpMk id="44" creationId="{9EBEC015-3BAB-8C23-65DA-A086B8D6F961}"/>
          </ac:grpSpMkLst>
        </pc:grpChg>
        <pc:grpChg chg="del mod">
          <ac:chgData name="Mahima Weerasinghe" userId="e11e3f55-42da-4e07-8ead-4d7a1d7ea1c6" providerId="ADAL" clId="{34BDDC3C-2AF4-4325-BEDB-C3E623CC2F40}" dt="2024-08-11T11:52:53.635" v="1031"/>
          <ac:grpSpMkLst>
            <pc:docMk/>
            <pc:sldMk cId="0" sldId="256"/>
            <ac:grpSpMk id="45" creationId="{488603B0-713C-AAFA-D620-EA38BF2D0CE2}"/>
          </ac:grpSpMkLst>
        </pc:grpChg>
        <pc:grpChg chg="del mod">
          <ac:chgData name="Mahima Weerasinghe" userId="e11e3f55-42da-4e07-8ead-4d7a1d7ea1c6" providerId="ADAL" clId="{34BDDC3C-2AF4-4325-BEDB-C3E623CC2F40}" dt="2024-08-11T11:53:12.398" v="1034"/>
          <ac:grpSpMkLst>
            <pc:docMk/>
            <pc:sldMk cId="0" sldId="256"/>
            <ac:grpSpMk id="53" creationId="{8C184ED8-BCD8-A660-43D3-04293C9DC09B}"/>
          </ac:grpSpMkLst>
        </pc:grpChg>
        <pc:grpChg chg="del mod">
          <ac:chgData name="Mahima Weerasinghe" userId="e11e3f55-42da-4e07-8ead-4d7a1d7ea1c6" providerId="ADAL" clId="{34BDDC3C-2AF4-4325-BEDB-C3E623CC2F40}" dt="2024-08-11T11:53:17.784" v="1037"/>
          <ac:grpSpMkLst>
            <pc:docMk/>
            <pc:sldMk cId="0" sldId="256"/>
            <ac:grpSpMk id="56" creationId="{11566011-DC49-2F7B-0C9A-72AD82A85E00}"/>
          </ac:grpSpMkLst>
        </pc:grpChg>
        <pc:grpChg chg="del mod">
          <ac:chgData name="Mahima Weerasinghe" userId="e11e3f55-42da-4e07-8ead-4d7a1d7ea1c6" providerId="ADAL" clId="{34BDDC3C-2AF4-4325-BEDB-C3E623CC2F40}" dt="2024-08-11T11:53:21.477" v="1043"/>
          <ac:grpSpMkLst>
            <pc:docMk/>
            <pc:sldMk cId="0" sldId="256"/>
            <ac:grpSpMk id="59" creationId="{06A9C97F-EE37-AD03-734D-3526CC66497E}"/>
          </ac:grpSpMkLst>
        </pc:grpChg>
        <pc:grpChg chg="del mod">
          <ac:chgData name="Mahima Weerasinghe" userId="e11e3f55-42da-4e07-8ead-4d7a1d7ea1c6" providerId="ADAL" clId="{34BDDC3C-2AF4-4325-BEDB-C3E623CC2F40}" dt="2024-08-11T11:53:21.477" v="1043"/>
          <ac:grpSpMkLst>
            <pc:docMk/>
            <pc:sldMk cId="0" sldId="256"/>
            <ac:grpSpMk id="65" creationId="{E9BAA976-9C50-563A-FE83-2C4FDCC3F7A1}"/>
          </ac:grpSpMkLst>
        </pc:grpChg>
        <pc:grpChg chg="del mod">
          <ac:chgData name="Mahima Weerasinghe" userId="e11e3f55-42da-4e07-8ead-4d7a1d7ea1c6" providerId="ADAL" clId="{34BDDC3C-2AF4-4325-BEDB-C3E623CC2F40}" dt="2024-08-11T12:14:36.006" v="1503"/>
          <ac:grpSpMkLst>
            <pc:docMk/>
            <pc:sldMk cId="0" sldId="256"/>
            <ac:grpSpMk id="66" creationId="{69B4B4A9-D516-CBDF-E10A-4F1D6BF73CB1}"/>
          </ac:grpSpMkLst>
        </pc:grpChg>
        <pc:grpChg chg="del mod">
          <ac:chgData name="Mahima Weerasinghe" userId="e11e3f55-42da-4e07-8ead-4d7a1d7ea1c6" providerId="ADAL" clId="{34BDDC3C-2AF4-4325-BEDB-C3E623CC2F40}" dt="2024-08-11T11:53:42.855" v="1049"/>
          <ac:grpSpMkLst>
            <pc:docMk/>
            <pc:sldMk cId="0" sldId="256"/>
            <ac:grpSpMk id="69" creationId="{FEAA503D-D793-72E3-D572-BEECD8A07751}"/>
          </ac:grpSpMkLst>
        </pc:grpChg>
        <pc:grpChg chg="del mod">
          <ac:chgData name="Mahima Weerasinghe" userId="e11e3f55-42da-4e07-8ead-4d7a1d7ea1c6" providerId="ADAL" clId="{34BDDC3C-2AF4-4325-BEDB-C3E623CC2F40}" dt="2024-08-11T11:53:48.760" v="1058"/>
          <ac:grpSpMkLst>
            <pc:docMk/>
            <pc:sldMk cId="0" sldId="256"/>
            <ac:grpSpMk id="72" creationId="{05ACE0BE-8D22-3740-5FC3-F80791119F0F}"/>
          </ac:grpSpMkLst>
        </pc:grpChg>
        <pc:grpChg chg="del mod">
          <ac:chgData name="Mahima Weerasinghe" userId="e11e3f55-42da-4e07-8ead-4d7a1d7ea1c6" providerId="ADAL" clId="{34BDDC3C-2AF4-4325-BEDB-C3E623CC2F40}" dt="2024-08-11T11:55:29.869" v="1099"/>
          <ac:grpSpMkLst>
            <pc:docMk/>
            <pc:sldMk cId="0" sldId="256"/>
            <ac:grpSpMk id="81" creationId="{B7BAA342-5BA5-A240-86F7-407113793132}"/>
          </ac:grpSpMkLst>
        </pc:grpChg>
        <pc:grpChg chg="del mod">
          <ac:chgData name="Mahima Weerasinghe" userId="e11e3f55-42da-4e07-8ead-4d7a1d7ea1c6" providerId="ADAL" clId="{34BDDC3C-2AF4-4325-BEDB-C3E623CC2F40}" dt="2024-08-11T11:55:28.270" v="1097"/>
          <ac:grpSpMkLst>
            <pc:docMk/>
            <pc:sldMk cId="0" sldId="256"/>
            <ac:grpSpMk id="88" creationId="{219397FB-A908-5DEE-3BFA-61FCA2224EC7}"/>
          </ac:grpSpMkLst>
        </pc:grpChg>
        <pc:grpChg chg="del mod">
          <ac:chgData name="Mahima Weerasinghe" userId="e11e3f55-42da-4e07-8ead-4d7a1d7ea1c6" providerId="ADAL" clId="{34BDDC3C-2AF4-4325-BEDB-C3E623CC2F40}" dt="2024-08-11T12:14:36.006" v="1503"/>
          <ac:grpSpMkLst>
            <pc:docMk/>
            <pc:sldMk cId="0" sldId="256"/>
            <ac:grpSpMk id="96" creationId="{1F58DB5B-C783-7ABB-41E8-DD83970A300F}"/>
          </ac:grpSpMkLst>
        </pc:grpChg>
        <pc:grpChg chg="del mod">
          <ac:chgData name="Mahima Weerasinghe" userId="e11e3f55-42da-4e07-8ead-4d7a1d7ea1c6" providerId="ADAL" clId="{34BDDC3C-2AF4-4325-BEDB-C3E623CC2F40}" dt="2024-08-11T11:54:09.052" v="1080"/>
          <ac:grpSpMkLst>
            <pc:docMk/>
            <pc:sldMk cId="0" sldId="256"/>
            <ac:grpSpMk id="101" creationId="{AFA0B6E8-C60C-1830-E61E-7FDB71D5887B}"/>
          </ac:grpSpMkLst>
        </pc:grpChg>
        <pc:grpChg chg="del mod">
          <ac:chgData name="Mahima Weerasinghe" userId="e11e3f55-42da-4e07-8ead-4d7a1d7ea1c6" providerId="ADAL" clId="{34BDDC3C-2AF4-4325-BEDB-C3E623CC2F40}" dt="2024-08-11T12:14:36.006" v="1503"/>
          <ac:grpSpMkLst>
            <pc:docMk/>
            <pc:sldMk cId="0" sldId="256"/>
            <ac:grpSpMk id="102" creationId="{B411D5D7-D611-CEEB-1640-E2FCCFAD52F4}"/>
          </ac:grpSpMkLst>
        </pc:grpChg>
        <pc:grpChg chg="del mod">
          <ac:chgData name="Mahima Weerasinghe" userId="e11e3f55-42da-4e07-8ead-4d7a1d7ea1c6" providerId="ADAL" clId="{34BDDC3C-2AF4-4325-BEDB-C3E623CC2F40}" dt="2024-08-11T12:14:36.006" v="1503"/>
          <ac:grpSpMkLst>
            <pc:docMk/>
            <pc:sldMk cId="0" sldId="256"/>
            <ac:grpSpMk id="104" creationId="{985A1513-EF69-96E4-3841-46DE575C73F9}"/>
          </ac:grpSpMkLst>
        </pc:grpChg>
        <pc:grpChg chg="del mod">
          <ac:chgData name="Mahima Weerasinghe" userId="e11e3f55-42da-4e07-8ead-4d7a1d7ea1c6" providerId="ADAL" clId="{34BDDC3C-2AF4-4325-BEDB-C3E623CC2F40}" dt="2024-08-11T12:14:36.006" v="1503"/>
          <ac:grpSpMkLst>
            <pc:docMk/>
            <pc:sldMk cId="0" sldId="256"/>
            <ac:grpSpMk id="119" creationId="{A035F270-EA30-F770-9AEB-88DB06C0C817}"/>
          </ac:grpSpMkLst>
        </pc:grpChg>
        <pc:grpChg chg="del mod">
          <ac:chgData name="Mahima Weerasinghe" userId="e11e3f55-42da-4e07-8ead-4d7a1d7ea1c6" providerId="ADAL" clId="{34BDDC3C-2AF4-4325-BEDB-C3E623CC2F40}" dt="2024-08-11T12:14:36.006" v="1503"/>
          <ac:grpSpMkLst>
            <pc:docMk/>
            <pc:sldMk cId="0" sldId="256"/>
            <ac:grpSpMk id="120" creationId="{08DC851A-0E55-B703-10E1-589B1BCC21B3}"/>
          </ac:grpSpMkLst>
        </pc:grpChg>
        <pc:grpChg chg="del mod">
          <ac:chgData name="Mahima Weerasinghe" userId="e11e3f55-42da-4e07-8ead-4d7a1d7ea1c6" providerId="ADAL" clId="{34BDDC3C-2AF4-4325-BEDB-C3E623CC2F40}" dt="2024-08-11T11:55:29.869" v="1099"/>
          <ac:grpSpMkLst>
            <pc:docMk/>
            <pc:sldMk cId="0" sldId="256"/>
            <ac:grpSpMk id="122" creationId="{F582410C-94B0-ADE0-BE96-83DE7EDBAD58}"/>
          </ac:grpSpMkLst>
        </pc:grpChg>
        <pc:grpChg chg="del mod">
          <ac:chgData name="Mahima Weerasinghe" userId="e11e3f55-42da-4e07-8ead-4d7a1d7ea1c6" providerId="ADAL" clId="{34BDDC3C-2AF4-4325-BEDB-C3E623CC2F40}" dt="2024-08-11T12:14:36.006" v="1503"/>
          <ac:grpSpMkLst>
            <pc:docMk/>
            <pc:sldMk cId="0" sldId="256"/>
            <ac:grpSpMk id="124" creationId="{3A308455-EEE3-0C97-08A0-B4CDB608EBF4}"/>
          </ac:grpSpMkLst>
        </pc:grpChg>
        <pc:grpChg chg="del mod">
          <ac:chgData name="Mahima Weerasinghe" userId="e11e3f55-42da-4e07-8ead-4d7a1d7ea1c6" providerId="ADAL" clId="{34BDDC3C-2AF4-4325-BEDB-C3E623CC2F40}" dt="2024-08-11T12:14:36.006" v="1503"/>
          <ac:grpSpMkLst>
            <pc:docMk/>
            <pc:sldMk cId="0" sldId="256"/>
            <ac:grpSpMk id="132" creationId="{8674F764-472C-3567-73A4-A1A1ED045894}"/>
          </ac:grpSpMkLst>
        </pc:grpChg>
        <pc:grpChg chg="del mod">
          <ac:chgData name="Mahima Weerasinghe" userId="e11e3f55-42da-4e07-8ead-4d7a1d7ea1c6" providerId="ADAL" clId="{34BDDC3C-2AF4-4325-BEDB-C3E623CC2F40}" dt="2024-08-11T12:14:36.006" v="1503"/>
          <ac:grpSpMkLst>
            <pc:docMk/>
            <pc:sldMk cId="0" sldId="256"/>
            <ac:grpSpMk id="135" creationId="{A4E8448E-A60E-140F-E474-A8AAE3274C21}"/>
          </ac:grpSpMkLst>
        </pc:grpChg>
        <pc:grpChg chg="del mod">
          <ac:chgData name="Mahima Weerasinghe" userId="e11e3f55-42da-4e07-8ead-4d7a1d7ea1c6" providerId="ADAL" clId="{34BDDC3C-2AF4-4325-BEDB-C3E623CC2F40}" dt="2024-08-11T11:55:53.024" v="1119"/>
          <ac:grpSpMkLst>
            <pc:docMk/>
            <pc:sldMk cId="0" sldId="256"/>
            <ac:grpSpMk id="138" creationId="{D7660EDB-5EE9-0F81-35B3-5549CFCD5505}"/>
          </ac:grpSpMkLst>
        </pc:grpChg>
        <pc:grpChg chg="del mod">
          <ac:chgData name="Mahima Weerasinghe" userId="e11e3f55-42da-4e07-8ead-4d7a1d7ea1c6" providerId="ADAL" clId="{34BDDC3C-2AF4-4325-BEDB-C3E623CC2F40}" dt="2024-08-11T11:55:57.787" v="1127"/>
          <ac:grpSpMkLst>
            <pc:docMk/>
            <pc:sldMk cId="0" sldId="256"/>
            <ac:grpSpMk id="144" creationId="{43D3B7FA-1193-72A1-E4DA-487993BE0F8E}"/>
          </ac:grpSpMkLst>
        </pc:grpChg>
        <pc:grpChg chg="del mod">
          <ac:chgData name="Mahima Weerasinghe" userId="e11e3f55-42da-4e07-8ead-4d7a1d7ea1c6" providerId="ADAL" clId="{34BDDC3C-2AF4-4325-BEDB-C3E623CC2F40}" dt="2024-08-11T11:55:57.787" v="1127"/>
          <ac:grpSpMkLst>
            <pc:docMk/>
            <pc:sldMk cId="0" sldId="256"/>
            <ac:grpSpMk id="152" creationId="{8EC3FC68-CE67-32EB-6AF0-53C2329D658B}"/>
          </ac:grpSpMkLst>
        </pc:grpChg>
        <pc:grpChg chg="del mod">
          <ac:chgData name="Mahima Weerasinghe" userId="e11e3f55-42da-4e07-8ead-4d7a1d7ea1c6" providerId="ADAL" clId="{34BDDC3C-2AF4-4325-BEDB-C3E623CC2F40}" dt="2024-08-11T12:14:36.006" v="1503"/>
          <ac:grpSpMkLst>
            <pc:docMk/>
            <pc:sldMk cId="0" sldId="256"/>
            <ac:grpSpMk id="153" creationId="{BA0A972E-6A58-4978-A0CD-348BC480D5AD}"/>
          </ac:grpSpMkLst>
        </pc:grpChg>
        <pc:grpChg chg="del mod">
          <ac:chgData name="Mahima Weerasinghe" userId="e11e3f55-42da-4e07-8ead-4d7a1d7ea1c6" providerId="ADAL" clId="{34BDDC3C-2AF4-4325-BEDB-C3E623CC2F40}" dt="2024-08-11T11:56:05.281" v="1135"/>
          <ac:grpSpMkLst>
            <pc:docMk/>
            <pc:sldMk cId="0" sldId="256"/>
            <ac:grpSpMk id="156" creationId="{4718003A-11FF-F696-B04E-7D222C486892}"/>
          </ac:grpSpMkLst>
        </pc:grpChg>
        <pc:grpChg chg="del mod">
          <ac:chgData name="Mahima Weerasinghe" userId="e11e3f55-42da-4e07-8ead-4d7a1d7ea1c6" providerId="ADAL" clId="{34BDDC3C-2AF4-4325-BEDB-C3E623CC2F40}" dt="2024-08-11T11:56:29.285" v="1147"/>
          <ac:grpSpMkLst>
            <pc:docMk/>
            <pc:sldMk cId="0" sldId="256"/>
            <ac:grpSpMk id="161" creationId="{ABE2FA75-4760-5DA7-BA3A-BBCBE6711F24}"/>
          </ac:grpSpMkLst>
        </pc:grpChg>
        <pc:grpChg chg="del mod">
          <ac:chgData name="Mahima Weerasinghe" userId="e11e3f55-42da-4e07-8ead-4d7a1d7ea1c6" providerId="ADAL" clId="{34BDDC3C-2AF4-4325-BEDB-C3E623CC2F40}" dt="2024-08-11T12:14:36.006" v="1503"/>
          <ac:grpSpMkLst>
            <pc:docMk/>
            <pc:sldMk cId="0" sldId="256"/>
            <ac:grpSpMk id="171" creationId="{E5A2D67B-3910-D25F-AAEE-23B3D10DC7AC}"/>
          </ac:grpSpMkLst>
        </pc:grpChg>
        <pc:grpChg chg="del mod">
          <ac:chgData name="Mahima Weerasinghe" userId="e11e3f55-42da-4e07-8ead-4d7a1d7ea1c6" providerId="ADAL" clId="{34BDDC3C-2AF4-4325-BEDB-C3E623CC2F40}" dt="2024-08-11T12:14:36.006" v="1503"/>
          <ac:grpSpMkLst>
            <pc:docMk/>
            <pc:sldMk cId="0" sldId="256"/>
            <ac:grpSpMk id="173" creationId="{1D6E7750-3C8F-D9FB-9C55-FA2DF7E6B62F}"/>
          </ac:grpSpMkLst>
        </pc:grpChg>
        <pc:grpChg chg="del mod">
          <ac:chgData name="Mahima Weerasinghe" userId="e11e3f55-42da-4e07-8ead-4d7a1d7ea1c6" providerId="ADAL" clId="{34BDDC3C-2AF4-4325-BEDB-C3E623CC2F40}" dt="2024-08-11T12:14:36.006" v="1503"/>
          <ac:grpSpMkLst>
            <pc:docMk/>
            <pc:sldMk cId="0" sldId="256"/>
            <ac:grpSpMk id="177" creationId="{BB42E3B3-D3BD-B03C-6D68-CF49C0670300}"/>
          </ac:grpSpMkLst>
        </pc:grpChg>
        <pc:grpChg chg="del mod">
          <ac:chgData name="Mahima Weerasinghe" userId="e11e3f55-42da-4e07-8ead-4d7a1d7ea1c6" providerId="ADAL" clId="{34BDDC3C-2AF4-4325-BEDB-C3E623CC2F40}" dt="2024-08-11T11:57:14.195" v="1165"/>
          <ac:grpSpMkLst>
            <pc:docMk/>
            <pc:sldMk cId="0" sldId="256"/>
            <ac:grpSpMk id="183" creationId="{53E4F24C-7425-2124-DEFE-2DECBB571157}"/>
          </ac:grpSpMkLst>
        </pc:grpChg>
        <pc:grpChg chg="del mod">
          <ac:chgData name="Mahima Weerasinghe" userId="e11e3f55-42da-4e07-8ead-4d7a1d7ea1c6" providerId="ADAL" clId="{34BDDC3C-2AF4-4325-BEDB-C3E623CC2F40}" dt="2024-08-11T12:14:36.006" v="1503"/>
          <ac:grpSpMkLst>
            <pc:docMk/>
            <pc:sldMk cId="0" sldId="256"/>
            <ac:grpSpMk id="191" creationId="{4DDB2792-7A78-B555-5C2A-4581D170E126}"/>
          </ac:grpSpMkLst>
        </pc:grpChg>
        <pc:grpChg chg="del mod">
          <ac:chgData name="Mahima Weerasinghe" userId="e11e3f55-42da-4e07-8ead-4d7a1d7ea1c6" providerId="ADAL" clId="{34BDDC3C-2AF4-4325-BEDB-C3E623CC2F40}" dt="2024-08-11T12:14:36.006" v="1503"/>
          <ac:grpSpMkLst>
            <pc:docMk/>
            <pc:sldMk cId="0" sldId="256"/>
            <ac:grpSpMk id="192" creationId="{2EB69953-6CC4-A578-D398-F7FA9EB0B2DF}"/>
          </ac:grpSpMkLst>
        </pc:grpChg>
        <pc:grpChg chg="del mod">
          <ac:chgData name="Mahima Weerasinghe" userId="e11e3f55-42da-4e07-8ead-4d7a1d7ea1c6" providerId="ADAL" clId="{34BDDC3C-2AF4-4325-BEDB-C3E623CC2F40}" dt="2024-08-11T11:57:36.442" v="1181"/>
          <ac:grpSpMkLst>
            <pc:docMk/>
            <pc:sldMk cId="0" sldId="256"/>
            <ac:grpSpMk id="202" creationId="{85849090-F0AF-C186-26A7-6FAA92410A3A}"/>
          </ac:grpSpMkLst>
        </pc:grpChg>
        <pc:grpChg chg="del mod">
          <ac:chgData name="Mahima Weerasinghe" userId="e11e3f55-42da-4e07-8ead-4d7a1d7ea1c6" providerId="ADAL" clId="{34BDDC3C-2AF4-4325-BEDB-C3E623CC2F40}" dt="2024-08-11T12:08:46.312" v="1371"/>
          <ac:grpSpMkLst>
            <pc:docMk/>
            <pc:sldMk cId="0" sldId="256"/>
            <ac:grpSpMk id="203" creationId="{23131022-5393-9C40-C1B9-FFE0FE38C99A}"/>
          </ac:grpSpMkLst>
        </pc:grpChg>
        <pc:grpChg chg="del mod">
          <ac:chgData name="Mahima Weerasinghe" userId="e11e3f55-42da-4e07-8ead-4d7a1d7ea1c6" providerId="ADAL" clId="{34BDDC3C-2AF4-4325-BEDB-C3E623CC2F40}" dt="2024-08-11T12:08:46.312" v="1371"/>
          <ac:grpSpMkLst>
            <pc:docMk/>
            <pc:sldMk cId="0" sldId="256"/>
            <ac:grpSpMk id="209" creationId="{C3980D08-DE30-49E2-BEF1-C6959E1F90F4}"/>
          </ac:grpSpMkLst>
        </pc:grpChg>
        <pc:grpChg chg="del mod">
          <ac:chgData name="Mahima Weerasinghe" userId="e11e3f55-42da-4e07-8ead-4d7a1d7ea1c6" providerId="ADAL" clId="{34BDDC3C-2AF4-4325-BEDB-C3E623CC2F40}" dt="2024-08-11T12:08:46.312" v="1371"/>
          <ac:grpSpMkLst>
            <pc:docMk/>
            <pc:sldMk cId="0" sldId="256"/>
            <ac:grpSpMk id="227" creationId="{55C7E7F9-DCFE-F4AB-F261-F1BD29F460DD}"/>
          </ac:grpSpMkLst>
        </pc:grpChg>
        <pc:grpChg chg="del mod">
          <ac:chgData name="Mahima Weerasinghe" userId="e11e3f55-42da-4e07-8ead-4d7a1d7ea1c6" providerId="ADAL" clId="{34BDDC3C-2AF4-4325-BEDB-C3E623CC2F40}" dt="2024-08-11T12:08:46.312" v="1371"/>
          <ac:grpSpMkLst>
            <pc:docMk/>
            <pc:sldMk cId="0" sldId="256"/>
            <ac:grpSpMk id="228" creationId="{5D9A0900-0966-AC84-553D-041A087CA5B2}"/>
          </ac:grpSpMkLst>
        </pc:grpChg>
        <pc:grpChg chg="del mod">
          <ac:chgData name="Mahima Weerasinghe" userId="e11e3f55-42da-4e07-8ead-4d7a1d7ea1c6" providerId="ADAL" clId="{34BDDC3C-2AF4-4325-BEDB-C3E623CC2F40}" dt="2024-08-11T12:08:46.312" v="1371"/>
          <ac:grpSpMkLst>
            <pc:docMk/>
            <pc:sldMk cId="0" sldId="256"/>
            <ac:grpSpMk id="229" creationId="{74139F1A-14E1-F645-0E0E-B78A0C4D1407}"/>
          </ac:grpSpMkLst>
        </pc:grpChg>
        <pc:grpChg chg="del mod">
          <ac:chgData name="Mahima Weerasinghe" userId="e11e3f55-42da-4e07-8ead-4d7a1d7ea1c6" providerId="ADAL" clId="{34BDDC3C-2AF4-4325-BEDB-C3E623CC2F40}" dt="2024-08-11T11:59:39.826" v="1208"/>
          <ac:grpSpMkLst>
            <pc:docMk/>
            <pc:sldMk cId="0" sldId="256"/>
            <ac:grpSpMk id="234" creationId="{927B9EA3-4E8F-417B-E594-006FD0A08BA4}"/>
          </ac:grpSpMkLst>
        </pc:grpChg>
        <pc:grpChg chg="del mod">
          <ac:chgData name="Mahima Weerasinghe" userId="e11e3f55-42da-4e07-8ead-4d7a1d7ea1c6" providerId="ADAL" clId="{34BDDC3C-2AF4-4325-BEDB-C3E623CC2F40}" dt="2024-08-11T11:59:56.861" v="1218"/>
          <ac:grpSpMkLst>
            <pc:docMk/>
            <pc:sldMk cId="0" sldId="256"/>
            <ac:grpSpMk id="238" creationId="{CC71EE36-EC17-60D0-74E7-7CC80877B0CC}"/>
          </ac:grpSpMkLst>
        </pc:grpChg>
        <pc:grpChg chg="del mod">
          <ac:chgData name="Mahima Weerasinghe" userId="e11e3f55-42da-4e07-8ead-4d7a1d7ea1c6" providerId="ADAL" clId="{34BDDC3C-2AF4-4325-BEDB-C3E623CC2F40}" dt="2024-08-11T12:08:46.312" v="1371"/>
          <ac:grpSpMkLst>
            <pc:docMk/>
            <pc:sldMk cId="0" sldId="256"/>
            <ac:grpSpMk id="245" creationId="{A2E7A54F-C862-42E9-0006-7EC499791972}"/>
          </ac:grpSpMkLst>
        </pc:grpChg>
        <pc:grpChg chg="del mod">
          <ac:chgData name="Mahima Weerasinghe" userId="e11e3f55-42da-4e07-8ead-4d7a1d7ea1c6" providerId="ADAL" clId="{34BDDC3C-2AF4-4325-BEDB-C3E623CC2F40}" dt="2024-08-11T11:59:58.372" v="1220"/>
          <ac:grpSpMkLst>
            <pc:docMk/>
            <pc:sldMk cId="0" sldId="256"/>
            <ac:grpSpMk id="248" creationId="{AFE913DD-FEFC-FDBB-8CCD-87098E2FB4A0}"/>
          </ac:grpSpMkLst>
        </pc:grpChg>
        <pc:grpChg chg="del mod">
          <ac:chgData name="Mahima Weerasinghe" userId="e11e3f55-42da-4e07-8ead-4d7a1d7ea1c6" providerId="ADAL" clId="{34BDDC3C-2AF4-4325-BEDB-C3E623CC2F40}" dt="2024-08-11T11:59:58.900" v="1222"/>
          <ac:grpSpMkLst>
            <pc:docMk/>
            <pc:sldMk cId="0" sldId="256"/>
            <ac:grpSpMk id="250" creationId="{56837460-811A-23FF-DFB5-6ED3E01E765E}"/>
          </ac:grpSpMkLst>
        </pc:grpChg>
        <pc:grpChg chg="del mod">
          <ac:chgData name="Mahima Weerasinghe" userId="e11e3f55-42da-4e07-8ead-4d7a1d7ea1c6" providerId="ADAL" clId="{34BDDC3C-2AF4-4325-BEDB-C3E623CC2F40}" dt="2024-08-11T12:00:01.760" v="1228"/>
          <ac:grpSpMkLst>
            <pc:docMk/>
            <pc:sldMk cId="0" sldId="256"/>
            <ac:grpSpMk id="252" creationId="{B65434DD-21DC-A4BB-247E-CFEC9EE6C81D}"/>
          </ac:grpSpMkLst>
        </pc:grpChg>
        <pc:grpChg chg="del mod">
          <ac:chgData name="Mahima Weerasinghe" userId="e11e3f55-42da-4e07-8ead-4d7a1d7ea1c6" providerId="ADAL" clId="{34BDDC3C-2AF4-4325-BEDB-C3E623CC2F40}" dt="2024-08-11T12:00:34.718" v="1232"/>
          <ac:grpSpMkLst>
            <pc:docMk/>
            <pc:sldMk cId="0" sldId="256"/>
            <ac:grpSpMk id="258" creationId="{B7A7B3B7-D5EB-792E-481B-E2FE98118E97}"/>
          </ac:grpSpMkLst>
        </pc:grpChg>
        <pc:grpChg chg="del mod">
          <ac:chgData name="Mahima Weerasinghe" userId="e11e3f55-42da-4e07-8ead-4d7a1d7ea1c6" providerId="ADAL" clId="{34BDDC3C-2AF4-4325-BEDB-C3E623CC2F40}" dt="2024-08-11T12:00:39.051" v="1238"/>
          <ac:grpSpMkLst>
            <pc:docMk/>
            <pc:sldMk cId="0" sldId="256"/>
            <ac:grpSpMk id="262" creationId="{7281AD3B-8538-DB06-BDF0-6BB0942CA72E}"/>
          </ac:grpSpMkLst>
        </pc:grpChg>
        <pc:grpChg chg="del mod">
          <ac:chgData name="Mahima Weerasinghe" userId="e11e3f55-42da-4e07-8ead-4d7a1d7ea1c6" providerId="ADAL" clId="{34BDDC3C-2AF4-4325-BEDB-C3E623CC2F40}" dt="2024-08-11T12:00:55.202" v="1241"/>
          <ac:grpSpMkLst>
            <pc:docMk/>
            <pc:sldMk cId="0" sldId="256"/>
            <ac:grpSpMk id="268" creationId="{5BB791F0-60AF-80AE-88B9-C4E9671FF60F}"/>
          </ac:grpSpMkLst>
        </pc:grpChg>
        <pc:grpChg chg="del mod">
          <ac:chgData name="Mahima Weerasinghe" userId="e11e3f55-42da-4e07-8ead-4d7a1d7ea1c6" providerId="ADAL" clId="{34BDDC3C-2AF4-4325-BEDB-C3E623CC2F40}" dt="2024-08-11T12:00:59.967" v="1248"/>
          <ac:grpSpMkLst>
            <pc:docMk/>
            <pc:sldMk cId="0" sldId="256"/>
            <ac:grpSpMk id="271" creationId="{9293C83A-6C01-48C3-8293-3B6DC718C89C}"/>
          </ac:grpSpMkLst>
        </pc:grpChg>
        <pc:grpChg chg="del mod">
          <ac:chgData name="Mahima Weerasinghe" userId="e11e3f55-42da-4e07-8ead-4d7a1d7ea1c6" providerId="ADAL" clId="{34BDDC3C-2AF4-4325-BEDB-C3E623CC2F40}" dt="2024-08-11T12:01:12.584" v="1263"/>
          <ac:grpSpMkLst>
            <pc:docMk/>
            <pc:sldMk cId="0" sldId="256"/>
            <ac:grpSpMk id="278" creationId="{3F30F69E-D0FA-7542-CF29-09F1C6F0CE87}"/>
          </ac:grpSpMkLst>
        </pc:grpChg>
        <pc:grpChg chg="del mod">
          <ac:chgData name="Mahima Weerasinghe" userId="e11e3f55-42da-4e07-8ead-4d7a1d7ea1c6" providerId="ADAL" clId="{34BDDC3C-2AF4-4325-BEDB-C3E623CC2F40}" dt="2024-08-11T12:01:09.816" v="1260"/>
          <ac:grpSpMkLst>
            <pc:docMk/>
            <pc:sldMk cId="0" sldId="256"/>
            <ac:grpSpMk id="282" creationId="{9C7C3D04-5D7F-8F07-302D-2C430B53C7F4}"/>
          </ac:grpSpMkLst>
        </pc:grpChg>
        <pc:grpChg chg="del mod">
          <ac:chgData name="Mahima Weerasinghe" userId="e11e3f55-42da-4e07-8ead-4d7a1d7ea1c6" providerId="ADAL" clId="{34BDDC3C-2AF4-4325-BEDB-C3E623CC2F40}" dt="2024-08-11T12:08:46.312" v="1371"/>
          <ac:grpSpMkLst>
            <pc:docMk/>
            <pc:sldMk cId="0" sldId="256"/>
            <ac:grpSpMk id="290" creationId="{9B0FE9BE-A682-8DFC-C41A-DB0AD4B09124}"/>
          </ac:grpSpMkLst>
        </pc:grpChg>
        <pc:grpChg chg="del mod">
          <ac:chgData name="Mahima Weerasinghe" userId="e11e3f55-42da-4e07-8ead-4d7a1d7ea1c6" providerId="ADAL" clId="{34BDDC3C-2AF4-4325-BEDB-C3E623CC2F40}" dt="2024-08-11T12:01:44.617" v="1283"/>
          <ac:grpSpMkLst>
            <pc:docMk/>
            <pc:sldMk cId="0" sldId="256"/>
            <ac:grpSpMk id="293" creationId="{78AEA9B2-0A2D-C100-72EB-7C1EB87AEB6C}"/>
          </ac:grpSpMkLst>
        </pc:grpChg>
        <pc:grpChg chg="del mod">
          <ac:chgData name="Mahima Weerasinghe" userId="e11e3f55-42da-4e07-8ead-4d7a1d7ea1c6" providerId="ADAL" clId="{34BDDC3C-2AF4-4325-BEDB-C3E623CC2F40}" dt="2024-08-11T12:08:46.312" v="1371"/>
          <ac:grpSpMkLst>
            <pc:docMk/>
            <pc:sldMk cId="0" sldId="256"/>
            <ac:grpSpMk id="302" creationId="{709C7823-18EC-4268-0C4B-AA0CD59E3DB4}"/>
          </ac:grpSpMkLst>
        </pc:grpChg>
        <pc:grpChg chg="del mod">
          <ac:chgData name="Mahima Weerasinghe" userId="e11e3f55-42da-4e07-8ead-4d7a1d7ea1c6" providerId="ADAL" clId="{34BDDC3C-2AF4-4325-BEDB-C3E623CC2F40}" dt="2024-08-11T12:02:20.509" v="1305"/>
          <ac:grpSpMkLst>
            <pc:docMk/>
            <pc:sldMk cId="0" sldId="256"/>
            <ac:grpSpMk id="308" creationId="{CBF86600-6B0B-31B1-C0DC-415D926BDFD5}"/>
          </ac:grpSpMkLst>
        </pc:grpChg>
        <pc:grpChg chg="del mod">
          <ac:chgData name="Mahima Weerasinghe" userId="e11e3f55-42da-4e07-8ead-4d7a1d7ea1c6" providerId="ADAL" clId="{34BDDC3C-2AF4-4325-BEDB-C3E623CC2F40}" dt="2024-08-11T12:01:48.382" v="1290"/>
          <ac:grpSpMkLst>
            <pc:docMk/>
            <pc:sldMk cId="0" sldId="256"/>
            <ac:grpSpMk id="313" creationId="{A1BE8687-7162-EBC4-3CBB-DDE7D0A196C0}"/>
          </ac:grpSpMkLst>
        </pc:grpChg>
        <pc:grpChg chg="del mod">
          <ac:chgData name="Mahima Weerasinghe" userId="e11e3f55-42da-4e07-8ead-4d7a1d7ea1c6" providerId="ADAL" clId="{34BDDC3C-2AF4-4325-BEDB-C3E623CC2F40}" dt="2024-08-11T12:01:51.551" v="1295"/>
          <ac:grpSpMkLst>
            <pc:docMk/>
            <pc:sldMk cId="0" sldId="256"/>
            <ac:grpSpMk id="320" creationId="{23A72A68-920B-F7FE-CEFA-F3DCE631BE78}"/>
          </ac:grpSpMkLst>
        </pc:grpChg>
        <pc:grpChg chg="del mod">
          <ac:chgData name="Mahima Weerasinghe" userId="e11e3f55-42da-4e07-8ead-4d7a1d7ea1c6" providerId="ADAL" clId="{34BDDC3C-2AF4-4325-BEDB-C3E623CC2F40}" dt="2024-08-11T12:01:54.361" v="1301"/>
          <ac:grpSpMkLst>
            <pc:docMk/>
            <pc:sldMk cId="0" sldId="256"/>
            <ac:grpSpMk id="325" creationId="{B548D006-7C2F-7D96-02BE-32CCD17F9F70}"/>
          </ac:grpSpMkLst>
        </pc:grpChg>
        <pc:grpChg chg="del mod">
          <ac:chgData name="Mahima Weerasinghe" userId="e11e3f55-42da-4e07-8ead-4d7a1d7ea1c6" providerId="ADAL" clId="{34BDDC3C-2AF4-4325-BEDB-C3E623CC2F40}" dt="2024-08-11T12:08:46.312" v="1371"/>
          <ac:grpSpMkLst>
            <pc:docMk/>
            <pc:sldMk cId="0" sldId="256"/>
            <ac:grpSpMk id="331" creationId="{4F2B0431-8239-9FCC-C4E1-4F311AD64699}"/>
          </ac:grpSpMkLst>
        </pc:grpChg>
        <pc:grpChg chg="del mod">
          <ac:chgData name="Mahima Weerasinghe" userId="e11e3f55-42da-4e07-8ead-4d7a1d7ea1c6" providerId="ADAL" clId="{34BDDC3C-2AF4-4325-BEDB-C3E623CC2F40}" dt="2024-08-11T12:02:27.100" v="1322"/>
          <ac:grpSpMkLst>
            <pc:docMk/>
            <pc:sldMk cId="0" sldId="256"/>
            <ac:grpSpMk id="335" creationId="{AE53A5EF-6933-3A68-9AAA-E8310B6EF536}"/>
          </ac:grpSpMkLst>
        </pc:grpChg>
        <pc:grpChg chg="del mod">
          <ac:chgData name="Mahima Weerasinghe" userId="e11e3f55-42da-4e07-8ead-4d7a1d7ea1c6" providerId="ADAL" clId="{34BDDC3C-2AF4-4325-BEDB-C3E623CC2F40}" dt="2024-08-11T12:08:46.312" v="1371"/>
          <ac:grpSpMkLst>
            <pc:docMk/>
            <pc:sldMk cId="0" sldId="256"/>
            <ac:grpSpMk id="352" creationId="{902ADCA5-75E5-D775-4427-409F0519B948}"/>
          </ac:grpSpMkLst>
        </pc:grpChg>
        <pc:grpChg chg="del mod">
          <ac:chgData name="Mahima Weerasinghe" userId="e11e3f55-42da-4e07-8ead-4d7a1d7ea1c6" providerId="ADAL" clId="{34BDDC3C-2AF4-4325-BEDB-C3E623CC2F40}" dt="2024-08-11T12:08:46.312" v="1371"/>
          <ac:grpSpMkLst>
            <pc:docMk/>
            <pc:sldMk cId="0" sldId="256"/>
            <ac:grpSpMk id="353" creationId="{5554A50D-94A8-A6B8-49A3-E776436F993B}"/>
          </ac:grpSpMkLst>
        </pc:grpChg>
        <pc:grpChg chg="del mod">
          <ac:chgData name="Mahima Weerasinghe" userId="e11e3f55-42da-4e07-8ead-4d7a1d7ea1c6" providerId="ADAL" clId="{34BDDC3C-2AF4-4325-BEDB-C3E623CC2F40}" dt="2024-08-11T12:08:46.312" v="1371"/>
          <ac:grpSpMkLst>
            <pc:docMk/>
            <pc:sldMk cId="0" sldId="256"/>
            <ac:grpSpMk id="366" creationId="{4CFE3DB3-2255-929F-0A66-9ECA499DD32E}"/>
          </ac:grpSpMkLst>
        </pc:grpChg>
        <pc:grpChg chg="del mod">
          <ac:chgData name="Mahima Weerasinghe" userId="e11e3f55-42da-4e07-8ead-4d7a1d7ea1c6" providerId="ADAL" clId="{34BDDC3C-2AF4-4325-BEDB-C3E623CC2F40}" dt="2024-08-11T12:08:46.312" v="1371"/>
          <ac:grpSpMkLst>
            <pc:docMk/>
            <pc:sldMk cId="0" sldId="256"/>
            <ac:grpSpMk id="367" creationId="{359CBA1D-8ED1-3CFA-FFFE-2150BA8B1A86}"/>
          </ac:grpSpMkLst>
        </pc:grpChg>
        <pc:grpChg chg="del mod">
          <ac:chgData name="Mahima Weerasinghe" userId="e11e3f55-42da-4e07-8ead-4d7a1d7ea1c6" providerId="ADAL" clId="{34BDDC3C-2AF4-4325-BEDB-C3E623CC2F40}" dt="2024-08-11T12:13:00.203" v="1441"/>
          <ac:grpSpMkLst>
            <pc:docMk/>
            <pc:sldMk cId="0" sldId="256"/>
            <ac:grpSpMk id="370" creationId="{A0DE85AD-88A6-ACB8-E052-C99EE32039E8}"/>
          </ac:grpSpMkLst>
        </pc:grpChg>
        <pc:grpChg chg="del mod">
          <ac:chgData name="Mahima Weerasinghe" userId="e11e3f55-42da-4e07-8ead-4d7a1d7ea1c6" providerId="ADAL" clId="{34BDDC3C-2AF4-4325-BEDB-C3E623CC2F40}" dt="2024-08-11T12:13:17.920" v="1464"/>
          <ac:grpSpMkLst>
            <pc:docMk/>
            <pc:sldMk cId="0" sldId="256"/>
            <ac:grpSpMk id="373" creationId="{529D0DBB-CAC1-D57F-805A-A79C53B88D94}"/>
          </ac:grpSpMkLst>
        </pc:grpChg>
        <pc:grpChg chg="del mod">
          <ac:chgData name="Mahima Weerasinghe" userId="e11e3f55-42da-4e07-8ead-4d7a1d7ea1c6" providerId="ADAL" clId="{34BDDC3C-2AF4-4325-BEDB-C3E623CC2F40}" dt="2024-08-11T12:08:11.466" v="1350"/>
          <ac:grpSpMkLst>
            <pc:docMk/>
            <pc:sldMk cId="0" sldId="256"/>
            <ac:grpSpMk id="377" creationId="{6236D508-B266-D398-F886-B86503AD76B3}"/>
          </ac:grpSpMkLst>
        </pc:grpChg>
        <pc:grpChg chg="del mod">
          <ac:chgData name="Mahima Weerasinghe" userId="e11e3f55-42da-4e07-8ead-4d7a1d7ea1c6" providerId="ADAL" clId="{34BDDC3C-2AF4-4325-BEDB-C3E623CC2F40}" dt="2024-08-11T12:08:46.312" v="1371"/>
          <ac:grpSpMkLst>
            <pc:docMk/>
            <pc:sldMk cId="0" sldId="256"/>
            <ac:grpSpMk id="382" creationId="{B5EA9BC4-6F3F-AD01-9C72-D0379BBE24EA}"/>
          </ac:grpSpMkLst>
        </pc:grpChg>
        <pc:grpChg chg="del mod">
          <ac:chgData name="Mahima Weerasinghe" userId="e11e3f55-42da-4e07-8ead-4d7a1d7ea1c6" providerId="ADAL" clId="{34BDDC3C-2AF4-4325-BEDB-C3E623CC2F40}" dt="2024-08-11T12:08:46.312" v="1371"/>
          <ac:grpSpMkLst>
            <pc:docMk/>
            <pc:sldMk cId="0" sldId="256"/>
            <ac:grpSpMk id="390" creationId="{2E58FB4D-CCDC-6AF5-F627-C62FBD0781E9}"/>
          </ac:grpSpMkLst>
        </pc:grpChg>
        <pc:grpChg chg="del mod">
          <ac:chgData name="Mahima Weerasinghe" userId="e11e3f55-42da-4e07-8ead-4d7a1d7ea1c6" providerId="ADAL" clId="{34BDDC3C-2AF4-4325-BEDB-C3E623CC2F40}" dt="2024-08-11T12:08:52.356" v="1382"/>
          <ac:grpSpMkLst>
            <pc:docMk/>
            <pc:sldMk cId="0" sldId="256"/>
            <ac:grpSpMk id="403" creationId="{7413DC0D-5268-FB96-D798-9DB75A4D5BE6}"/>
          </ac:grpSpMkLst>
        </pc:grpChg>
        <pc:grpChg chg="del mod">
          <ac:chgData name="Mahima Weerasinghe" userId="e11e3f55-42da-4e07-8ead-4d7a1d7ea1c6" providerId="ADAL" clId="{34BDDC3C-2AF4-4325-BEDB-C3E623CC2F40}" dt="2024-08-11T12:09:06.159" v="1385"/>
          <ac:grpSpMkLst>
            <pc:docMk/>
            <pc:sldMk cId="0" sldId="256"/>
            <ac:grpSpMk id="414" creationId="{D5B2A8CB-A74F-990B-6299-CA487731B615}"/>
          </ac:grpSpMkLst>
        </pc:grpChg>
        <pc:grpChg chg="del mod">
          <ac:chgData name="Mahima Weerasinghe" userId="e11e3f55-42da-4e07-8ead-4d7a1d7ea1c6" providerId="ADAL" clId="{34BDDC3C-2AF4-4325-BEDB-C3E623CC2F40}" dt="2024-08-11T12:14:07.561" v="1488"/>
          <ac:grpSpMkLst>
            <pc:docMk/>
            <pc:sldMk cId="0" sldId="256"/>
            <ac:grpSpMk id="417" creationId="{CEAA054A-B06E-C4B0-9717-B76698039CCF}"/>
          </ac:grpSpMkLst>
        </pc:grpChg>
        <pc:grpChg chg="del mod">
          <ac:chgData name="Mahima Weerasinghe" userId="e11e3f55-42da-4e07-8ead-4d7a1d7ea1c6" providerId="ADAL" clId="{34BDDC3C-2AF4-4325-BEDB-C3E623CC2F40}" dt="2024-08-11T12:14:07.561" v="1488"/>
          <ac:grpSpMkLst>
            <pc:docMk/>
            <pc:sldMk cId="0" sldId="256"/>
            <ac:grpSpMk id="433" creationId="{8A5B1DD3-B7BF-B5C6-FA42-C133A2BE8166}"/>
          </ac:grpSpMkLst>
        </pc:grpChg>
        <pc:grpChg chg="del mod">
          <ac:chgData name="Mahima Weerasinghe" userId="e11e3f55-42da-4e07-8ead-4d7a1d7ea1c6" providerId="ADAL" clId="{34BDDC3C-2AF4-4325-BEDB-C3E623CC2F40}" dt="2024-08-11T12:12:02.346" v="1434"/>
          <ac:grpSpMkLst>
            <pc:docMk/>
            <pc:sldMk cId="0" sldId="256"/>
            <ac:grpSpMk id="437" creationId="{32989910-21B5-24AF-1A80-C2E81446EF56}"/>
          </ac:grpSpMkLst>
        </pc:grpChg>
        <pc:grpChg chg="del mod">
          <ac:chgData name="Mahima Weerasinghe" userId="e11e3f55-42da-4e07-8ead-4d7a1d7ea1c6" providerId="ADAL" clId="{34BDDC3C-2AF4-4325-BEDB-C3E623CC2F40}" dt="2024-08-11T12:12:02.346" v="1434"/>
          <ac:grpSpMkLst>
            <pc:docMk/>
            <pc:sldMk cId="0" sldId="256"/>
            <ac:grpSpMk id="449" creationId="{82C7D334-F155-C4D6-98C9-B7FEF257D625}"/>
          </ac:grpSpMkLst>
        </pc:grpChg>
        <pc:grpChg chg="del mod">
          <ac:chgData name="Mahima Weerasinghe" userId="e11e3f55-42da-4e07-8ead-4d7a1d7ea1c6" providerId="ADAL" clId="{34BDDC3C-2AF4-4325-BEDB-C3E623CC2F40}" dt="2024-08-11T12:12:02.346" v="1434"/>
          <ac:grpSpMkLst>
            <pc:docMk/>
            <pc:sldMk cId="0" sldId="256"/>
            <ac:grpSpMk id="450" creationId="{6EF3C6E6-BDDD-0543-17F1-537B9BB05614}"/>
          </ac:grpSpMkLst>
        </pc:grpChg>
        <pc:grpChg chg="del mod">
          <ac:chgData name="Mahima Weerasinghe" userId="e11e3f55-42da-4e07-8ead-4d7a1d7ea1c6" providerId="ADAL" clId="{34BDDC3C-2AF4-4325-BEDB-C3E623CC2F40}" dt="2024-08-11T12:14:36.006" v="1503"/>
          <ac:grpSpMkLst>
            <pc:docMk/>
            <pc:sldMk cId="0" sldId="256"/>
            <ac:grpSpMk id="467" creationId="{344EBF17-BBA7-A3D5-6298-C44153F578BB}"/>
          </ac:grpSpMkLst>
        </pc:grpChg>
        <pc:grpChg chg="del mod">
          <ac:chgData name="Mahima Weerasinghe" userId="e11e3f55-42da-4e07-8ead-4d7a1d7ea1c6" providerId="ADAL" clId="{34BDDC3C-2AF4-4325-BEDB-C3E623CC2F40}" dt="2024-08-11T12:13:00.203" v="1441"/>
          <ac:grpSpMkLst>
            <pc:docMk/>
            <pc:sldMk cId="0" sldId="256"/>
            <ac:grpSpMk id="470" creationId="{F9693DE8-BAB0-EE1E-5D92-8C36202016D7}"/>
          </ac:grpSpMkLst>
        </pc:grpChg>
        <pc:grpChg chg="del mod">
          <ac:chgData name="Mahima Weerasinghe" userId="e11e3f55-42da-4e07-8ead-4d7a1d7ea1c6" providerId="ADAL" clId="{34BDDC3C-2AF4-4325-BEDB-C3E623CC2F40}" dt="2024-08-11T12:13:08.070" v="1451"/>
          <ac:grpSpMkLst>
            <pc:docMk/>
            <pc:sldMk cId="0" sldId="256"/>
            <ac:grpSpMk id="474" creationId="{8F41FA1F-286F-7945-039C-726A9A339D35}"/>
          </ac:grpSpMkLst>
        </pc:grpChg>
        <pc:grpChg chg="del mod">
          <ac:chgData name="Mahima Weerasinghe" userId="e11e3f55-42da-4e07-8ead-4d7a1d7ea1c6" providerId="ADAL" clId="{34BDDC3C-2AF4-4325-BEDB-C3E623CC2F40}" dt="2024-08-11T12:13:09.865" v="1454"/>
          <ac:grpSpMkLst>
            <pc:docMk/>
            <pc:sldMk cId="0" sldId="256"/>
            <ac:grpSpMk id="484" creationId="{781EB009-F0D3-4936-29F2-5D973886DA91}"/>
          </ac:grpSpMkLst>
        </pc:grpChg>
        <pc:grpChg chg="del mod">
          <ac:chgData name="Mahima Weerasinghe" userId="e11e3f55-42da-4e07-8ead-4d7a1d7ea1c6" providerId="ADAL" clId="{34BDDC3C-2AF4-4325-BEDB-C3E623CC2F40}" dt="2024-08-11T12:13:12.500" v="1457"/>
          <ac:grpSpMkLst>
            <pc:docMk/>
            <pc:sldMk cId="0" sldId="256"/>
            <ac:grpSpMk id="487" creationId="{144D2481-53CB-0FB1-A322-0722349092B7}"/>
          </ac:grpSpMkLst>
        </pc:grpChg>
        <pc:grpChg chg="del mod">
          <ac:chgData name="Mahima Weerasinghe" userId="e11e3f55-42da-4e07-8ead-4d7a1d7ea1c6" providerId="ADAL" clId="{34BDDC3C-2AF4-4325-BEDB-C3E623CC2F40}" dt="2024-08-11T12:13:47.612" v="1467"/>
          <ac:grpSpMkLst>
            <pc:docMk/>
            <pc:sldMk cId="0" sldId="256"/>
            <ac:grpSpMk id="490" creationId="{819A3CE9-3EAC-2682-0BFA-F4E6A673CCA4}"/>
          </ac:grpSpMkLst>
        </pc:grpChg>
        <pc:grpChg chg="del mod">
          <ac:chgData name="Mahima Weerasinghe" userId="e11e3f55-42da-4e07-8ead-4d7a1d7ea1c6" providerId="ADAL" clId="{34BDDC3C-2AF4-4325-BEDB-C3E623CC2F40}" dt="2024-08-11T12:13:47.612" v="1467"/>
          <ac:grpSpMkLst>
            <pc:docMk/>
            <pc:sldMk cId="0" sldId="256"/>
            <ac:grpSpMk id="497" creationId="{CBB89D40-EA92-EAD9-8B87-B3DADBB89C01}"/>
          </ac:grpSpMkLst>
        </pc:grpChg>
        <pc:grpChg chg="del mod">
          <ac:chgData name="Mahima Weerasinghe" userId="e11e3f55-42da-4e07-8ead-4d7a1d7ea1c6" providerId="ADAL" clId="{34BDDC3C-2AF4-4325-BEDB-C3E623CC2F40}" dt="2024-08-11T12:13:54.957" v="1483"/>
          <ac:grpSpMkLst>
            <pc:docMk/>
            <pc:sldMk cId="0" sldId="256"/>
            <ac:grpSpMk id="500" creationId="{D3427C2A-A6DA-B552-4037-98843A26515F}"/>
          </ac:grpSpMkLst>
        </pc:grpChg>
        <pc:grpChg chg="del mod">
          <ac:chgData name="Mahima Weerasinghe" userId="e11e3f55-42da-4e07-8ead-4d7a1d7ea1c6" providerId="ADAL" clId="{34BDDC3C-2AF4-4325-BEDB-C3E623CC2F40}" dt="2024-08-11T12:13:54.957" v="1483"/>
          <ac:grpSpMkLst>
            <pc:docMk/>
            <pc:sldMk cId="0" sldId="256"/>
            <ac:grpSpMk id="504" creationId="{11A50169-EB9D-CFF3-9365-FC449E10D257}"/>
          </ac:grpSpMkLst>
        </pc:grpChg>
        <pc:grpChg chg="del mod">
          <ac:chgData name="Mahima Weerasinghe" userId="e11e3f55-42da-4e07-8ead-4d7a1d7ea1c6" providerId="ADAL" clId="{34BDDC3C-2AF4-4325-BEDB-C3E623CC2F40}" dt="2024-08-11T12:14:06.550" v="1486"/>
          <ac:grpSpMkLst>
            <pc:docMk/>
            <pc:sldMk cId="0" sldId="256"/>
            <ac:grpSpMk id="516" creationId="{32C91895-443D-6072-56F3-CE657293EB0C}"/>
          </ac:grpSpMkLst>
        </pc:grpChg>
        <pc:grpChg chg="del mod">
          <ac:chgData name="Mahima Weerasinghe" userId="e11e3f55-42da-4e07-8ead-4d7a1d7ea1c6" providerId="ADAL" clId="{34BDDC3C-2AF4-4325-BEDB-C3E623CC2F40}" dt="2024-08-11T12:14:07.561" v="1488"/>
          <ac:grpSpMkLst>
            <pc:docMk/>
            <pc:sldMk cId="0" sldId="256"/>
            <ac:grpSpMk id="519" creationId="{BE47BB36-BF5B-02DC-F63C-7F1EFF1F274B}"/>
          </ac:grpSpMkLst>
        </pc:grpChg>
        <pc:grpChg chg="del mod">
          <ac:chgData name="Mahima Weerasinghe" userId="e11e3f55-42da-4e07-8ead-4d7a1d7ea1c6" providerId="ADAL" clId="{34BDDC3C-2AF4-4325-BEDB-C3E623CC2F40}" dt="2024-08-11T12:14:21.461" v="1491"/>
          <ac:grpSpMkLst>
            <pc:docMk/>
            <pc:sldMk cId="0" sldId="256"/>
            <ac:grpSpMk id="521" creationId="{89A8BBFD-537C-4791-C89C-0A6C8807443D}"/>
          </ac:grpSpMkLst>
        </pc:grpChg>
        <pc:grpChg chg="del mod">
          <ac:chgData name="Mahima Weerasinghe" userId="e11e3f55-42da-4e07-8ead-4d7a1d7ea1c6" providerId="ADAL" clId="{34BDDC3C-2AF4-4325-BEDB-C3E623CC2F40}" dt="2024-08-11T12:14:28.467" v="1494"/>
          <ac:grpSpMkLst>
            <pc:docMk/>
            <pc:sldMk cId="0" sldId="256"/>
            <ac:grpSpMk id="524" creationId="{F42D9E77-DBA5-42CB-17D3-F95476792C1D}"/>
          </ac:grpSpMkLst>
        </pc:grpChg>
        <pc:grpChg chg="del mod">
          <ac:chgData name="Mahima Weerasinghe" userId="e11e3f55-42da-4e07-8ead-4d7a1d7ea1c6" providerId="ADAL" clId="{34BDDC3C-2AF4-4325-BEDB-C3E623CC2F40}" dt="2024-08-11T12:14:36.006" v="1503"/>
          <ac:grpSpMkLst>
            <pc:docMk/>
            <pc:sldMk cId="0" sldId="256"/>
            <ac:grpSpMk id="527" creationId="{CA637EB6-EEB6-2F5E-83CF-8BE1DEA1D8F2}"/>
          </ac:grpSpMkLst>
        </pc:grpChg>
        <pc:grpChg chg="del mod">
          <ac:chgData name="Mahima Weerasinghe" userId="e11e3f55-42da-4e07-8ead-4d7a1d7ea1c6" providerId="ADAL" clId="{34BDDC3C-2AF4-4325-BEDB-C3E623CC2F40}" dt="2024-08-11T12:14:36.006" v="1503"/>
          <ac:grpSpMkLst>
            <pc:docMk/>
            <pc:sldMk cId="0" sldId="256"/>
            <ac:grpSpMk id="532" creationId="{9BA694C7-5099-E7C8-8AD9-A61807EF8BE2}"/>
          </ac:grpSpMkLst>
        </pc:grpChg>
        <pc:grpChg chg="del mod">
          <ac:chgData name="Mahima Weerasinghe" userId="e11e3f55-42da-4e07-8ead-4d7a1d7ea1c6" providerId="ADAL" clId="{34BDDC3C-2AF4-4325-BEDB-C3E623CC2F40}" dt="2024-08-11T12:14:43.024" v="1506"/>
          <ac:grpSpMkLst>
            <pc:docMk/>
            <pc:sldMk cId="0" sldId="256"/>
            <ac:grpSpMk id="536" creationId="{88276087-5BF0-203F-031F-2009254B7FD2}"/>
          </ac:grpSpMkLst>
        </pc:grpChg>
        <pc:grpChg chg="del mod">
          <ac:chgData name="Mahima Weerasinghe" userId="e11e3f55-42da-4e07-8ead-4d7a1d7ea1c6" providerId="ADAL" clId="{34BDDC3C-2AF4-4325-BEDB-C3E623CC2F40}" dt="2024-08-11T12:15:11.337" v="1509"/>
          <ac:grpSpMkLst>
            <pc:docMk/>
            <pc:sldMk cId="0" sldId="256"/>
            <ac:grpSpMk id="539" creationId="{8012A986-969B-5F66-51E8-090BCC749080}"/>
          </ac:grpSpMkLst>
        </pc:grpChg>
        <pc:grpChg chg="del mod">
          <ac:chgData name="Mahima Weerasinghe" userId="e11e3f55-42da-4e07-8ead-4d7a1d7ea1c6" providerId="ADAL" clId="{34BDDC3C-2AF4-4325-BEDB-C3E623CC2F40}" dt="2024-08-11T12:15:14.224" v="1511"/>
          <ac:grpSpMkLst>
            <pc:docMk/>
            <pc:sldMk cId="0" sldId="256"/>
            <ac:grpSpMk id="542" creationId="{1740D7F3-13A9-758F-917A-D976CF2A7034}"/>
          </ac:grpSpMkLst>
        </pc:grpChg>
        <pc:grpChg chg="del mod">
          <ac:chgData name="Mahima Weerasinghe" userId="e11e3f55-42da-4e07-8ead-4d7a1d7ea1c6" providerId="ADAL" clId="{34BDDC3C-2AF4-4325-BEDB-C3E623CC2F40}" dt="2024-08-11T12:15:28.438" v="1516"/>
          <ac:grpSpMkLst>
            <pc:docMk/>
            <pc:sldMk cId="0" sldId="256"/>
            <ac:grpSpMk id="544" creationId="{6DFD6376-92BD-1461-398E-A90043C07DF0}"/>
          </ac:grpSpMkLst>
        </pc:grpChg>
        <pc:grpChg chg="del mod">
          <ac:chgData name="Mahima Weerasinghe" userId="e11e3f55-42da-4e07-8ead-4d7a1d7ea1c6" providerId="ADAL" clId="{34BDDC3C-2AF4-4325-BEDB-C3E623CC2F40}" dt="2024-08-11T12:15:31.784" v="1519"/>
          <ac:grpSpMkLst>
            <pc:docMk/>
            <pc:sldMk cId="0" sldId="256"/>
            <ac:grpSpMk id="549" creationId="{6C59CDF2-EC38-B141-31C7-2B33D8E36AB0}"/>
          </ac:grpSpMkLst>
        </pc:grpChg>
        <pc:grpChg chg="del mod">
          <ac:chgData name="Mahima Weerasinghe" userId="e11e3f55-42da-4e07-8ead-4d7a1d7ea1c6" providerId="ADAL" clId="{34BDDC3C-2AF4-4325-BEDB-C3E623CC2F40}" dt="2024-08-11T12:15:59.656" v="1542"/>
          <ac:grpSpMkLst>
            <pc:docMk/>
            <pc:sldMk cId="0" sldId="256"/>
            <ac:grpSpMk id="552" creationId="{D4CE5418-72CD-6612-C239-A969D7DD6D84}"/>
          </ac:grpSpMkLst>
        </pc:grpChg>
        <pc:grpChg chg="mod">
          <ac:chgData name="Mahima Weerasinghe" userId="e11e3f55-42da-4e07-8ead-4d7a1d7ea1c6" providerId="ADAL" clId="{34BDDC3C-2AF4-4325-BEDB-C3E623CC2F40}" dt="2024-08-11T12:15:46.261" v="1523"/>
          <ac:grpSpMkLst>
            <pc:docMk/>
            <pc:sldMk cId="0" sldId="256"/>
            <ac:grpSpMk id="556" creationId="{A656A5A9-8602-4130-BA07-9A8647078F1F}"/>
          </ac:grpSpMkLst>
        </pc:grpChg>
        <pc:grpChg chg="del mod">
          <ac:chgData name="Mahima Weerasinghe" userId="e11e3f55-42da-4e07-8ead-4d7a1d7ea1c6" providerId="ADAL" clId="{34BDDC3C-2AF4-4325-BEDB-C3E623CC2F40}" dt="2024-08-11T12:15:59.656" v="1542"/>
          <ac:grpSpMkLst>
            <pc:docMk/>
            <pc:sldMk cId="0" sldId="256"/>
            <ac:grpSpMk id="559" creationId="{BDC24FC6-E1FE-C09D-AFE8-5B7E1F205E7F}"/>
          </ac:grpSpMkLst>
        </pc:grpChg>
        <pc:grpChg chg="del mod">
          <ac:chgData name="Mahima Weerasinghe" userId="e11e3f55-42da-4e07-8ead-4d7a1d7ea1c6" providerId="ADAL" clId="{34BDDC3C-2AF4-4325-BEDB-C3E623CC2F40}" dt="2024-08-11T12:16:02.271" v="1547"/>
          <ac:grpSpMkLst>
            <pc:docMk/>
            <pc:sldMk cId="0" sldId="256"/>
            <ac:grpSpMk id="575" creationId="{ED48D9B6-8EBD-9FBC-E1DD-C26DAD1F6A7C}"/>
          </ac:grpSpMkLst>
        </pc:grpChg>
        <pc:grpChg chg="mod">
          <ac:chgData name="Mahima Weerasinghe" userId="e11e3f55-42da-4e07-8ead-4d7a1d7ea1c6" providerId="ADAL" clId="{34BDDC3C-2AF4-4325-BEDB-C3E623CC2F40}" dt="2024-08-11T12:16:02.271" v="1547"/>
          <ac:grpSpMkLst>
            <pc:docMk/>
            <pc:sldMk cId="0" sldId="256"/>
            <ac:grpSpMk id="580" creationId="{E79FADF8-A071-82A2-3926-5F8761F1CF17}"/>
          </ac:grpSpMkLst>
        </pc:grpChg>
        <pc:inkChg chg="add mod">
          <ac:chgData name="Mahima Weerasinghe" userId="e11e3f55-42da-4e07-8ead-4d7a1d7ea1c6" providerId="ADAL" clId="{34BDDC3C-2AF4-4325-BEDB-C3E623CC2F40}" dt="2024-08-11T12:15:59.656" v="1542"/>
          <ac:inkMkLst>
            <pc:docMk/>
            <pc:sldMk cId="0" sldId="256"/>
            <ac:inkMk id="4" creationId="{D29582E5-DC91-2F44-6343-AC933F5213FA}"/>
          </ac:inkMkLst>
        </pc:inkChg>
        <pc:inkChg chg="add mod">
          <ac:chgData name="Mahima Weerasinghe" userId="e11e3f55-42da-4e07-8ead-4d7a1d7ea1c6" providerId="ADAL" clId="{34BDDC3C-2AF4-4325-BEDB-C3E623CC2F40}" dt="2024-08-11T12:15:59.656" v="1542"/>
          <ac:inkMkLst>
            <pc:docMk/>
            <pc:sldMk cId="0" sldId="256"/>
            <ac:inkMk id="5" creationId="{00045D11-44CF-B5FA-2893-3EBB8105C9A5}"/>
          </ac:inkMkLst>
        </pc:inkChg>
        <pc:inkChg chg="add mod">
          <ac:chgData name="Mahima Weerasinghe" userId="e11e3f55-42da-4e07-8ead-4d7a1d7ea1c6" providerId="ADAL" clId="{34BDDC3C-2AF4-4325-BEDB-C3E623CC2F40}" dt="2024-08-11T12:15:59.656" v="1542"/>
          <ac:inkMkLst>
            <pc:docMk/>
            <pc:sldMk cId="0" sldId="256"/>
            <ac:inkMk id="6" creationId="{62FD8E38-B56A-119F-4F64-8D2115F2B54F}"/>
          </ac:inkMkLst>
        </pc:inkChg>
        <pc:inkChg chg="add mod">
          <ac:chgData name="Mahima Weerasinghe" userId="e11e3f55-42da-4e07-8ead-4d7a1d7ea1c6" providerId="ADAL" clId="{34BDDC3C-2AF4-4325-BEDB-C3E623CC2F40}" dt="2024-08-11T12:15:59.656" v="1542"/>
          <ac:inkMkLst>
            <pc:docMk/>
            <pc:sldMk cId="0" sldId="256"/>
            <ac:inkMk id="7" creationId="{C0E719C7-F02D-963B-2A8E-30628B8C8C4C}"/>
          </ac:inkMkLst>
        </pc:inkChg>
        <pc:inkChg chg="add mod">
          <ac:chgData name="Mahima Weerasinghe" userId="e11e3f55-42da-4e07-8ead-4d7a1d7ea1c6" providerId="ADAL" clId="{34BDDC3C-2AF4-4325-BEDB-C3E623CC2F40}" dt="2024-08-11T12:15:59.656" v="1542"/>
          <ac:inkMkLst>
            <pc:docMk/>
            <pc:sldMk cId="0" sldId="256"/>
            <ac:inkMk id="8" creationId="{66D6735F-D86E-B490-96A8-E24A72D34AE5}"/>
          </ac:inkMkLst>
        </pc:inkChg>
        <pc:inkChg chg="add mod">
          <ac:chgData name="Mahima Weerasinghe" userId="e11e3f55-42da-4e07-8ead-4d7a1d7ea1c6" providerId="ADAL" clId="{34BDDC3C-2AF4-4325-BEDB-C3E623CC2F40}" dt="2024-08-11T12:15:59.656" v="1542"/>
          <ac:inkMkLst>
            <pc:docMk/>
            <pc:sldMk cId="0" sldId="256"/>
            <ac:inkMk id="10" creationId="{A5F7036E-BA93-0684-1082-37F82D617C2F}"/>
          </ac:inkMkLst>
        </pc:inkChg>
        <pc:inkChg chg="add mod">
          <ac:chgData name="Mahima Weerasinghe" userId="e11e3f55-42da-4e07-8ead-4d7a1d7ea1c6" providerId="ADAL" clId="{34BDDC3C-2AF4-4325-BEDB-C3E623CC2F40}" dt="2024-08-11T12:15:59.656" v="1542"/>
          <ac:inkMkLst>
            <pc:docMk/>
            <pc:sldMk cId="0" sldId="256"/>
            <ac:inkMk id="11" creationId="{8798FD08-44CB-4ACE-1EC1-4B633A8D067B}"/>
          </ac:inkMkLst>
        </pc:inkChg>
        <pc:inkChg chg="add mod">
          <ac:chgData name="Mahima Weerasinghe" userId="e11e3f55-42da-4e07-8ead-4d7a1d7ea1c6" providerId="ADAL" clId="{34BDDC3C-2AF4-4325-BEDB-C3E623CC2F40}" dt="2024-08-11T12:15:59.656" v="1542"/>
          <ac:inkMkLst>
            <pc:docMk/>
            <pc:sldMk cId="0" sldId="256"/>
            <ac:inkMk id="12" creationId="{7A6834D2-0B1A-E155-CC81-214019B80E13}"/>
          </ac:inkMkLst>
        </pc:inkChg>
        <pc:inkChg chg="add mod">
          <ac:chgData name="Mahima Weerasinghe" userId="e11e3f55-42da-4e07-8ead-4d7a1d7ea1c6" providerId="ADAL" clId="{34BDDC3C-2AF4-4325-BEDB-C3E623CC2F40}" dt="2024-08-11T12:15:59.656" v="1542"/>
          <ac:inkMkLst>
            <pc:docMk/>
            <pc:sldMk cId="0" sldId="256"/>
            <ac:inkMk id="13" creationId="{AFA49176-0310-19D0-7A57-2BB6777C218F}"/>
          </ac:inkMkLst>
        </pc:inkChg>
        <pc:inkChg chg="add mod">
          <ac:chgData name="Mahima Weerasinghe" userId="e11e3f55-42da-4e07-8ead-4d7a1d7ea1c6" providerId="ADAL" clId="{34BDDC3C-2AF4-4325-BEDB-C3E623CC2F40}" dt="2024-08-11T12:15:59.656" v="1542"/>
          <ac:inkMkLst>
            <pc:docMk/>
            <pc:sldMk cId="0" sldId="256"/>
            <ac:inkMk id="14" creationId="{036624ED-E435-D521-B062-39634759901D}"/>
          </ac:inkMkLst>
        </pc:inkChg>
        <pc:inkChg chg="add mod">
          <ac:chgData name="Mahima Weerasinghe" userId="e11e3f55-42da-4e07-8ead-4d7a1d7ea1c6" providerId="ADAL" clId="{34BDDC3C-2AF4-4325-BEDB-C3E623CC2F40}" dt="2024-08-11T12:15:59.656" v="1542"/>
          <ac:inkMkLst>
            <pc:docMk/>
            <pc:sldMk cId="0" sldId="256"/>
            <ac:inkMk id="15" creationId="{73F72196-656F-1EC4-5B29-0C4D36EFC841}"/>
          </ac:inkMkLst>
        </pc:inkChg>
        <pc:inkChg chg="add mod">
          <ac:chgData name="Mahima Weerasinghe" userId="e11e3f55-42da-4e07-8ead-4d7a1d7ea1c6" providerId="ADAL" clId="{34BDDC3C-2AF4-4325-BEDB-C3E623CC2F40}" dt="2024-08-11T12:15:59.656" v="1542"/>
          <ac:inkMkLst>
            <pc:docMk/>
            <pc:sldMk cId="0" sldId="256"/>
            <ac:inkMk id="17" creationId="{A2F86134-4D99-B89B-D4A2-2B21F303E1CE}"/>
          </ac:inkMkLst>
        </pc:inkChg>
        <pc:inkChg chg="add mod">
          <ac:chgData name="Mahima Weerasinghe" userId="e11e3f55-42da-4e07-8ead-4d7a1d7ea1c6" providerId="ADAL" clId="{34BDDC3C-2AF4-4325-BEDB-C3E623CC2F40}" dt="2024-08-11T12:15:59.656" v="1542"/>
          <ac:inkMkLst>
            <pc:docMk/>
            <pc:sldMk cId="0" sldId="256"/>
            <ac:inkMk id="19" creationId="{0D81AD0D-D615-349B-3117-E502ECF6BE30}"/>
          </ac:inkMkLst>
        </pc:inkChg>
        <pc:inkChg chg="add mod">
          <ac:chgData name="Mahima Weerasinghe" userId="e11e3f55-42da-4e07-8ead-4d7a1d7ea1c6" providerId="ADAL" clId="{34BDDC3C-2AF4-4325-BEDB-C3E623CC2F40}" dt="2024-08-11T12:15:59.656" v="1542"/>
          <ac:inkMkLst>
            <pc:docMk/>
            <pc:sldMk cId="0" sldId="256"/>
            <ac:inkMk id="20" creationId="{5EEC8DC9-3185-21A8-8D6C-41E03D0826C9}"/>
          </ac:inkMkLst>
        </pc:inkChg>
        <pc:inkChg chg="add mod">
          <ac:chgData name="Mahima Weerasinghe" userId="e11e3f55-42da-4e07-8ead-4d7a1d7ea1c6" providerId="ADAL" clId="{34BDDC3C-2AF4-4325-BEDB-C3E623CC2F40}" dt="2024-08-11T12:15:59.656" v="1542"/>
          <ac:inkMkLst>
            <pc:docMk/>
            <pc:sldMk cId="0" sldId="256"/>
            <ac:inkMk id="21" creationId="{381F7144-4BA4-EF71-F37B-D1BB8C8F2BEF}"/>
          </ac:inkMkLst>
        </pc:inkChg>
        <pc:inkChg chg="add mod">
          <ac:chgData name="Mahima Weerasinghe" userId="e11e3f55-42da-4e07-8ead-4d7a1d7ea1c6" providerId="ADAL" clId="{34BDDC3C-2AF4-4325-BEDB-C3E623CC2F40}" dt="2024-08-11T12:15:59.656" v="1542"/>
          <ac:inkMkLst>
            <pc:docMk/>
            <pc:sldMk cId="0" sldId="256"/>
            <ac:inkMk id="22" creationId="{58F06C93-456D-43FA-BAE8-C510A8B353FD}"/>
          </ac:inkMkLst>
        </pc:inkChg>
        <pc:inkChg chg="add mod">
          <ac:chgData name="Mahima Weerasinghe" userId="e11e3f55-42da-4e07-8ead-4d7a1d7ea1c6" providerId="ADAL" clId="{34BDDC3C-2AF4-4325-BEDB-C3E623CC2F40}" dt="2024-08-11T12:15:59.656" v="1542"/>
          <ac:inkMkLst>
            <pc:docMk/>
            <pc:sldMk cId="0" sldId="256"/>
            <ac:inkMk id="24" creationId="{BDC8C61B-1A4D-34AC-C5DB-4B35ABD2EC71}"/>
          </ac:inkMkLst>
        </pc:inkChg>
        <pc:inkChg chg="add mod">
          <ac:chgData name="Mahima Weerasinghe" userId="e11e3f55-42da-4e07-8ead-4d7a1d7ea1c6" providerId="ADAL" clId="{34BDDC3C-2AF4-4325-BEDB-C3E623CC2F40}" dt="2024-08-11T12:15:59.656" v="1542"/>
          <ac:inkMkLst>
            <pc:docMk/>
            <pc:sldMk cId="0" sldId="256"/>
            <ac:inkMk id="25" creationId="{8438CDAD-6BD6-DF90-EED1-E3BD5C9E1158}"/>
          </ac:inkMkLst>
        </pc:inkChg>
        <pc:inkChg chg="add mod">
          <ac:chgData name="Mahima Weerasinghe" userId="e11e3f55-42da-4e07-8ead-4d7a1d7ea1c6" providerId="ADAL" clId="{34BDDC3C-2AF4-4325-BEDB-C3E623CC2F40}" dt="2024-08-11T12:15:59.656" v="1542"/>
          <ac:inkMkLst>
            <pc:docMk/>
            <pc:sldMk cId="0" sldId="256"/>
            <ac:inkMk id="26" creationId="{CE23537C-11CC-EDDC-B064-C71DF9185638}"/>
          </ac:inkMkLst>
        </pc:inkChg>
        <pc:inkChg chg="add mod">
          <ac:chgData name="Mahima Weerasinghe" userId="e11e3f55-42da-4e07-8ead-4d7a1d7ea1c6" providerId="ADAL" clId="{34BDDC3C-2AF4-4325-BEDB-C3E623CC2F40}" dt="2024-08-11T12:15:59.656" v="1542"/>
          <ac:inkMkLst>
            <pc:docMk/>
            <pc:sldMk cId="0" sldId="256"/>
            <ac:inkMk id="27" creationId="{0B0073BE-6A8B-422D-9573-F1A4CEB9AD08}"/>
          </ac:inkMkLst>
        </pc:inkChg>
        <pc:inkChg chg="add mod">
          <ac:chgData name="Mahima Weerasinghe" userId="e11e3f55-42da-4e07-8ead-4d7a1d7ea1c6" providerId="ADAL" clId="{34BDDC3C-2AF4-4325-BEDB-C3E623CC2F40}" dt="2024-08-11T12:15:59.656" v="1542"/>
          <ac:inkMkLst>
            <pc:docMk/>
            <pc:sldMk cId="0" sldId="256"/>
            <ac:inkMk id="28" creationId="{79E0046C-F959-4CC0-E7A4-C4EF92386684}"/>
          </ac:inkMkLst>
        </pc:inkChg>
        <pc:inkChg chg="add mod">
          <ac:chgData name="Mahima Weerasinghe" userId="e11e3f55-42da-4e07-8ead-4d7a1d7ea1c6" providerId="ADAL" clId="{34BDDC3C-2AF4-4325-BEDB-C3E623CC2F40}" dt="2024-08-11T12:15:59.656" v="1542"/>
          <ac:inkMkLst>
            <pc:docMk/>
            <pc:sldMk cId="0" sldId="256"/>
            <ac:inkMk id="29" creationId="{87B2C3FD-1EBB-F600-FCEF-B314893CDBE1}"/>
          </ac:inkMkLst>
        </pc:inkChg>
        <pc:inkChg chg="add mod">
          <ac:chgData name="Mahima Weerasinghe" userId="e11e3f55-42da-4e07-8ead-4d7a1d7ea1c6" providerId="ADAL" clId="{34BDDC3C-2AF4-4325-BEDB-C3E623CC2F40}" dt="2024-08-11T12:15:59.656" v="1542"/>
          <ac:inkMkLst>
            <pc:docMk/>
            <pc:sldMk cId="0" sldId="256"/>
            <ac:inkMk id="30" creationId="{B149C55C-B5C4-2E2F-62E6-4C33C236E52C}"/>
          </ac:inkMkLst>
        </pc:inkChg>
        <pc:inkChg chg="add mod">
          <ac:chgData name="Mahima Weerasinghe" userId="e11e3f55-42da-4e07-8ead-4d7a1d7ea1c6" providerId="ADAL" clId="{34BDDC3C-2AF4-4325-BEDB-C3E623CC2F40}" dt="2024-08-11T12:15:59.656" v="1542"/>
          <ac:inkMkLst>
            <pc:docMk/>
            <pc:sldMk cId="0" sldId="256"/>
            <ac:inkMk id="31" creationId="{239780D0-8DD5-D593-4104-2F175A6AD7DB}"/>
          </ac:inkMkLst>
        </pc:inkChg>
        <pc:inkChg chg="add mod">
          <ac:chgData name="Mahima Weerasinghe" userId="e11e3f55-42da-4e07-8ead-4d7a1d7ea1c6" providerId="ADAL" clId="{34BDDC3C-2AF4-4325-BEDB-C3E623CC2F40}" dt="2024-08-11T12:15:59.656" v="1542"/>
          <ac:inkMkLst>
            <pc:docMk/>
            <pc:sldMk cId="0" sldId="256"/>
            <ac:inkMk id="32" creationId="{0ECD25B8-362A-8071-C9E9-A38B4FB801C1}"/>
          </ac:inkMkLst>
        </pc:inkChg>
        <pc:inkChg chg="add mod">
          <ac:chgData name="Mahima Weerasinghe" userId="e11e3f55-42da-4e07-8ead-4d7a1d7ea1c6" providerId="ADAL" clId="{34BDDC3C-2AF4-4325-BEDB-C3E623CC2F40}" dt="2024-08-11T12:15:59.656" v="1542"/>
          <ac:inkMkLst>
            <pc:docMk/>
            <pc:sldMk cId="0" sldId="256"/>
            <ac:inkMk id="33" creationId="{A1810FE6-9760-6574-BB9A-852D5739F201}"/>
          </ac:inkMkLst>
        </pc:inkChg>
        <pc:inkChg chg="add mod">
          <ac:chgData name="Mahima Weerasinghe" userId="e11e3f55-42da-4e07-8ead-4d7a1d7ea1c6" providerId="ADAL" clId="{34BDDC3C-2AF4-4325-BEDB-C3E623CC2F40}" dt="2024-08-11T12:15:59.656" v="1542"/>
          <ac:inkMkLst>
            <pc:docMk/>
            <pc:sldMk cId="0" sldId="256"/>
            <ac:inkMk id="34" creationId="{8A882D04-BFEB-E7AE-9EF7-DEB9B3F467EC}"/>
          </ac:inkMkLst>
        </pc:inkChg>
        <pc:inkChg chg="add mod">
          <ac:chgData name="Mahima Weerasinghe" userId="e11e3f55-42da-4e07-8ead-4d7a1d7ea1c6" providerId="ADAL" clId="{34BDDC3C-2AF4-4325-BEDB-C3E623CC2F40}" dt="2024-08-11T12:15:59.656" v="1542"/>
          <ac:inkMkLst>
            <pc:docMk/>
            <pc:sldMk cId="0" sldId="256"/>
            <ac:inkMk id="36" creationId="{DBAD8EBB-63B3-367D-B474-B871941C045F}"/>
          </ac:inkMkLst>
        </pc:inkChg>
        <pc:inkChg chg="add mod">
          <ac:chgData name="Mahima Weerasinghe" userId="e11e3f55-42da-4e07-8ead-4d7a1d7ea1c6" providerId="ADAL" clId="{34BDDC3C-2AF4-4325-BEDB-C3E623CC2F40}" dt="2024-08-11T12:15:59.656" v="1542"/>
          <ac:inkMkLst>
            <pc:docMk/>
            <pc:sldMk cId="0" sldId="256"/>
            <ac:inkMk id="37" creationId="{7D277065-6892-A817-BFBD-7C881F6678AE}"/>
          </ac:inkMkLst>
        </pc:inkChg>
        <pc:inkChg chg="add mod">
          <ac:chgData name="Mahima Weerasinghe" userId="e11e3f55-42da-4e07-8ead-4d7a1d7ea1c6" providerId="ADAL" clId="{34BDDC3C-2AF4-4325-BEDB-C3E623CC2F40}" dt="2024-08-11T12:15:59.656" v="1542"/>
          <ac:inkMkLst>
            <pc:docMk/>
            <pc:sldMk cId="0" sldId="256"/>
            <ac:inkMk id="38" creationId="{3B0DD1EB-0F38-AAAB-9F0B-3E9014EF70C0}"/>
          </ac:inkMkLst>
        </pc:inkChg>
        <pc:inkChg chg="add mod">
          <ac:chgData name="Mahima Weerasinghe" userId="e11e3f55-42da-4e07-8ead-4d7a1d7ea1c6" providerId="ADAL" clId="{34BDDC3C-2AF4-4325-BEDB-C3E623CC2F40}" dt="2024-08-11T12:15:59.656" v="1542"/>
          <ac:inkMkLst>
            <pc:docMk/>
            <pc:sldMk cId="0" sldId="256"/>
            <ac:inkMk id="39" creationId="{923F3539-FD3F-C416-4E25-E652E2242188}"/>
          </ac:inkMkLst>
        </pc:inkChg>
        <pc:inkChg chg="add mod">
          <ac:chgData name="Mahima Weerasinghe" userId="e11e3f55-42da-4e07-8ead-4d7a1d7ea1c6" providerId="ADAL" clId="{34BDDC3C-2AF4-4325-BEDB-C3E623CC2F40}" dt="2024-08-11T12:15:59.656" v="1542"/>
          <ac:inkMkLst>
            <pc:docMk/>
            <pc:sldMk cId="0" sldId="256"/>
            <ac:inkMk id="40" creationId="{F824A2D4-4BA9-14DC-49DE-FAB01E631709}"/>
          </ac:inkMkLst>
        </pc:inkChg>
        <pc:inkChg chg="add mod">
          <ac:chgData name="Mahima Weerasinghe" userId="e11e3f55-42da-4e07-8ead-4d7a1d7ea1c6" providerId="ADAL" clId="{34BDDC3C-2AF4-4325-BEDB-C3E623CC2F40}" dt="2024-08-11T12:15:59.656" v="1542"/>
          <ac:inkMkLst>
            <pc:docMk/>
            <pc:sldMk cId="0" sldId="256"/>
            <ac:inkMk id="41" creationId="{07084588-A359-6708-73A8-E7A74C51B3F4}"/>
          </ac:inkMkLst>
        </pc:inkChg>
        <pc:inkChg chg="add mod">
          <ac:chgData name="Mahima Weerasinghe" userId="e11e3f55-42da-4e07-8ead-4d7a1d7ea1c6" providerId="ADAL" clId="{34BDDC3C-2AF4-4325-BEDB-C3E623CC2F40}" dt="2024-08-11T12:15:59.656" v="1542"/>
          <ac:inkMkLst>
            <pc:docMk/>
            <pc:sldMk cId="0" sldId="256"/>
            <ac:inkMk id="42" creationId="{58280F63-2FCE-680A-E368-2CB16E6EC087}"/>
          </ac:inkMkLst>
        </pc:inkChg>
        <pc:inkChg chg="add mod">
          <ac:chgData name="Mahima Weerasinghe" userId="e11e3f55-42da-4e07-8ead-4d7a1d7ea1c6" providerId="ADAL" clId="{34BDDC3C-2AF4-4325-BEDB-C3E623CC2F40}" dt="2024-08-11T12:15:59.656" v="1542"/>
          <ac:inkMkLst>
            <pc:docMk/>
            <pc:sldMk cId="0" sldId="256"/>
            <ac:inkMk id="43" creationId="{C721180A-0729-C4FC-3005-726801276875}"/>
          </ac:inkMkLst>
        </pc:inkChg>
        <pc:inkChg chg="add mod">
          <ac:chgData name="Mahima Weerasinghe" userId="e11e3f55-42da-4e07-8ead-4d7a1d7ea1c6" providerId="ADAL" clId="{34BDDC3C-2AF4-4325-BEDB-C3E623CC2F40}" dt="2024-08-11T12:15:59.656" v="1542"/>
          <ac:inkMkLst>
            <pc:docMk/>
            <pc:sldMk cId="0" sldId="256"/>
            <ac:inkMk id="46" creationId="{40788F1B-B94D-5873-9009-0C25064FE37D}"/>
          </ac:inkMkLst>
        </pc:inkChg>
        <pc:inkChg chg="add mod">
          <ac:chgData name="Mahima Weerasinghe" userId="e11e3f55-42da-4e07-8ead-4d7a1d7ea1c6" providerId="ADAL" clId="{34BDDC3C-2AF4-4325-BEDB-C3E623CC2F40}" dt="2024-08-11T12:15:59.656" v="1542"/>
          <ac:inkMkLst>
            <pc:docMk/>
            <pc:sldMk cId="0" sldId="256"/>
            <ac:inkMk id="47" creationId="{90CF4157-FF9C-01D5-0AE7-0ECB7D46D71E}"/>
          </ac:inkMkLst>
        </pc:inkChg>
        <pc:inkChg chg="add mod">
          <ac:chgData name="Mahima Weerasinghe" userId="e11e3f55-42da-4e07-8ead-4d7a1d7ea1c6" providerId="ADAL" clId="{34BDDC3C-2AF4-4325-BEDB-C3E623CC2F40}" dt="2024-08-11T12:15:59.656" v="1542"/>
          <ac:inkMkLst>
            <pc:docMk/>
            <pc:sldMk cId="0" sldId="256"/>
            <ac:inkMk id="48" creationId="{378FF1E6-0EC1-E09C-3B84-A17AE4C81CF1}"/>
          </ac:inkMkLst>
        </pc:inkChg>
        <pc:inkChg chg="add mod">
          <ac:chgData name="Mahima Weerasinghe" userId="e11e3f55-42da-4e07-8ead-4d7a1d7ea1c6" providerId="ADAL" clId="{34BDDC3C-2AF4-4325-BEDB-C3E623CC2F40}" dt="2024-08-11T12:15:59.656" v="1542"/>
          <ac:inkMkLst>
            <pc:docMk/>
            <pc:sldMk cId="0" sldId="256"/>
            <ac:inkMk id="49" creationId="{AC1EBAA9-E018-7698-E63E-0DD71532B71B}"/>
          </ac:inkMkLst>
        </pc:inkChg>
        <pc:inkChg chg="add mod">
          <ac:chgData name="Mahima Weerasinghe" userId="e11e3f55-42da-4e07-8ead-4d7a1d7ea1c6" providerId="ADAL" clId="{34BDDC3C-2AF4-4325-BEDB-C3E623CC2F40}" dt="2024-08-11T12:15:59.656" v="1542"/>
          <ac:inkMkLst>
            <pc:docMk/>
            <pc:sldMk cId="0" sldId="256"/>
            <ac:inkMk id="50" creationId="{B44ED934-BCFD-C305-FF56-E298E15DF13C}"/>
          </ac:inkMkLst>
        </pc:inkChg>
        <pc:inkChg chg="add mod">
          <ac:chgData name="Mahima Weerasinghe" userId="e11e3f55-42da-4e07-8ead-4d7a1d7ea1c6" providerId="ADAL" clId="{34BDDC3C-2AF4-4325-BEDB-C3E623CC2F40}" dt="2024-08-11T12:15:59.656" v="1542"/>
          <ac:inkMkLst>
            <pc:docMk/>
            <pc:sldMk cId="0" sldId="256"/>
            <ac:inkMk id="51" creationId="{E6C026EC-D62D-2B33-5164-49EBBA56F5A5}"/>
          </ac:inkMkLst>
        </pc:inkChg>
        <pc:inkChg chg="add mod">
          <ac:chgData name="Mahima Weerasinghe" userId="e11e3f55-42da-4e07-8ead-4d7a1d7ea1c6" providerId="ADAL" clId="{34BDDC3C-2AF4-4325-BEDB-C3E623CC2F40}" dt="2024-08-11T12:15:59.656" v="1542"/>
          <ac:inkMkLst>
            <pc:docMk/>
            <pc:sldMk cId="0" sldId="256"/>
            <ac:inkMk id="52" creationId="{631A8AC7-4ED5-71BE-F2CB-8DFBFB0B0369}"/>
          </ac:inkMkLst>
        </pc:inkChg>
        <pc:inkChg chg="add mod">
          <ac:chgData name="Mahima Weerasinghe" userId="e11e3f55-42da-4e07-8ead-4d7a1d7ea1c6" providerId="ADAL" clId="{34BDDC3C-2AF4-4325-BEDB-C3E623CC2F40}" dt="2024-08-11T12:15:59.656" v="1542"/>
          <ac:inkMkLst>
            <pc:docMk/>
            <pc:sldMk cId="0" sldId="256"/>
            <ac:inkMk id="54" creationId="{9A724460-7D68-7EE9-EDEF-B6347715F720}"/>
          </ac:inkMkLst>
        </pc:inkChg>
        <pc:inkChg chg="add mod">
          <ac:chgData name="Mahima Weerasinghe" userId="e11e3f55-42da-4e07-8ead-4d7a1d7ea1c6" providerId="ADAL" clId="{34BDDC3C-2AF4-4325-BEDB-C3E623CC2F40}" dt="2024-08-11T12:15:59.656" v="1542"/>
          <ac:inkMkLst>
            <pc:docMk/>
            <pc:sldMk cId="0" sldId="256"/>
            <ac:inkMk id="55" creationId="{23A92167-0E76-8393-81EC-39106860D0A0}"/>
          </ac:inkMkLst>
        </pc:inkChg>
        <pc:inkChg chg="add mod">
          <ac:chgData name="Mahima Weerasinghe" userId="e11e3f55-42da-4e07-8ead-4d7a1d7ea1c6" providerId="ADAL" clId="{34BDDC3C-2AF4-4325-BEDB-C3E623CC2F40}" dt="2024-08-11T12:15:59.656" v="1542"/>
          <ac:inkMkLst>
            <pc:docMk/>
            <pc:sldMk cId="0" sldId="256"/>
            <ac:inkMk id="57" creationId="{14FF1E6F-74DC-C42B-E1B2-AA107095D6CB}"/>
          </ac:inkMkLst>
        </pc:inkChg>
        <pc:inkChg chg="add mod">
          <ac:chgData name="Mahima Weerasinghe" userId="e11e3f55-42da-4e07-8ead-4d7a1d7ea1c6" providerId="ADAL" clId="{34BDDC3C-2AF4-4325-BEDB-C3E623CC2F40}" dt="2024-08-11T12:15:59.656" v="1542"/>
          <ac:inkMkLst>
            <pc:docMk/>
            <pc:sldMk cId="0" sldId="256"/>
            <ac:inkMk id="58" creationId="{1DD305BF-73A2-C73E-C686-79B07ECD5043}"/>
          </ac:inkMkLst>
        </pc:inkChg>
        <pc:inkChg chg="add mod">
          <ac:chgData name="Mahima Weerasinghe" userId="e11e3f55-42da-4e07-8ead-4d7a1d7ea1c6" providerId="ADAL" clId="{34BDDC3C-2AF4-4325-BEDB-C3E623CC2F40}" dt="2024-08-11T12:15:59.656" v="1542"/>
          <ac:inkMkLst>
            <pc:docMk/>
            <pc:sldMk cId="0" sldId="256"/>
            <ac:inkMk id="60" creationId="{E5672A5B-E6AE-B4AD-5A4D-36471FF21D0C}"/>
          </ac:inkMkLst>
        </pc:inkChg>
        <pc:inkChg chg="add mod">
          <ac:chgData name="Mahima Weerasinghe" userId="e11e3f55-42da-4e07-8ead-4d7a1d7ea1c6" providerId="ADAL" clId="{34BDDC3C-2AF4-4325-BEDB-C3E623CC2F40}" dt="2024-08-11T12:15:59.656" v="1542"/>
          <ac:inkMkLst>
            <pc:docMk/>
            <pc:sldMk cId="0" sldId="256"/>
            <ac:inkMk id="61" creationId="{F762C373-5AD6-D032-C19C-9EA070A5EBF1}"/>
          </ac:inkMkLst>
        </pc:inkChg>
        <pc:inkChg chg="add mod">
          <ac:chgData name="Mahima Weerasinghe" userId="e11e3f55-42da-4e07-8ead-4d7a1d7ea1c6" providerId="ADAL" clId="{34BDDC3C-2AF4-4325-BEDB-C3E623CC2F40}" dt="2024-08-11T12:15:59.656" v="1542"/>
          <ac:inkMkLst>
            <pc:docMk/>
            <pc:sldMk cId="0" sldId="256"/>
            <ac:inkMk id="62" creationId="{7E5A7899-32A6-EF8B-0A9D-E0C45536207A}"/>
          </ac:inkMkLst>
        </pc:inkChg>
        <pc:inkChg chg="add mod">
          <ac:chgData name="Mahima Weerasinghe" userId="e11e3f55-42da-4e07-8ead-4d7a1d7ea1c6" providerId="ADAL" clId="{34BDDC3C-2AF4-4325-BEDB-C3E623CC2F40}" dt="2024-08-11T12:15:59.656" v="1542"/>
          <ac:inkMkLst>
            <pc:docMk/>
            <pc:sldMk cId="0" sldId="256"/>
            <ac:inkMk id="63" creationId="{5419661A-8320-57A9-EC1F-C7B67E40C336}"/>
          </ac:inkMkLst>
        </pc:inkChg>
        <pc:inkChg chg="add mod">
          <ac:chgData name="Mahima Weerasinghe" userId="e11e3f55-42da-4e07-8ead-4d7a1d7ea1c6" providerId="ADAL" clId="{34BDDC3C-2AF4-4325-BEDB-C3E623CC2F40}" dt="2024-08-11T12:15:59.656" v="1542"/>
          <ac:inkMkLst>
            <pc:docMk/>
            <pc:sldMk cId="0" sldId="256"/>
            <ac:inkMk id="64" creationId="{D10D72CE-57D8-874C-8A07-E8323E3EC999}"/>
          </ac:inkMkLst>
        </pc:inkChg>
        <pc:inkChg chg="add mod">
          <ac:chgData name="Mahima Weerasinghe" userId="e11e3f55-42da-4e07-8ead-4d7a1d7ea1c6" providerId="ADAL" clId="{34BDDC3C-2AF4-4325-BEDB-C3E623CC2F40}" dt="2024-08-11T12:15:59.656" v="1542"/>
          <ac:inkMkLst>
            <pc:docMk/>
            <pc:sldMk cId="0" sldId="256"/>
            <ac:inkMk id="67" creationId="{FCAC4FFE-05AC-6CC2-46A2-631DF928986D}"/>
          </ac:inkMkLst>
        </pc:inkChg>
        <pc:inkChg chg="add mod">
          <ac:chgData name="Mahima Weerasinghe" userId="e11e3f55-42da-4e07-8ead-4d7a1d7ea1c6" providerId="ADAL" clId="{34BDDC3C-2AF4-4325-BEDB-C3E623CC2F40}" dt="2024-08-11T12:15:59.656" v="1542"/>
          <ac:inkMkLst>
            <pc:docMk/>
            <pc:sldMk cId="0" sldId="256"/>
            <ac:inkMk id="68" creationId="{03FA0C66-0FD7-9E59-CEC4-F648E4AC773E}"/>
          </ac:inkMkLst>
        </pc:inkChg>
        <pc:inkChg chg="add mod">
          <ac:chgData name="Mahima Weerasinghe" userId="e11e3f55-42da-4e07-8ead-4d7a1d7ea1c6" providerId="ADAL" clId="{34BDDC3C-2AF4-4325-BEDB-C3E623CC2F40}" dt="2024-08-11T12:15:59.656" v="1542"/>
          <ac:inkMkLst>
            <pc:docMk/>
            <pc:sldMk cId="0" sldId="256"/>
            <ac:inkMk id="70" creationId="{E17D386B-B385-3B1B-8432-FC459C8A518D}"/>
          </ac:inkMkLst>
        </pc:inkChg>
        <pc:inkChg chg="add mod">
          <ac:chgData name="Mahima Weerasinghe" userId="e11e3f55-42da-4e07-8ead-4d7a1d7ea1c6" providerId="ADAL" clId="{34BDDC3C-2AF4-4325-BEDB-C3E623CC2F40}" dt="2024-08-11T12:15:59.656" v="1542"/>
          <ac:inkMkLst>
            <pc:docMk/>
            <pc:sldMk cId="0" sldId="256"/>
            <ac:inkMk id="71" creationId="{5FB1606C-991E-BC7E-51C3-E8C7FA50DBD2}"/>
          </ac:inkMkLst>
        </pc:inkChg>
        <pc:inkChg chg="add mod">
          <ac:chgData name="Mahima Weerasinghe" userId="e11e3f55-42da-4e07-8ead-4d7a1d7ea1c6" providerId="ADAL" clId="{34BDDC3C-2AF4-4325-BEDB-C3E623CC2F40}" dt="2024-08-11T12:15:59.656" v="1542"/>
          <ac:inkMkLst>
            <pc:docMk/>
            <pc:sldMk cId="0" sldId="256"/>
            <ac:inkMk id="73" creationId="{EE078620-28E9-7B07-162C-2EBAD24AFB79}"/>
          </ac:inkMkLst>
        </pc:inkChg>
        <pc:inkChg chg="add mod">
          <ac:chgData name="Mahima Weerasinghe" userId="e11e3f55-42da-4e07-8ead-4d7a1d7ea1c6" providerId="ADAL" clId="{34BDDC3C-2AF4-4325-BEDB-C3E623CC2F40}" dt="2024-08-11T12:15:59.656" v="1542"/>
          <ac:inkMkLst>
            <pc:docMk/>
            <pc:sldMk cId="0" sldId="256"/>
            <ac:inkMk id="74" creationId="{CB7969E9-5723-1087-3EBE-937E53CCD070}"/>
          </ac:inkMkLst>
        </pc:inkChg>
        <pc:inkChg chg="add mod">
          <ac:chgData name="Mahima Weerasinghe" userId="e11e3f55-42da-4e07-8ead-4d7a1d7ea1c6" providerId="ADAL" clId="{34BDDC3C-2AF4-4325-BEDB-C3E623CC2F40}" dt="2024-08-11T12:15:59.656" v="1542"/>
          <ac:inkMkLst>
            <pc:docMk/>
            <pc:sldMk cId="0" sldId="256"/>
            <ac:inkMk id="75" creationId="{A36F0EAA-F14F-89A7-DC58-CEF425391020}"/>
          </ac:inkMkLst>
        </pc:inkChg>
        <pc:inkChg chg="add mod">
          <ac:chgData name="Mahima Weerasinghe" userId="e11e3f55-42da-4e07-8ead-4d7a1d7ea1c6" providerId="ADAL" clId="{34BDDC3C-2AF4-4325-BEDB-C3E623CC2F40}" dt="2024-08-11T12:15:59.656" v="1542"/>
          <ac:inkMkLst>
            <pc:docMk/>
            <pc:sldMk cId="0" sldId="256"/>
            <ac:inkMk id="76" creationId="{5B993374-6B9A-F13D-610E-21924CF3DA9E}"/>
          </ac:inkMkLst>
        </pc:inkChg>
        <pc:inkChg chg="add mod">
          <ac:chgData name="Mahima Weerasinghe" userId="e11e3f55-42da-4e07-8ead-4d7a1d7ea1c6" providerId="ADAL" clId="{34BDDC3C-2AF4-4325-BEDB-C3E623CC2F40}" dt="2024-08-11T12:15:59.656" v="1542"/>
          <ac:inkMkLst>
            <pc:docMk/>
            <pc:sldMk cId="0" sldId="256"/>
            <ac:inkMk id="77" creationId="{2731874D-2A51-7808-BE50-CF4812F7D618}"/>
          </ac:inkMkLst>
        </pc:inkChg>
        <pc:inkChg chg="add mod">
          <ac:chgData name="Mahima Weerasinghe" userId="e11e3f55-42da-4e07-8ead-4d7a1d7ea1c6" providerId="ADAL" clId="{34BDDC3C-2AF4-4325-BEDB-C3E623CC2F40}" dt="2024-08-11T12:15:59.656" v="1542"/>
          <ac:inkMkLst>
            <pc:docMk/>
            <pc:sldMk cId="0" sldId="256"/>
            <ac:inkMk id="78" creationId="{DED51E6C-D95A-74D1-32B9-56EF35596F4C}"/>
          </ac:inkMkLst>
        </pc:inkChg>
        <pc:inkChg chg="add mod">
          <ac:chgData name="Mahima Weerasinghe" userId="e11e3f55-42da-4e07-8ead-4d7a1d7ea1c6" providerId="ADAL" clId="{34BDDC3C-2AF4-4325-BEDB-C3E623CC2F40}" dt="2024-08-11T12:15:59.656" v="1542"/>
          <ac:inkMkLst>
            <pc:docMk/>
            <pc:sldMk cId="0" sldId="256"/>
            <ac:inkMk id="79" creationId="{A288FA89-90AD-12AA-CD8D-F6BFE626F1E5}"/>
          </ac:inkMkLst>
        </pc:inkChg>
        <pc:inkChg chg="add mod">
          <ac:chgData name="Mahima Weerasinghe" userId="e11e3f55-42da-4e07-8ead-4d7a1d7ea1c6" providerId="ADAL" clId="{34BDDC3C-2AF4-4325-BEDB-C3E623CC2F40}" dt="2024-08-11T12:15:59.656" v="1542"/>
          <ac:inkMkLst>
            <pc:docMk/>
            <pc:sldMk cId="0" sldId="256"/>
            <ac:inkMk id="80" creationId="{A5F03C71-9588-6574-A7DA-72C4336F9999}"/>
          </ac:inkMkLst>
        </pc:inkChg>
        <pc:inkChg chg="add mod">
          <ac:chgData name="Mahima Weerasinghe" userId="e11e3f55-42da-4e07-8ead-4d7a1d7ea1c6" providerId="ADAL" clId="{34BDDC3C-2AF4-4325-BEDB-C3E623CC2F40}" dt="2024-08-11T12:15:59.656" v="1542"/>
          <ac:inkMkLst>
            <pc:docMk/>
            <pc:sldMk cId="0" sldId="256"/>
            <ac:inkMk id="82" creationId="{DD238AAA-A29E-C16F-1B41-334EE7203E08}"/>
          </ac:inkMkLst>
        </pc:inkChg>
        <pc:inkChg chg="add mod">
          <ac:chgData name="Mahima Weerasinghe" userId="e11e3f55-42da-4e07-8ead-4d7a1d7ea1c6" providerId="ADAL" clId="{34BDDC3C-2AF4-4325-BEDB-C3E623CC2F40}" dt="2024-08-11T12:15:59.656" v="1542"/>
          <ac:inkMkLst>
            <pc:docMk/>
            <pc:sldMk cId="0" sldId="256"/>
            <ac:inkMk id="83" creationId="{7912281E-75E8-3022-AA23-16D69A97C091}"/>
          </ac:inkMkLst>
        </pc:inkChg>
        <pc:inkChg chg="add mod">
          <ac:chgData name="Mahima Weerasinghe" userId="e11e3f55-42da-4e07-8ead-4d7a1d7ea1c6" providerId="ADAL" clId="{34BDDC3C-2AF4-4325-BEDB-C3E623CC2F40}" dt="2024-08-11T12:15:59.656" v="1542"/>
          <ac:inkMkLst>
            <pc:docMk/>
            <pc:sldMk cId="0" sldId="256"/>
            <ac:inkMk id="84" creationId="{07B3B206-D0D2-E357-B16A-B656F8E3C592}"/>
          </ac:inkMkLst>
        </pc:inkChg>
        <pc:inkChg chg="add mod">
          <ac:chgData name="Mahima Weerasinghe" userId="e11e3f55-42da-4e07-8ead-4d7a1d7ea1c6" providerId="ADAL" clId="{34BDDC3C-2AF4-4325-BEDB-C3E623CC2F40}" dt="2024-08-11T12:15:59.656" v="1542"/>
          <ac:inkMkLst>
            <pc:docMk/>
            <pc:sldMk cId="0" sldId="256"/>
            <ac:inkMk id="85" creationId="{003BAD8F-1D77-B2DA-7A14-4F4EDC292F8F}"/>
          </ac:inkMkLst>
        </pc:inkChg>
        <pc:inkChg chg="add mod">
          <ac:chgData name="Mahima Weerasinghe" userId="e11e3f55-42da-4e07-8ead-4d7a1d7ea1c6" providerId="ADAL" clId="{34BDDC3C-2AF4-4325-BEDB-C3E623CC2F40}" dt="2024-08-11T12:15:59.656" v="1542"/>
          <ac:inkMkLst>
            <pc:docMk/>
            <pc:sldMk cId="0" sldId="256"/>
            <ac:inkMk id="86" creationId="{837CFCFA-A09D-5457-5DE5-F4441C5FD10A}"/>
          </ac:inkMkLst>
        </pc:inkChg>
        <pc:inkChg chg="add mod">
          <ac:chgData name="Mahima Weerasinghe" userId="e11e3f55-42da-4e07-8ead-4d7a1d7ea1c6" providerId="ADAL" clId="{34BDDC3C-2AF4-4325-BEDB-C3E623CC2F40}" dt="2024-08-11T12:15:59.656" v="1542"/>
          <ac:inkMkLst>
            <pc:docMk/>
            <pc:sldMk cId="0" sldId="256"/>
            <ac:inkMk id="87" creationId="{8213DC20-5E95-B6D1-10E2-DB05CEDA8CB2}"/>
          </ac:inkMkLst>
        </pc:inkChg>
        <pc:inkChg chg="add mod">
          <ac:chgData name="Mahima Weerasinghe" userId="e11e3f55-42da-4e07-8ead-4d7a1d7ea1c6" providerId="ADAL" clId="{34BDDC3C-2AF4-4325-BEDB-C3E623CC2F40}" dt="2024-08-11T12:15:59.656" v="1542"/>
          <ac:inkMkLst>
            <pc:docMk/>
            <pc:sldMk cId="0" sldId="256"/>
            <ac:inkMk id="89" creationId="{6E49BACF-A43E-64AF-D4D5-92F99EB35837}"/>
          </ac:inkMkLst>
        </pc:inkChg>
        <pc:inkChg chg="add mod">
          <ac:chgData name="Mahima Weerasinghe" userId="e11e3f55-42da-4e07-8ead-4d7a1d7ea1c6" providerId="ADAL" clId="{34BDDC3C-2AF4-4325-BEDB-C3E623CC2F40}" dt="2024-08-11T12:15:59.656" v="1542"/>
          <ac:inkMkLst>
            <pc:docMk/>
            <pc:sldMk cId="0" sldId="256"/>
            <ac:inkMk id="90" creationId="{7458CE25-B447-45B8-1FF0-016048E5AA4F}"/>
          </ac:inkMkLst>
        </pc:inkChg>
        <pc:inkChg chg="add mod">
          <ac:chgData name="Mahima Weerasinghe" userId="e11e3f55-42da-4e07-8ead-4d7a1d7ea1c6" providerId="ADAL" clId="{34BDDC3C-2AF4-4325-BEDB-C3E623CC2F40}" dt="2024-08-11T12:15:59.656" v="1542"/>
          <ac:inkMkLst>
            <pc:docMk/>
            <pc:sldMk cId="0" sldId="256"/>
            <ac:inkMk id="91" creationId="{FC1ECEAD-10B2-85D3-09B7-F62DF93BA4BE}"/>
          </ac:inkMkLst>
        </pc:inkChg>
        <pc:inkChg chg="add mod">
          <ac:chgData name="Mahima Weerasinghe" userId="e11e3f55-42da-4e07-8ead-4d7a1d7ea1c6" providerId="ADAL" clId="{34BDDC3C-2AF4-4325-BEDB-C3E623CC2F40}" dt="2024-08-11T12:15:59.656" v="1542"/>
          <ac:inkMkLst>
            <pc:docMk/>
            <pc:sldMk cId="0" sldId="256"/>
            <ac:inkMk id="92" creationId="{D81B82EC-E9E9-4F2A-4197-F7B4E2D7470B}"/>
          </ac:inkMkLst>
        </pc:inkChg>
        <pc:inkChg chg="add mod">
          <ac:chgData name="Mahima Weerasinghe" userId="e11e3f55-42da-4e07-8ead-4d7a1d7ea1c6" providerId="ADAL" clId="{34BDDC3C-2AF4-4325-BEDB-C3E623CC2F40}" dt="2024-08-11T12:15:59.656" v="1542"/>
          <ac:inkMkLst>
            <pc:docMk/>
            <pc:sldMk cId="0" sldId="256"/>
            <ac:inkMk id="93" creationId="{89A69073-395B-AA2E-57F2-BFAE5EE52D02}"/>
          </ac:inkMkLst>
        </pc:inkChg>
        <pc:inkChg chg="add mod">
          <ac:chgData name="Mahima Weerasinghe" userId="e11e3f55-42da-4e07-8ead-4d7a1d7ea1c6" providerId="ADAL" clId="{34BDDC3C-2AF4-4325-BEDB-C3E623CC2F40}" dt="2024-08-11T12:15:59.656" v="1542"/>
          <ac:inkMkLst>
            <pc:docMk/>
            <pc:sldMk cId="0" sldId="256"/>
            <ac:inkMk id="94" creationId="{ECE455FC-4E7C-BD34-76C0-838CC8AC2B3A}"/>
          </ac:inkMkLst>
        </pc:inkChg>
        <pc:inkChg chg="add mod">
          <ac:chgData name="Mahima Weerasinghe" userId="e11e3f55-42da-4e07-8ead-4d7a1d7ea1c6" providerId="ADAL" clId="{34BDDC3C-2AF4-4325-BEDB-C3E623CC2F40}" dt="2024-08-11T12:15:59.656" v="1542"/>
          <ac:inkMkLst>
            <pc:docMk/>
            <pc:sldMk cId="0" sldId="256"/>
            <ac:inkMk id="95" creationId="{108875DD-61B6-CF6C-3252-AAAC76C291F4}"/>
          </ac:inkMkLst>
        </pc:inkChg>
        <pc:inkChg chg="add mod">
          <ac:chgData name="Mahima Weerasinghe" userId="e11e3f55-42da-4e07-8ead-4d7a1d7ea1c6" providerId="ADAL" clId="{34BDDC3C-2AF4-4325-BEDB-C3E623CC2F40}" dt="2024-08-11T12:15:59.656" v="1542"/>
          <ac:inkMkLst>
            <pc:docMk/>
            <pc:sldMk cId="0" sldId="256"/>
            <ac:inkMk id="97" creationId="{D627D256-E13D-0F25-7A2A-BE03733DECD3}"/>
          </ac:inkMkLst>
        </pc:inkChg>
        <pc:inkChg chg="add mod">
          <ac:chgData name="Mahima Weerasinghe" userId="e11e3f55-42da-4e07-8ead-4d7a1d7ea1c6" providerId="ADAL" clId="{34BDDC3C-2AF4-4325-BEDB-C3E623CC2F40}" dt="2024-08-11T12:15:59.656" v="1542"/>
          <ac:inkMkLst>
            <pc:docMk/>
            <pc:sldMk cId="0" sldId="256"/>
            <ac:inkMk id="98" creationId="{9E384199-069F-5D8C-D0E1-FE89D7DD42E2}"/>
          </ac:inkMkLst>
        </pc:inkChg>
        <pc:inkChg chg="add mod">
          <ac:chgData name="Mahima Weerasinghe" userId="e11e3f55-42da-4e07-8ead-4d7a1d7ea1c6" providerId="ADAL" clId="{34BDDC3C-2AF4-4325-BEDB-C3E623CC2F40}" dt="2024-08-11T12:15:59.656" v="1542"/>
          <ac:inkMkLst>
            <pc:docMk/>
            <pc:sldMk cId="0" sldId="256"/>
            <ac:inkMk id="99" creationId="{C0566101-3B4D-73F4-4FE8-BA91B963A914}"/>
          </ac:inkMkLst>
        </pc:inkChg>
        <pc:inkChg chg="add mod">
          <ac:chgData name="Mahima Weerasinghe" userId="e11e3f55-42da-4e07-8ead-4d7a1d7ea1c6" providerId="ADAL" clId="{34BDDC3C-2AF4-4325-BEDB-C3E623CC2F40}" dt="2024-08-11T12:15:59.656" v="1542"/>
          <ac:inkMkLst>
            <pc:docMk/>
            <pc:sldMk cId="0" sldId="256"/>
            <ac:inkMk id="100" creationId="{3AC4DEDC-FB55-3707-52E0-2EFC978AD30E}"/>
          </ac:inkMkLst>
        </pc:inkChg>
        <pc:inkChg chg="add mod">
          <ac:chgData name="Mahima Weerasinghe" userId="e11e3f55-42da-4e07-8ead-4d7a1d7ea1c6" providerId="ADAL" clId="{34BDDC3C-2AF4-4325-BEDB-C3E623CC2F40}" dt="2024-08-11T12:15:59.656" v="1542"/>
          <ac:inkMkLst>
            <pc:docMk/>
            <pc:sldMk cId="0" sldId="256"/>
            <ac:inkMk id="103" creationId="{51EE16D4-4473-BBA8-3D68-B48B96BF6539}"/>
          </ac:inkMkLst>
        </pc:inkChg>
        <pc:inkChg chg="add mod">
          <ac:chgData name="Mahima Weerasinghe" userId="e11e3f55-42da-4e07-8ead-4d7a1d7ea1c6" providerId="ADAL" clId="{34BDDC3C-2AF4-4325-BEDB-C3E623CC2F40}" dt="2024-08-11T12:15:59.656" v="1542"/>
          <ac:inkMkLst>
            <pc:docMk/>
            <pc:sldMk cId="0" sldId="256"/>
            <ac:inkMk id="105" creationId="{D055AE78-5EC8-A857-BB4E-9880AE8F299F}"/>
          </ac:inkMkLst>
        </pc:inkChg>
        <pc:inkChg chg="add mod">
          <ac:chgData name="Mahima Weerasinghe" userId="e11e3f55-42da-4e07-8ead-4d7a1d7ea1c6" providerId="ADAL" clId="{34BDDC3C-2AF4-4325-BEDB-C3E623CC2F40}" dt="2024-08-11T12:15:59.656" v="1542"/>
          <ac:inkMkLst>
            <pc:docMk/>
            <pc:sldMk cId="0" sldId="256"/>
            <ac:inkMk id="106" creationId="{45D2916A-2B3C-9073-E9F7-EF2E2C5FBFEF}"/>
          </ac:inkMkLst>
        </pc:inkChg>
        <pc:inkChg chg="add mod">
          <ac:chgData name="Mahima Weerasinghe" userId="e11e3f55-42da-4e07-8ead-4d7a1d7ea1c6" providerId="ADAL" clId="{34BDDC3C-2AF4-4325-BEDB-C3E623CC2F40}" dt="2024-08-11T12:15:59.656" v="1542"/>
          <ac:inkMkLst>
            <pc:docMk/>
            <pc:sldMk cId="0" sldId="256"/>
            <ac:inkMk id="107" creationId="{52BD25E1-EEC4-1AED-6325-78C930BF3143}"/>
          </ac:inkMkLst>
        </pc:inkChg>
        <pc:inkChg chg="add mod">
          <ac:chgData name="Mahima Weerasinghe" userId="e11e3f55-42da-4e07-8ead-4d7a1d7ea1c6" providerId="ADAL" clId="{34BDDC3C-2AF4-4325-BEDB-C3E623CC2F40}" dt="2024-08-11T12:15:59.656" v="1542"/>
          <ac:inkMkLst>
            <pc:docMk/>
            <pc:sldMk cId="0" sldId="256"/>
            <ac:inkMk id="108" creationId="{C10CAF68-FAFC-84C9-9A47-978512706382}"/>
          </ac:inkMkLst>
        </pc:inkChg>
        <pc:inkChg chg="add mod">
          <ac:chgData name="Mahima Weerasinghe" userId="e11e3f55-42da-4e07-8ead-4d7a1d7ea1c6" providerId="ADAL" clId="{34BDDC3C-2AF4-4325-BEDB-C3E623CC2F40}" dt="2024-08-11T12:15:59.656" v="1542"/>
          <ac:inkMkLst>
            <pc:docMk/>
            <pc:sldMk cId="0" sldId="256"/>
            <ac:inkMk id="109" creationId="{8B5A4227-6B69-F77A-215E-BD2311510AD0}"/>
          </ac:inkMkLst>
        </pc:inkChg>
        <pc:inkChg chg="add mod">
          <ac:chgData name="Mahima Weerasinghe" userId="e11e3f55-42da-4e07-8ead-4d7a1d7ea1c6" providerId="ADAL" clId="{34BDDC3C-2AF4-4325-BEDB-C3E623CC2F40}" dt="2024-08-11T12:15:59.656" v="1542"/>
          <ac:inkMkLst>
            <pc:docMk/>
            <pc:sldMk cId="0" sldId="256"/>
            <ac:inkMk id="110" creationId="{C2342889-676A-9A33-29B2-4DDDF3AF4435}"/>
          </ac:inkMkLst>
        </pc:inkChg>
        <pc:inkChg chg="add mod">
          <ac:chgData name="Mahima Weerasinghe" userId="e11e3f55-42da-4e07-8ead-4d7a1d7ea1c6" providerId="ADAL" clId="{34BDDC3C-2AF4-4325-BEDB-C3E623CC2F40}" dt="2024-08-11T12:15:59.656" v="1542"/>
          <ac:inkMkLst>
            <pc:docMk/>
            <pc:sldMk cId="0" sldId="256"/>
            <ac:inkMk id="111" creationId="{7017E2A4-C75B-85E9-E23E-2C9863816ECE}"/>
          </ac:inkMkLst>
        </pc:inkChg>
        <pc:inkChg chg="add mod">
          <ac:chgData name="Mahima Weerasinghe" userId="e11e3f55-42da-4e07-8ead-4d7a1d7ea1c6" providerId="ADAL" clId="{34BDDC3C-2AF4-4325-BEDB-C3E623CC2F40}" dt="2024-08-11T12:15:59.656" v="1542"/>
          <ac:inkMkLst>
            <pc:docMk/>
            <pc:sldMk cId="0" sldId="256"/>
            <ac:inkMk id="112" creationId="{59A62B04-E36A-CFF0-2210-68DD057A6265}"/>
          </ac:inkMkLst>
        </pc:inkChg>
        <pc:inkChg chg="add mod">
          <ac:chgData name="Mahima Weerasinghe" userId="e11e3f55-42da-4e07-8ead-4d7a1d7ea1c6" providerId="ADAL" clId="{34BDDC3C-2AF4-4325-BEDB-C3E623CC2F40}" dt="2024-08-11T12:15:59.656" v="1542"/>
          <ac:inkMkLst>
            <pc:docMk/>
            <pc:sldMk cId="0" sldId="256"/>
            <ac:inkMk id="113" creationId="{DF7C9A64-BBFF-3DAE-C497-D9D2FBFD0DA2}"/>
          </ac:inkMkLst>
        </pc:inkChg>
        <pc:inkChg chg="add mod">
          <ac:chgData name="Mahima Weerasinghe" userId="e11e3f55-42da-4e07-8ead-4d7a1d7ea1c6" providerId="ADAL" clId="{34BDDC3C-2AF4-4325-BEDB-C3E623CC2F40}" dt="2024-08-11T12:15:59.656" v="1542"/>
          <ac:inkMkLst>
            <pc:docMk/>
            <pc:sldMk cId="0" sldId="256"/>
            <ac:inkMk id="114" creationId="{395EB018-0C11-7EC7-0A71-62625A51EA9C}"/>
          </ac:inkMkLst>
        </pc:inkChg>
        <pc:inkChg chg="add mod">
          <ac:chgData name="Mahima Weerasinghe" userId="e11e3f55-42da-4e07-8ead-4d7a1d7ea1c6" providerId="ADAL" clId="{34BDDC3C-2AF4-4325-BEDB-C3E623CC2F40}" dt="2024-08-11T12:15:59.656" v="1542"/>
          <ac:inkMkLst>
            <pc:docMk/>
            <pc:sldMk cId="0" sldId="256"/>
            <ac:inkMk id="115" creationId="{C2535BB5-493A-039D-B63E-BE3509D32AE1}"/>
          </ac:inkMkLst>
        </pc:inkChg>
        <pc:inkChg chg="add mod">
          <ac:chgData name="Mahima Weerasinghe" userId="e11e3f55-42da-4e07-8ead-4d7a1d7ea1c6" providerId="ADAL" clId="{34BDDC3C-2AF4-4325-BEDB-C3E623CC2F40}" dt="2024-08-11T12:15:59.656" v="1542"/>
          <ac:inkMkLst>
            <pc:docMk/>
            <pc:sldMk cId="0" sldId="256"/>
            <ac:inkMk id="116" creationId="{7056B294-52EF-3824-619D-B152B5A9FC59}"/>
          </ac:inkMkLst>
        </pc:inkChg>
        <pc:inkChg chg="add mod">
          <ac:chgData name="Mahima Weerasinghe" userId="e11e3f55-42da-4e07-8ead-4d7a1d7ea1c6" providerId="ADAL" clId="{34BDDC3C-2AF4-4325-BEDB-C3E623CC2F40}" dt="2024-08-11T12:15:59.656" v="1542"/>
          <ac:inkMkLst>
            <pc:docMk/>
            <pc:sldMk cId="0" sldId="256"/>
            <ac:inkMk id="117" creationId="{F20CDC10-D926-87E9-A14A-178AA2AB4A77}"/>
          </ac:inkMkLst>
        </pc:inkChg>
        <pc:inkChg chg="add mod">
          <ac:chgData name="Mahima Weerasinghe" userId="e11e3f55-42da-4e07-8ead-4d7a1d7ea1c6" providerId="ADAL" clId="{34BDDC3C-2AF4-4325-BEDB-C3E623CC2F40}" dt="2024-08-11T12:15:59.656" v="1542"/>
          <ac:inkMkLst>
            <pc:docMk/>
            <pc:sldMk cId="0" sldId="256"/>
            <ac:inkMk id="118" creationId="{39BDA8E4-57B4-BAC3-E794-650CB92D3E1B}"/>
          </ac:inkMkLst>
        </pc:inkChg>
        <pc:inkChg chg="add mod">
          <ac:chgData name="Mahima Weerasinghe" userId="e11e3f55-42da-4e07-8ead-4d7a1d7ea1c6" providerId="ADAL" clId="{34BDDC3C-2AF4-4325-BEDB-C3E623CC2F40}" dt="2024-08-11T12:15:59.656" v="1542"/>
          <ac:inkMkLst>
            <pc:docMk/>
            <pc:sldMk cId="0" sldId="256"/>
            <ac:inkMk id="121" creationId="{B3EBFDBF-8DFB-86F5-EAB9-7B42D9BBBA18}"/>
          </ac:inkMkLst>
        </pc:inkChg>
        <pc:inkChg chg="add mod">
          <ac:chgData name="Mahima Weerasinghe" userId="e11e3f55-42da-4e07-8ead-4d7a1d7ea1c6" providerId="ADAL" clId="{34BDDC3C-2AF4-4325-BEDB-C3E623CC2F40}" dt="2024-08-11T12:15:59.656" v="1542"/>
          <ac:inkMkLst>
            <pc:docMk/>
            <pc:sldMk cId="0" sldId="256"/>
            <ac:inkMk id="123" creationId="{9D07B8F8-E035-4E20-16B8-F91EDA3888B3}"/>
          </ac:inkMkLst>
        </pc:inkChg>
        <pc:inkChg chg="add mod">
          <ac:chgData name="Mahima Weerasinghe" userId="e11e3f55-42da-4e07-8ead-4d7a1d7ea1c6" providerId="ADAL" clId="{34BDDC3C-2AF4-4325-BEDB-C3E623CC2F40}" dt="2024-08-11T12:15:59.656" v="1542"/>
          <ac:inkMkLst>
            <pc:docMk/>
            <pc:sldMk cId="0" sldId="256"/>
            <ac:inkMk id="125" creationId="{C69AA461-E252-103D-0FC8-62FF5185CB1E}"/>
          </ac:inkMkLst>
        </pc:inkChg>
        <pc:inkChg chg="add mod">
          <ac:chgData name="Mahima Weerasinghe" userId="e11e3f55-42da-4e07-8ead-4d7a1d7ea1c6" providerId="ADAL" clId="{34BDDC3C-2AF4-4325-BEDB-C3E623CC2F40}" dt="2024-08-11T12:15:59.656" v="1542"/>
          <ac:inkMkLst>
            <pc:docMk/>
            <pc:sldMk cId="0" sldId="256"/>
            <ac:inkMk id="126" creationId="{4C579303-98DA-B40B-3BD7-CFE759FD0D36}"/>
          </ac:inkMkLst>
        </pc:inkChg>
        <pc:inkChg chg="add mod">
          <ac:chgData name="Mahima Weerasinghe" userId="e11e3f55-42da-4e07-8ead-4d7a1d7ea1c6" providerId="ADAL" clId="{34BDDC3C-2AF4-4325-BEDB-C3E623CC2F40}" dt="2024-08-11T12:15:59.656" v="1542"/>
          <ac:inkMkLst>
            <pc:docMk/>
            <pc:sldMk cId="0" sldId="256"/>
            <ac:inkMk id="127" creationId="{F8BF85D0-0146-36A5-90A2-D4A25CCD4F2E}"/>
          </ac:inkMkLst>
        </pc:inkChg>
        <pc:inkChg chg="add mod">
          <ac:chgData name="Mahima Weerasinghe" userId="e11e3f55-42da-4e07-8ead-4d7a1d7ea1c6" providerId="ADAL" clId="{34BDDC3C-2AF4-4325-BEDB-C3E623CC2F40}" dt="2024-08-11T12:15:59.656" v="1542"/>
          <ac:inkMkLst>
            <pc:docMk/>
            <pc:sldMk cId="0" sldId="256"/>
            <ac:inkMk id="128" creationId="{F678F2E0-ADB2-73B4-AE4E-CF145A530925}"/>
          </ac:inkMkLst>
        </pc:inkChg>
        <pc:inkChg chg="add mod">
          <ac:chgData name="Mahima Weerasinghe" userId="e11e3f55-42da-4e07-8ead-4d7a1d7ea1c6" providerId="ADAL" clId="{34BDDC3C-2AF4-4325-BEDB-C3E623CC2F40}" dt="2024-08-11T12:15:59.656" v="1542"/>
          <ac:inkMkLst>
            <pc:docMk/>
            <pc:sldMk cId="0" sldId="256"/>
            <ac:inkMk id="129" creationId="{64011EC2-ACFC-E7E1-36DA-65FFA95F70AA}"/>
          </ac:inkMkLst>
        </pc:inkChg>
        <pc:inkChg chg="add mod">
          <ac:chgData name="Mahima Weerasinghe" userId="e11e3f55-42da-4e07-8ead-4d7a1d7ea1c6" providerId="ADAL" clId="{34BDDC3C-2AF4-4325-BEDB-C3E623CC2F40}" dt="2024-08-11T12:15:59.656" v="1542"/>
          <ac:inkMkLst>
            <pc:docMk/>
            <pc:sldMk cId="0" sldId="256"/>
            <ac:inkMk id="130" creationId="{5C9AC26B-D416-F080-AC7E-1F96FAC1D921}"/>
          </ac:inkMkLst>
        </pc:inkChg>
        <pc:inkChg chg="add mod">
          <ac:chgData name="Mahima Weerasinghe" userId="e11e3f55-42da-4e07-8ead-4d7a1d7ea1c6" providerId="ADAL" clId="{34BDDC3C-2AF4-4325-BEDB-C3E623CC2F40}" dt="2024-08-11T12:15:59.656" v="1542"/>
          <ac:inkMkLst>
            <pc:docMk/>
            <pc:sldMk cId="0" sldId="256"/>
            <ac:inkMk id="131" creationId="{E205B7DB-4DB2-73C9-166A-F9B96394FAAD}"/>
          </ac:inkMkLst>
        </pc:inkChg>
        <pc:inkChg chg="add mod">
          <ac:chgData name="Mahima Weerasinghe" userId="e11e3f55-42da-4e07-8ead-4d7a1d7ea1c6" providerId="ADAL" clId="{34BDDC3C-2AF4-4325-BEDB-C3E623CC2F40}" dt="2024-08-11T12:15:59.656" v="1542"/>
          <ac:inkMkLst>
            <pc:docMk/>
            <pc:sldMk cId="0" sldId="256"/>
            <ac:inkMk id="133" creationId="{A93F5BB4-AE75-B16B-9986-3782672FF7C9}"/>
          </ac:inkMkLst>
        </pc:inkChg>
        <pc:inkChg chg="add mod">
          <ac:chgData name="Mahima Weerasinghe" userId="e11e3f55-42da-4e07-8ead-4d7a1d7ea1c6" providerId="ADAL" clId="{34BDDC3C-2AF4-4325-BEDB-C3E623CC2F40}" dt="2024-08-11T12:15:59.656" v="1542"/>
          <ac:inkMkLst>
            <pc:docMk/>
            <pc:sldMk cId="0" sldId="256"/>
            <ac:inkMk id="134" creationId="{D4E88FFD-349D-EF54-D9F4-DF5B0DBBC5DC}"/>
          </ac:inkMkLst>
        </pc:inkChg>
        <pc:inkChg chg="add mod">
          <ac:chgData name="Mahima Weerasinghe" userId="e11e3f55-42da-4e07-8ead-4d7a1d7ea1c6" providerId="ADAL" clId="{34BDDC3C-2AF4-4325-BEDB-C3E623CC2F40}" dt="2024-08-11T12:15:59.656" v="1542"/>
          <ac:inkMkLst>
            <pc:docMk/>
            <pc:sldMk cId="0" sldId="256"/>
            <ac:inkMk id="136" creationId="{DCB3D2B3-10B5-D4DF-F0DC-EE8057BBA8FB}"/>
          </ac:inkMkLst>
        </pc:inkChg>
        <pc:inkChg chg="add mod">
          <ac:chgData name="Mahima Weerasinghe" userId="e11e3f55-42da-4e07-8ead-4d7a1d7ea1c6" providerId="ADAL" clId="{34BDDC3C-2AF4-4325-BEDB-C3E623CC2F40}" dt="2024-08-11T12:15:59.656" v="1542"/>
          <ac:inkMkLst>
            <pc:docMk/>
            <pc:sldMk cId="0" sldId="256"/>
            <ac:inkMk id="137" creationId="{A543134C-446B-DC3A-1F1E-3A6CBC9CB319}"/>
          </ac:inkMkLst>
        </pc:inkChg>
        <pc:inkChg chg="add mod">
          <ac:chgData name="Mahima Weerasinghe" userId="e11e3f55-42da-4e07-8ead-4d7a1d7ea1c6" providerId="ADAL" clId="{34BDDC3C-2AF4-4325-BEDB-C3E623CC2F40}" dt="2024-08-11T12:15:59.656" v="1542"/>
          <ac:inkMkLst>
            <pc:docMk/>
            <pc:sldMk cId="0" sldId="256"/>
            <ac:inkMk id="139" creationId="{365000A9-33E1-77CB-705E-92BC51A5C058}"/>
          </ac:inkMkLst>
        </pc:inkChg>
        <pc:inkChg chg="add mod">
          <ac:chgData name="Mahima Weerasinghe" userId="e11e3f55-42da-4e07-8ead-4d7a1d7ea1c6" providerId="ADAL" clId="{34BDDC3C-2AF4-4325-BEDB-C3E623CC2F40}" dt="2024-08-11T12:15:59.656" v="1542"/>
          <ac:inkMkLst>
            <pc:docMk/>
            <pc:sldMk cId="0" sldId="256"/>
            <ac:inkMk id="140" creationId="{EC50156C-980B-393A-C895-6C13F5039465}"/>
          </ac:inkMkLst>
        </pc:inkChg>
        <pc:inkChg chg="add mod">
          <ac:chgData name="Mahima Weerasinghe" userId="e11e3f55-42da-4e07-8ead-4d7a1d7ea1c6" providerId="ADAL" clId="{34BDDC3C-2AF4-4325-BEDB-C3E623CC2F40}" dt="2024-08-11T12:15:59.656" v="1542"/>
          <ac:inkMkLst>
            <pc:docMk/>
            <pc:sldMk cId="0" sldId="256"/>
            <ac:inkMk id="141" creationId="{A3812E6C-CE45-8225-4A00-1D71AA6D408B}"/>
          </ac:inkMkLst>
        </pc:inkChg>
        <pc:inkChg chg="add mod">
          <ac:chgData name="Mahima Weerasinghe" userId="e11e3f55-42da-4e07-8ead-4d7a1d7ea1c6" providerId="ADAL" clId="{34BDDC3C-2AF4-4325-BEDB-C3E623CC2F40}" dt="2024-08-11T12:15:59.656" v="1542"/>
          <ac:inkMkLst>
            <pc:docMk/>
            <pc:sldMk cId="0" sldId="256"/>
            <ac:inkMk id="142" creationId="{C6668386-F4F0-6FD4-7957-499BBE72B557}"/>
          </ac:inkMkLst>
        </pc:inkChg>
        <pc:inkChg chg="add mod">
          <ac:chgData name="Mahima Weerasinghe" userId="e11e3f55-42da-4e07-8ead-4d7a1d7ea1c6" providerId="ADAL" clId="{34BDDC3C-2AF4-4325-BEDB-C3E623CC2F40}" dt="2024-08-11T12:15:59.656" v="1542"/>
          <ac:inkMkLst>
            <pc:docMk/>
            <pc:sldMk cId="0" sldId="256"/>
            <ac:inkMk id="143" creationId="{6EE298D1-4F01-F459-9703-CFD81177BAED}"/>
          </ac:inkMkLst>
        </pc:inkChg>
        <pc:inkChg chg="add mod">
          <ac:chgData name="Mahima Weerasinghe" userId="e11e3f55-42da-4e07-8ead-4d7a1d7ea1c6" providerId="ADAL" clId="{34BDDC3C-2AF4-4325-BEDB-C3E623CC2F40}" dt="2024-08-11T12:15:59.656" v="1542"/>
          <ac:inkMkLst>
            <pc:docMk/>
            <pc:sldMk cId="0" sldId="256"/>
            <ac:inkMk id="145" creationId="{A78420F3-BACE-6A07-6945-8269B2FD7D2E}"/>
          </ac:inkMkLst>
        </pc:inkChg>
        <pc:inkChg chg="add mod">
          <ac:chgData name="Mahima Weerasinghe" userId="e11e3f55-42da-4e07-8ead-4d7a1d7ea1c6" providerId="ADAL" clId="{34BDDC3C-2AF4-4325-BEDB-C3E623CC2F40}" dt="2024-08-11T12:15:59.656" v="1542"/>
          <ac:inkMkLst>
            <pc:docMk/>
            <pc:sldMk cId="0" sldId="256"/>
            <ac:inkMk id="146" creationId="{4AD11CEA-A167-6EF5-9F58-9CF2EB1818D7}"/>
          </ac:inkMkLst>
        </pc:inkChg>
        <pc:inkChg chg="add mod">
          <ac:chgData name="Mahima Weerasinghe" userId="e11e3f55-42da-4e07-8ead-4d7a1d7ea1c6" providerId="ADAL" clId="{34BDDC3C-2AF4-4325-BEDB-C3E623CC2F40}" dt="2024-08-11T12:15:59.656" v="1542"/>
          <ac:inkMkLst>
            <pc:docMk/>
            <pc:sldMk cId="0" sldId="256"/>
            <ac:inkMk id="147" creationId="{2E9FE72E-4201-F666-58F8-638E12DAB3F5}"/>
          </ac:inkMkLst>
        </pc:inkChg>
        <pc:inkChg chg="add mod">
          <ac:chgData name="Mahima Weerasinghe" userId="e11e3f55-42da-4e07-8ead-4d7a1d7ea1c6" providerId="ADAL" clId="{34BDDC3C-2AF4-4325-BEDB-C3E623CC2F40}" dt="2024-08-11T12:15:59.656" v="1542"/>
          <ac:inkMkLst>
            <pc:docMk/>
            <pc:sldMk cId="0" sldId="256"/>
            <ac:inkMk id="148" creationId="{4BBBC611-2E55-BD88-59A2-D85CF6DF614C}"/>
          </ac:inkMkLst>
        </pc:inkChg>
        <pc:inkChg chg="add mod">
          <ac:chgData name="Mahima Weerasinghe" userId="e11e3f55-42da-4e07-8ead-4d7a1d7ea1c6" providerId="ADAL" clId="{34BDDC3C-2AF4-4325-BEDB-C3E623CC2F40}" dt="2024-08-11T12:15:59.656" v="1542"/>
          <ac:inkMkLst>
            <pc:docMk/>
            <pc:sldMk cId="0" sldId="256"/>
            <ac:inkMk id="149" creationId="{E02A39B9-D101-3F64-E85D-7D0D2EDF2E06}"/>
          </ac:inkMkLst>
        </pc:inkChg>
        <pc:inkChg chg="add mod">
          <ac:chgData name="Mahima Weerasinghe" userId="e11e3f55-42da-4e07-8ead-4d7a1d7ea1c6" providerId="ADAL" clId="{34BDDC3C-2AF4-4325-BEDB-C3E623CC2F40}" dt="2024-08-11T12:15:59.656" v="1542"/>
          <ac:inkMkLst>
            <pc:docMk/>
            <pc:sldMk cId="0" sldId="256"/>
            <ac:inkMk id="150" creationId="{CBC6B911-D4F7-A955-F79F-8B65C1329262}"/>
          </ac:inkMkLst>
        </pc:inkChg>
        <pc:inkChg chg="add mod">
          <ac:chgData name="Mahima Weerasinghe" userId="e11e3f55-42da-4e07-8ead-4d7a1d7ea1c6" providerId="ADAL" clId="{34BDDC3C-2AF4-4325-BEDB-C3E623CC2F40}" dt="2024-08-11T12:15:59.656" v="1542"/>
          <ac:inkMkLst>
            <pc:docMk/>
            <pc:sldMk cId="0" sldId="256"/>
            <ac:inkMk id="151" creationId="{22A74F26-BC13-1B57-0718-51EE04532B13}"/>
          </ac:inkMkLst>
        </pc:inkChg>
        <pc:inkChg chg="add mod">
          <ac:chgData name="Mahima Weerasinghe" userId="e11e3f55-42da-4e07-8ead-4d7a1d7ea1c6" providerId="ADAL" clId="{34BDDC3C-2AF4-4325-BEDB-C3E623CC2F40}" dt="2024-08-11T12:15:59.656" v="1542"/>
          <ac:inkMkLst>
            <pc:docMk/>
            <pc:sldMk cId="0" sldId="256"/>
            <ac:inkMk id="154" creationId="{0A47F22B-F4C7-784B-FABB-2B09FDE08A8A}"/>
          </ac:inkMkLst>
        </pc:inkChg>
        <pc:inkChg chg="add mod">
          <ac:chgData name="Mahima Weerasinghe" userId="e11e3f55-42da-4e07-8ead-4d7a1d7ea1c6" providerId="ADAL" clId="{34BDDC3C-2AF4-4325-BEDB-C3E623CC2F40}" dt="2024-08-11T12:15:59.656" v="1542"/>
          <ac:inkMkLst>
            <pc:docMk/>
            <pc:sldMk cId="0" sldId="256"/>
            <ac:inkMk id="155" creationId="{BBE8ED56-F478-20F0-3AB0-452998024FB0}"/>
          </ac:inkMkLst>
        </pc:inkChg>
        <pc:inkChg chg="add mod">
          <ac:chgData name="Mahima Weerasinghe" userId="e11e3f55-42da-4e07-8ead-4d7a1d7ea1c6" providerId="ADAL" clId="{34BDDC3C-2AF4-4325-BEDB-C3E623CC2F40}" dt="2024-08-11T12:15:59.656" v="1542"/>
          <ac:inkMkLst>
            <pc:docMk/>
            <pc:sldMk cId="0" sldId="256"/>
            <ac:inkMk id="157" creationId="{05105C7B-52C9-948D-D8C8-658DEBDDCA3C}"/>
          </ac:inkMkLst>
        </pc:inkChg>
        <pc:inkChg chg="add mod">
          <ac:chgData name="Mahima Weerasinghe" userId="e11e3f55-42da-4e07-8ead-4d7a1d7ea1c6" providerId="ADAL" clId="{34BDDC3C-2AF4-4325-BEDB-C3E623CC2F40}" dt="2024-08-11T12:15:59.656" v="1542"/>
          <ac:inkMkLst>
            <pc:docMk/>
            <pc:sldMk cId="0" sldId="256"/>
            <ac:inkMk id="158" creationId="{594854BF-39A6-5920-28AB-14F9DEA564AB}"/>
          </ac:inkMkLst>
        </pc:inkChg>
        <pc:inkChg chg="add mod">
          <ac:chgData name="Mahima Weerasinghe" userId="e11e3f55-42da-4e07-8ead-4d7a1d7ea1c6" providerId="ADAL" clId="{34BDDC3C-2AF4-4325-BEDB-C3E623CC2F40}" dt="2024-08-11T12:15:59.656" v="1542"/>
          <ac:inkMkLst>
            <pc:docMk/>
            <pc:sldMk cId="0" sldId="256"/>
            <ac:inkMk id="159" creationId="{34EF054F-7465-2779-3F8F-15B6962D03C4}"/>
          </ac:inkMkLst>
        </pc:inkChg>
        <pc:inkChg chg="add mod">
          <ac:chgData name="Mahima Weerasinghe" userId="e11e3f55-42da-4e07-8ead-4d7a1d7ea1c6" providerId="ADAL" clId="{34BDDC3C-2AF4-4325-BEDB-C3E623CC2F40}" dt="2024-08-11T12:15:59.656" v="1542"/>
          <ac:inkMkLst>
            <pc:docMk/>
            <pc:sldMk cId="0" sldId="256"/>
            <ac:inkMk id="160" creationId="{26569B69-E602-A72C-B854-D332A23311A7}"/>
          </ac:inkMkLst>
        </pc:inkChg>
        <pc:inkChg chg="add mod">
          <ac:chgData name="Mahima Weerasinghe" userId="e11e3f55-42da-4e07-8ead-4d7a1d7ea1c6" providerId="ADAL" clId="{34BDDC3C-2AF4-4325-BEDB-C3E623CC2F40}" dt="2024-08-11T12:15:59.656" v="1542"/>
          <ac:inkMkLst>
            <pc:docMk/>
            <pc:sldMk cId="0" sldId="256"/>
            <ac:inkMk id="162" creationId="{FE031602-1978-03F1-8D5D-1DB788156717}"/>
          </ac:inkMkLst>
        </pc:inkChg>
        <pc:inkChg chg="add mod">
          <ac:chgData name="Mahima Weerasinghe" userId="e11e3f55-42da-4e07-8ead-4d7a1d7ea1c6" providerId="ADAL" clId="{34BDDC3C-2AF4-4325-BEDB-C3E623CC2F40}" dt="2024-08-11T12:15:59.656" v="1542"/>
          <ac:inkMkLst>
            <pc:docMk/>
            <pc:sldMk cId="0" sldId="256"/>
            <ac:inkMk id="163" creationId="{E248451D-A5CB-64AB-037D-0A54842ABF60}"/>
          </ac:inkMkLst>
        </pc:inkChg>
        <pc:inkChg chg="add mod">
          <ac:chgData name="Mahima Weerasinghe" userId="e11e3f55-42da-4e07-8ead-4d7a1d7ea1c6" providerId="ADAL" clId="{34BDDC3C-2AF4-4325-BEDB-C3E623CC2F40}" dt="2024-08-11T12:15:59.656" v="1542"/>
          <ac:inkMkLst>
            <pc:docMk/>
            <pc:sldMk cId="0" sldId="256"/>
            <ac:inkMk id="164" creationId="{D0A4F085-2B47-1A6C-85D7-7F76F1DCA6BC}"/>
          </ac:inkMkLst>
        </pc:inkChg>
        <pc:inkChg chg="add mod">
          <ac:chgData name="Mahima Weerasinghe" userId="e11e3f55-42da-4e07-8ead-4d7a1d7ea1c6" providerId="ADAL" clId="{34BDDC3C-2AF4-4325-BEDB-C3E623CC2F40}" dt="2024-08-11T12:15:59.656" v="1542"/>
          <ac:inkMkLst>
            <pc:docMk/>
            <pc:sldMk cId="0" sldId="256"/>
            <ac:inkMk id="165" creationId="{4E771F8D-C85C-94A3-6518-F12415CE0979}"/>
          </ac:inkMkLst>
        </pc:inkChg>
        <pc:inkChg chg="add mod">
          <ac:chgData name="Mahima Weerasinghe" userId="e11e3f55-42da-4e07-8ead-4d7a1d7ea1c6" providerId="ADAL" clId="{34BDDC3C-2AF4-4325-BEDB-C3E623CC2F40}" dt="2024-08-11T12:15:59.656" v="1542"/>
          <ac:inkMkLst>
            <pc:docMk/>
            <pc:sldMk cId="0" sldId="256"/>
            <ac:inkMk id="166" creationId="{DDEF99CF-7778-4DD0-1146-1D5E64D486BE}"/>
          </ac:inkMkLst>
        </pc:inkChg>
        <pc:inkChg chg="add mod">
          <ac:chgData name="Mahima Weerasinghe" userId="e11e3f55-42da-4e07-8ead-4d7a1d7ea1c6" providerId="ADAL" clId="{34BDDC3C-2AF4-4325-BEDB-C3E623CC2F40}" dt="2024-08-11T12:15:59.656" v="1542"/>
          <ac:inkMkLst>
            <pc:docMk/>
            <pc:sldMk cId="0" sldId="256"/>
            <ac:inkMk id="167" creationId="{783AF6C9-B016-3A14-1C32-557E726AC833}"/>
          </ac:inkMkLst>
        </pc:inkChg>
        <pc:inkChg chg="add mod">
          <ac:chgData name="Mahima Weerasinghe" userId="e11e3f55-42da-4e07-8ead-4d7a1d7ea1c6" providerId="ADAL" clId="{34BDDC3C-2AF4-4325-BEDB-C3E623CC2F40}" dt="2024-08-11T12:15:59.656" v="1542"/>
          <ac:inkMkLst>
            <pc:docMk/>
            <pc:sldMk cId="0" sldId="256"/>
            <ac:inkMk id="168" creationId="{75675B7B-45BB-0DCF-52E3-0D8012C1CC64}"/>
          </ac:inkMkLst>
        </pc:inkChg>
        <pc:inkChg chg="add mod">
          <ac:chgData name="Mahima Weerasinghe" userId="e11e3f55-42da-4e07-8ead-4d7a1d7ea1c6" providerId="ADAL" clId="{34BDDC3C-2AF4-4325-BEDB-C3E623CC2F40}" dt="2024-08-11T12:15:59.656" v="1542"/>
          <ac:inkMkLst>
            <pc:docMk/>
            <pc:sldMk cId="0" sldId="256"/>
            <ac:inkMk id="169" creationId="{DDC98319-A0E2-F505-0E45-082A2E5DBBAE}"/>
          </ac:inkMkLst>
        </pc:inkChg>
        <pc:inkChg chg="add mod">
          <ac:chgData name="Mahima Weerasinghe" userId="e11e3f55-42da-4e07-8ead-4d7a1d7ea1c6" providerId="ADAL" clId="{34BDDC3C-2AF4-4325-BEDB-C3E623CC2F40}" dt="2024-08-11T12:15:59.656" v="1542"/>
          <ac:inkMkLst>
            <pc:docMk/>
            <pc:sldMk cId="0" sldId="256"/>
            <ac:inkMk id="170" creationId="{C1CAB867-E750-A422-8207-BE2EB7AD497E}"/>
          </ac:inkMkLst>
        </pc:inkChg>
        <pc:inkChg chg="add mod">
          <ac:chgData name="Mahima Weerasinghe" userId="e11e3f55-42da-4e07-8ead-4d7a1d7ea1c6" providerId="ADAL" clId="{34BDDC3C-2AF4-4325-BEDB-C3E623CC2F40}" dt="2024-08-11T12:14:36.006" v="1503"/>
          <ac:inkMkLst>
            <pc:docMk/>
            <pc:sldMk cId="0" sldId="256"/>
            <ac:inkMk id="172" creationId="{597DE123-A713-741E-C59E-603382B047F0}"/>
          </ac:inkMkLst>
        </pc:inkChg>
        <pc:inkChg chg="add mod">
          <ac:chgData name="Mahima Weerasinghe" userId="e11e3f55-42da-4e07-8ead-4d7a1d7ea1c6" providerId="ADAL" clId="{34BDDC3C-2AF4-4325-BEDB-C3E623CC2F40}" dt="2024-08-11T12:15:59.656" v="1542"/>
          <ac:inkMkLst>
            <pc:docMk/>
            <pc:sldMk cId="0" sldId="256"/>
            <ac:inkMk id="174" creationId="{698798DF-FCB6-CDE4-92C8-AEFCD1FFE222}"/>
          </ac:inkMkLst>
        </pc:inkChg>
        <pc:inkChg chg="add mod">
          <ac:chgData name="Mahima Weerasinghe" userId="e11e3f55-42da-4e07-8ead-4d7a1d7ea1c6" providerId="ADAL" clId="{34BDDC3C-2AF4-4325-BEDB-C3E623CC2F40}" dt="2024-08-11T12:15:59.656" v="1542"/>
          <ac:inkMkLst>
            <pc:docMk/>
            <pc:sldMk cId="0" sldId="256"/>
            <ac:inkMk id="175" creationId="{77365056-830E-822A-8B67-1B3ACF07BE4E}"/>
          </ac:inkMkLst>
        </pc:inkChg>
        <pc:inkChg chg="add mod">
          <ac:chgData name="Mahima Weerasinghe" userId="e11e3f55-42da-4e07-8ead-4d7a1d7ea1c6" providerId="ADAL" clId="{34BDDC3C-2AF4-4325-BEDB-C3E623CC2F40}" dt="2024-08-11T12:15:59.656" v="1542"/>
          <ac:inkMkLst>
            <pc:docMk/>
            <pc:sldMk cId="0" sldId="256"/>
            <ac:inkMk id="176" creationId="{405EC965-1710-1023-9BA9-5A3A44C14638}"/>
          </ac:inkMkLst>
        </pc:inkChg>
        <pc:inkChg chg="add mod">
          <ac:chgData name="Mahima Weerasinghe" userId="e11e3f55-42da-4e07-8ead-4d7a1d7ea1c6" providerId="ADAL" clId="{34BDDC3C-2AF4-4325-BEDB-C3E623CC2F40}" dt="2024-08-11T12:15:59.656" v="1542"/>
          <ac:inkMkLst>
            <pc:docMk/>
            <pc:sldMk cId="0" sldId="256"/>
            <ac:inkMk id="178" creationId="{C8ED6820-03FD-E9DB-FD2F-94C4E441EF64}"/>
          </ac:inkMkLst>
        </pc:inkChg>
        <pc:inkChg chg="add mod">
          <ac:chgData name="Mahima Weerasinghe" userId="e11e3f55-42da-4e07-8ead-4d7a1d7ea1c6" providerId="ADAL" clId="{34BDDC3C-2AF4-4325-BEDB-C3E623CC2F40}" dt="2024-08-11T12:15:59.656" v="1542"/>
          <ac:inkMkLst>
            <pc:docMk/>
            <pc:sldMk cId="0" sldId="256"/>
            <ac:inkMk id="179" creationId="{5A72174C-8BEC-E014-EC3D-ADEFF5D36687}"/>
          </ac:inkMkLst>
        </pc:inkChg>
        <pc:inkChg chg="add mod">
          <ac:chgData name="Mahima Weerasinghe" userId="e11e3f55-42da-4e07-8ead-4d7a1d7ea1c6" providerId="ADAL" clId="{34BDDC3C-2AF4-4325-BEDB-C3E623CC2F40}" dt="2024-08-11T12:15:59.656" v="1542"/>
          <ac:inkMkLst>
            <pc:docMk/>
            <pc:sldMk cId="0" sldId="256"/>
            <ac:inkMk id="180" creationId="{4E856CA9-7AF2-904E-2F1F-F29864075D13}"/>
          </ac:inkMkLst>
        </pc:inkChg>
        <pc:inkChg chg="add mod">
          <ac:chgData name="Mahima Weerasinghe" userId="e11e3f55-42da-4e07-8ead-4d7a1d7ea1c6" providerId="ADAL" clId="{34BDDC3C-2AF4-4325-BEDB-C3E623CC2F40}" dt="2024-08-11T12:15:59.656" v="1542"/>
          <ac:inkMkLst>
            <pc:docMk/>
            <pc:sldMk cId="0" sldId="256"/>
            <ac:inkMk id="181" creationId="{818CE325-F088-E3E5-5D7E-B494FF99FADF}"/>
          </ac:inkMkLst>
        </pc:inkChg>
        <pc:inkChg chg="add mod">
          <ac:chgData name="Mahima Weerasinghe" userId="e11e3f55-42da-4e07-8ead-4d7a1d7ea1c6" providerId="ADAL" clId="{34BDDC3C-2AF4-4325-BEDB-C3E623CC2F40}" dt="2024-08-11T12:15:59.656" v="1542"/>
          <ac:inkMkLst>
            <pc:docMk/>
            <pc:sldMk cId="0" sldId="256"/>
            <ac:inkMk id="182" creationId="{1B685DE3-5DFE-87ED-C465-6D6701216529}"/>
          </ac:inkMkLst>
        </pc:inkChg>
        <pc:inkChg chg="add mod">
          <ac:chgData name="Mahima Weerasinghe" userId="e11e3f55-42da-4e07-8ead-4d7a1d7ea1c6" providerId="ADAL" clId="{34BDDC3C-2AF4-4325-BEDB-C3E623CC2F40}" dt="2024-08-11T12:15:59.656" v="1542"/>
          <ac:inkMkLst>
            <pc:docMk/>
            <pc:sldMk cId="0" sldId="256"/>
            <ac:inkMk id="184" creationId="{7376799D-9DFC-43A0-7B0A-CE11CEAB63C0}"/>
          </ac:inkMkLst>
        </pc:inkChg>
        <pc:inkChg chg="add mod">
          <ac:chgData name="Mahima Weerasinghe" userId="e11e3f55-42da-4e07-8ead-4d7a1d7ea1c6" providerId="ADAL" clId="{34BDDC3C-2AF4-4325-BEDB-C3E623CC2F40}" dt="2024-08-11T12:15:59.656" v="1542"/>
          <ac:inkMkLst>
            <pc:docMk/>
            <pc:sldMk cId="0" sldId="256"/>
            <ac:inkMk id="185" creationId="{A9B38806-B029-DD53-3237-8BB2A03A654E}"/>
          </ac:inkMkLst>
        </pc:inkChg>
        <pc:inkChg chg="add mod">
          <ac:chgData name="Mahima Weerasinghe" userId="e11e3f55-42da-4e07-8ead-4d7a1d7ea1c6" providerId="ADAL" clId="{34BDDC3C-2AF4-4325-BEDB-C3E623CC2F40}" dt="2024-08-11T12:15:59.656" v="1542"/>
          <ac:inkMkLst>
            <pc:docMk/>
            <pc:sldMk cId="0" sldId="256"/>
            <ac:inkMk id="186" creationId="{88C65576-7DE6-58D4-0716-FEFD4FB2AB50}"/>
          </ac:inkMkLst>
        </pc:inkChg>
        <pc:inkChg chg="add mod">
          <ac:chgData name="Mahima Weerasinghe" userId="e11e3f55-42da-4e07-8ead-4d7a1d7ea1c6" providerId="ADAL" clId="{34BDDC3C-2AF4-4325-BEDB-C3E623CC2F40}" dt="2024-08-11T12:15:59.656" v="1542"/>
          <ac:inkMkLst>
            <pc:docMk/>
            <pc:sldMk cId="0" sldId="256"/>
            <ac:inkMk id="187" creationId="{A32F786C-94F7-1EAE-AE37-B8BDBE0356D2}"/>
          </ac:inkMkLst>
        </pc:inkChg>
        <pc:inkChg chg="add mod">
          <ac:chgData name="Mahima Weerasinghe" userId="e11e3f55-42da-4e07-8ead-4d7a1d7ea1c6" providerId="ADAL" clId="{34BDDC3C-2AF4-4325-BEDB-C3E623CC2F40}" dt="2024-08-11T12:15:59.656" v="1542"/>
          <ac:inkMkLst>
            <pc:docMk/>
            <pc:sldMk cId="0" sldId="256"/>
            <ac:inkMk id="188" creationId="{1A36B60B-C68F-8238-0547-55B972678A9F}"/>
          </ac:inkMkLst>
        </pc:inkChg>
        <pc:inkChg chg="add mod">
          <ac:chgData name="Mahima Weerasinghe" userId="e11e3f55-42da-4e07-8ead-4d7a1d7ea1c6" providerId="ADAL" clId="{34BDDC3C-2AF4-4325-BEDB-C3E623CC2F40}" dt="2024-08-11T12:15:59.656" v="1542"/>
          <ac:inkMkLst>
            <pc:docMk/>
            <pc:sldMk cId="0" sldId="256"/>
            <ac:inkMk id="189" creationId="{56C85780-3927-7997-B16B-923638C608C6}"/>
          </ac:inkMkLst>
        </pc:inkChg>
        <pc:inkChg chg="add mod">
          <ac:chgData name="Mahima Weerasinghe" userId="e11e3f55-42da-4e07-8ead-4d7a1d7ea1c6" providerId="ADAL" clId="{34BDDC3C-2AF4-4325-BEDB-C3E623CC2F40}" dt="2024-08-11T12:15:59.656" v="1542"/>
          <ac:inkMkLst>
            <pc:docMk/>
            <pc:sldMk cId="0" sldId="256"/>
            <ac:inkMk id="190" creationId="{F3CFD6E0-F72E-3DCA-980F-4E1F8CC7892D}"/>
          </ac:inkMkLst>
        </pc:inkChg>
        <pc:inkChg chg="add mod">
          <ac:chgData name="Mahima Weerasinghe" userId="e11e3f55-42da-4e07-8ead-4d7a1d7ea1c6" providerId="ADAL" clId="{34BDDC3C-2AF4-4325-BEDB-C3E623CC2F40}" dt="2024-08-11T12:15:59.656" v="1542"/>
          <ac:inkMkLst>
            <pc:docMk/>
            <pc:sldMk cId="0" sldId="256"/>
            <ac:inkMk id="193" creationId="{60E5127C-603D-E405-D244-43964E5C7A99}"/>
          </ac:inkMkLst>
        </pc:inkChg>
        <pc:inkChg chg="add mod">
          <ac:chgData name="Mahima Weerasinghe" userId="e11e3f55-42da-4e07-8ead-4d7a1d7ea1c6" providerId="ADAL" clId="{34BDDC3C-2AF4-4325-BEDB-C3E623CC2F40}" dt="2024-08-11T12:15:59.656" v="1542"/>
          <ac:inkMkLst>
            <pc:docMk/>
            <pc:sldMk cId="0" sldId="256"/>
            <ac:inkMk id="194" creationId="{CFAF885F-4D24-1A27-A43B-3AF290C0DD91}"/>
          </ac:inkMkLst>
        </pc:inkChg>
        <pc:inkChg chg="add mod">
          <ac:chgData name="Mahima Weerasinghe" userId="e11e3f55-42da-4e07-8ead-4d7a1d7ea1c6" providerId="ADAL" clId="{34BDDC3C-2AF4-4325-BEDB-C3E623CC2F40}" dt="2024-08-11T12:15:59.656" v="1542"/>
          <ac:inkMkLst>
            <pc:docMk/>
            <pc:sldMk cId="0" sldId="256"/>
            <ac:inkMk id="195" creationId="{F3DDB515-5A13-9836-0D80-CFB48582EED5}"/>
          </ac:inkMkLst>
        </pc:inkChg>
        <pc:inkChg chg="add mod">
          <ac:chgData name="Mahima Weerasinghe" userId="e11e3f55-42da-4e07-8ead-4d7a1d7ea1c6" providerId="ADAL" clId="{34BDDC3C-2AF4-4325-BEDB-C3E623CC2F40}" dt="2024-08-11T12:15:59.656" v="1542"/>
          <ac:inkMkLst>
            <pc:docMk/>
            <pc:sldMk cId="0" sldId="256"/>
            <ac:inkMk id="196" creationId="{1415AC9A-5C09-B20B-F051-AFAFBC4A298D}"/>
          </ac:inkMkLst>
        </pc:inkChg>
        <pc:inkChg chg="add mod">
          <ac:chgData name="Mahima Weerasinghe" userId="e11e3f55-42da-4e07-8ead-4d7a1d7ea1c6" providerId="ADAL" clId="{34BDDC3C-2AF4-4325-BEDB-C3E623CC2F40}" dt="2024-08-11T12:15:59.656" v="1542"/>
          <ac:inkMkLst>
            <pc:docMk/>
            <pc:sldMk cId="0" sldId="256"/>
            <ac:inkMk id="197" creationId="{8614B4CF-BE71-86C9-454B-A7A221A25F15}"/>
          </ac:inkMkLst>
        </pc:inkChg>
        <pc:inkChg chg="add mod">
          <ac:chgData name="Mahima Weerasinghe" userId="e11e3f55-42da-4e07-8ead-4d7a1d7ea1c6" providerId="ADAL" clId="{34BDDC3C-2AF4-4325-BEDB-C3E623CC2F40}" dt="2024-08-11T12:15:59.656" v="1542"/>
          <ac:inkMkLst>
            <pc:docMk/>
            <pc:sldMk cId="0" sldId="256"/>
            <ac:inkMk id="198" creationId="{4F538650-8B27-71AC-7201-4706E1AFFF1C}"/>
          </ac:inkMkLst>
        </pc:inkChg>
        <pc:inkChg chg="add mod">
          <ac:chgData name="Mahima Weerasinghe" userId="e11e3f55-42da-4e07-8ead-4d7a1d7ea1c6" providerId="ADAL" clId="{34BDDC3C-2AF4-4325-BEDB-C3E623CC2F40}" dt="2024-08-11T12:15:59.656" v="1542"/>
          <ac:inkMkLst>
            <pc:docMk/>
            <pc:sldMk cId="0" sldId="256"/>
            <ac:inkMk id="199" creationId="{1EAD7006-DE5F-EB68-902C-19F494E2568C}"/>
          </ac:inkMkLst>
        </pc:inkChg>
        <pc:inkChg chg="add mod">
          <ac:chgData name="Mahima Weerasinghe" userId="e11e3f55-42da-4e07-8ead-4d7a1d7ea1c6" providerId="ADAL" clId="{34BDDC3C-2AF4-4325-BEDB-C3E623CC2F40}" dt="2024-08-11T12:15:59.656" v="1542"/>
          <ac:inkMkLst>
            <pc:docMk/>
            <pc:sldMk cId="0" sldId="256"/>
            <ac:inkMk id="200" creationId="{C80F7F01-7A4A-4B6F-BFA7-5EC4F1450A00}"/>
          </ac:inkMkLst>
        </pc:inkChg>
        <pc:inkChg chg="add mod">
          <ac:chgData name="Mahima Weerasinghe" userId="e11e3f55-42da-4e07-8ead-4d7a1d7ea1c6" providerId="ADAL" clId="{34BDDC3C-2AF4-4325-BEDB-C3E623CC2F40}" dt="2024-08-11T12:15:59.656" v="1542"/>
          <ac:inkMkLst>
            <pc:docMk/>
            <pc:sldMk cId="0" sldId="256"/>
            <ac:inkMk id="201" creationId="{2F4BA8E0-3E34-6243-55BF-33BF759AB137}"/>
          </ac:inkMkLst>
        </pc:inkChg>
        <pc:inkChg chg="add mod">
          <ac:chgData name="Mahima Weerasinghe" userId="e11e3f55-42da-4e07-8ead-4d7a1d7ea1c6" providerId="ADAL" clId="{34BDDC3C-2AF4-4325-BEDB-C3E623CC2F40}" dt="2024-08-11T12:15:59.656" v="1542"/>
          <ac:inkMkLst>
            <pc:docMk/>
            <pc:sldMk cId="0" sldId="256"/>
            <ac:inkMk id="204" creationId="{EBE8AB7D-8FC2-8EDE-EE88-F87C95C5FA76}"/>
          </ac:inkMkLst>
        </pc:inkChg>
        <pc:inkChg chg="add mod">
          <ac:chgData name="Mahima Weerasinghe" userId="e11e3f55-42da-4e07-8ead-4d7a1d7ea1c6" providerId="ADAL" clId="{34BDDC3C-2AF4-4325-BEDB-C3E623CC2F40}" dt="2024-08-11T12:15:59.656" v="1542"/>
          <ac:inkMkLst>
            <pc:docMk/>
            <pc:sldMk cId="0" sldId="256"/>
            <ac:inkMk id="205" creationId="{C0EB2D1D-65A6-83BF-C177-25AE149F5017}"/>
          </ac:inkMkLst>
        </pc:inkChg>
        <pc:inkChg chg="add mod">
          <ac:chgData name="Mahima Weerasinghe" userId="e11e3f55-42da-4e07-8ead-4d7a1d7ea1c6" providerId="ADAL" clId="{34BDDC3C-2AF4-4325-BEDB-C3E623CC2F40}" dt="2024-08-11T12:15:59.656" v="1542"/>
          <ac:inkMkLst>
            <pc:docMk/>
            <pc:sldMk cId="0" sldId="256"/>
            <ac:inkMk id="206" creationId="{8794C8F0-76BF-CB87-BEDC-B4F2A531556E}"/>
          </ac:inkMkLst>
        </pc:inkChg>
        <pc:inkChg chg="add mod">
          <ac:chgData name="Mahima Weerasinghe" userId="e11e3f55-42da-4e07-8ead-4d7a1d7ea1c6" providerId="ADAL" clId="{34BDDC3C-2AF4-4325-BEDB-C3E623CC2F40}" dt="2024-08-11T12:15:59.656" v="1542"/>
          <ac:inkMkLst>
            <pc:docMk/>
            <pc:sldMk cId="0" sldId="256"/>
            <ac:inkMk id="207" creationId="{E35C7365-A816-6C08-2EDF-295968D90AA1}"/>
          </ac:inkMkLst>
        </pc:inkChg>
        <pc:inkChg chg="add mod">
          <ac:chgData name="Mahima Weerasinghe" userId="e11e3f55-42da-4e07-8ead-4d7a1d7ea1c6" providerId="ADAL" clId="{34BDDC3C-2AF4-4325-BEDB-C3E623CC2F40}" dt="2024-08-11T12:15:59.656" v="1542"/>
          <ac:inkMkLst>
            <pc:docMk/>
            <pc:sldMk cId="0" sldId="256"/>
            <ac:inkMk id="208" creationId="{06F26A9D-F662-E37D-3794-48E5284B24EA}"/>
          </ac:inkMkLst>
        </pc:inkChg>
        <pc:inkChg chg="add mod">
          <ac:chgData name="Mahima Weerasinghe" userId="e11e3f55-42da-4e07-8ead-4d7a1d7ea1c6" providerId="ADAL" clId="{34BDDC3C-2AF4-4325-BEDB-C3E623CC2F40}" dt="2024-08-11T12:15:59.656" v="1542"/>
          <ac:inkMkLst>
            <pc:docMk/>
            <pc:sldMk cId="0" sldId="256"/>
            <ac:inkMk id="210" creationId="{FE8B9E24-7148-FF6F-0126-CA9BBB1EE65A}"/>
          </ac:inkMkLst>
        </pc:inkChg>
        <pc:inkChg chg="add mod">
          <ac:chgData name="Mahima Weerasinghe" userId="e11e3f55-42da-4e07-8ead-4d7a1d7ea1c6" providerId="ADAL" clId="{34BDDC3C-2AF4-4325-BEDB-C3E623CC2F40}" dt="2024-08-11T12:15:59.656" v="1542"/>
          <ac:inkMkLst>
            <pc:docMk/>
            <pc:sldMk cId="0" sldId="256"/>
            <ac:inkMk id="211" creationId="{98058054-3E02-9C5D-CAE1-0E504CC37A8A}"/>
          </ac:inkMkLst>
        </pc:inkChg>
        <pc:inkChg chg="add mod">
          <ac:chgData name="Mahima Weerasinghe" userId="e11e3f55-42da-4e07-8ead-4d7a1d7ea1c6" providerId="ADAL" clId="{34BDDC3C-2AF4-4325-BEDB-C3E623CC2F40}" dt="2024-08-11T12:15:59.656" v="1542"/>
          <ac:inkMkLst>
            <pc:docMk/>
            <pc:sldMk cId="0" sldId="256"/>
            <ac:inkMk id="212" creationId="{E84B3768-2B7A-0FD8-A6B3-F5521BF9A2DE}"/>
          </ac:inkMkLst>
        </pc:inkChg>
        <pc:inkChg chg="add mod">
          <ac:chgData name="Mahima Weerasinghe" userId="e11e3f55-42da-4e07-8ead-4d7a1d7ea1c6" providerId="ADAL" clId="{34BDDC3C-2AF4-4325-BEDB-C3E623CC2F40}" dt="2024-08-11T12:15:59.656" v="1542"/>
          <ac:inkMkLst>
            <pc:docMk/>
            <pc:sldMk cId="0" sldId="256"/>
            <ac:inkMk id="213" creationId="{058C0182-7C99-9090-DD65-6DA6902E641E}"/>
          </ac:inkMkLst>
        </pc:inkChg>
        <pc:inkChg chg="add mod">
          <ac:chgData name="Mahima Weerasinghe" userId="e11e3f55-42da-4e07-8ead-4d7a1d7ea1c6" providerId="ADAL" clId="{34BDDC3C-2AF4-4325-BEDB-C3E623CC2F40}" dt="2024-08-11T12:15:59.656" v="1542"/>
          <ac:inkMkLst>
            <pc:docMk/>
            <pc:sldMk cId="0" sldId="256"/>
            <ac:inkMk id="214" creationId="{6152D738-1A9F-4E05-1390-C6897E36278A}"/>
          </ac:inkMkLst>
        </pc:inkChg>
        <pc:inkChg chg="add mod">
          <ac:chgData name="Mahima Weerasinghe" userId="e11e3f55-42da-4e07-8ead-4d7a1d7ea1c6" providerId="ADAL" clId="{34BDDC3C-2AF4-4325-BEDB-C3E623CC2F40}" dt="2024-08-11T12:15:59.656" v="1542"/>
          <ac:inkMkLst>
            <pc:docMk/>
            <pc:sldMk cId="0" sldId="256"/>
            <ac:inkMk id="215" creationId="{AA2F9DA7-C677-1C00-9D16-83C57CFFB4C5}"/>
          </ac:inkMkLst>
        </pc:inkChg>
        <pc:inkChg chg="add mod">
          <ac:chgData name="Mahima Weerasinghe" userId="e11e3f55-42da-4e07-8ead-4d7a1d7ea1c6" providerId="ADAL" clId="{34BDDC3C-2AF4-4325-BEDB-C3E623CC2F40}" dt="2024-08-11T12:15:59.656" v="1542"/>
          <ac:inkMkLst>
            <pc:docMk/>
            <pc:sldMk cId="0" sldId="256"/>
            <ac:inkMk id="216" creationId="{91FE93F1-F80B-B068-1C71-E8AC5EA53A38}"/>
          </ac:inkMkLst>
        </pc:inkChg>
        <pc:inkChg chg="add mod">
          <ac:chgData name="Mahima Weerasinghe" userId="e11e3f55-42da-4e07-8ead-4d7a1d7ea1c6" providerId="ADAL" clId="{34BDDC3C-2AF4-4325-BEDB-C3E623CC2F40}" dt="2024-08-11T12:15:59.656" v="1542"/>
          <ac:inkMkLst>
            <pc:docMk/>
            <pc:sldMk cId="0" sldId="256"/>
            <ac:inkMk id="217" creationId="{D3D508F4-DFAB-25C2-0339-B77CAF2FCC5B}"/>
          </ac:inkMkLst>
        </pc:inkChg>
        <pc:inkChg chg="add mod">
          <ac:chgData name="Mahima Weerasinghe" userId="e11e3f55-42da-4e07-8ead-4d7a1d7ea1c6" providerId="ADAL" clId="{34BDDC3C-2AF4-4325-BEDB-C3E623CC2F40}" dt="2024-08-11T12:15:59.656" v="1542"/>
          <ac:inkMkLst>
            <pc:docMk/>
            <pc:sldMk cId="0" sldId="256"/>
            <ac:inkMk id="218" creationId="{2D935FCE-39E5-BF43-C1FF-3A632905361D}"/>
          </ac:inkMkLst>
        </pc:inkChg>
        <pc:inkChg chg="add mod">
          <ac:chgData name="Mahima Weerasinghe" userId="e11e3f55-42da-4e07-8ead-4d7a1d7ea1c6" providerId="ADAL" clId="{34BDDC3C-2AF4-4325-BEDB-C3E623CC2F40}" dt="2024-08-11T12:15:59.656" v="1542"/>
          <ac:inkMkLst>
            <pc:docMk/>
            <pc:sldMk cId="0" sldId="256"/>
            <ac:inkMk id="219" creationId="{D4E3231C-27AC-452F-333B-5ECE56F17B6C}"/>
          </ac:inkMkLst>
        </pc:inkChg>
        <pc:inkChg chg="add mod">
          <ac:chgData name="Mahima Weerasinghe" userId="e11e3f55-42da-4e07-8ead-4d7a1d7ea1c6" providerId="ADAL" clId="{34BDDC3C-2AF4-4325-BEDB-C3E623CC2F40}" dt="2024-08-11T12:15:59.656" v="1542"/>
          <ac:inkMkLst>
            <pc:docMk/>
            <pc:sldMk cId="0" sldId="256"/>
            <ac:inkMk id="220" creationId="{43ED6421-C9D5-E9E5-BA52-DD7D338D60E0}"/>
          </ac:inkMkLst>
        </pc:inkChg>
        <pc:inkChg chg="add mod">
          <ac:chgData name="Mahima Weerasinghe" userId="e11e3f55-42da-4e07-8ead-4d7a1d7ea1c6" providerId="ADAL" clId="{34BDDC3C-2AF4-4325-BEDB-C3E623CC2F40}" dt="2024-08-11T12:15:59.656" v="1542"/>
          <ac:inkMkLst>
            <pc:docMk/>
            <pc:sldMk cId="0" sldId="256"/>
            <ac:inkMk id="221" creationId="{AE6C52FC-6C13-26CB-186C-7710BB0A7DB6}"/>
          </ac:inkMkLst>
        </pc:inkChg>
        <pc:inkChg chg="add mod">
          <ac:chgData name="Mahima Weerasinghe" userId="e11e3f55-42da-4e07-8ead-4d7a1d7ea1c6" providerId="ADAL" clId="{34BDDC3C-2AF4-4325-BEDB-C3E623CC2F40}" dt="2024-08-11T12:15:59.656" v="1542"/>
          <ac:inkMkLst>
            <pc:docMk/>
            <pc:sldMk cId="0" sldId="256"/>
            <ac:inkMk id="222" creationId="{210B0F33-2766-AFDF-C688-9BA8CBF5B041}"/>
          </ac:inkMkLst>
        </pc:inkChg>
        <pc:inkChg chg="add mod">
          <ac:chgData name="Mahima Weerasinghe" userId="e11e3f55-42da-4e07-8ead-4d7a1d7ea1c6" providerId="ADAL" clId="{34BDDC3C-2AF4-4325-BEDB-C3E623CC2F40}" dt="2024-08-11T12:15:59.656" v="1542"/>
          <ac:inkMkLst>
            <pc:docMk/>
            <pc:sldMk cId="0" sldId="256"/>
            <ac:inkMk id="223" creationId="{C7029D64-5507-9A7C-5B9B-1329054D6860}"/>
          </ac:inkMkLst>
        </pc:inkChg>
        <pc:inkChg chg="add mod">
          <ac:chgData name="Mahima Weerasinghe" userId="e11e3f55-42da-4e07-8ead-4d7a1d7ea1c6" providerId="ADAL" clId="{34BDDC3C-2AF4-4325-BEDB-C3E623CC2F40}" dt="2024-08-11T12:15:59.656" v="1542"/>
          <ac:inkMkLst>
            <pc:docMk/>
            <pc:sldMk cId="0" sldId="256"/>
            <ac:inkMk id="224" creationId="{0FD214E1-917B-71E9-44EF-7F5024AF0FA4}"/>
          </ac:inkMkLst>
        </pc:inkChg>
        <pc:inkChg chg="add mod">
          <ac:chgData name="Mahima Weerasinghe" userId="e11e3f55-42da-4e07-8ead-4d7a1d7ea1c6" providerId="ADAL" clId="{34BDDC3C-2AF4-4325-BEDB-C3E623CC2F40}" dt="2024-08-11T12:15:59.656" v="1542"/>
          <ac:inkMkLst>
            <pc:docMk/>
            <pc:sldMk cId="0" sldId="256"/>
            <ac:inkMk id="225" creationId="{F61E00D2-B99C-BF07-E329-16EA55A7591B}"/>
          </ac:inkMkLst>
        </pc:inkChg>
        <pc:inkChg chg="add mod">
          <ac:chgData name="Mahima Weerasinghe" userId="e11e3f55-42da-4e07-8ead-4d7a1d7ea1c6" providerId="ADAL" clId="{34BDDC3C-2AF4-4325-BEDB-C3E623CC2F40}" dt="2024-08-11T12:15:59.656" v="1542"/>
          <ac:inkMkLst>
            <pc:docMk/>
            <pc:sldMk cId="0" sldId="256"/>
            <ac:inkMk id="226" creationId="{28A846F6-EF5F-6B17-7A9A-E7B9DB14218E}"/>
          </ac:inkMkLst>
        </pc:inkChg>
        <pc:inkChg chg="add mod">
          <ac:chgData name="Mahima Weerasinghe" userId="e11e3f55-42da-4e07-8ead-4d7a1d7ea1c6" providerId="ADAL" clId="{34BDDC3C-2AF4-4325-BEDB-C3E623CC2F40}" dt="2024-08-11T12:15:59.656" v="1542"/>
          <ac:inkMkLst>
            <pc:docMk/>
            <pc:sldMk cId="0" sldId="256"/>
            <ac:inkMk id="230" creationId="{8760833C-8CC1-4BE5-72A3-BC67EC2D16A6}"/>
          </ac:inkMkLst>
        </pc:inkChg>
        <pc:inkChg chg="add mod">
          <ac:chgData name="Mahima Weerasinghe" userId="e11e3f55-42da-4e07-8ead-4d7a1d7ea1c6" providerId="ADAL" clId="{34BDDC3C-2AF4-4325-BEDB-C3E623CC2F40}" dt="2024-08-11T12:15:59.656" v="1542"/>
          <ac:inkMkLst>
            <pc:docMk/>
            <pc:sldMk cId="0" sldId="256"/>
            <ac:inkMk id="231" creationId="{09765703-0392-CC63-1EEF-980457B25D10}"/>
          </ac:inkMkLst>
        </pc:inkChg>
        <pc:inkChg chg="add mod">
          <ac:chgData name="Mahima Weerasinghe" userId="e11e3f55-42da-4e07-8ead-4d7a1d7ea1c6" providerId="ADAL" clId="{34BDDC3C-2AF4-4325-BEDB-C3E623CC2F40}" dt="2024-08-11T12:15:59.656" v="1542"/>
          <ac:inkMkLst>
            <pc:docMk/>
            <pc:sldMk cId="0" sldId="256"/>
            <ac:inkMk id="232" creationId="{C22BF325-D1F1-58EE-3754-417CCF6008CB}"/>
          </ac:inkMkLst>
        </pc:inkChg>
        <pc:inkChg chg="add mod">
          <ac:chgData name="Mahima Weerasinghe" userId="e11e3f55-42da-4e07-8ead-4d7a1d7ea1c6" providerId="ADAL" clId="{34BDDC3C-2AF4-4325-BEDB-C3E623CC2F40}" dt="2024-08-11T12:15:59.656" v="1542"/>
          <ac:inkMkLst>
            <pc:docMk/>
            <pc:sldMk cId="0" sldId="256"/>
            <ac:inkMk id="233" creationId="{61249157-969F-6606-754D-5242A79AB554}"/>
          </ac:inkMkLst>
        </pc:inkChg>
        <pc:inkChg chg="add mod">
          <ac:chgData name="Mahima Weerasinghe" userId="e11e3f55-42da-4e07-8ead-4d7a1d7ea1c6" providerId="ADAL" clId="{34BDDC3C-2AF4-4325-BEDB-C3E623CC2F40}" dt="2024-08-11T12:15:59.656" v="1542"/>
          <ac:inkMkLst>
            <pc:docMk/>
            <pc:sldMk cId="0" sldId="256"/>
            <ac:inkMk id="235" creationId="{5B8DED77-ABA5-61CA-BC02-AC1A2BAF56A3}"/>
          </ac:inkMkLst>
        </pc:inkChg>
        <pc:inkChg chg="add mod">
          <ac:chgData name="Mahima Weerasinghe" userId="e11e3f55-42da-4e07-8ead-4d7a1d7ea1c6" providerId="ADAL" clId="{34BDDC3C-2AF4-4325-BEDB-C3E623CC2F40}" dt="2024-08-11T12:15:59.656" v="1542"/>
          <ac:inkMkLst>
            <pc:docMk/>
            <pc:sldMk cId="0" sldId="256"/>
            <ac:inkMk id="236" creationId="{7694DC47-1C68-9262-9C47-7BE228D3473E}"/>
          </ac:inkMkLst>
        </pc:inkChg>
        <pc:inkChg chg="add mod">
          <ac:chgData name="Mahima Weerasinghe" userId="e11e3f55-42da-4e07-8ead-4d7a1d7ea1c6" providerId="ADAL" clId="{34BDDC3C-2AF4-4325-BEDB-C3E623CC2F40}" dt="2024-08-11T12:15:59.656" v="1542"/>
          <ac:inkMkLst>
            <pc:docMk/>
            <pc:sldMk cId="0" sldId="256"/>
            <ac:inkMk id="237" creationId="{71E53A43-66E9-E643-0E13-93D22BE72A6B}"/>
          </ac:inkMkLst>
        </pc:inkChg>
        <pc:inkChg chg="add mod">
          <ac:chgData name="Mahima Weerasinghe" userId="e11e3f55-42da-4e07-8ead-4d7a1d7ea1c6" providerId="ADAL" clId="{34BDDC3C-2AF4-4325-BEDB-C3E623CC2F40}" dt="2024-08-11T12:15:59.656" v="1542"/>
          <ac:inkMkLst>
            <pc:docMk/>
            <pc:sldMk cId="0" sldId="256"/>
            <ac:inkMk id="239" creationId="{FC907C92-B222-1D54-7D7B-BF3F0062930A}"/>
          </ac:inkMkLst>
        </pc:inkChg>
        <pc:inkChg chg="add mod">
          <ac:chgData name="Mahima Weerasinghe" userId="e11e3f55-42da-4e07-8ead-4d7a1d7ea1c6" providerId="ADAL" clId="{34BDDC3C-2AF4-4325-BEDB-C3E623CC2F40}" dt="2024-08-11T12:15:59.656" v="1542"/>
          <ac:inkMkLst>
            <pc:docMk/>
            <pc:sldMk cId="0" sldId="256"/>
            <ac:inkMk id="240" creationId="{C6B1F9A2-3010-CA3E-5215-AAD639CB09FC}"/>
          </ac:inkMkLst>
        </pc:inkChg>
        <pc:inkChg chg="add mod">
          <ac:chgData name="Mahima Weerasinghe" userId="e11e3f55-42da-4e07-8ead-4d7a1d7ea1c6" providerId="ADAL" clId="{34BDDC3C-2AF4-4325-BEDB-C3E623CC2F40}" dt="2024-08-11T12:15:59.656" v="1542"/>
          <ac:inkMkLst>
            <pc:docMk/>
            <pc:sldMk cId="0" sldId="256"/>
            <ac:inkMk id="241" creationId="{5C69DE1B-236C-DFB1-EE88-DA9B469885A3}"/>
          </ac:inkMkLst>
        </pc:inkChg>
        <pc:inkChg chg="add mod">
          <ac:chgData name="Mahima Weerasinghe" userId="e11e3f55-42da-4e07-8ead-4d7a1d7ea1c6" providerId="ADAL" clId="{34BDDC3C-2AF4-4325-BEDB-C3E623CC2F40}" dt="2024-08-11T12:15:59.656" v="1542"/>
          <ac:inkMkLst>
            <pc:docMk/>
            <pc:sldMk cId="0" sldId="256"/>
            <ac:inkMk id="242" creationId="{4BBD22B0-4117-8598-57B8-25D81E3F40FB}"/>
          </ac:inkMkLst>
        </pc:inkChg>
        <pc:inkChg chg="add mod">
          <ac:chgData name="Mahima Weerasinghe" userId="e11e3f55-42da-4e07-8ead-4d7a1d7ea1c6" providerId="ADAL" clId="{34BDDC3C-2AF4-4325-BEDB-C3E623CC2F40}" dt="2024-08-11T12:15:59.656" v="1542"/>
          <ac:inkMkLst>
            <pc:docMk/>
            <pc:sldMk cId="0" sldId="256"/>
            <ac:inkMk id="243" creationId="{094609D5-A233-EC79-9D11-CA8BE9072508}"/>
          </ac:inkMkLst>
        </pc:inkChg>
        <pc:inkChg chg="add mod">
          <ac:chgData name="Mahima Weerasinghe" userId="e11e3f55-42da-4e07-8ead-4d7a1d7ea1c6" providerId="ADAL" clId="{34BDDC3C-2AF4-4325-BEDB-C3E623CC2F40}" dt="2024-08-11T12:15:59.656" v="1542"/>
          <ac:inkMkLst>
            <pc:docMk/>
            <pc:sldMk cId="0" sldId="256"/>
            <ac:inkMk id="244" creationId="{5FD171E4-DEBC-9CA0-066A-786177F8B7A2}"/>
          </ac:inkMkLst>
        </pc:inkChg>
        <pc:inkChg chg="add mod">
          <ac:chgData name="Mahima Weerasinghe" userId="e11e3f55-42da-4e07-8ead-4d7a1d7ea1c6" providerId="ADAL" clId="{34BDDC3C-2AF4-4325-BEDB-C3E623CC2F40}" dt="2024-08-11T12:15:59.656" v="1542"/>
          <ac:inkMkLst>
            <pc:docMk/>
            <pc:sldMk cId="0" sldId="256"/>
            <ac:inkMk id="246" creationId="{037EEBDC-D5C6-4144-7161-283C10E71B04}"/>
          </ac:inkMkLst>
        </pc:inkChg>
        <pc:inkChg chg="add mod">
          <ac:chgData name="Mahima Weerasinghe" userId="e11e3f55-42da-4e07-8ead-4d7a1d7ea1c6" providerId="ADAL" clId="{34BDDC3C-2AF4-4325-BEDB-C3E623CC2F40}" dt="2024-08-11T12:15:59.656" v="1542"/>
          <ac:inkMkLst>
            <pc:docMk/>
            <pc:sldMk cId="0" sldId="256"/>
            <ac:inkMk id="247" creationId="{1B044152-48F1-E23F-F079-31AEA68B5E30}"/>
          </ac:inkMkLst>
        </pc:inkChg>
        <pc:inkChg chg="add mod">
          <ac:chgData name="Mahima Weerasinghe" userId="e11e3f55-42da-4e07-8ead-4d7a1d7ea1c6" providerId="ADAL" clId="{34BDDC3C-2AF4-4325-BEDB-C3E623CC2F40}" dt="2024-08-11T12:15:59.656" v="1542"/>
          <ac:inkMkLst>
            <pc:docMk/>
            <pc:sldMk cId="0" sldId="256"/>
            <ac:inkMk id="249" creationId="{83968170-8A0D-22A6-15E4-E7A18CEBD534}"/>
          </ac:inkMkLst>
        </pc:inkChg>
        <pc:inkChg chg="add mod">
          <ac:chgData name="Mahima Weerasinghe" userId="e11e3f55-42da-4e07-8ead-4d7a1d7ea1c6" providerId="ADAL" clId="{34BDDC3C-2AF4-4325-BEDB-C3E623CC2F40}" dt="2024-08-11T12:15:59.656" v="1542"/>
          <ac:inkMkLst>
            <pc:docMk/>
            <pc:sldMk cId="0" sldId="256"/>
            <ac:inkMk id="251" creationId="{A8B73C12-F9CF-13F1-0607-C46B48E3B926}"/>
          </ac:inkMkLst>
        </pc:inkChg>
        <pc:inkChg chg="add mod">
          <ac:chgData name="Mahima Weerasinghe" userId="e11e3f55-42da-4e07-8ead-4d7a1d7ea1c6" providerId="ADAL" clId="{34BDDC3C-2AF4-4325-BEDB-C3E623CC2F40}" dt="2024-08-11T12:15:59.656" v="1542"/>
          <ac:inkMkLst>
            <pc:docMk/>
            <pc:sldMk cId="0" sldId="256"/>
            <ac:inkMk id="253" creationId="{C512788F-4568-486D-6BA7-AF6B715C1B15}"/>
          </ac:inkMkLst>
        </pc:inkChg>
        <pc:inkChg chg="add mod">
          <ac:chgData name="Mahima Weerasinghe" userId="e11e3f55-42da-4e07-8ead-4d7a1d7ea1c6" providerId="ADAL" clId="{34BDDC3C-2AF4-4325-BEDB-C3E623CC2F40}" dt="2024-08-11T12:15:59.656" v="1542"/>
          <ac:inkMkLst>
            <pc:docMk/>
            <pc:sldMk cId="0" sldId="256"/>
            <ac:inkMk id="254" creationId="{A9562365-591B-1E07-A215-1905138B5AEE}"/>
          </ac:inkMkLst>
        </pc:inkChg>
        <pc:inkChg chg="add mod">
          <ac:chgData name="Mahima Weerasinghe" userId="e11e3f55-42da-4e07-8ead-4d7a1d7ea1c6" providerId="ADAL" clId="{34BDDC3C-2AF4-4325-BEDB-C3E623CC2F40}" dt="2024-08-11T12:15:59.656" v="1542"/>
          <ac:inkMkLst>
            <pc:docMk/>
            <pc:sldMk cId="0" sldId="256"/>
            <ac:inkMk id="255" creationId="{D8F67E58-838E-1089-0061-AC2625764E37}"/>
          </ac:inkMkLst>
        </pc:inkChg>
        <pc:inkChg chg="add mod">
          <ac:chgData name="Mahima Weerasinghe" userId="e11e3f55-42da-4e07-8ead-4d7a1d7ea1c6" providerId="ADAL" clId="{34BDDC3C-2AF4-4325-BEDB-C3E623CC2F40}" dt="2024-08-11T12:15:59.656" v="1542"/>
          <ac:inkMkLst>
            <pc:docMk/>
            <pc:sldMk cId="0" sldId="256"/>
            <ac:inkMk id="256" creationId="{5786C261-DE23-CD9C-B62D-03CFDFA9D74B}"/>
          </ac:inkMkLst>
        </pc:inkChg>
        <pc:inkChg chg="add mod">
          <ac:chgData name="Mahima Weerasinghe" userId="e11e3f55-42da-4e07-8ead-4d7a1d7ea1c6" providerId="ADAL" clId="{34BDDC3C-2AF4-4325-BEDB-C3E623CC2F40}" dt="2024-08-11T12:15:59.656" v="1542"/>
          <ac:inkMkLst>
            <pc:docMk/>
            <pc:sldMk cId="0" sldId="256"/>
            <ac:inkMk id="257" creationId="{D6CCE17B-191B-2CCF-1D4E-6EB80F921BB9}"/>
          </ac:inkMkLst>
        </pc:inkChg>
        <pc:inkChg chg="add mod">
          <ac:chgData name="Mahima Weerasinghe" userId="e11e3f55-42da-4e07-8ead-4d7a1d7ea1c6" providerId="ADAL" clId="{34BDDC3C-2AF4-4325-BEDB-C3E623CC2F40}" dt="2024-08-11T12:15:59.656" v="1542"/>
          <ac:inkMkLst>
            <pc:docMk/>
            <pc:sldMk cId="0" sldId="256"/>
            <ac:inkMk id="259" creationId="{BD5AC811-BA9F-FC6F-C36D-E75F46FA74DF}"/>
          </ac:inkMkLst>
        </pc:inkChg>
        <pc:inkChg chg="add mod">
          <ac:chgData name="Mahima Weerasinghe" userId="e11e3f55-42da-4e07-8ead-4d7a1d7ea1c6" providerId="ADAL" clId="{34BDDC3C-2AF4-4325-BEDB-C3E623CC2F40}" dt="2024-08-11T12:15:59.656" v="1542"/>
          <ac:inkMkLst>
            <pc:docMk/>
            <pc:sldMk cId="0" sldId="256"/>
            <ac:inkMk id="260" creationId="{1D342268-6B2F-576C-FF82-9402A3004C76}"/>
          </ac:inkMkLst>
        </pc:inkChg>
        <pc:inkChg chg="add mod">
          <ac:chgData name="Mahima Weerasinghe" userId="e11e3f55-42da-4e07-8ead-4d7a1d7ea1c6" providerId="ADAL" clId="{34BDDC3C-2AF4-4325-BEDB-C3E623CC2F40}" dt="2024-08-11T12:15:59.656" v="1542"/>
          <ac:inkMkLst>
            <pc:docMk/>
            <pc:sldMk cId="0" sldId="256"/>
            <ac:inkMk id="261" creationId="{264EED0D-A70E-A9C5-B086-F00BB8E08788}"/>
          </ac:inkMkLst>
        </pc:inkChg>
        <pc:inkChg chg="add mod">
          <ac:chgData name="Mahima Weerasinghe" userId="e11e3f55-42da-4e07-8ead-4d7a1d7ea1c6" providerId="ADAL" clId="{34BDDC3C-2AF4-4325-BEDB-C3E623CC2F40}" dt="2024-08-11T12:15:59.656" v="1542"/>
          <ac:inkMkLst>
            <pc:docMk/>
            <pc:sldMk cId="0" sldId="256"/>
            <ac:inkMk id="263" creationId="{1FB00A13-86E7-1006-EE9B-5E75AA53DC2E}"/>
          </ac:inkMkLst>
        </pc:inkChg>
        <pc:inkChg chg="add mod">
          <ac:chgData name="Mahima Weerasinghe" userId="e11e3f55-42da-4e07-8ead-4d7a1d7ea1c6" providerId="ADAL" clId="{34BDDC3C-2AF4-4325-BEDB-C3E623CC2F40}" dt="2024-08-11T12:15:59.656" v="1542"/>
          <ac:inkMkLst>
            <pc:docMk/>
            <pc:sldMk cId="0" sldId="256"/>
            <ac:inkMk id="264" creationId="{4079ED7E-4CF7-5A72-7ED6-8B3B746536E6}"/>
          </ac:inkMkLst>
        </pc:inkChg>
        <pc:inkChg chg="add mod">
          <ac:chgData name="Mahima Weerasinghe" userId="e11e3f55-42da-4e07-8ead-4d7a1d7ea1c6" providerId="ADAL" clId="{34BDDC3C-2AF4-4325-BEDB-C3E623CC2F40}" dt="2024-08-11T12:15:59.656" v="1542"/>
          <ac:inkMkLst>
            <pc:docMk/>
            <pc:sldMk cId="0" sldId="256"/>
            <ac:inkMk id="265" creationId="{FF6FFB71-5375-583F-A8C1-9EA30E4476AE}"/>
          </ac:inkMkLst>
        </pc:inkChg>
        <pc:inkChg chg="add mod">
          <ac:chgData name="Mahima Weerasinghe" userId="e11e3f55-42da-4e07-8ead-4d7a1d7ea1c6" providerId="ADAL" clId="{34BDDC3C-2AF4-4325-BEDB-C3E623CC2F40}" dt="2024-08-11T12:15:59.656" v="1542"/>
          <ac:inkMkLst>
            <pc:docMk/>
            <pc:sldMk cId="0" sldId="256"/>
            <ac:inkMk id="266" creationId="{52CD528A-4F4C-E16F-A429-7551FC853CD7}"/>
          </ac:inkMkLst>
        </pc:inkChg>
        <pc:inkChg chg="add mod">
          <ac:chgData name="Mahima Weerasinghe" userId="e11e3f55-42da-4e07-8ead-4d7a1d7ea1c6" providerId="ADAL" clId="{34BDDC3C-2AF4-4325-BEDB-C3E623CC2F40}" dt="2024-08-11T12:15:59.656" v="1542"/>
          <ac:inkMkLst>
            <pc:docMk/>
            <pc:sldMk cId="0" sldId="256"/>
            <ac:inkMk id="267" creationId="{C765A3DF-FB7E-36E9-734C-91A5D9F9DD63}"/>
          </ac:inkMkLst>
        </pc:inkChg>
        <pc:inkChg chg="add mod">
          <ac:chgData name="Mahima Weerasinghe" userId="e11e3f55-42da-4e07-8ead-4d7a1d7ea1c6" providerId="ADAL" clId="{34BDDC3C-2AF4-4325-BEDB-C3E623CC2F40}" dt="2024-08-11T12:15:59.656" v="1542"/>
          <ac:inkMkLst>
            <pc:docMk/>
            <pc:sldMk cId="0" sldId="256"/>
            <ac:inkMk id="269" creationId="{DD4AA488-FF40-0402-650C-6F4A40BB3A08}"/>
          </ac:inkMkLst>
        </pc:inkChg>
        <pc:inkChg chg="add mod">
          <ac:chgData name="Mahima Weerasinghe" userId="e11e3f55-42da-4e07-8ead-4d7a1d7ea1c6" providerId="ADAL" clId="{34BDDC3C-2AF4-4325-BEDB-C3E623CC2F40}" dt="2024-08-11T12:15:59.656" v="1542"/>
          <ac:inkMkLst>
            <pc:docMk/>
            <pc:sldMk cId="0" sldId="256"/>
            <ac:inkMk id="270" creationId="{CC03226D-DD26-D79F-8FBB-67ABC5B7198C}"/>
          </ac:inkMkLst>
        </pc:inkChg>
        <pc:inkChg chg="add mod">
          <ac:chgData name="Mahima Weerasinghe" userId="e11e3f55-42da-4e07-8ead-4d7a1d7ea1c6" providerId="ADAL" clId="{34BDDC3C-2AF4-4325-BEDB-C3E623CC2F40}" dt="2024-08-11T12:15:59.656" v="1542"/>
          <ac:inkMkLst>
            <pc:docMk/>
            <pc:sldMk cId="0" sldId="256"/>
            <ac:inkMk id="272" creationId="{9FBFB45B-87DC-11E0-8D45-90735E9AFBCD}"/>
          </ac:inkMkLst>
        </pc:inkChg>
        <pc:inkChg chg="add mod">
          <ac:chgData name="Mahima Weerasinghe" userId="e11e3f55-42da-4e07-8ead-4d7a1d7ea1c6" providerId="ADAL" clId="{34BDDC3C-2AF4-4325-BEDB-C3E623CC2F40}" dt="2024-08-11T12:15:59.656" v="1542"/>
          <ac:inkMkLst>
            <pc:docMk/>
            <pc:sldMk cId="0" sldId="256"/>
            <ac:inkMk id="273" creationId="{106188A8-F556-979C-9A65-C555652D5635}"/>
          </ac:inkMkLst>
        </pc:inkChg>
        <pc:inkChg chg="add mod">
          <ac:chgData name="Mahima Weerasinghe" userId="e11e3f55-42da-4e07-8ead-4d7a1d7ea1c6" providerId="ADAL" clId="{34BDDC3C-2AF4-4325-BEDB-C3E623CC2F40}" dt="2024-08-11T12:15:59.656" v="1542"/>
          <ac:inkMkLst>
            <pc:docMk/>
            <pc:sldMk cId="0" sldId="256"/>
            <ac:inkMk id="274" creationId="{3F90301C-902A-F0F9-514C-4F09635A879C}"/>
          </ac:inkMkLst>
        </pc:inkChg>
        <pc:inkChg chg="add mod">
          <ac:chgData name="Mahima Weerasinghe" userId="e11e3f55-42da-4e07-8ead-4d7a1d7ea1c6" providerId="ADAL" clId="{34BDDC3C-2AF4-4325-BEDB-C3E623CC2F40}" dt="2024-08-11T12:15:59.656" v="1542"/>
          <ac:inkMkLst>
            <pc:docMk/>
            <pc:sldMk cId="0" sldId="256"/>
            <ac:inkMk id="275" creationId="{8534C078-9AC0-FFEF-E3B9-ED28829543B4}"/>
          </ac:inkMkLst>
        </pc:inkChg>
        <pc:inkChg chg="add mod">
          <ac:chgData name="Mahima Weerasinghe" userId="e11e3f55-42da-4e07-8ead-4d7a1d7ea1c6" providerId="ADAL" clId="{34BDDC3C-2AF4-4325-BEDB-C3E623CC2F40}" dt="2024-08-11T12:15:59.656" v="1542"/>
          <ac:inkMkLst>
            <pc:docMk/>
            <pc:sldMk cId="0" sldId="256"/>
            <ac:inkMk id="276" creationId="{B06CB6F8-6E8C-8011-07A8-4931E98B0490}"/>
          </ac:inkMkLst>
        </pc:inkChg>
        <pc:inkChg chg="add mod">
          <ac:chgData name="Mahima Weerasinghe" userId="e11e3f55-42da-4e07-8ead-4d7a1d7ea1c6" providerId="ADAL" clId="{34BDDC3C-2AF4-4325-BEDB-C3E623CC2F40}" dt="2024-08-11T12:15:59.656" v="1542"/>
          <ac:inkMkLst>
            <pc:docMk/>
            <pc:sldMk cId="0" sldId="256"/>
            <ac:inkMk id="277" creationId="{797DEFDF-231E-22D4-E353-1EAAEF6691EA}"/>
          </ac:inkMkLst>
        </pc:inkChg>
        <pc:inkChg chg="add mod">
          <ac:chgData name="Mahima Weerasinghe" userId="e11e3f55-42da-4e07-8ead-4d7a1d7ea1c6" providerId="ADAL" clId="{34BDDC3C-2AF4-4325-BEDB-C3E623CC2F40}" dt="2024-08-11T12:15:59.656" v="1542"/>
          <ac:inkMkLst>
            <pc:docMk/>
            <pc:sldMk cId="0" sldId="256"/>
            <ac:inkMk id="279" creationId="{8E62223D-4205-FE32-6D8A-DDF7ED3DD46D}"/>
          </ac:inkMkLst>
        </pc:inkChg>
        <pc:inkChg chg="add mod">
          <ac:chgData name="Mahima Weerasinghe" userId="e11e3f55-42da-4e07-8ead-4d7a1d7ea1c6" providerId="ADAL" clId="{34BDDC3C-2AF4-4325-BEDB-C3E623CC2F40}" dt="2024-08-11T12:15:59.656" v="1542"/>
          <ac:inkMkLst>
            <pc:docMk/>
            <pc:sldMk cId="0" sldId="256"/>
            <ac:inkMk id="280" creationId="{D8E7C616-26D4-6F8C-02F3-23BD01519B75}"/>
          </ac:inkMkLst>
        </pc:inkChg>
        <pc:inkChg chg="add mod">
          <ac:chgData name="Mahima Weerasinghe" userId="e11e3f55-42da-4e07-8ead-4d7a1d7ea1c6" providerId="ADAL" clId="{34BDDC3C-2AF4-4325-BEDB-C3E623CC2F40}" dt="2024-08-11T12:15:59.656" v="1542"/>
          <ac:inkMkLst>
            <pc:docMk/>
            <pc:sldMk cId="0" sldId="256"/>
            <ac:inkMk id="281" creationId="{8DCF09A1-2191-47C5-D022-EA6B5C74F635}"/>
          </ac:inkMkLst>
        </pc:inkChg>
        <pc:inkChg chg="add mod">
          <ac:chgData name="Mahima Weerasinghe" userId="e11e3f55-42da-4e07-8ead-4d7a1d7ea1c6" providerId="ADAL" clId="{34BDDC3C-2AF4-4325-BEDB-C3E623CC2F40}" dt="2024-08-11T12:15:59.656" v="1542"/>
          <ac:inkMkLst>
            <pc:docMk/>
            <pc:sldMk cId="0" sldId="256"/>
            <ac:inkMk id="283" creationId="{8B8F5F1C-DC95-AA33-272E-8802472AF898}"/>
          </ac:inkMkLst>
        </pc:inkChg>
        <pc:inkChg chg="add mod">
          <ac:chgData name="Mahima Weerasinghe" userId="e11e3f55-42da-4e07-8ead-4d7a1d7ea1c6" providerId="ADAL" clId="{34BDDC3C-2AF4-4325-BEDB-C3E623CC2F40}" dt="2024-08-11T12:15:59.656" v="1542"/>
          <ac:inkMkLst>
            <pc:docMk/>
            <pc:sldMk cId="0" sldId="256"/>
            <ac:inkMk id="284" creationId="{70858C53-FCA0-5119-C31E-5FD1974CF2EE}"/>
          </ac:inkMkLst>
        </pc:inkChg>
        <pc:inkChg chg="add mod">
          <ac:chgData name="Mahima Weerasinghe" userId="e11e3f55-42da-4e07-8ead-4d7a1d7ea1c6" providerId="ADAL" clId="{34BDDC3C-2AF4-4325-BEDB-C3E623CC2F40}" dt="2024-08-11T12:15:59.656" v="1542"/>
          <ac:inkMkLst>
            <pc:docMk/>
            <pc:sldMk cId="0" sldId="256"/>
            <ac:inkMk id="285" creationId="{F47D48A6-DF04-7B4F-9E9E-D7F6A6C1A72C}"/>
          </ac:inkMkLst>
        </pc:inkChg>
        <pc:inkChg chg="add mod">
          <ac:chgData name="Mahima Weerasinghe" userId="e11e3f55-42da-4e07-8ead-4d7a1d7ea1c6" providerId="ADAL" clId="{34BDDC3C-2AF4-4325-BEDB-C3E623CC2F40}" dt="2024-08-11T12:15:59.656" v="1542"/>
          <ac:inkMkLst>
            <pc:docMk/>
            <pc:sldMk cId="0" sldId="256"/>
            <ac:inkMk id="286" creationId="{516A23EE-D129-4530-ACA3-15A65044BA4E}"/>
          </ac:inkMkLst>
        </pc:inkChg>
        <pc:inkChg chg="add mod">
          <ac:chgData name="Mahima Weerasinghe" userId="e11e3f55-42da-4e07-8ead-4d7a1d7ea1c6" providerId="ADAL" clId="{34BDDC3C-2AF4-4325-BEDB-C3E623CC2F40}" dt="2024-08-11T12:15:59.656" v="1542"/>
          <ac:inkMkLst>
            <pc:docMk/>
            <pc:sldMk cId="0" sldId="256"/>
            <ac:inkMk id="287" creationId="{7C83BCA4-ECB0-55C7-9F20-65320DE8C013}"/>
          </ac:inkMkLst>
        </pc:inkChg>
        <pc:inkChg chg="add mod">
          <ac:chgData name="Mahima Weerasinghe" userId="e11e3f55-42da-4e07-8ead-4d7a1d7ea1c6" providerId="ADAL" clId="{34BDDC3C-2AF4-4325-BEDB-C3E623CC2F40}" dt="2024-08-11T12:15:59.656" v="1542"/>
          <ac:inkMkLst>
            <pc:docMk/>
            <pc:sldMk cId="0" sldId="256"/>
            <ac:inkMk id="288" creationId="{72ED7933-1AD9-CF75-76C8-0CEFF1A9CEAB}"/>
          </ac:inkMkLst>
        </pc:inkChg>
        <pc:inkChg chg="add mod">
          <ac:chgData name="Mahima Weerasinghe" userId="e11e3f55-42da-4e07-8ead-4d7a1d7ea1c6" providerId="ADAL" clId="{34BDDC3C-2AF4-4325-BEDB-C3E623CC2F40}" dt="2024-08-11T12:15:59.656" v="1542"/>
          <ac:inkMkLst>
            <pc:docMk/>
            <pc:sldMk cId="0" sldId="256"/>
            <ac:inkMk id="289" creationId="{8737514B-46B4-1982-23B8-9DB25B57764C}"/>
          </ac:inkMkLst>
        </pc:inkChg>
        <pc:inkChg chg="add mod">
          <ac:chgData name="Mahima Weerasinghe" userId="e11e3f55-42da-4e07-8ead-4d7a1d7ea1c6" providerId="ADAL" clId="{34BDDC3C-2AF4-4325-BEDB-C3E623CC2F40}" dt="2024-08-11T12:15:59.656" v="1542"/>
          <ac:inkMkLst>
            <pc:docMk/>
            <pc:sldMk cId="0" sldId="256"/>
            <ac:inkMk id="291" creationId="{747710B1-68C4-8E6B-DA95-A99F1C9D14D5}"/>
          </ac:inkMkLst>
        </pc:inkChg>
        <pc:inkChg chg="add mod">
          <ac:chgData name="Mahima Weerasinghe" userId="e11e3f55-42da-4e07-8ead-4d7a1d7ea1c6" providerId="ADAL" clId="{34BDDC3C-2AF4-4325-BEDB-C3E623CC2F40}" dt="2024-08-11T12:15:59.656" v="1542"/>
          <ac:inkMkLst>
            <pc:docMk/>
            <pc:sldMk cId="0" sldId="256"/>
            <ac:inkMk id="292" creationId="{E9CCA931-FFF8-BEBF-F2E0-407D1C8AE8D5}"/>
          </ac:inkMkLst>
        </pc:inkChg>
        <pc:inkChg chg="add mod">
          <ac:chgData name="Mahima Weerasinghe" userId="e11e3f55-42da-4e07-8ead-4d7a1d7ea1c6" providerId="ADAL" clId="{34BDDC3C-2AF4-4325-BEDB-C3E623CC2F40}" dt="2024-08-11T12:15:59.656" v="1542"/>
          <ac:inkMkLst>
            <pc:docMk/>
            <pc:sldMk cId="0" sldId="256"/>
            <ac:inkMk id="294" creationId="{63798209-0226-B46B-18B6-AAC502D1293C}"/>
          </ac:inkMkLst>
        </pc:inkChg>
        <pc:inkChg chg="add mod">
          <ac:chgData name="Mahima Weerasinghe" userId="e11e3f55-42da-4e07-8ead-4d7a1d7ea1c6" providerId="ADAL" clId="{34BDDC3C-2AF4-4325-BEDB-C3E623CC2F40}" dt="2024-08-11T12:15:59.656" v="1542"/>
          <ac:inkMkLst>
            <pc:docMk/>
            <pc:sldMk cId="0" sldId="256"/>
            <ac:inkMk id="295" creationId="{A0CB0471-CF4C-C005-9286-FB33D7028446}"/>
          </ac:inkMkLst>
        </pc:inkChg>
        <pc:inkChg chg="add mod">
          <ac:chgData name="Mahima Weerasinghe" userId="e11e3f55-42da-4e07-8ead-4d7a1d7ea1c6" providerId="ADAL" clId="{34BDDC3C-2AF4-4325-BEDB-C3E623CC2F40}" dt="2024-08-11T12:15:59.656" v="1542"/>
          <ac:inkMkLst>
            <pc:docMk/>
            <pc:sldMk cId="0" sldId="256"/>
            <ac:inkMk id="296" creationId="{DC09F7DD-1DA7-7339-A918-F5A3F45E6B2F}"/>
          </ac:inkMkLst>
        </pc:inkChg>
        <pc:inkChg chg="add mod">
          <ac:chgData name="Mahima Weerasinghe" userId="e11e3f55-42da-4e07-8ead-4d7a1d7ea1c6" providerId="ADAL" clId="{34BDDC3C-2AF4-4325-BEDB-C3E623CC2F40}" dt="2024-08-11T12:15:59.656" v="1542"/>
          <ac:inkMkLst>
            <pc:docMk/>
            <pc:sldMk cId="0" sldId="256"/>
            <ac:inkMk id="297" creationId="{D24E90AA-686C-057C-2F4E-15BF706C0498}"/>
          </ac:inkMkLst>
        </pc:inkChg>
        <pc:inkChg chg="add mod">
          <ac:chgData name="Mahima Weerasinghe" userId="e11e3f55-42da-4e07-8ead-4d7a1d7ea1c6" providerId="ADAL" clId="{34BDDC3C-2AF4-4325-BEDB-C3E623CC2F40}" dt="2024-08-11T12:15:59.656" v="1542"/>
          <ac:inkMkLst>
            <pc:docMk/>
            <pc:sldMk cId="0" sldId="256"/>
            <ac:inkMk id="298" creationId="{1CE3FEDD-CDA0-FB01-AB73-81F80FF610E0}"/>
          </ac:inkMkLst>
        </pc:inkChg>
        <pc:inkChg chg="add mod">
          <ac:chgData name="Mahima Weerasinghe" userId="e11e3f55-42da-4e07-8ead-4d7a1d7ea1c6" providerId="ADAL" clId="{34BDDC3C-2AF4-4325-BEDB-C3E623CC2F40}" dt="2024-08-11T12:15:59.656" v="1542"/>
          <ac:inkMkLst>
            <pc:docMk/>
            <pc:sldMk cId="0" sldId="256"/>
            <ac:inkMk id="299" creationId="{FD5E7E04-E22C-2B41-0FA4-855B9612858C}"/>
          </ac:inkMkLst>
        </pc:inkChg>
        <pc:inkChg chg="add mod">
          <ac:chgData name="Mahima Weerasinghe" userId="e11e3f55-42da-4e07-8ead-4d7a1d7ea1c6" providerId="ADAL" clId="{34BDDC3C-2AF4-4325-BEDB-C3E623CC2F40}" dt="2024-08-11T12:15:59.656" v="1542"/>
          <ac:inkMkLst>
            <pc:docMk/>
            <pc:sldMk cId="0" sldId="256"/>
            <ac:inkMk id="300" creationId="{48A8EE96-D12C-5777-0A7C-2C5D4C345E6B}"/>
          </ac:inkMkLst>
        </pc:inkChg>
        <pc:inkChg chg="add mod">
          <ac:chgData name="Mahima Weerasinghe" userId="e11e3f55-42da-4e07-8ead-4d7a1d7ea1c6" providerId="ADAL" clId="{34BDDC3C-2AF4-4325-BEDB-C3E623CC2F40}" dt="2024-08-11T12:15:59.656" v="1542"/>
          <ac:inkMkLst>
            <pc:docMk/>
            <pc:sldMk cId="0" sldId="256"/>
            <ac:inkMk id="301" creationId="{D051A6BC-3947-0324-B737-C664B45D6BE6}"/>
          </ac:inkMkLst>
        </pc:inkChg>
        <pc:inkChg chg="add mod">
          <ac:chgData name="Mahima Weerasinghe" userId="e11e3f55-42da-4e07-8ead-4d7a1d7ea1c6" providerId="ADAL" clId="{34BDDC3C-2AF4-4325-BEDB-C3E623CC2F40}" dt="2024-08-11T12:15:59.656" v="1542"/>
          <ac:inkMkLst>
            <pc:docMk/>
            <pc:sldMk cId="0" sldId="256"/>
            <ac:inkMk id="303" creationId="{73EBCC17-546F-B1DF-3433-8CCFF2FBD3B7}"/>
          </ac:inkMkLst>
        </pc:inkChg>
        <pc:inkChg chg="add mod">
          <ac:chgData name="Mahima Weerasinghe" userId="e11e3f55-42da-4e07-8ead-4d7a1d7ea1c6" providerId="ADAL" clId="{34BDDC3C-2AF4-4325-BEDB-C3E623CC2F40}" dt="2024-08-11T12:15:59.656" v="1542"/>
          <ac:inkMkLst>
            <pc:docMk/>
            <pc:sldMk cId="0" sldId="256"/>
            <ac:inkMk id="304" creationId="{060FDF54-5669-782D-8371-C84BF0508D8A}"/>
          </ac:inkMkLst>
        </pc:inkChg>
        <pc:inkChg chg="add mod">
          <ac:chgData name="Mahima Weerasinghe" userId="e11e3f55-42da-4e07-8ead-4d7a1d7ea1c6" providerId="ADAL" clId="{34BDDC3C-2AF4-4325-BEDB-C3E623CC2F40}" dt="2024-08-11T12:15:59.656" v="1542"/>
          <ac:inkMkLst>
            <pc:docMk/>
            <pc:sldMk cId="0" sldId="256"/>
            <ac:inkMk id="305" creationId="{BA4C415F-6CA9-662E-2375-5C68D53A899E}"/>
          </ac:inkMkLst>
        </pc:inkChg>
        <pc:inkChg chg="add mod">
          <ac:chgData name="Mahima Weerasinghe" userId="e11e3f55-42da-4e07-8ead-4d7a1d7ea1c6" providerId="ADAL" clId="{34BDDC3C-2AF4-4325-BEDB-C3E623CC2F40}" dt="2024-08-11T12:15:59.656" v="1542"/>
          <ac:inkMkLst>
            <pc:docMk/>
            <pc:sldMk cId="0" sldId="256"/>
            <ac:inkMk id="306" creationId="{25F739D4-8F5A-4D72-CA4B-B4BA3343FBA5}"/>
          </ac:inkMkLst>
        </pc:inkChg>
        <pc:inkChg chg="add mod">
          <ac:chgData name="Mahima Weerasinghe" userId="e11e3f55-42da-4e07-8ead-4d7a1d7ea1c6" providerId="ADAL" clId="{34BDDC3C-2AF4-4325-BEDB-C3E623CC2F40}" dt="2024-08-11T12:15:59.656" v="1542"/>
          <ac:inkMkLst>
            <pc:docMk/>
            <pc:sldMk cId="0" sldId="256"/>
            <ac:inkMk id="307" creationId="{1DC13A48-5C05-A5E2-A950-FCB39AC090F2}"/>
          </ac:inkMkLst>
        </pc:inkChg>
        <pc:inkChg chg="add mod">
          <ac:chgData name="Mahima Weerasinghe" userId="e11e3f55-42da-4e07-8ead-4d7a1d7ea1c6" providerId="ADAL" clId="{34BDDC3C-2AF4-4325-BEDB-C3E623CC2F40}" dt="2024-08-11T12:15:59.656" v="1542"/>
          <ac:inkMkLst>
            <pc:docMk/>
            <pc:sldMk cId="0" sldId="256"/>
            <ac:inkMk id="309" creationId="{BA9C4A7E-0CEC-DABB-6D73-413E4CC754B4}"/>
          </ac:inkMkLst>
        </pc:inkChg>
        <pc:inkChg chg="add mod">
          <ac:chgData name="Mahima Weerasinghe" userId="e11e3f55-42da-4e07-8ead-4d7a1d7ea1c6" providerId="ADAL" clId="{34BDDC3C-2AF4-4325-BEDB-C3E623CC2F40}" dt="2024-08-11T12:15:59.656" v="1542"/>
          <ac:inkMkLst>
            <pc:docMk/>
            <pc:sldMk cId="0" sldId="256"/>
            <ac:inkMk id="310" creationId="{5B681C07-FFD8-EAAE-E471-F14F0F188306}"/>
          </ac:inkMkLst>
        </pc:inkChg>
        <pc:inkChg chg="add mod">
          <ac:chgData name="Mahima Weerasinghe" userId="e11e3f55-42da-4e07-8ead-4d7a1d7ea1c6" providerId="ADAL" clId="{34BDDC3C-2AF4-4325-BEDB-C3E623CC2F40}" dt="2024-08-11T12:15:59.656" v="1542"/>
          <ac:inkMkLst>
            <pc:docMk/>
            <pc:sldMk cId="0" sldId="256"/>
            <ac:inkMk id="311" creationId="{6C4ECE39-F01A-4DAE-3CB4-6F509F667C69}"/>
          </ac:inkMkLst>
        </pc:inkChg>
        <pc:inkChg chg="add mod">
          <ac:chgData name="Mahima Weerasinghe" userId="e11e3f55-42da-4e07-8ead-4d7a1d7ea1c6" providerId="ADAL" clId="{34BDDC3C-2AF4-4325-BEDB-C3E623CC2F40}" dt="2024-08-11T12:15:59.656" v="1542"/>
          <ac:inkMkLst>
            <pc:docMk/>
            <pc:sldMk cId="0" sldId="256"/>
            <ac:inkMk id="312" creationId="{AD69B02E-0D19-909A-1C14-3885E87EFA49}"/>
          </ac:inkMkLst>
        </pc:inkChg>
        <pc:inkChg chg="add mod">
          <ac:chgData name="Mahima Weerasinghe" userId="e11e3f55-42da-4e07-8ead-4d7a1d7ea1c6" providerId="ADAL" clId="{34BDDC3C-2AF4-4325-BEDB-C3E623CC2F40}" dt="2024-08-11T12:15:59.656" v="1542"/>
          <ac:inkMkLst>
            <pc:docMk/>
            <pc:sldMk cId="0" sldId="256"/>
            <ac:inkMk id="314" creationId="{DCDC35B4-7D09-271E-2574-42E7906EE774}"/>
          </ac:inkMkLst>
        </pc:inkChg>
        <pc:inkChg chg="add mod">
          <ac:chgData name="Mahima Weerasinghe" userId="e11e3f55-42da-4e07-8ead-4d7a1d7ea1c6" providerId="ADAL" clId="{34BDDC3C-2AF4-4325-BEDB-C3E623CC2F40}" dt="2024-08-11T12:15:59.656" v="1542"/>
          <ac:inkMkLst>
            <pc:docMk/>
            <pc:sldMk cId="0" sldId="256"/>
            <ac:inkMk id="315" creationId="{2F408098-1211-1E53-7529-63987BA2EFA6}"/>
          </ac:inkMkLst>
        </pc:inkChg>
        <pc:inkChg chg="add mod">
          <ac:chgData name="Mahima Weerasinghe" userId="e11e3f55-42da-4e07-8ead-4d7a1d7ea1c6" providerId="ADAL" clId="{34BDDC3C-2AF4-4325-BEDB-C3E623CC2F40}" dt="2024-08-11T12:15:59.656" v="1542"/>
          <ac:inkMkLst>
            <pc:docMk/>
            <pc:sldMk cId="0" sldId="256"/>
            <ac:inkMk id="316" creationId="{038EAE68-C644-E46F-E57E-25C4BEC2B0BD}"/>
          </ac:inkMkLst>
        </pc:inkChg>
        <pc:inkChg chg="add mod">
          <ac:chgData name="Mahima Weerasinghe" userId="e11e3f55-42da-4e07-8ead-4d7a1d7ea1c6" providerId="ADAL" clId="{34BDDC3C-2AF4-4325-BEDB-C3E623CC2F40}" dt="2024-08-11T12:15:59.656" v="1542"/>
          <ac:inkMkLst>
            <pc:docMk/>
            <pc:sldMk cId="0" sldId="256"/>
            <ac:inkMk id="317" creationId="{6BFD81D0-E692-AA49-1B17-6DEAD6A5A064}"/>
          </ac:inkMkLst>
        </pc:inkChg>
        <pc:inkChg chg="add mod">
          <ac:chgData name="Mahima Weerasinghe" userId="e11e3f55-42da-4e07-8ead-4d7a1d7ea1c6" providerId="ADAL" clId="{34BDDC3C-2AF4-4325-BEDB-C3E623CC2F40}" dt="2024-08-11T12:15:59.656" v="1542"/>
          <ac:inkMkLst>
            <pc:docMk/>
            <pc:sldMk cId="0" sldId="256"/>
            <ac:inkMk id="318" creationId="{20956F34-29CC-7DAB-52CA-37304874886C}"/>
          </ac:inkMkLst>
        </pc:inkChg>
        <pc:inkChg chg="add mod">
          <ac:chgData name="Mahima Weerasinghe" userId="e11e3f55-42da-4e07-8ead-4d7a1d7ea1c6" providerId="ADAL" clId="{34BDDC3C-2AF4-4325-BEDB-C3E623CC2F40}" dt="2024-08-11T12:15:59.656" v="1542"/>
          <ac:inkMkLst>
            <pc:docMk/>
            <pc:sldMk cId="0" sldId="256"/>
            <ac:inkMk id="319" creationId="{3A740938-DC11-B73D-A83C-9FA359CCD8D8}"/>
          </ac:inkMkLst>
        </pc:inkChg>
        <pc:inkChg chg="add mod">
          <ac:chgData name="Mahima Weerasinghe" userId="e11e3f55-42da-4e07-8ead-4d7a1d7ea1c6" providerId="ADAL" clId="{34BDDC3C-2AF4-4325-BEDB-C3E623CC2F40}" dt="2024-08-11T12:15:59.656" v="1542"/>
          <ac:inkMkLst>
            <pc:docMk/>
            <pc:sldMk cId="0" sldId="256"/>
            <ac:inkMk id="321" creationId="{550DCC56-A004-F784-664A-8D16E9C9098C}"/>
          </ac:inkMkLst>
        </pc:inkChg>
        <pc:inkChg chg="add mod">
          <ac:chgData name="Mahima Weerasinghe" userId="e11e3f55-42da-4e07-8ead-4d7a1d7ea1c6" providerId="ADAL" clId="{34BDDC3C-2AF4-4325-BEDB-C3E623CC2F40}" dt="2024-08-11T12:15:59.656" v="1542"/>
          <ac:inkMkLst>
            <pc:docMk/>
            <pc:sldMk cId="0" sldId="256"/>
            <ac:inkMk id="322" creationId="{F438FB2D-21CF-7D6B-C2E0-36DABFA96AA2}"/>
          </ac:inkMkLst>
        </pc:inkChg>
        <pc:inkChg chg="add mod">
          <ac:chgData name="Mahima Weerasinghe" userId="e11e3f55-42da-4e07-8ead-4d7a1d7ea1c6" providerId="ADAL" clId="{34BDDC3C-2AF4-4325-BEDB-C3E623CC2F40}" dt="2024-08-11T12:15:59.656" v="1542"/>
          <ac:inkMkLst>
            <pc:docMk/>
            <pc:sldMk cId="0" sldId="256"/>
            <ac:inkMk id="323" creationId="{0D08A934-42BC-2D28-BB1D-E145105A7588}"/>
          </ac:inkMkLst>
        </pc:inkChg>
        <pc:inkChg chg="add mod">
          <ac:chgData name="Mahima Weerasinghe" userId="e11e3f55-42da-4e07-8ead-4d7a1d7ea1c6" providerId="ADAL" clId="{34BDDC3C-2AF4-4325-BEDB-C3E623CC2F40}" dt="2024-08-11T12:15:59.656" v="1542"/>
          <ac:inkMkLst>
            <pc:docMk/>
            <pc:sldMk cId="0" sldId="256"/>
            <ac:inkMk id="324" creationId="{E59EB40F-FA13-ABCE-620C-21E5905B9E79}"/>
          </ac:inkMkLst>
        </pc:inkChg>
        <pc:inkChg chg="add mod">
          <ac:chgData name="Mahima Weerasinghe" userId="e11e3f55-42da-4e07-8ead-4d7a1d7ea1c6" providerId="ADAL" clId="{34BDDC3C-2AF4-4325-BEDB-C3E623CC2F40}" dt="2024-08-11T12:15:59.656" v="1542"/>
          <ac:inkMkLst>
            <pc:docMk/>
            <pc:sldMk cId="0" sldId="256"/>
            <ac:inkMk id="326" creationId="{07F83945-BFE7-CA83-E697-E89149389804}"/>
          </ac:inkMkLst>
        </pc:inkChg>
        <pc:inkChg chg="add mod">
          <ac:chgData name="Mahima Weerasinghe" userId="e11e3f55-42da-4e07-8ead-4d7a1d7ea1c6" providerId="ADAL" clId="{34BDDC3C-2AF4-4325-BEDB-C3E623CC2F40}" dt="2024-08-11T12:15:59.656" v="1542"/>
          <ac:inkMkLst>
            <pc:docMk/>
            <pc:sldMk cId="0" sldId="256"/>
            <ac:inkMk id="327" creationId="{DA20D7F9-5B97-83AA-F333-A9FDFF33C907}"/>
          </ac:inkMkLst>
        </pc:inkChg>
        <pc:inkChg chg="add mod">
          <ac:chgData name="Mahima Weerasinghe" userId="e11e3f55-42da-4e07-8ead-4d7a1d7ea1c6" providerId="ADAL" clId="{34BDDC3C-2AF4-4325-BEDB-C3E623CC2F40}" dt="2024-08-11T12:15:59.656" v="1542"/>
          <ac:inkMkLst>
            <pc:docMk/>
            <pc:sldMk cId="0" sldId="256"/>
            <ac:inkMk id="328" creationId="{B4C07C09-709D-38A1-F402-427F57E34BFA}"/>
          </ac:inkMkLst>
        </pc:inkChg>
        <pc:inkChg chg="add mod">
          <ac:chgData name="Mahima Weerasinghe" userId="e11e3f55-42da-4e07-8ead-4d7a1d7ea1c6" providerId="ADAL" clId="{34BDDC3C-2AF4-4325-BEDB-C3E623CC2F40}" dt="2024-08-11T12:15:59.656" v="1542"/>
          <ac:inkMkLst>
            <pc:docMk/>
            <pc:sldMk cId="0" sldId="256"/>
            <ac:inkMk id="329" creationId="{3BFB064E-D10A-DC50-F70A-699829EBF36B}"/>
          </ac:inkMkLst>
        </pc:inkChg>
        <pc:inkChg chg="add mod">
          <ac:chgData name="Mahima Weerasinghe" userId="e11e3f55-42da-4e07-8ead-4d7a1d7ea1c6" providerId="ADAL" clId="{34BDDC3C-2AF4-4325-BEDB-C3E623CC2F40}" dt="2024-08-11T12:15:59.656" v="1542"/>
          <ac:inkMkLst>
            <pc:docMk/>
            <pc:sldMk cId="0" sldId="256"/>
            <ac:inkMk id="330" creationId="{5ACD0B8B-BDAC-8392-D25D-CE50A7E0FA43}"/>
          </ac:inkMkLst>
        </pc:inkChg>
        <pc:inkChg chg="add mod">
          <ac:chgData name="Mahima Weerasinghe" userId="e11e3f55-42da-4e07-8ead-4d7a1d7ea1c6" providerId="ADAL" clId="{34BDDC3C-2AF4-4325-BEDB-C3E623CC2F40}" dt="2024-08-11T12:15:59.656" v="1542"/>
          <ac:inkMkLst>
            <pc:docMk/>
            <pc:sldMk cId="0" sldId="256"/>
            <ac:inkMk id="332" creationId="{A2D1332F-5FC1-0A40-080F-58B648288942}"/>
          </ac:inkMkLst>
        </pc:inkChg>
        <pc:inkChg chg="add mod">
          <ac:chgData name="Mahima Weerasinghe" userId="e11e3f55-42da-4e07-8ead-4d7a1d7ea1c6" providerId="ADAL" clId="{34BDDC3C-2AF4-4325-BEDB-C3E623CC2F40}" dt="2024-08-11T12:15:59.656" v="1542"/>
          <ac:inkMkLst>
            <pc:docMk/>
            <pc:sldMk cId="0" sldId="256"/>
            <ac:inkMk id="333" creationId="{87E36045-2CAD-E33E-06B1-C5C293D6C03E}"/>
          </ac:inkMkLst>
        </pc:inkChg>
        <pc:inkChg chg="add mod">
          <ac:chgData name="Mahima Weerasinghe" userId="e11e3f55-42da-4e07-8ead-4d7a1d7ea1c6" providerId="ADAL" clId="{34BDDC3C-2AF4-4325-BEDB-C3E623CC2F40}" dt="2024-08-11T12:15:59.656" v="1542"/>
          <ac:inkMkLst>
            <pc:docMk/>
            <pc:sldMk cId="0" sldId="256"/>
            <ac:inkMk id="334" creationId="{63B60100-64A8-0FEE-31C1-7B5DA66A903E}"/>
          </ac:inkMkLst>
        </pc:inkChg>
        <pc:inkChg chg="add mod">
          <ac:chgData name="Mahima Weerasinghe" userId="e11e3f55-42da-4e07-8ead-4d7a1d7ea1c6" providerId="ADAL" clId="{34BDDC3C-2AF4-4325-BEDB-C3E623CC2F40}" dt="2024-08-11T12:15:59.656" v="1542"/>
          <ac:inkMkLst>
            <pc:docMk/>
            <pc:sldMk cId="0" sldId="256"/>
            <ac:inkMk id="336" creationId="{71C96CC0-5C61-7DCB-8748-47600140A959}"/>
          </ac:inkMkLst>
        </pc:inkChg>
        <pc:inkChg chg="add mod">
          <ac:chgData name="Mahima Weerasinghe" userId="e11e3f55-42da-4e07-8ead-4d7a1d7ea1c6" providerId="ADAL" clId="{34BDDC3C-2AF4-4325-BEDB-C3E623CC2F40}" dt="2024-08-11T12:15:59.656" v="1542"/>
          <ac:inkMkLst>
            <pc:docMk/>
            <pc:sldMk cId="0" sldId="256"/>
            <ac:inkMk id="337" creationId="{B816090C-4A9C-CE13-47E9-6A0A64C81C3D}"/>
          </ac:inkMkLst>
        </pc:inkChg>
        <pc:inkChg chg="add mod">
          <ac:chgData name="Mahima Weerasinghe" userId="e11e3f55-42da-4e07-8ead-4d7a1d7ea1c6" providerId="ADAL" clId="{34BDDC3C-2AF4-4325-BEDB-C3E623CC2F40}" dt="2024-08-11T12:15:59.656" v="1542"/>
          <ac:inkMkLst>
            <pc:docMk/>
            <pc:sldMk cId="0" sldId="256"/>
            <ac:inkMk id="338" creationId="{36AC66D7-3A30-6927-A677-3BCD58D8A5F2}"/>
          </ac:inkMkLst>
        </pc:inkChg>
        <pc:inkChg chg="add mod">
          <ac:chgData name="Mahima Weerasinghe" userId="e11e3f55-42da-4e07-8ead-4d7a1d7ea1c6" providerId="ADAL" clId="{34BDDC3C-2AF4-4325-BEDB-C3E623CC2F40}" dt="2024-08-11T12:15:59.656" v="1542"/>
          <ac:inkMkLst>
            <pc:docMk/>
            <pc:sldMk cId="0" sldId="256"/>
            <ac:inkMk id="339" creationId="{CF42A659-E6B8-1FFB-1828-59AFB39C733A}"/>
          </ac:inkMkLst>
        </pc:inkChg>
        <pc:inkChg chg="add mod">
          <ac:chgData name="Mahima Weerasinghe" userId="e11e3f55-42da-4e07-8ead-4d7a1d7ea1c6" providerId="ADAL" clId="{34BDDC3C-2AF4-4325-BEDB-C3E623CC2F40}" dt="2024-08-11T12:15:59.656" v="1542"/>
          <ac:inkMkLst>
            <pc:docMk/>
            <pc:sldMk cId="0" sldId="256"/>
            <ac:inkMk id="340" creationId="{FD4860C4-22FD-54E3-95D6-3BB826438997}"/>
          </ac:inkMkLst>
        </pc:inkChg>
        <pc:inkChg chg="add mod">
          <ac:chgData name="Mahima Weerasinghe" userId="e11e3f55-42da-4e07-8ead-4d7a1d7ea1c6" providerId="ADAL" clId="{34BDDC3C-2AF4-4325-BEDB-C3E623CC2F40}" dt="2024-08-11T12:15:59.656" v="1542"/>
          <ac:inkMkLst>
            <pc:docMk/>
            <pc:sldMk cId="0" sldId="256"/>
            <ac:inkMk id="341" creationId="{FD821E19-F0FC-E85C-E2A1-000FAD2A3A61}"/>
          </ac:inkMkLst>
        </pc:inkChg>
        <pc:inkChg chg="add mod">
          <ac:chgData name="Mahima Weerasinghe" userId="e11e3f55-42da-4e07-8ead-4d7a1d7ea1c6" providerId="ADAL" clId="{34BDDC3C-2AF4-4325-BEDB-C3E623CC2F40}" dt="2024-08-11T12:15:59.656" v="1542"/>
          <ac:inkMkLst>
            <pc:docMk/>
            <pc:sldMk cId="0" sldId="256"/>
            <ac:inkMk id="342" creationId="{249F6241-7403-EC79-BBD3-E829565473A0}"/>
          </ac:inkMkLst>
        </pc:inkChg>
        <pc:inkChg chg="add mod">
          <ac:chgData name="Mahima Weerasinghe" userId="e11e3f55-42da-4e07-8ead-4d7a1d7ea1c6" providerId="ADAL" clId="{34BDDC3C-2AF4-4325-BEDB-C3E623CC2F40}" dt="2024-08-11T12:15:59.656" v="1542"/>
          <ac:inkMkLst>
            <pc:docMk/>
            <pc:sldMk cId="0" sldId="256"/>
            <ac:inkMk id="343" creationId="{2436580A-451B-93FF-EC86-D335D561AF70}"/>
          </ac:inkMkLst>
        </pc:inkChg>
        <pc:inkChg chg="add mod">
          <ac:chgData name="Mahima Weerasinghe" userId="e11e3f55-42da-4e07-8ead-4d7a1d7ea1c6" providerId="ADAL" clId="{34BDDC3C-2AF4-4325-BEDB-C3E623CC2F40}" dt="2024-08-11T12:15:59.656" v="1542"/>
          <ac:inkMkLst>
            <pc:docMk/>
            <pc:sldMk cId="0" sldId="256"/>
            <ac:inkMk id="344" creationId="{1604508D-E19D-C52E-7FA5-5846F89124E7}"/>
          </ac:inkMkLst>
        </pc:inkChg>
        <pc:inkChg chg="add mod">
          <ac:chgData name="Mahima Weerasinghe" userId="e11e3f55-42da-4e07-8ead-4d7a1d7ea1c6" providerId="ADAL" clId="{34BDDC3C-2AF4-4325-BEDB-C3E623CC2F40}" dt="2024-08-11T12:15:59.656" v="1542"/>
          <ac:inkMkLst>
            <pc:docMk/>
            <pc:sldMk cId="0" sldId="256"/>
            <ac:inkMk id="345" creationId="{7FC1006A-B76A-7EAB-B2BE-10B3F4AB3C0D}"/>
          </ac:inkMkLst>
        </pc:inkChg>
        <pc:inkChg chg="add mod">
          <ac:chgData name="Mahima Weerasinghe" userId="e11e3f55-42da-4e07-8ead-4d7a1d7ea1c6" providerId="ADAL" clId="{34BDDC3C-2AF4-4325-BEDB-C3E623CC2F40}" dt="2024-08-11T12:15:59.656" v="1542"/>
          <ac:inkMkLst>
            <pc:docMk/>
            <pc:sldMk cId="0" sldId="256"/>
            <ac:inkMk id="346" creationId="{567D6187-FA97-D129-D8D6-149474144C25}"/>
          </ac:inkMkLst>
        </pc:inkChg>
        <pc:inkChg chg="add mod">
          <ac:chgData name="Mahima Weerasinghe" userId="e11e3f55-42da-4e07-8ead-4d7a1d7ea1c6" providerId="ADAL" clId="{34BDDC3C-2AF4-4325-BEDB-C3E623CC2F40}" dt="2024-08-11T12:15:59.656" v="1542"/>
          <ac:inkMkLst>
            <pc:docMk/>
            <pc:sldMk cId="0" sldId="256"/>
            <ac:inkMk id="347" creationId="{4C58505B-F52E-6FA7-9AB2-94697031AE89}"/>
          </ac:inkMkLst>
        </pc:inkChg>
        <pc:inkChg chg="add mod">
          <ac:chgData name="Mahima Weerasinghe" userId="e11e3f55-42da-4e07-8ead-4d7a1d7ea1c6" providerId="ADAL" clId="{34BDDC3C-2AF4-4325-BEDB-C3E623CC2F40}" dt="2024-08-11T12:15:59.656" v="1542"/>
          <ac:inkMkLst>
            <pc:docMk/>
            <pc:sldMk cId="0" sldId="256"/>
            <ac:inkMk id="348" creationId="{4C863380-088B-B16B-4B13-955DCF261689}"/>
          </ac:inkMkLst>
        </pc:inkChg>
        <pc:inkChg chg="add mod">
          <ac:chgData name="Mahima Weerasinghe" userId="e11e3f55-42da-4e07-8ead-4d7a1d7ea1c6" providerId="ADAL" clId="{34BDDC3C-2AF4-4325-BEDB-C3E623CC2F40}" dt="2024-08-11T12:15:59.656" v="1542"/>
          <ac:inkMkLst>
            <pc:docMk/>
            <pc:sldMk cId="0" sldId="256"/>
            <ac:inkMk id="349" creationId="{0B9F6BA8-ECA9-5F54-3C12-E8227FF9395D}"/>
          </ac:inkMkLst>
        </pc:inkChg>
        <pc:inkChg chg="add mod">
          <ac:chgData name="Mahima Weerasinghe" userId="e11e3f55-42da-4e07-8ead-4d7a1d7ea1c6" providerId="ADAL" clId="{34BDDC3C-2AF4-4325-BEDB-C3E623CC2F40}" dt="2024-08-11T12:15:59.656" v="1542"/>
          <ac:inkMkLst>
            <pc:docMk/>
            <pc:sldMk cId="0" sldId="256"/>
            <ac:inkMk id="350" creationId="{0CC0825B-CB53-4260-876E-37D0250BA0D4}"/>
          </ac:inkMkLst>
        </pc:inkChg>
        <pc:inkChg chg="add mod">
          <ac:chgData name="Mahima Weerasinghe" userId="e11e3f55-42da-4e07-8ead-4d7a1d7ea1c6" providerId="ADAL" clId="{34BDDC3C-2AF4-4325-BEDB-C3E623CC2F40}" dt="2024-08-11T12:15:59.656" v="1542"/>
          <ac:inkMkLst>
            <pc:docMk/>
            <pc:sldMk cId="0" sldId="256"/>
            <ac:inkMk id="351" creationId="{7F332176-41B3-5B61-3A44-CCC363500AD1}"/>
          </ac:inkMkLst>
        </pc:inkChg>
        <pc:inkChg chg="add mod">
          <ac:chgData name="Mahima Weerasinghe" userId="e11e3f55-42da-4e07-8ead-4d7a1d7ea1c6" providerId="ADAL" clId="{34BDDC3C-2AF4-4325-BEDB-C3E623CC2F40}" dt="2024-08-11T12:15:59.656" v="1542"/>
          <ac:inkMkLst>
            <pc:docMk/>
            <pc:sldMk cId="0" sldId="256"/>
            <ac:inkMk id="354" creationId="{B4EB4D22-3A9D-B325-90CF-B8F8994C6DD4}"/>
          </ac:inkMkLst>
        </pc:inkChg>
        <pc:inkChg chg="add mod">
          <ac:chgData name="Mahima Weerasinghe" userId="e11e3f55-42da-4e07-8ead-4d7a1d7ea1c6" providerId="ADAL" clId="{34BDDC3C-2AF4-4325-BEDB-C3E623CC2F40}" dt="2024-08-11T12:15:59.656" v="1542"/>
          <ac:inkMkLst>
            <pc:docMk/>
            <pc:sldMk cId="0" sldId="256"/>
            <ac:inkMk id="355" creationId="{3819DEFD-8580-D7DE-5F31-5D6DFE3BA21E}"/>
          </ac:inkMkLst>
        </pc:inkChg>
        <pc:inkChg chg="add mod">
          <ac:chgData name="Mahima Weerasinghe" userId="e11e3f55-42da-4e07-8ead-4d7a1d7ea1c6" providerId="ADAL" clId="{34BDDC3C-2AF4-4325-BEDB-C3E623CC2F40}" dt="2024-08-11T12:15:59.656" v="1542"/>
          <ac:inkMkLst>
            <pc:docMk/>
            <pc:sldMk cId="0" sldId="256"/>
            <ac:inkMk id="356" creationId="{9C6ED9A1-EF10-2971-3AB4-054D67BDBF64}"/>
          </ac:inkMkLst>
        </pc:inkChg>
        <pc:inkChg chg="add mod">
          <ac:chgData name="Mahima Weerasinghe" userId="e11e3f55-42da-4e07-8ead-4d7a1d7ea1c6" providerId="ADAL" clId="{34BDDC3C-2AF4-4325-BEDB-C3E623CC2F40}" dt="2024-08-11T12:15:59.656" v="1542"/>
          <ac:inkMkLst>
            <pc:docMk/>
            <pc:sldMk cId="0" sldId="256"/>
            <ac:inkMk id="357" creationId="{A0E8D140-BF0A-8F71-2743-02C2FE84B6CD}"/>
          </ac:inkMkLst>
        </pc:inkChg>
        <pc:inkChg chg="add mod">
          <ac:chgData name="Mahima Weerasinghe" userId="e11e3f55-42da-4e07-8ead-4d7a1d7ea1c6" providerId="ADAL" clId="{34BDDC3C-2AF4-4325-BEDB-C3E623CC2F40}" dt="2024-08-11T12:15:59.656" v="1542"/>
          <ac:inkMkLst>
            <pc:docMk/>
            <pc:sldMk cId="0" sldId="256"/>
            <ac:inkMk id="358" creationId="{2E3EC7E0-9EC8-C6F4-4001-A01842E1D842}"/>
          </ac:inkMkLst>
        </pc:inkChg>
        <pc:inkChg chg="add mod">
          <ac:chgData name="Mahima Weerasinghe" userId="e11e3f55-42da-4e07-8ead-4d7a1d7ea1c6" providerId="ADAL" clId="{34BDDC3C-2AF4-4325-BEDB-C3E623CC2F40}" dt="2024-08-11T12:15:59.656" v="1542"/>
          <ac:inkMkLst>
            <pc:docMk/>
            <pc:sldMk cId="0" sldId="256"/>
            <ac:inkMk id="359" creationId="{D61AF991-D95A-B85C-CCD0-4C47F1EC1778}"/>
          </ac:inkMkLst>
        </pc:inkChg>
        <pc:inkChg chg="add mod">
          <ac:chgData name="Mahima Weerasinghe" userId="e11e3f55-42da-4e07-8ead-4d7a1d7ea1c6" providerId="ADAL" clId="{34BDDC3C-2AF4-4325-BEDB-C3E623CC2F40}" dt="2024-08-11T12:15:59.656" v="1542"/>
          <ac:inkMkLst>
            <pc:docMk/>
            <pc:sldMk cId="0" sldId="256"/>
            <ac:inkMk id="360" creationId="{01AC6849-6505-4ACD-0C53-43DFF3E9AD0F}"/>
          </ac:inkMkLst>
        </pc:inkChg>
        <pc:inkChg chg="add mod">
          <ac:chgData name="Mahima Weerasinghe" userId="e11e3f55-42da-4e07-8ead-4d7a1d7ea1c6" providerId="ADAL" clId="{34BDDC3C-2AF4-4325-BEDB-C3E623CC2F40}" dt="2024-08-11T12:15:59.656" v="1542"/>
          <ac:inkMkLst>
            <pc:docMk/>
            <pc:sldMk cId="0" sldId="256"/>
            <ac:inkMk id="361" creationId="{93E30544-DC8E-B5FA-81F2-1C35CBC41230}"/>
          </ac:inkMkLst>
        </pc:inkChg>
        <pc:inkChg chg="add mod">
          <ac:chgData name="Mahima Weerasinghe" userId="e11e3f55-42da-4e07-8ead-4d7a1d7ea1c6" providerId="ADAL" clId="{34BDDC3C-2AF4-4325-BEDB-C3E623CC2F40}" dt="2024-08-11T12:15:59.656" v="1542"/>
          <ac:inkMkLst>
            <pc:docMk/>
            <pc:sldMk cId="0" sldId="256"/>
            <ac:inkMk id="362" creationId="{6F6D67F3-42F1-C4CC-F805-F5113CF67E6E}"/>
          </ac:inkMkLst>
        </pc:inkChg>
        <pc:inkChg chg="add mod">
          <ac:chgData name="Mahima Weerasinghe" userId="e11e3f55-42da-4e07-8ead-4d7a1d7ea1c6" providerId="ADAL" clId="{34BDDC3C-2AF4-4325-BEDB-C3E623CC2F40}" dt="2024-08-11T12:15:59.656" v="1542"/>
          <ac:inkMkLst>
            <pc:docMk/>
            <pc:sldMk cId="0" sldId="256"/>
            <ac:inkMk id="363" creationId="{E2FC6156-3019-7A4C-B84A-9770FB571890}"/>
          </ac:inkMkLst>
        </pc:inkChg>
        <pc:inkChg chg="add mod">
          <ac:chgData name="Mahima Weerasinghe" userId="e11e3f55-42da-4e07-8ead-4d7a1d7ea1c6" providerId="ADAL" clId="{34BDDC3C-2AF4-4325-BEDB-C3E623CC2F40}" dt="2024-08-11T12:15:59.656" v="1542"/>
          <ac:inkMkLst>
            <pc:docMk/>
            <pc:sldMk cId="0" sldId="256"/>
            <ac:inkMk id="364" creationId="{C698F837-360E-DF04-0D64-124CC078F063}"/>
          </ac:inkMkLst>
        </pc:inkChg>
        <pc:inkChg chg="add mod">
          <ac:chgData name="Mahima Weerasinghe" userId="e11e3f55-42da-4e07-8ead-4d7a1d7ea1c6" providerId="ADAL" clId="{34BDDC3C-2AF4-4325-BEDB-C3E623CC2F40}" dt="2024-08-11T12:15:59.656" v="1542"/>
          <ac:inkMkLst>
            <pc:docMk/>
            <pc:sldMk cId="0" sldId="256"/>
            <ac:inkMk id="365" creationId="{DE1B6654-24D7-8484-E8A8-07D1EB0D6001}"/>
          </ac:inkMkLst>
        </pc:inkChg>
        <pc:inkChg chg="add mod">
          <ac:chgData name="Mahima Weerasinghe" userId="e11e3f55-42da-4e07-8ead-4d7a1d7ea1c6" providerId="ADAL" clId="{34BDDC3C-2AF4-4325-BEDB-C3E623CC2F40}" dt="2024-08-11T12:15:59.656" v="1542"/>
          <ac:inkMkLst>
            <pc:docMk/>
            <pc:sldMk cId="0" sldId="256"/>
            <ac:inkMk id="368" creationId="{8023D2C2-3035-EE82-E8AB-C231E1A55272}"/>
          </ac:inkMkLst>
        </pc:inkChg>
        <pc:inkChg chg="add mod">
          <ac:chgData name="Mahima Weerasinghe" userId="e11e3f55-42da-4e07-8ead-4d7a1d7ea1c6" providerId="ADAL" clId="{34BDDC3C-2AF4-4325-BEDB-C3E623CC2F40}" dt="2024-08-11T12:15:59.656" v="1542"/>
          <ac:inkMkLst>
            <pc:docMk/>
            <pc:sldMk cId="0" sldId="256"/>
            <ac:inkMk id="369" creationId="{61089395-EF6E-4FA6-FFC3-2B690AA2328C}"/>
          </ac:inkMkLst>
        </pc:inkChg>
        <pc:inkChg chg="add mod">
          <ac:chgData name="Mahima Weerasinghe" userId="e11e3f55-42da-4e07-8ead-4d7a1d7ea1c6" providerId="ADAL" clId="{34BDDC3C-2AF4-4325-BEDB-C3E623CC2F40}" dt="2024-08-11T12:15:59.656" v="1542"/>
          <ac:inkMkLst>
            <pc:docMk/>
            <pc:sldMk cId="0" sldId="256"/>
            <ac:inkMk id="371" creationId="{F36AAEA9-71BC-6AA5-80C6-3DE577A1F0C2}"/>
          </ac:inkMkLst>
        </pc:inkChg>
        <pc:inkChg chg="add mod">
          <ac:chgData name="Mahima Weerasinghe" userId="e11e3f55-42da-4e07-8ead-4d7a1d7ea1c6" providerId="ADAL" clId="{34BDDC3C-2AF4-4325-BEDB-C3E623CC2F40}" dt="2024-08-11T12:15:59.656" v="1542"/>
          <ac:inkMkLst>
            <pc:docMk/>
            <pc:sldMk cId="0" sldId="256"/>
            <ac:inkMk id="372" creationId="{3F159D8C-6D9B-0CB1-C35A-03B565768D0E}"/>
          </ac:inkMkLst>
        </pc:inkChg>
        <pc:inkChg chg="add mod">
          <ac:chgData name="Mahima Weerasinghe" userId="e11e3f55-42da-4e07-8ead-4d7a1d7ea1c6" providerId="ADAL" clId="{34BDDC3C-2AF4-4325-BEDB-C3E623CC2F40}" dt="2024-08-11T12:15:59.656" v="1542"/>
          <ac:inkMkLst>
            <pc:docMk/>
            <pc:sldMk cId="0" sldId="256"/>
            <ac:inkMk id="374" creationId="{F738CFB9-6E0A-2231-4B64-B25E48A375F3}"/>
          </ac:inkMkLst>
        </pc:inkChg>
        <pc:inkChg chg="add mod">
          <ac:chgData name="Mahima Weerasinghe" userId="e11e3f55-42da-4e07-8ead-4d7a1d7ea1c6" providerId="ADAL" clId="{34BDDC3C-2AF4-4325-BEDB-C3E623CC2F40}" dt="2024-08-11T12:15:59.656" v="1542"/>
          <ac:inkMkLst>
            <pc:docMk/>
            <pc:sldMk cId="0" sldId="256"/>
            <ac:inkMk id="375" creationId="{899CAC87-67D5-8244-181A-12B0C976DAAB}"/>
          </ac:inkMkLst>
        </pc:inkChg>
        <pc:inkChg chg="add mod">
          <ac:chgData name="Mahima Weerasinghe" userId="e11e3f55-42da-4e07-8ead-4d7a1d7ea1c6" providerId="ADAL" clId="{34BDDC3C-2AF4-4325-BEDB-C3E623CC2F40}" dt="2024-08-11T12:15:59.656" v="1542"/>
          <ac:inkMkLst>
            <pc:docMk/>
            <pc:sldMk cId="0" sldId="256"/>
            <ac:inkMk id="376" creationId="{EAF1AEFF-007F-E891-4099-E95C5368A868}"/>
          </ac:inkMkLst>
        </pc:inkChg>
        <pc:inkChg chg="add mod">
          <ac:chgData name="Mahima Weerasinghe" userId="e11e3f55-42da-4e07-8ead-4d7a1d7ea1c6" providerId="ADAL" clId="{34BDDC3C-2AF4-4325-BEDB-C3E623CC2F40}" dt="2024-08-11T12:15:59.656" v="1542"/>
          <ac:inkMkLst>
            <pc:docMk/>
            <pc:sldMk cId="0" sldId="256"/>
            <ac:inkMk id="378" creationId="{74222977-4CC4-94AD-C815-E5649919EAD7}"/>
          </ac:inkMkLst>
        </pc:inkChg>
        <pc:inkChg chg="add mod">
          <ac:chgData name="Mahima Weerasinghe" userId="e11e3f55-42da-4e07-8ead-4d7a1d7ea1c6" providerId="ADAL" clId="{34BDDC3C-2AF4-4325-BEDB-C3E623CC2F40}" dt="2024-08-11T12:15:59.656" v="1542"/>
          <ac:inkMkLst>
            <pc:docMk/>
            <pc:sldMk cId="0" sldId="256"/>
            <ac:inkMk id="379" creationId="{B498524F-3A85-FA29-E907-A5C1928A98FD}"/>
          </ac:inkMkLst>
        </pc:inkChg>
        <pc:inkChg chg="add mod">
          <ac:chgData name="Mahima Weerasinghe" userId="e11e3f55-42da-4e07-8ead-4d7a1d7ea1c6" providerId="ADAL" clId="{34BDDC3C-2AF4-4325-BEDB-C3E623CC2F40}" dt="2024-08-11T12:15:59.656" v="1542"/>
          <ac:inkMkLst>
            <pc:docMk/>
            <pc:sldMk cId="0" sldId="256"/>
            <ac:inkMk id="380" creationId="{E4E6F188-20D0-46AD-F40E-C4B6ABB240D1}"/>
          </ac:inkMkLst>
        </pc:inkChg>
        <pc:inkChg chg="add mod">
          <ac:chgData name="Mahima Weerasinghe" userId="e11e3f55-42da-4e07-8ead-4d7a1d7ea1c6" providerId="ADAL" clId="{34BDDC3C-2AF4-4325-BEDB-C3E623CC2F40}" dt="2024-08-11T12:15:59.656" v="1542"/>
          <ac:inkMkLst>
            <pc:docMk/>
            <pc:sldMk cId="0" sldId="256"/>
            <ac:inkMk id="381" creationId="{F632B716-3DE8-5134-A5F5-D3D424961DD4}"/>
          </ac:inkMkLst>
        </pc:inkChg>
        <pc:inkChg chg="add mod">
          <ac:chgData name="Mahima Weerasinghe" userId="e11e3f55-42da-4e07-8ead-4d7a1d7ea1c6" providerId="ADAL" clId="{34BDDC3C-2AF4-4325-BEDB-C3E623CC2F40}" dt="2024-08-11T12:15:59.656" v="1542"/>
          <ac:inkMkLst>
            <pc:docMk/>
            <pc:sldMk cId="0" sldId="256"/>
            <ac:inkMk id="383" creationId="{A9D83507-6499-0A17-44E1-FCFA425E020F}"/>
          </ac:inkMkLst>
        </pc:inkChg>
        <pc:inkChg chg="add mod">
          <ac:chgData name="Mahima Weerasinghe" userId="e11e3f55-42da-4e07-8ead-4d7a1d7ea1c6" providerId="ADAL" clId="{34BDDC3C-2AF4-4325-BEDB-C3E623CC2F40}" dt="2024-08-11T12:15:59.656" v="1542"/>
          <ac:inkMkLst>
            <pc:docMk/>
            <pc:sldMk cId="0" sldId="256"/>
            <ac:inkMk id="384" creationId="{61028ED2-D79E-F878-FB4A-30C2BC73791A}"/>
          </ac:inkMkLst>
        </pc:inkChg>
        <pc:inkChg chg="add mod">
          <ac:chgData name="Mahima Weerasinghe" userId="e11e3f55-42da-4e07-8ead-4d7a1d7ea1c6" providerId="ADAL" clId="{34BDDC3C-2AF4-4325-BEDB-C3E623CC2F40}" dt="2024-08-11T12:15:59.656" v="1542"/>
          <ac:inkMkLst>
            <pc:docMk/>
            <pc:sldMk cId="0" sldId="256"/>
            <ac:inkMk id="385" creationId="{04392816-7A8A-0F8E-8056-77E20641D868}"/>
          </ac:inkMkLst>
        </pc:inkChg>
        <pc:inkChg chg="add mod">
          <ac:chgData name="Mahima Weerasinghe" userId="e11e3f55-42da-4e07-8ead-4d7a1d7ea1c6" providerId="ADAL" clId="{34BDDC3C-2AF4-4325-BEDB-C3E623CC2F40}" dt="2024-08-11T12:15:59.656" v="1542"/>
          <ac:inkMkLst>
            <pc:docMk/>
            <pc:sldMk cId="0" sldId="256"/>
            <ac:inkMk id="386" creationId="{90ED07BA-F580-E1CA-6EBE-F2BCEED320F7}"/>
          </ac:inkMkLst>
        </pc:inkChg>
        <pc:inkChg chg="add mod">
          <ac:chgData name="Mahima Weerasinghe" userId="e11e3f55-42da-4e07-8ead-4d7a1d7ea1c6" providerId="ADAL" clId="{34BDDC3C-2AF4-4325-BEDB-C3E623CC2F40}" dt="2024-08-11T12:15:59.656" v="1542"/>
          <ac:inkMkLst>
            <pc:docMk/>
            <pc:sldMk cId="0" sldId="256"/>
            <ac:inkMk id="387" creationId="{EA0678BD-5610-9EDE-5A71-F9B4C3C57909}"/>
          </ac:inkMkLst>
        </pc:inkChg>
        <pc:inkChg chg="add mod">
          <ac:chgData name="Mahima Weerasinghe" userId="e11e3f55-42da-4e07-8ead-4d7a1d7ea1c6" providerId="ADAL" clId="{34BDDC3C-2AF4-4325-BEDB-C3E623CC2F40}" dt="2024-08-11T12:15:59.656" v="1542"/>
          <ac:inkMkLst>
            <pc:docMk/>
            <pc:sldMk cId="0" sldId="256"/>
            <ac:inkMk id="388" creationId="{261254F7-CAC3-95BC-895E-9EF5B04C05B0}"/>
          </ac:inkMkLst>
        </pc:inkChg>
        <pc:inkChg chg="add mod">
          <ac:chgData name="Mahima Weerasinghe" userId="e11e3f55-42da-4e07-8ead-4d7a1d7ea1c6" providerId="ADAL" clId="{34BDDC3C-2AF4-4325-BEDB-C3E623CC2F40}" dt="2024-08-11T12:15:59.656" v="1542"/>
          <ac:inkMkLst>
            <pc:docMk/>
            <pc:sldMk cId="0" sldId="256"/>
            <ac:inkMk id="389" creationId="{01E3954F-1E77-B918-07C5-68DAE72E35D5}"/>
          </ac:inkMkLst>
        </pc:inkChg>
        <pc:inkChg chg="add mod">
          <ac:chgData name="Mahima Weerasinghe" userId="e11e3f55-42da-4e07-8ead-4d7a1d7ea1c6" providerId="ADAL" clId="{34BDDC3C-2AF4-4325-BEDB-C3E623CC2F40}" dt="2024-08-11T12:15:59.656" v="1542"/>
          <ac:inkMkLst>
            <pc:docMk/>
            <pc:sldMk cId="0" sldId="256"/>
            <ac:inkMk id="391" creationId="{E6197683-8EE4-8060-F7EC-FDE34C01EC65}"/>
          </ac:inkMkLst>
        </pc:inkChg>
        <pc:inkChg chg="add mod">
          <ac:chgData name="Mahima Weerasinghe" userId="e11e3f55-42da-4e07-8ead-4d7a1d7ea1c6" providerId="ADAL" clId="{34BDDC3C-2AF4-4325-BEDB-C3E623CC2F40}" dt="2024-08-11T12:15:59.656" v="1542"/>
          <ac:inkMkLst>
            <pc:docMk/>
            <pc:sldMk cId="0" sldId="256"/>
            <ac:inkMk id="392" creationId="{1682C300-B934-D89C-53BC-D77E83CBCA2B}"/>
          </ac:inkMkLst>
        </pc:inkChg>
        <pc:inkChg chg="add mod">
          <ac:chgData name="Mahima Weerasinghe" userId="e11e3f55-42da-4e07-8ead-4d7a1d7ea1c6" providerId="ADAL" clId="{34BDDC3C-2AF4-4325-BEDB-C3E623CC2F40}" dt="2024-08-11T12:15:59.656" v="1542"/>
          <ac:inkMkLst>
            <pc:docMk/>
            <pc:sldMk cId="0" sldId="256"/>
            <ac:inkMk id="393" creationId="{24BDDC8B-109C-E395-5F12-284CBF92D2A2}"/>
          </ac:inkMkLst>
        </pc:inkChg>
        <pc:inkChg chg="add mod">
          <ac:chgData name="Mahima Weerasinghe" userId="e11e3f55-42da-4e07-8ead-4d7a1d7ea1c6" providerId="ADAL" clId="{34BDDC3C-2AF4-4325-BEDB-C3E623CC2F40}" dt="2024-08-11T12:15:59.656" v="1542"/>
          <ac:inkMkLst>
            <pc:docMk/>
            <pc:sldMk cId="0" sldId="256"/>
            <ac:inkMk id="394" creationId="{85A84088-CCEE-7416-D0E9-EFC50D211704}"/>
          </ac:inkMkLst>
        </pc:inkChg>
        <pc:inkChg chg="add mod">
          <ac:chgData name="Mahima Weerasinghe" userId="e11e3f55-42da-4e07-8ead-4d7a1d7ea1c6" providerId="ADAL" clId="{34BDDC3C-2AF4-4325-BEDB-C3E623CC2F40}" dt="2024-08-11T12:15:59.656" v="1542"/>
          <ac:inkMkLst>
            <pc:docMk/>
            <pc:sldMk cId="0" sldId="256"/>
            <ac:inkMk id="395" creationId="{BED62A19-1BE1-DA48-AE31-6834A6396F8B}"/>
          </ac:inkMkLst>
        </pc:inkChg>
        <pc:inkChg chg="add mod">
          <ac:chgData name="Mahima Weerasinghe" userId="e11e3f55-42da-4e07-8ead-4d7a1d7ea1c6" providerId="ADAL" clId="{34BDDC3C-2AF4-4325-BEDB-C3E623CC2F40}" dt="2024-08-11T12:15:59.656" v="1542"/>
          <ac:inkMkLst>
            <pc:docMk/>
            <pc:sldMk cId="0" sldId="256"/>
            <ac:inkMk id="396" creationId="{3930FB55-A336-E0D2-AAF1-89CB391E6A32}"/>
          </ac:inkMkLst>
        </pc:inkChg>
        <pc:inkChg chg="add mod">
          <ac:chgData name="Mahima Weerasinghe" userId="e11e3f55-42da-4e07-8ead-4d7a1d7ea1c6" providerId="ADAL" clId="{34BDDC3C-2AF4-4325-BEDB-C3E623CC2F40}" dt="2024-08-11T12:15:59.656" v="1542"/>
          <ac:inkMkLst>
            <pc:docMk/>
            <pc:sldMk cId="0" sldId="256"/>
            <ac:inkMk id="397" creationId="{092F67BF-8634-C7E0-4EA0-94F805DB8B98}"/>
          </ac:inkMkLst>
        </pc:inkChg>
        <pc:inkChg chg="add mod">
          <ac:chgData name="Mahima Weerasinghe" userId="e11e3f55-42da-4e07-8ead-4d7a1d7ea1c6" providerId="ADAL" clId="{34BDDC3C-2AF4-4325-BEDB-C3E623CC2F40}" dt="2024-08-11T12:15:59.656" v="1542"/>
          <ac:inkMkLst>
            <pc:docMk/>
            <pc:sldMk cId="0" sldId="256"/>
            <ac:inkMk id="398" creationId="{F3B3EBEF-86BD-8765-387F-04995D4613F2}"/>
          </ac:inkMkLst>
        </pc:inkChg>
        <pc:inkChg chg="add mod">
          <ac:chgData name="Mahima Weerasinghe" userId="e11e3f55-42da-4e07-8ead-4d7a1d7ea1c6" providerId="ADAL" clId="{34BDDC3C-2AF4-4325-BEDB-C3E623CC2F40}" dt="2024-08-11T12:15:59.656" v="1542"/>
          <ac:inkMkLst>
            <pc:docMk/>
            <pc:sldMk cId="0" sldId="256"/>
            <ac:inkMk id="399" creationId="{1F6B0AFA-8C6E-7D9D-0583-DEB78E2CC5F6}"/>
          </ac:inkMkLst>
        </pc:inkChg>
        <pc:inkChg chg="add mod">
          <ac:chgData name="Mahima Weerasinghe" userId="e11e3f55-42da-4e07-8ead-4d7a1d7ea1c6" providerId="ADAL" clId="{34BDDC3C-2AF4-4325-BEDB-C3E623CC2F40}" dt="2024-08-11T12:15:59.656" v="1542"/>
          <ac:inkMkLst>
            <pc:docMk/>
            <pc:sldMk cId="0" sldId="256"/>
            <ac:inkMk id="400" creationId="{4B36B66A-9C4F-9785-A521-A7006B985F66}"/>
          </ac:inkMkLst>
        </pc:inkChg>
        <pc:inkChg chg="add mod">
          <ac:chgData name="Mahima Weerasinghe" userId="e11e3f55-42da-4e07-8ead-4d7a1d7ea1c6" providerId="ADAL" clId="{34BDDC3C-2AF4-4325-BEDB-C3E623CC2F40}" dt="2024-08-11T12:15:59.656" v="1542"/>
          <ac:inkMkLst>
            <pc:docMk/>
            <pc:sldMk cId="0" sldId="256"/>
            <ac:inkMk id="401" creationId="{D524B795-001B-4FDA-27AB-9A46D63588D7}"/>
          </ac:inkMkLst>
        </pc:inkChg>
        <pc:inkChg chg="add mod">
          <ac:chgData name="Mahima Weerasinghe" userId="e11e3f55-42da-4e07-8ead-4d7a1d7ea1c6" providerId="ADAL" clId="{34BDDC3C-2AF4-4325-BEDB-C3E623CC2F40}" dt="2024-08-11T12:15:59.656" v="1542"/>
          <ac:inkMkLst>
            <pc:docMk/>
            <pc:sldMk cId="0" sldId="256"/>
            <ac:inkMk id="402" creationId="{FAE99FFF-DF8E-A9D3-EBD5-0442AC39E282}"/>
          </ac:inkMkLst>
        </pc:inkChg>
        <pc:inkChg chg="add mod">
          <ac:chgData name="Mahima Weerasinghe" userId="e11e3f55-42da-4e07-8ead-4d7a1d7ea1c6" providerId="ADAL" clId="{34BDDC3C-2AF4-4325-BEDB-C3E623CC2F40}" dt="2024-08-11T12:15:59.656" v="1542"/>
          <ac:inkMkLst>
            <pc:docMk/>
            <pc:sldMk cId="0" sldId="256"/>
            <ac:inkMk id="404" creationId="{95E34224-9FB1-ADAE-8A3D-A9FCE87F8159}"/>
          </ac:inkMkLst>
        </pc:inkChg>
        <pc:inkChg chg="add mod">
          <ac:chgData name="Mahima Weerasinghe" userId="e11e3f55-42da-4e07-8ead-4d7a1d7ea1c6" providerId="ADAL" clId="{34BDDC3C-2AF4-4325-BEDB-C3E623CC2F40}" dt="2024-08-11T12:15:59.656" v="1542"/>
          <ac:inkMkLst>
            <pc:docMk/>
            <pc:sldMk cId="0" sldId="256"/>
            <ac:inkMk id="405" creationId="{20CB9B95-3C7D-C5DD-46F5-7B77B0AC9533}"/>
          </ac:inkMkLst>
        </pc:inkChg>
        <pc:inkChg chg="add mod">
          <ac:chgData name="Mahima Weerasinghe" userId="e11e3f55-42da-4e07-8ead-4d7a1d7ea1c6" providerId="ADAL" clId="{34BDDC3C-2AF4-4325-BEDB-C3E623CC2F40}" dt="2024-08-11T12:15:59.656" v="1542"/>
          <ac:inkMkLst>
            <pc:docMk/>
            <pc:sldMk cId="0" sldId="256"/>
            <ac:inkMk id="406" creationId="{755048DA-E94D-096A-DD74-AD909DC492FB}"/>
          </ac:inkMkLst>
        </pc:inkChg>
        <pc:inkChg chg="add mod">
          <ac:chgData name="Mahima Weerasinghe" userId="e11e3f55-42da-4e07-8ead-4d7a1d7ea1c6" providerId="ADAL" clId="{34BDDC3C-2AF4-4325-BEDB-C3E623CC2F40}" dt="2024-08-11T12:15:59.656" v="1542"/>
          <ac:inkMkLst>
            <pc:docMk/>
            <pc:sldMk cId="0" sldId="256"/>
            <ac:inkMk id="407" creationId="{FC895718-2C6D-BBDA-E88C-F4F5251C3749}"/>
          </ac:inkMkLst>
        </pc:inkChg>
        <pc:inkChg chg="add mod">
          <ac:chgData name="Mahima Weerasinghe" userId="e11e3f55-42da-4e07-8ead-4d7a1d7ea1c6" providerId="ADAL" clId="{34BDDC3C-2AF4-4325-BEDB-C3E623CC2F40}" dt="2024-08-11T12:15:59.656" v="1542"/>
          <ac:inkMkLst>
            <pc:docMk/>
            <pc:sldMk cId="0" sldId="256"/>
            <ac:inkMk id="408" creationId="{DFA18031-6233-9FF0-D89A-042B2120DEC8}"/>
          </ac:inkMkLst>
        </pc:inkChg>
        <pc:inkChg chg="add mod">
          <ac:chgData name="Mahima Weerasinghe" userId="e11e3f55-42da-4e07-8ead-4d7a1d7ea1c6" providerId="ADAL" clId="{34BDDC3C-2AF4-4325-BEDB-C3E623CC2F40}" dt="2024-08-11T12:15:59.656" v="1542"/>
          <ac:inkMkLst>
            <pc:docMk/>
            <pc:sldMk cId="0" sldId="256"/>
            <ac:inkMk id="409" creationId="{8CA69362-7A7D-7BA0-E55A-674F057E0DFB}"/>
          </ac:inkMkLst>
        </pc:inkChg>
        <pc:inkChg chg="add mod">
          <ac:chgData name="Mahima Weerasinghe" userId="e11e3f55-42da-4e07-8ead-4d7a1d7ea1c6" providerId="ADAL" clId="{34BDDC3C-2AF4-4325-BEDB-C3E623CC2F40}" dt="2024-08-11T12:15:59.656" v="1542"/>
          <ac:inkMkLst>
            <pc:docMk/>
            <pc:sldMk cId="0" sldId="256"/>
            <ac:inkMk id="410" creationId="{1BAEAED6-E017-9525-5720-1C45A0D14CB7}"/>
          </ac:inkMkLst>
        </pc:inkChg>
        <pc:inkChg chg="add mod">
          <ac:chgData name="Mahima Weerasinghe" userId="e11e3f55-42da-4e07-8ead-4d7a1d7ea1c6" providerId="ADAL" clId="{34BDDC3C-2AF4-4325-BEDB-C3E623CC2F40}" dt="2024-08-11T12:15:59.656" v="1542"/>
          <ac:inkMkLst>
            <pc:docMk/>
            <pc:sldMk cId="0" sldId="256"/>
            <ac:inkMk id="411" creationId="{66505EBE-C5AD-1DA7-5C68-56C8A34788D5}"/>
          </ac:inkMkLst>
        </pc:inkChg>
        <pc:inkChg chg="add mod">
          <ac:chgData name="Mahima Weerasinghe" userId="e11e3f55-42da-4e07-8ead-4d7a1d7ea1c6" providerId="ADAL" clId="{34BDDC3C-2AF4-4325-BEDB-C3E623CC2F40}" dt="2024-08-11T12:15:59.656" v="1542"/>
          <ac:inkMkLst>
            <pc:docMk/>
            <pc:sldMk cId="0" sldId="256"/>
            <ac:inkMk id="412" creationId="{BAE611CF-44FA-8874-CA09-C69D8C69EE29}"/>
          </ac:inkMkLst>
        </pc:inkChg>
        <pc:inkChg chg="add mod">
          <ac:chgData name="Mahima Weerasinghe" userId="e11e3f55-42da-4e07-8ead-4d7a1d7ea1c6" providerId="ADAL" clId="{34BDDC3C-2AF4-4325-BEDB-C3E623CC2F40}" dt="2024-08-11T12:15:59.656" v="1542"/>
          <ac:inkMkLst>
            <pc:docMk/>
            <pc:sldMk cId="0" sldId="256"/>
            <ac:inkMk id="413" creationId="{DA028D69-E87B-F673-643D-77BE48BD292E}"/>
          </ac:inkMkLst>
        </pc:inkChg>
        <pc:inkChg chg="add mod">
          <ac:chgData name="Mahima Weerasinghe" userId="e11e3f55-42da-4e07-8ead-4d7a1d7ea1c6" providerId="ADAL" clId="{34BDDC3C-2AF4-4325-BEDB-C3E623CC2F40}" dt="2024-08-11T12:15:59.656" v="1542"/>
          <ac:inkMkLst>
            <pc:docMk/>
            <pc:sldMk cId="0" sldId="256"/>
            <ac:inkMk id="415" creationId="{72842F09-036F-8D37-42B9-AB9F7DCE7DFB}"/>
          </ac:inkMkLst>
        </pc:inkChg>
        <pc:inkChg chg="add mod">
          <ac:chgData name="Mahima Weerasinghe" userId="e11e3f55-42da-4e07-8ead-4d7a1d7ea1c6" providerId="ADAL" clId="{34BDDC3C-2AF4-4325-BEDB-C3E623CC2F40}" dt="2024-08-11T12:15:59.656" v="1542"/>
          <ac:inkMkLst>
            <pc:docMk/>
            <pc:sldMk cId="0" sldId="256"/>
            <ac:inkMk id="416" creationId="{5034E563-0A6A-37BB-CF74-C791F36489DE}"/>
          </ac:inkMkLst>
        </pc:inkChg>
        <pc:inkChg chg="add mod">
          <ac:chgData name="Mahima Weerasinghe" userId="e11e3f55-42da-4e07-8ead-4d7a1d7ea1c6" providerId="ADAL" clId="{34BDDC3C-2AF4-4325-BEDB-C3E623CC2F40}" dt="2024-08-11T12:15:59.656" v="1542"/>
          <ac:inkMkLst>
            <pc:docMk/>
            <pc:sldMk cId="0" sldId="256"/>
            <ac:inkMk id="418" creationId="{8ABBFB82-3D99-14A1-2FE2-069EF1D8E861}"/>
          </ac:inkMkLst>
        </pc:inkChg>
        <pc:inkChg chg="add mod">
          <ac:chgData name="Mahima Weerasinghe" userId="e11e3f55-42da-4e07-8ead-4d7a1d7ea1c6" providerId="ADAL" clId="{34BDDC3C-2AF4-4325-BEDB-C3E623CC2F40}" dt="2024-08-11T12:15:59.656" v="1542"/>
          <ac:inkMkLst>
            <pc:docMk/>
            <pc:sldMk cId="0" sldId="256"/>
            <ac:inkMk id="419" creationId="{D6708E1F-D790-9614-7A2F-530C9FD60C9D}"/>
          </ac:inkMkLst>
        </pc:inkChg>
        <pc:inkChg chg="add mod">
          <ac:chgData name="Mahima Weerasinghe" userId="e11e3f55-42da-4e07-8ead-4d7a1d7ea1c6" providerId="ADAL" clId="{34BDDC3C-2AF4-4325-BEDB-C3E623CC2F40}" dt="2024-08-11T12:15:59.656" v="1542"/>
          <ac:inkMkLst>
            <pc:docMk/>
            <pc:sldMk cId="0" sldId="256"/>
            <ac:inkMk id="420" creationId="{7F81F8C1-7CC8-E2FE-9AD5-CE52E3DA24AD}"/>
          </ac:inkMkLst>
        </pc:inkChg>
        <pc:inkChg chg="add mod">
          <ac:chgData name="Mahima Weerasinghe" userId="e11e3f55-42da-4e07-8ead-4d7a1d7ea1c6" providerId="ADAL" clId="{34BDDC3C-2AF4-4325-BEDB-C3E623CC2F40}" dt="2024-08-11T12:15:59.656" v="1542"/>
          <ac:inkMkLst>
            <pc:docMk/>
            <pc:sldMk cId="0" sldId="256"/>
            <ac:inkMk id="421" creationId="{A3D76583-56B1-6C8F-C77C-AEFA81FC5069}"/>
          </ac:inkMkLst>
        </pc:inkChg>
        <pc:inkChg chg="add mod">
          <ac:chgData name="Mahima Weerasinghe" userId="e11e3f55-42da-4e07-8ead-4d7a1d7ea1c6" providerId="ADAL" clId="{34BDDC3C-2AF4-4325-BEDB-C3E623CC2F40}" dt="2024-08-11T12:15:59.656" v="1542"/>
          <ac:inkMkLst>
            <pc:docMk/>
            <pc:sldMk cId="0" sldId="256"/>
            <ac:inkMk id="422" creationId="{9335BF85-42B6-3133-D848-34C5CC0D2D4C}"/>
          </ac:inkMkLst>
        </pc:inkChg>
        <pc:inkChg chg="add mod">
          <ac:chgData name="Mahima Weerasinghe" userId="e11e3f55-42da-4e07-8ead-4d7a1d7ea1c6" providerId="ADAL" clId="{34BDDC3C-2AF4-4325-BEDB-C3E623CC2F40}" dt="2024-08-11T12:15:59.656" v="1542"/>
          <ac:inkMkLst>
            <pc:docMk/>
            <pc:sldMk cId="0" sldId="256"/>
            <ac:inkMk id="423" creationId="{24AEEA8E-2D58-487B-F32A-8CF8F8C6264A}"/>
          </ac:inkMkLst>
        </pc:inkChg>
        <pc:inkChg chg="add mod">
          <ac:chgData name="Mahima Weerasinghe" userId="e11e3f55-42da-4e07-8ead-4d7a1d7ea1c6" providerId="ADAL" clId="{34BDDC3C-2AF4-4325-BEDB-C3E623CC2F40}" dt="2024-08-11T12:15:59.656" v="1542"/>
          <ac:inkMkLst>
            <pc:docMk/>
            <pc:sldMk cId="0" sldId="256"/>
            <ac:inkMk id="424" creationId="{EA9A7B76-FB46-9866-8AAF-B615A2C735A0}"/>
          </ac:inkMkLst>
        </pc:inkChg>
        <pc:inkChg chg="add mod">
          <ac:chgData name="Mahima Weerasinghe" userId="e11e3f55-42da-4e07-8ead-4d7a1d7ea1c6" providerId="ADAL" clId="{34BDDC3C-2AF4-4325-BEDB-C3E623CC2F40}" dt="2024-08-11T12:15:59.656" v="1542"/>
          <ac:inkMkLst>
            <pc:docMk/>
            <pc:sldMk cId="0" sldId="256"/>
            <ac:inkMk id="425" creationId="{39068F87-E06F-8588-D767-9A1388911255}"/>
          </ac:inkMkLst>
        </pc:inkChg>
        <pc:inkChg chg="add mod">
          <ac:chgData name="Mahima Weerasinghe" userId="e11e3f55-42da-4e07-8ead-4d7a1d7ea1c6" providerId="ADAL" clId="{34BDDC3C-2AF4-4325-BEDB-C3E623CC2F40}" dt="2024-08-11T12:15:59.656" v="1542"/>
          <ac:inkMkLst>
            <pc:docMk/>
            <pc:sldMk cId="0" sldId="256"/>
            <ac:inkMk id="426" creationId="{391817A0-6CAC-D971-44E4-9434BCDBB731}"/>
          </ac:inkMkLst>
        </pc:inkChg>
        <pc:inkChg chg="add mod">
          <ac:chgData name="Mahima Weerasinghe" userId="e11e3f55-42da-4e07-8ead-4d7a1d7ea1c6" providerId="ADAL" clId="{34BDDC3C-2AF4-4325-BEDB-C3E623CC2F40}" dt="2024-08-11T12:15:59.656" v="1542"/>
          <ac:inkMkLst>
            <pc:docMk/>
            <pc:sldMk cId="0" sldId="256"/>
            <ac:inkMk id="427" creationId="{D226AD85-828D-3E41-0935-54F2C5E43D9D}"/>
          </ac:inkMkLst>
        </pc:inkChg>
        <pc:inkChg chg="add mod">
          <ac:chgData name="Mahima Weerasinghe" userId="e11e3f55-42da-4e07-8ead-4d7a1d7ea1c6" providerId="ADAL" clId="{34BDDC3C-2AF4-4325-BEDB-C3E623CC2F40}" dt="2024-08-11T12:15:59.656" v="1542"/>
          <ac:inkMkLst>
            <pc:docMk/>
            <pc:sldMk cId="0" sldId="256"/>
            <ac:inkMk id="428" creationId="{7CEF6E46-0E1A-7DBE-2F8B-10AB9009D1B2}"/>
          </ac:inkMkLst>
        </pc:inkChg>
        <pc:inkChg chg="add mod">
          <ac:chgData name="Mahima Weerasinghe" userId="e11e3f55-42da-4e07-8ead-4d7a1d7ea1c6" providerId="ADAL" clId="{34BDDC3C-2AF4-4325-BEDB-C3E623CC2F40}" dt="2024-08-11T12:15:59.656" v="1542"/>
          <ac:inkMkLst>
            <pc:docMk/>
            <pc:sldMk cId="0" sldId="256"/>
            <ac:inkMk id="429" creationId="{5601B597-1B42-2537-88D4-772823E3C81A}"/>
          </ac:inkMkLst>
        </pc:inkChg>
        <pc:inkChg chg="add mod">
          <ac:chgData name="Mahima Weerasinghe" userId="e11e3f55-42da-4e07-8ead-4d7a1d7ea1c6" providerId="ADAL" clId="{34BDDC3C-2AF4-4325-BEDB-C3E623CC2F40}" dt="2024-08-11T12:15:59.656" v="1542"/>
          <ac:inkMkLst>
            <pc:docMk/>
            <pc:sldMk cId="0" sldId="256"/>
            <ac:inkMk id="430" creationId="{5BDA08A5-660E-BC8A-3221-FCF336078996}"/>
          </ac:inkMkLst>
        </pc:inkChg>
        <pc:inkChg chg="add mod">
          <ac:chgData name="Mahima Weerasinghe" userId="e11e3f55-42da-4e07-8ead-4d7a1d7ea1c6" providerId="ADAL" clId="{34BDDC3C-2AF4-4325-BEDB-C3E623CC2F40}" dt="2024-08-11T12:15:59.656" v="1542"/>
          <ac:inkMkLst>
            <pc:docMk/>
            <pc:sldMk cId="0" sldId="256"/>
            <ac:inkMk id="431" creationId="{B6DDC055-5D16-9513-503E-B78D9CF5FE80}"/>
          </ac:inkMkLst>
        </pc:inkChg>
        <pc:inkChg chg="add mod">
          <ac:chgData name="Mahima Weerasinghe" userId="e11e3f55-42da-4e07-8ead-4d7a1d7ea1c6" providerId="ADAL" clId="{34BDDC3C-2AF4-4325-BEDB-C3E623CC2F40}" dt="2024-08-11T12:15:59.656" v="1542"/>
          <ac:inkMkLst>
            <pc:docMk/>
            <pc:sldMk cId="0" sldId="256"/>
            <ac:inkMk id="432" creationId="{12A0DEBD-0600-B94D-A358-B74D2D4A0AD2}"/>
          </ac:inkMkLst>
        </pc:inkChg>
        <pc:inkChg chg="add mod">
          <ac:chgData name="Mahima Weerasinghe" userId="e11e3f55-42da-4e07-8ead-4d7a1d7ea1c6" providerId="ADAL" clId="{34BDDC3C-2AF4-4325-BEDB-C3E623CC2F40}" dt="2024-08-11T12:16:02.271" v="1547"/>
          <ac:inkMkLst>
            <pc:docMk/>
            <pc:sldMk cId="0" sldId="256"/>
            <ac:inkMk id="434" creationId="{50569ED8-DB14-6C84-FA49-B79E5EF9438C}"/>
          </ac:inkMkLst>
        </pc:inkChg>
        <pc:inkChg chg="add mod">
          <ac:chgData name="Mahima Weerasinghe" userId="e11e3f55-42da-4e07-8ead-4d7a1d7ea1c6" providerId="ADAL" clId="{34BDDC3C-2AF4-4325-BEDB-C3E623CC2F40}" dt="2024-08-11T12:16:02.271" v="1547"/>
          <ac:inkMkLst>
            <pc:docMk/>
            <pc:sldMk cId="0" sldId="256"/>
            <ac:inkMk id="435" creationId="{3C1F7DE0-2854-4233-C493-EC72D2E2F446}"/>
          </ac:inkMkLst>
        </pc:inkChg>
        <pc:inkChg chg="add mod">
          <ac:chgData name="Mahima Weerasinghe" userId="e11e3f55-42da-4e07-8ead-4d7a1d7ea1c6" providerId="ADAL" clId="{34BDDC3C-2AF4-4325-BEDB-C3E623CC2F40}" dt="2024-08-11T12:16:02.271" v="1547"/>
          <ac:inkMkLst>
            <pc:docMk/>
            <pc:sldMk cId="0" sldId="256"/>
            <ac:inkMk id="436" creationId="{DE56B521-E2FF-CADE-AB7A-A894A00EB9E1}"/>
          </ac:inkMkLst>
        </pc:inkChg>
        <pc:inkChg chg="add mod">
          <ac:chgData name="Mahima Weerasinghe" userId="e11e3f55-42da-4e07-8ead-4d7a1d7ea1c6" providerId="ADAL" clId="{34BDDC3C-2AF4-4325-BEDB-C3E623CC2F40}" dt="2024-08-11T12:16:02.271" v="1547"/>
          <ac:inkMkLst>
            <pc:docMk/>
            <pc:sldMk cId="0" sldId="256"/>
            <ac:inkMk id="438" creationId="{C94E012A-B55B-FC34-5A8A-DBB8D481ECB0}"/>
          </ac:inkMkLst>
        </pc:inkChg>
        <pc:inkChg chg="add mod">
          <ac:chgData name="Mahima Weerasinghe" userId="e11e3f55-42da-4e07-8ead-4d7a1d7ea1c6" providerId="ADAL" clId="{34BDDC3C-2AF4-4325-BEDB-C3E623CC2F40}" dt="2024-08-11T12:16:02.271" v="1547"/>
          <ac:inkMkLst>
            <pc:docMk/>
            <pc:sldMk cId="0" sldId="256"/>
            <ac:inkMk id="439" creationId="{A372E6C1-9057-AF80-513F-FBBB18AAFB5C}"/>
          </ac:inkMkLst>
        </pc:inkChg>
        <pc:inkChg chg="add mod">
          <ac:chgData name="Mahima Weerasinghe" userId="e11e3f55-42da-4e07-8ead-4d7a1d7ea1c6" providerId="ADAL" clId="{34BDDC3C-2AF4-4325-BEDB-C3E623CC2F40}" dt="2024-08-11T12:16:02.271" v="1547"/>
          <ac:inkMkLst>
            <pc:docMk/>
            <pc:sldMk cId="0" sldId="256"/>
            <ac:inkMk id="440" creationId="{D3EA89C4-1C60-33FB-49DC-E37A9BA6E28C}"/>
          </ac:inkMkLst>
        </pc:inkChg>
        <pc:inkChg chg="add mod">
          <ac:chgData name="Mahima Weerasinghe" userId="e11e3f55-42da-4e07-8ead-4d7a1d7ea1c6" providerId="ADAL" clId="{34BDDC3C-2AF4-4325-BEDB-C3E623CC2F40}" dt="2024-08-11T12:16:02.271" v="1547"/>
          <ac:inkMkLst>
            <pc:docMk/>
            <pc:sldMk cId="0" sldId="256"/>
            <ac:inkMk id="441" creationId="{31220B92-A1DB-0EB8-586B-21BE6C7321CF}"/>
          </ac:inkMkLst>
        </pc:inkChg>
        <pc:inkChg chg="add mod">
          <ac:chgData name="Mahima Weerasinghe" userId="e11e3f55-42da-4e07-8ead-4d7a1d7ea1c6" providerId="ADAL" clId="{34BDDC3C-2AF4-4325-BEDB-C3E623CC2F40}" dt="2024-08-11T12:16:02.271" v="1547"/>
          <ac:inkMkLst>
            <pc:docMk/>
            <pc:sldMk cId="0" sldId="256"/>
            <ac:inkMk id="442" creationId="{D2CCA6BF-CC81-DAA3-9CD1-D5F118087D33}"/>
          </ac:inkMkLst>
        </pc:inkChg>
        <pc:inkChg chg="add mod">
          <ac:chgData name="Mahima Weerasinghe" userId="e11e3f55-42da-4e07-8ead-4d7a1d7ea1c6" providerId="ADAL" clId="{34BDDC3C-2AF4-4325-BEDB-C3E623CC2F40}" dt="2024-08-11T12:16:02.271" v="1547"/>
          <ac:inkMkLst>
            <pc:docMk/>
            <pc:sldMk cId="0" sldId="256"/>
            <ac:inkMk id="443" creationId="{11DA3B47-94E3-6073-D195-FD959A16CDB5}"/>
          </ac:inkMkLst>
        </pc:inkChg>
        <pc:inkChg chg="add mod">
          <ac:chgData name="Mahima Weerasinghe" userId="e11e3f55-42da-4e07-8ead-4d7a1d7ea1c6" providerId="ADAL" clId="{34BDDC3C-2AF4-4325-BEDB-C3E623CC2F40}" dt="2024-08-11T12:16:02.271" v="1547"/>
          <ac:inkMkLst>
            <pc:docMk/>
            <pc:sldMk cId="0" sldId="256"/>
            <ac:inkMk id="444" creationId="{7FABB8BF-E91C-CD37-CCBF-61E364FB4382}"/>
          </ac:inkMkLst>
        </pc:inkChg>
        <pc:inkChg chg="add mod">
          <ac:chgData name="Mahima Weerasinghe" userId="e11e3f55-42da-4e07-8ead-4d7a1d7ea1c6" providerId="ADAL" clId="{34BDDC3C-2AF4-4325-BEDB-C3E623CC2F40}" dt="2024-08-11T12:16:02.271" v="1547"/>
          <ac:inkMkLst>
            <pc:docMk/>
            <pc:sldMk cId="0" sldId="256"/>
            <ac:inkMk id="445" creationId="{A84119C4-1E37-1E52-2C31-85612955D7E4}"/>
          </ac:inkMkLst>
        </pc:inkChg>
        <pc:inkChg chg="add mod">
          <ac:chgData name="Mahima Weerasinghe" userId="e11e3f55-42da-4e07-8ead-4d7a1d7ea1c6" providerId="ADAL" clId="{34BDDC3C-2AF4-4325-BEDB-C3E623CC2F40}" dt="2024-08-11T12:16:02.271" v="1547"/>
          <ac:inkMkLst>
            <pc:docMk/>
            <pc:sldMk cId="0" sldId="256"/>
            <ac:inkMk id="446" creationId="{45D26E95-8FB8-51A1-0041-D704CC38DC5A}"/>
          </ac:inkMkLst>
        </pc:inkChg>
        <pc:inkChg chg="add mod">
          <ac:chgData name="Mahima Weerasinghe" userId="e11e3f55-42da-4e07-8ead-4d7a1d7ea1c6" providerId="ADAL" clId="{34BDDC3C-2AF4-4325-BEDB-C3E623CC2F40}" dt="2024-08-11T12:16:02.271" v="1547"/>
          <ac:inkMkLst>
            <pc:docMk/>
            <pc:sldMk cId="0" sldId="256"/>
            <ac:inkMk id="447" creationId="{079553BD-08E4-6F64-98A8-8E6D928E8DF6}"/>
          </ac:inkMkLst>
        </pc:inkChg>
        <pc:inkChg chg="add mod">
          <ac:chgData name="Mahima Weerasinghe" userId="e11e3f55-42da-4e07-8ead-4d7a1d7ea1c6" providerId="ADAL" clId="{34BDDC3C-2AF4-4325-BEDB-C3E623CC2F40}" dt="2024-08-11T12:16:02.271" v="1547"/>
          <ac:inkMkLst>
            <pc:docMk/>
            <pc:sldMk cId="0" sldId="256"/>
            <ac:inkMk id="448" creationId="{5D8C8AF5-7F80-1842-D281-A1D472D6A6BE}"/>
          </ac:inkMkLst>
        </pc:inkChg>
        <pc:inkChg chg="add mod">
          <ac:chgData name="Mahima Weerasinghe" userId="e11e3f55-42da-4e07-8ead-4d7a1d7ea1c6" providerId="ADAL" clId="{34BDDC3C-2AF4-4325-BEDB-C3E623CC2F40}" dt="2024-08-11T12:16:02.271" v="1547"/>
          <ac:inkMkLst>
            <pc:docMk/>
            <pc:sldMk cId="0" sldId="256"/>
            <ac:inkMk id="451" creationId="{86E6B64D-F3F3-D47B-D240-CA1C964FCBCE}"/>
          </ac:inkMkLst>
        </pc:inkChg>
        <pc:inkChg chg="add mod">
          <ac:chgData name="Mahima Weerasinghe" userId="e11e3f55-42da-4e07-8ead-4d7a1d7ea1c6" providerId="ADAL" clId="{34BDDC3C-2AF4-4325-BEDB-C3E623CC2F40}" dt="2024-08-11T12:16:02.271" v="1547"/>
          <ac:inkMkLst>
            <pc:docMk/>
            <pc:sldMk cId="0" sldId="256"/>
            <ac:inkMk id="452" creationId="{7ED12E53-6F34-BC8A-7EC0-DDD1B7BA12F3}"/>
          </ac:inkMkLst>
        </pc:inkChg>
        <pc:inkChg chg="add mod">
          <ac:chgData name="Mahima Weerasinghe" userId="e11e3f55-42da-4e07-8ead-4d7a1d7ea1c6" providerId="ADAL" clId="{34BDDC3C-2AF4-4325-BEDB-C3E623CC2F40}" dt="2024-08-11T12:16:02.271" v="1547"/>
          <ac:inkMkLst>
            <pc:docMk/>
            <pc:sldMk cId="0" sldId="256"/>
            <ac:inkMk id="453" creationId="{269759B7-7FDC-7C45-F7B9-749A82A69543}"/>
          </ac:inkMkLst>
        </pc:inkChg>
        <pc:inkChg chg="add mod">
          <ac:chgData name="Mahima Weerasinghe" userId="e11e3f55-42da-4e07-8ead-4d7a1d7ea1c6" providerId="ADAL" clId="{34BDDC3C-2AF4-4325-BEDB-C3E623CC2F40}" dt="2024-08-11T12:16:02.271" v="1547"/>
          <ac:inkMkLst>
            <pc:docMk/>
            <pc:sldMk cId="0" sldId="256"/>
            <ac:inkMk id="454" creationId="{83BDA61F-146F-8AB2-CAF2-A71CF28CF069}"/>
          </ac:inkMkLst>
        </pc:inkChg>
        <pc:inkChg chg="add mod">
          <ac:chgData name="Mahima Weerasinghe" userId="e11e3f55-42da-4e07-8ead-4d7a1d7ea1c6" providerId="ADAL" clId="{34BDDC3C-2AF4-4325-BEDB-C3E623CC2F40}" dt="2024-08-11T12:16:02.271" v="1547"/>
          <ac:inkMkLst>
            <pc:docMk/>
            <pc:sldMk cId="0" sldId="256"/>
            <ac:inkMk id="455" creationId="{10E2E3E4-1EF0-E8A9-3DD8-564A689FC666}"/>
          </ac:inkMkLst>
        </pc:inkChg>
        <pc:inkChg chg="add mod">
          <ac:chgData name="Mahima Weerasinghe" userId="e11e3f55-42da-4e07-8ead-4d7a1d7ea1c6" providerId="ADAL" clId="{34BDDC3C-2AF4-4325-BEDB-C3E623CC2F40}" dt="2024-08-11T12:16:02.271" v="1547"/>
          <ac:inkMkLst>
            <pc:docMk/>
            <pc:sldMk cId="0" sldId="256"/>
            <ac:inkMk id="456" creationId="{FF1844DF-6AD7-9488-8488-1904922B7FC3}"/>
          </ac:inkMkLst>
        </pc:inkChg>
        <pc:inkChg chg="add mod">
          <ac:chgData name="Mahima Weerasinghe" userId="e11e3f55-42da-4e07-8ead-4d7a1d7ea1c6" providerId="ADAL" clId="{34BDDC3C-2AF4-4325-BEDB-C3E623CC2F40}" dt="2024-08-11T12:16:02.271" v="1547"/>
          <ac:inkMkLst>
            <pc:docMk/>
            <pc:sldMk cId="0" sldId="256"/>
            <ac:inkMk id="457" creationId="{ADDD654C-9BCC-E9D4-D642-958B0211E65A}"/>
          </ac:inkMkLst>
        </pc:inkChg>
        <pc:inkChg chg="add mod">
          <ac:chgData name="Mahima Weerasinghe" userId="e11e3f55-42da-4e07-8ead-4d7a1d7ea1c6" providerId="ADAL" clId="{34BDDC3C-2AF4-4325-BEDB-C3E623CC2F40}" dt="2024-08-11T12:16:02.271" v="1547"/>
          <ac:inkMkLst>
            <pc:docMk/>
            <pc:sldMk cId="0" sldId="256"/>
            <ac:inkMk id="458" creationId="{E10D115F-33DC-9438-70F0-03F7539A2351}"/>
          </ac:inkMkLst>
        </pc:inkChg>
        <pc:inkChg chg="add mod">
          <ac:chgData name="Mahima Weerasinghe" userId="e11e3f55-42da-4e07-8ead-4d7a1d7ea1c6" providerId="ADAL" clId="{34BDDC3C-2AF4-4325-BEDB-C3E623CC2F40}" dt="2024-08-11T12:16:02.271" v="1547"/>
          <ac:inkMkLst>
            <pc:docMk/>
            <pc:sldMk cId="0" sldId="256"/>
            <ac:inkMk id="459" creationId="{91D5284F-794B-3A19-C16C-F3B37D4C816B}"/>
          </ac:inkMkLst>
        </pc:inkChg>
        <pc:inkChg chg="add mod">
          <ac:chgData name="Mahima Weerasinghe" userId="e11e3f55-42da-4e07-8ead-4d7a1d7ea1c6" providerId="ADAL" clId="{34BDDC3C-2AF4-4325-BEDB-C3E623CC2F40}" dt="2024-08-11T12:16:02.271" v="1547"/>
          <ac:inkMkLst>
            <pc:docMk/>
            <pc:sldMk cId="0" sldId="256"/>
            <ac:inkMk id="460" creationId="{A2D86E2D-6996-C1C5-F87E-28A64AA5A7E3}"/>
          </ac:inkMkLst>
        </pc:inkChg>
        <pc:inkChg chg="add mod">
          <ac:chgData name="Mahima Weerasinghe" userId="e11e3f55-42da-4e07-8ead-4d7a1d7ea1c6" providerId="ADAL" clId="{34BDDC3C-2AF4-4325-BEDB-C3E623CC2F40}" dt="2024-08-11T12:16:02.271" v="1547"/>
          <ac:inkMkLst>
            <pc:docMk/>
            <pc:sldMk cId="0" sldId="256"/>
            <ac:inkMk id="461" creationId="{643E3969-344E-2AB6-2428-D307F2A81F45}"/>
          </ac:inkMkLst>
        </pc:inkChg>
        <pc:inkChg chg="add mod">
          <ac:chgData name="Mahima Weerasinghe" userId="e11e3f55-42da-4e07-8ead-4d7a1d7ea1c6" providerId="ADAL" clId="{34BDDC3C-2AF4-4325-BEDB-C3E623CC2F40}" dt="2024-08-11T12:16:02.271" v="1547"/>
          <ac:inkMkLst>
            <pc:docMk/>
            <pc:sldMk cId="0" sldId="256"/>
            <ac:inkMk id="462" creationId="{50D36301-1C4D-EE3A-8042-8356F0B43B60}"/>
          </ac:inkMkLst>
        </pc:inkChg>
        <pc:inkChg chg="add mod">
          <ac:chgData name="Mahima Weerasinghe" userId="e11e3f55-42da-4e07-8ead-4d7a1d7ea1c6" providerId="ADAL" clId="{34BDDC3C-2AF4-4325-BEDB-C3E623CC2F40}" dt="2024-08-11T12:16:02.271" v="1547"/>
          <ac:inkMkLst>
            <pc:docMk/>
            <pc:sldMk cId="0" sldId="256"/>
            <ac:inkMk id="463" creationId="{FC4E967A-1E3E-FDFE-DE70-C4CC9BDEA146}"/>
          </ac:inkMkLst>
        </pc:inkChg>
        <pc:inkChg chg="add mod">
          <ac:chgData name="Mahima Weerasinghe" userId="e11e3f55-42da-4e07-8ead-4d7a1d7ea1c6" providerId="ADAL" clId="{34BDDC3C-2AF4-4325-BEDB-C3E623CC2F40}" dt="2024-08-11T12:16:02.271" v="1547"/>
          <ac:inkMkLst>
            <pc:docMk/>
            <pc:sldMk cId="0" sldId="256"/>
            <ac:inkMk id="464" creationId="{79E290E1-CBF7-9995-230E-ED4FFE06739E}"/>
          </ac:inkMkLst>
        </pc:inkChg>
        <pc:inkChg chg="add mod">
          <ac:chgData name="Mahima Weerasinghe" userId="e11e3f55-42da-4e07-8ead-4d7a1d7ea1c6" providerId="ADAL" clId="{34BDDC3C-2AF4-4325-BEDB-C3E623CC2F40}" dt="2024-08-11T12:16:02.271" v="1547"/>
          <ac:inkMkLst>
            <pc:docMk/>
            <pc:sldMk cId="0" sldId="256"/>
            <ac:inkMk id="465" creationId="{B3133D0F-2299-CD40-13B3-DF42FFA903C6}"/>
          </ac:inkMkLst>
        </pc:inkChg>
        <pc:inkChg chg="add mod">
          <ac:chgData name="Mahima Weerasinghe" userId="e11e3f55-42da-4e07-8ead-4d7a1d7ea1c6" providerId="ADAL" clId="{34BDDC3C-2AF4-4325-BEDB-C3E623CC2F40}" dt="2024-08-11T12:16:02.271" v="1547"/>
          <ac:inkMkLst>
            <pc:docMk/>
            <pc:sldMk cId="0" sldId="256"/>
            <ac:inkMk id="466" creationId="{B63EE75C-90B6-F24D-0D25-FBF992C78CAD}"/>
          </ac:inkMkLst>
        </pc:inkChg>
        <pc:inkChg chg="add">
          <ac:chgData name="Mahima Weerasinghe" userId="e11e3f55-42da-4e07-8ead-4d7a1d7ea1c6" providerId="ADAL" clId="{34BDDC3C-2AF4-4325-BEDB-C3E623CC2F40}" dt="2024-08-11T12:12:44.447" v="1435" actId="9405"/>
          <ac:inkMkLst>
            <pc:docMk/>
            <pc:sldMk cId="0" sldId="256"/>
            <ac:inkMk id="468" creationId="{440D16B2-DDFA-E42A-3E0F-1B4CB88277DD}"/>
          </ac:inkMkLst>
        </pc:inkChg>
        <pc:inkChg chg="add mod">
          <ac:chgData name="Mahima Weerasinghe" userId="e11e3f55-42da-4e07-8ead-4d7a1d7ea1c6" providerId="ADAL" clId="{34BDDC3C-2AF4-4325-BEDB-C3E623CC2F40}" dt="2024-08-11T12:13:00.203" v="1441"/>
          <ac:inkMkLst>
            <pc:docMk/>
            <pc:sldMk cId="0" sldId="256"/>
            <ac:inkMk id="469" creationId="{DEC34D06-B3B9-BC85-0268-3148B3902A5E}"/>
          </ac:inkMkLst>
        </pc:inkChg>
        <pc:inkChg chg="add mod">
          <ac:chgData name="Mahima Weerasinghe" userId="e11e3f55-42da-4e07-8ead-4d7a1d7ea1c6" providerId="ADAL" clId="{34BDDC3C-2AF4-4325-BEDB-C3E623CC2F40}" dt="2024-08-11T12:15:59.656" v="1542"/>
          <ac:inkMkLst>
            <pc:docMk/>
            <pc:sldMk cId="0" sldId="256"/>
            <ac:inkMk id="471" creationId="{F005B7A9-0CAB-577D-7C6C-DBE934EC9C52}"/>
          </ac:inkMkLst>
        </pc:inkChg>
        <pc:inkChg chg="add mod">
          <ac:chgData name="Mahima Weerasinghe" userId="e11e3f55-42da-4e07-8ead-4d7a1d7ea1c6" providerId="ADAL" clId="{34BDDC3C-2AF4-4325-BEDB-C3E623CC2F40}" dt="2024-08-11T12:15:59.656" v="1542"/>
          <ac:inkMkLst>
            <pc:docMk/>
            <pc:sldMk cId="0" sldId="256"/>
            <ac:inkMk id="472" creationId="{58C946EB-0859-14AB-CC3E-D0B54BEE2255}"/>
          </ac:inkMkLst>
        </pc:inkChg>
        <pc:inkChg chg="add mod">
          <ac:chgData name="Mahima Weerasinghe" userId="e11e3f55-42da-4e07-8ead-4d7a1d7ea1c6" providerId="ADAL" clId="{34BDDC3C-2AF4-4325-BEDB-C3E623CC2F40}" dt="2024-08-11T12:15:59.656" v="1542"/>
          <ac:inkMkLst>
            <pc:docMk/>
            <pc:sldMk cId="0" sldId="256"/>
            <ac:inkMk id="473" creationId="{D80ED2A3-BB58-4366-FE81-2AA062A3CBAB}"/>
          </ac:inkMkLst>
        </pc:inkChg>
        <pc:inkChg chg="add mod">
          <ac:chgData name="Mahima Weerasinghe" userId="e11e3f55-42da-4e07-8ead-4d7a1d7ea1c6" providerId="ADAL" clId="{34BDDC3C-2AF4-4325-BEDB-C3E623CC2F40}" dt="2024-08-11T12:15:59.656" v="1542"/>
          <ac:inkMkLst>
            <pc:docMk/>
            <pc:sldMk cId="0" sldId="256"/>
            <ac:inkMk id="475" creationId="{24F42DAE-C83F-F4B2-8E8E-C65B7714902E}"/>
          </ac:inkMkLst>
        </pc:inkChg>
        <pc:inkChg chg="add mod">
          <ac:chgData name="Mahima Weerasinghe" userId="e11e3f55-42da-4e07-8ead-4d7a1d7ea1c6" providerId="ADAL" clId="{34BDDC3C-2AF4-4325-BEDB-C3E623CC2F40}" dt="2024-08-11T12:15:59.656" v="1542"/>
          <ac:inkMkLst>
            <pc:docMk/>
            <pc:sldMk cId="0" sldId="256"/>
            <ac:inkMk id="476" creationId="{2D93B350-D627-6F0C-D08F-60773E9DF01F}"/>
          </ac:inkMkLst>
        </pc:inkChg>
        <pc:inkChg chg="add mod">
          <ac:chgData name="Mahima Weerasinghe" userId="e11e3f55-42da-4e07-8ead-4d7a1d7ea1c6" providerId="ADAL" clId="{34BDDC3C-2AF4-4325-BEDB-C3E623CC2F40}" dt="2024-08-11T12:15:59.656" v="1542"/>
          <ac:inkMkLst>
            <pc:docMk/>
            <pc:sldMk cId="0" sldId="256"/>
            <ac:inkMk id="477" creationId="{ACD02DCA-AA7E-A775-3667-58417BD2749B}"/>
          </ac:inkMkLst>
        </pc:inkChg>
        <pc:inkChg chg="add mod">
          <ac:chgData name="Mahima Weerasinghe" userId="e11e3f55-42da-4e07-8ead-4d7a1d7ea1c6" providerId="ADAL" clId="{34BDDC3C-2AF4-4325-BEDB-C3E623CC2F40}" dt="2024-08-11T12:15:59.656" v="1542"/>
          <ac:inkMkLst>
            <pc:docMk/>
            <pc:sldMk cId="0" sldId="256"/>
            <ac:inkMk id="478" creationId="{E2FC1765-9E8D-C4C7-63C7-9EA79DD922A5}"/>
          </ac:inkMkLst>
        </pc:inkChg>
        <pc:inkChg chg="add mod">
          <ac:chgData name="Mahima Weerasinghe" userId="e11e3f55-42da-4e07-8ead-4d7a1d7ea1c6" providerId="ADAL" clId="{34BDDC3C-2AF4-4325-BEDB-C3E623CC2F40}" dt="2024-08-11T12:15:59.656" v="1542"/>
          <ac:inkMkLst>
            <pc:docMk/>
            <pc:sldMk cId="0" sldId="256"/>
            <ac:inkMk id="479" creationId="{24F157A8-3E07-2DD9-C2FE-02F3BD2E5432}"/>
          </ac:inkMkLst>
        </pc:inkChg>
        <pc:inkChg chg="add mod">
          <ac:chgData name="Mahima Weerasinghe" userId="e11e3f55-42da-4e07-8ead-4d7a1d7ea1c6" providerId="ADAL" clId="{34BDDC3C-2AF4-4325-BEDB-C3E623CC2F40}" dt="2024-08-11T12:15:59.656" v="1542"/>
          <ac:inkMkLst>
            <pc:docMk/>
            <pc:sldMk cId="0" sldId="256"/>
            <ac:inkMk id="480" creationId="{701D59A9-352F-6102-E731-2F4292378996}"/>
          </ac:inkMkLst>
        </pc:inkChg>
        <pc:inkChg chg="add mod">
          <ac:chgData name="Mahima Weerasinghe" userId="e11e3f55-42da-4e07-8ead-4d7a1d7ea1c6" providerId="ADAL" clId="{34BDDC3C-2AF4-4325-BEDB-C3E623CC2F40}" dt="2024-08-11T12:15:59.656" v="1542"/>
          <ac:inkMkLst>
            <pc:docMk/>
            <pc:sldMk cId="0" sldId="256"/>
            <ac:inkMk id="481" creationId="{CBC9DCEC-4EEF-6518-0B68-9C457ACA3BB6}"/>
          </ac:inkMkLst>
        </pc:inkChg>
        <pc:inkChg chg="add mod">
          <ac:chgData name="Mahima Weerasinghe" userId="e11e3f55-42da-4e07-8ead-4d7a1d7ea1c6" providerId="ADAL" clId="{34BDDC3C-2AF4-4325-BEDB-C3E623CC2F40}" dt="2024-08-11T12:15:59.656" v="1542"/>
          <ac:inkMkLst>
            <pc:docMk/>
            <pc:sldMk cId="0" sldId="256"/>
            <ac:inkMk id="482" creationId="{1D102E97-FAB4-75A1-0EED-A772A94CBC40}"/>
          </ac:inkMkLst>
        </pc:inkChg>
        <pc:inkChg chg="add mod">
          <ac:chgData name="Mahima Weerasinghe" userId="e11e3f55-42da-4e07-8ead-4d7a1d7ea1c6" providerId="ADAL" clId="{34BDDC3C-2AF4-4325-BEDB-C3E623CC2F40}" dt="2024-08-11T12:15:59.656" v="1542"/>
          <ac:inkMkLst>
            <pc:docMk/>
            <pc:sldMk cId="0" sldId="256"/>
            <ac:inkMk id="483" creationId="{0A16FCDA-2C37-22FC-1B62-2ABE645C25A8}"/>
          </ac:inkMkLst>
        </pc:inkChg>
        <pc:inkChg chg="add mod">
          <ac:chgData name="Mahima Weerasinghe" userId="e11e3f55-42da-4e07-8ead-4d7a1d7ea1c6" providerId="ADAL" clId="{34BDDC3C-2AF4-4325-BEDB-C3E623CC2F40}" dt="2024-08-11T12:15:59.656" v="1542"/>
          <ac:inkMkLst>
            <pc:docMk/>
            <pc:sldMk cId="0" sldId="256"/>
            <ac:inkMk id="485" creationId="{47B9AE16-EF99-3C09-FB65-B89B48FE70B3}"/>
          </ac:inkMkLst>
        </pc:inkChg>
        <pc:inkChg chg="add mod">
          <ac:chgData name="Mahima Weerasinghe" userId="e11e3f55-42da-4e07-8ead-4d7a1d7ea1c6" providerId="ADAL" clId="{34BDDC3C-2AF4-4325-BEDB-C3E623CC2F40}" dt="2024-08-11T12:15:59.656" v="1542"/>
          <ac:inkMkLst>
            <pc:docMk/>
            <pc:sldMk cId="0" sldId="256"/>
            <ac:inkMk id="486" creationId="{50A1D67D-ACEB-D867-B712-6069FE9A368C}"/>
          </ac:inkMkLst>
        </pc:inkChg>
        <pc:inkChg chg="add mod">
          <ac:chgData name="Mahima Weerasinghe" userId="e11e3f55-42da-4e07-8ead-4d7a1d7ea1c6" providerId="ADAL" clId="{34BDDC3C-2AF4-4325-BEDB-C3E623CC2F40}" dt="2024-08-11T12:15:59.656" v="1542"/>
          <ac:inkMkLst>
            <pc:docMk/>
            <pc:sldMk cId="0" sldId="256"/>
            <ac:inkMk id="488" creationId="{49277D31-A8EF-2BBB-23C1-C109AB38BADB}"/>
          </ac:inkMkLst>
        </pc:inkChg>
        <pc:inkChg chg="add mod">
          <ac:chgData name="Mahima Weerasinghe" userId="e11e3f55-42da-4e07-8ead-4d7a1d7ea1c6" providerId="ADAL" clId="{34BDDC3C-2AF4-4325-BEDB-C3E623CC2F40}" dt="2024-08-11T12:15:59.656" v="1542"/>
          <ac:inkMkLst>
            <pc:docMk/>
            <pc:sldMk cId="0" sldId="256"/>
            <ac:inkMk id="489" creationId="{5A40288B-C58C-430F-DF36-6127A3C69A62}"/>
          </ac:inkMkLst>
        </pc:inkChg>
        <pc:inkChg chg="add mod">
          <ac:chgData name="Mahima Weerasinghe" userId="e11e3f55-42da-4e07-8ead-4d7a1d7ea1c6" providerId="ADAL" clId="{34BDDC3C-2AF4-4325-BEDB-C3E623CC2F40}" dt="2024-08-11T12:15:59.656" v="1542"/>
          <ac:inkMkLst>
            <pc:docMk/>
            <pc:sldMk cId="0" sldId="256"/>
            <ac:inkMk id="491" creationId="{A1BD2489-56CB-A18F-7318-A2E2F2848F9C}"/>
          </ac:inkMkLst>
        </pc:inkChg>
        <pc:inkChg chg="add mod">
          <ac:chgData name="Mahima Weerasinghe" userId="e11e3f55-42da-4e07-8ead-4d7a1d7ea1c6" providerId="ADAL" clId="{34BDDC3C-2AF4-4325-BEDB-C3E623CC2F40}" dt="2024-08-11T12:15:59.656" v="1542"/>
          <ac:inkMkLst>
            <pc:docMk/>
            <pc:sldMk cId="0" sldId="256"/>
            <ac:inkMk id="492" creationId="{0CA6235A-4CD5-4BB6-A4A9-12B85E8B2170}"/>
          </ac:inkMkLst>
        </pc:inkChg>
        <pc:inkChg chg="add mod">
          <ac:chgData name="Mahima Weerasinghe" userId="e11e3f55-42da-4e07-8ead-4d7a1d7ea1c6" providerId="ADAL" clId="{34BDDC3C-2AF4-4325-BEDB-C3E623CC2F40}" dt="2024-08-11T12:15:59.656" v="1542"/>
          <ac:inkMkLst>
            <pc:docMk/>
            <pc:sldMk cId="0" sldId="256"/>
            <ac:inkMk id="493" creationId="{E69F4273-C197-1E6D-0C9E-0D85B056935A}"/>
          </ac:inkMkLst>
        </pc:inkChg>
        <pc:inkChg chg="add mod">
          <ac:chgData name="Mahima Weerasinghe" userId="e11e3f55-42da-4e07-8ead-4d7a1d7ea1c6" providerId="ADAL" clId="{34BDDC3C-2AF4-4325-BEDB-C3E623CC2F40}" dt="2024-08-11T12:15:59.656" v="1542"/>
          <ac:inkMkLst>
            <pc:docMk/>
            <pc:sldMk cId="0" sldId="256"/>
            <ac:inkMk id="494" creationId="{205BB5DE-CA53-2FDF-70EF-DEFC38C636AA}"/>
          </ac:inkMkLst>
        </pc:inkChg>
        <pc:inkChg chg="add mod">
          <ac:chgData name="Mahima Weerasinghe" userId="e11e3f55-42da-4e07-8ead-4d7a1d7ea1c6" providerId="ADAL" clId="{34BDDC3C-2AF4-4325-BEDB-C3E623CC2F40}" dt="2024-08-11T12:15:59.656" v="1542"/>
          <ac:inkMkLst>
            <pc:docMk/>
            <pc:sldMk cId="0" sldId="256"/>
            <ac:inkMk id="495" creationId="{8ACB6E45-17F3-030E-07E8-0C3BFAE6A627}"/>
          </ac:inkMkLst>
        </pc:inkChg>
        <pc:inkChg chg="add mod">
          <ac:chgData name="Mahima Weerasinghe" userId="e11e3f55-42da-4e07-8ead-4d7a1d7ea1c6" providerId="ADAL" clId="{34BDDC3C-2AF4-4325-BEDB-C3E623CC2F40}" dt="2024-08-11T12:15:59.656" v="1542"/>
          <ac:inkMkLst>
            <pc:docMk/>
            <pc:sldMk cId="0" sldId="256"/>
            <ac:inkMk id="496" creationId="{4A2A01B3-88D2-13D4-4EB2-C76095F01FDC}"/>
          </ac:inkMkLst>
        </pc:inkChg>
        <pc:inkChg chg="add mod">
          <ac:chgData name="Mahima Weerasinghe" userId="e11e3f55-42da-4e07-8ead-4d7a1d7ea1c6" providerId="ADAL" clId="{34BDDC3C-2AF4-4325-BEDB-C3E623CC2F40}" dt="2024-08-11T12:15:59.656" v="1542"/>
          <ac:inkMkLst>
            <pc:docMk/>
            <pc:sldMk cId="0" sldId="256"/>
            <ac:inkMk id="498" creationId="{FE0EAB0D-A2F6-90D0-4882-5AE020677CA5}"/>
          </ac:inkMkLst>
        </pc:inkChg>
        <pc:inkChg chg="add mod">
          <ac:chgData name="Mahima Weerasinghe" userId="e11e3f55-42da-4e07-8ead-4d7a1d7ea1c6" providerId="ADAL" clId="{34BDDC3C-2AF4-4325-BEDB-C3E623CC2F40}" dt="2024-08-11T12:15:59.656" v="1542"/>
          <ac:inkMkLst>
            <pc:docMk/>
            <pc:sldMk cId="0" sldId="256"/>
            <ac:inkMk id="499" creationId="{DAEFFD2B-DDFC-21DC-7ADB-00E695A89DFC}"/>
          </ac:inkMkLst>
        </pc:inkChg>
        <pc:inkChg chg="add mod">
          <ac:chgData name="Mahima Weerasinghe" userId="e11e3f55-42da-4e07-8ead-4d7a1d7ea1c6" providerId="ADAL" clId="{34BDDC3C-2AF4-4325-BEDB-C3E623CC2F40}" dt="2024-08-11T12:15:59.656" v="1542"/>
          <ac:inkMkLst>
            <pc:docMk/>
            <pc:sldMk cId="0" sldId="256"/>
            <ac:inkMk id="501" creationId="{2C4FD373-D6FD-6AD5-3D67-B724BCFAFFA7}"/>
          </ac:inkMkLst>
        </pc:inkChg>
        <pc:inkChg chg="add mod">
          <ac:chgData name="Mahima Weerasinghe" userId="e11e3f55-42da-4e07-8ead-4d7a1d7ea1c6" providerId="ADAL" clId="{34BDDC3C-2AF4-4325-BEDB-C3E623CC2F40}" dt="2024-08-11T12:15:59.656" v="1542"/>
          <ac:inkMkLst>
            <pc:docMk/>
            <pc:sldMk cId="0" sldId="256"/>
            <ac:inkMk id="502" creationId="{ACA5885B-1CD1-C504-D8B2-0A58407AE833}"/>
          </ac:inkMkLst>
        </pc:inkChg>
        <pc:inkChg chg="add mod">
          <ac:chgData name="Mahima Weerasinghe" userId="e11e3f55-42da-4e07-8ead-4d7a1d7ea1c6" providerId="ADAL" clId="{34BDDC3C-2AF4-4325-BEDB-C3E623CC2F40}" dt="2024-08-11T12:15:59.656" v="1542"/>
          <ac:inkMkLst>
            <pc:docMk/>
            <pc:sldMk cId="0" sldId="256"/>
            <ac:inkMk id="503" creationId="{B675DC94-3AE3-6E6E-8CE1-963929FC68BF}"/>
          </ac:inkMkLst>
        </pc:inkChg>
        <pc:inkChg chg="add mod">
          <ac:chgData name="Mahima Weerasinghe" userId="e11e3f55-42da-4e07-8ead-4d7a1d7ea1c6" providerId="ADAL" clId="{34BDDC3C-2AF4-4325-BEDB-C3E623CC2F40}" dt="2024-08-11T12:15:59.656" v="1542"/>
          <ac:inkMkLst>
            <pc:docMk/>
            <pc:sldMk cId="0" sldId="256"/>
            <ac:inkMk id="505" creationId="{47E42427-C856-E829-9805-5453BEE42C56}"/>
          </ac:inkMkLst>
        </pc:inkChg>
        <pc:inkChg chg="add mod">
          <ac:chgData name="Mahima Weerasinghe" userId="e11e3f55-42da-4e07-8ead-4d7a1d7ea1c6" providerId="ADAL" clId="{34BDDC3C-2AF4-4325-BEDB-C3E623CC2F40}" dt="2024-08-11T12:15:59.656" v="1542"/>
          <ac:inkMkLst>
            <pc:docMk/>
            <pc:sldMk cId="0" sldId="256"/>
            <ac:inkMk id="506" creationId="{F3909E10-1D16-D617-95AA-EA582EF97F30}"/>
          </ac:inkMkLst>
        </pc:inkChg>
        <pc:inkChg chg="add mod">
          <ac:chgData name="Mahima Weerasinghe" userId="e11e3f55-42da-4e07-8ead-4d7a1d7ea1c6" providerId="ADAL" clId="{34BDDC3C-2AF4-4325-BEDB-C3E623CC2F40}" dt="2024-08-11T12:15:59.656" v="1542"/>
          <ac:inkMkLst>
            <pc:docMk/>
            <pc:sldMk cId="0" sldId="256"/>
            <ac:inkMk id="507" creationId="{89FC4FCA-A4D4-7819-C7A6-C249995AE275}"/>
          </ac:inkMkLst>
        </pc:inkChg>
        <pc:inkChg chg="add mod">
          <ac:chgData name="Mahima Weerasinghe" userId="e11e3f55-42da-4e07-8ead-4d7a1d7ea1c6" providerId="ADAL" clId="{34BDDC3C-2AF4-4325-BEDB-C3E623CC2F40}" dt="2024-08-11T12:15:59.656" v="1542"/>
          <ac:inkMkLst>
            <pc:docMk/>
            <pc:sldMk cId="0" sldId="256"/>
            <ac:inkMk id="508" creationId="{E101096B-5F41-6F70-F19B-B427EE72B6B2}"/>
          </ac:inkMkLst>
        </pc:inkChg>
        <pc:inkChg chg="add mod">
          <ac:chgData name="Mahima Weerasinghe" userId="e11e3f55-42da-4e07-8ead-4d7a1d7ea1c6" providerId="ADAL" clId="{34BDDC3C-2AF4-4325-BEDB-C3E623CC2F40}" dt="2024-08-11T12:15:59.656" v="1542"/>
          <ac:inkMkLst>
            <pc:docMk/>
            <pc:sldMk cId="0" sldId="256"/>
            <ac:inkMk id="509" creationId="{08E0DA7F-CD89-1FCF-13ED-568E4DAF04E3}"/>
          </ac:inkMkLst>
        </pc:inkChg>
        <pc:inkChg chg="add mod">
          <ac:chgData name="Mahima Weerasinghe" userId="e11e3f55-42da-4e07-8ead-4d7a1d7ea1c6" providerId="ADAL" clId="{34BDDC3C-2AF4-4325-BEDB-C3E623CC2F40}" dt="2024-08-11T12:15:59.656" v="1542"/>
          <ac:inkMkLst>
            <pc:docMk/>
            <pc:sldMk cId="0" sldId="256"/>
            <ac:inkMk id="510" creationId="{63EB2DB2-9616-6383-789E-F272AA911E8F}"/>
          </ac:inkMkLst>
        </pc:inkChg>
        <pc:inkChg chg="add mod">
          <ac:chgData name="Mahima Weerasinghe" userId="e11e3f55-42da-4e07-8ead-4d7a1d7ea1c6" providerId="ADAL" clId="{34BDDC3C-2AF4-4325-BEDB-C3E623CC2F40}" dt="2024-08-11T12:15:59.656" v="1542"/>
          <ac:inkMkLst>
            <pc:docMk/>
            <pc:sldMk cId="0" sldId="256"/>
            <ac:inkMk id="511" creationId="{AD59D998-6FF4-D78D-605A-78B642AF2543}"/>
          </ac:inkMkLst>
        </pc:inkChg>
        <pc:inkChg chg="add mod">
          <ac:chgData name="Mahima Weerasinghe" userId="e11e3f55-42da-4e07-8ead-4d7a1d7ea1c6" providerId="ADAL" clId="{34BDDC3C-2AF4-4325-BEDB-C3E623CC2F40}" dt="2024-08-11T12:15:59.656" v="1542"/>
          <ac:inkMkLst>
            <pc:docMk/>
            <pc:sldMk cId="0" sldId="256"/>
            <ac:inkMk id="512" creationId="{BE9965B3-A188-3714-6B30-6D65A1A37344}"/>
          </ac:inkMkLst>
        </pc:inkChg>
        <pc:inkChg chg="add mod">
          <ac:chgData name="Mahima Weerasinghe" userId="e11e3f55-42da-4e07-8ead-4d7a1d7ea1c6" providerId="ADAL" clId="{34BDDC3C-2AF4-4325-BEDB-C3E623CC2F40}" dt="2024-08-11T12:15:59.656" v="1542"/>
          <ac:inkMkLst>
            <pc:docMk/>
            <pc:sldMk cId="0" sldId="256"/>
            <ac:inkMk id="513" creationId="{731F470F-21E4-D69C-BEE6-047C09E4594C}"/>
          </ac:inkMkLst>
        </pc:inkChg>
        <pc:inkChg chg="add mod">
          <ac:chgData name="Mahima Weerasinghe" userId="e11e3f55-42da-4e07-8ead-4d7a1d7ea1c6" providerId="ADAL" clId="{34BDDC3C-2AF4-4325-BEDB-C3E623CC2F40}" dt="2024-08-11T12:15:59.656" v="1542"/>
          <ac:inkMkLst>
            <pc:docMk/>
            <pc:sldMk cId="0" sldId="256"/>
            <ac:inkMk id="514" creationId="{56BE810A-F15A-32AB-35E6-7454BBA98695}"/>
          </ac:inkMkLst>
        </pc:inkChg>
        <pc:inkChg chg="add mod">
          <ac:chgData name="Mahima Weerasinghe" userId="e11e3f55-42da-4e07-8ead-4d7a1d7ea1c6" providerId="ADAL" clId="{34BDDC3C-2AF4-4325-BEDB-C3E623CC2F40}" dt="2024-08-11T12:15:59.656" v="1542"/>
          <ac:inkMkLst>
            <pc:docMk/>
            <pc:sldMk cId="0" sldId="256"/>
            <ac:inkMk id="515" creationId="{55C1F34F-8A42-0E64-5A88-71F432166ACD}"/>
          </ac:inkMkLst>
        </pc:inkChg>
        <pc:inkChg chg="add mod">
          <ac:chgData name="Mahima Weerasinghe" userId="e11e3f55-42da-4e07-8ead-4d7a1d7ea1c6" providerId="ADAL" clId="{34BDDC3C-2AF4-4325-BEDB-C3E623CC2F40}" dt="2024-08-11T12:15:59.656" v="1542"/>
          <ac:inkMkLst>
            <pc:docMk/>
            <pc:sldMk cId="0" sldId="256"/>
            <ac:inkMk id="517" creationId="{CEABD240-6CBA-8F8F-7D34-F7C365FC9C4B}"/>
          </ac:inkMkLst>
        </pc:inkChg>
        <pc:inkChg chg="add mod">
          <ac:chgData name="Mahima Weerasinghe" userId="e11e3f55-42da-4e07-8ead-4d7a1d7ea1c6" providerId="ADAL" clId="{34BDDC3C-2AF4-4325-BEDB-C3E623CC2F40}" dt="2024-08-11T12:15:59.656" v="1542"/>
          <ac:inkMkLst>
            <pc:docMk/>
            <pc:sldMk cId="0" sldId="256"/>
            <ac:inkMk id="518" creationId="{F9F634B5-FFFA-0D1C-9AC2-D924B514D424}"/>
          </ac:inkMkLst>
        </pc:inkChg>
        <pc:inkChg chg="add mod">
          <ac:chgData name="Mahima Weerasinghe" userId="e11e3f55-42da-4e07-8ead-4d7a1d7ea1c6" providerId="ADAL" clId="{34BDDC3C-2AF4-4325-BEDB-C3E623CC2F40}" dt="2024-08-11T12:15:59.656" v="1542"/>
          <ac:inkMkLst>
            <pc:docMk/>
            <pc:sldMk cId="0" sldId="256"/>
            <ac:inkMk id="520" creationId="{76FEF191-CE36-3C1D-A5C6-C9FFF39BB736}"/>
          </ac:inkMkLst>
        </pc:inkChg>
        <pc:inkChg chg="add mod">
          <ac:chgData name="Mahima Weerasinghe" userId="e11e3f55-42da-4e07-8ead-4d7a1d7ea1c6" providerId="ADAL" clId="{34BDDC3C-2AF4-4325-BEDB-C3E623CC2F40}" dt="2024-08-11T12:15:59.656" v="1542"/>
          <ac:inkMkLst>
            <pc:docMk/>
            <pc:sldMk cId="0" sldId="256"/>
            <ac:inkMk id="522" creationId="{19A4F89E-00CC-B4B3-BED2-0677ABCFBD3B}"/>
          </ac:inkMkLst>
        </pc:inkChg>
        <pc:inkChg chg="add mod">
          <ac:chgData name="Mahima Weerasinghe" userId="e11e3f55-42da-4e07-8ead-4d7a1d7ea1c6" providerId="ADAL" clId="{34BDDC3C-2AF4-4325-BEDB-C3E623CC2F40}" dt="2024-08-11T12:15:59.656" v="1542"/>
          <ac:inkMkLst>
            <pc:docMk/>
            <pc:sldMk cId="0" sldId="256"/>
            <ac:inkMk id="523" creationId="{C9B4B286-AA0A-89AD-B0D1-971258AD238F}"/>
          </ac:inkMkLst>
        </pc:inkChg>
        <pc:inkChg chg="add mod">
          <ac:chgData name="Mahima Weerasinghe" userId="e11e3f55-42da-4e07-8ead-4d7a1d7ea1c6" providerId="ADAL" clId="{34BDDC3C-2AF4-4325-BEDB-C3E623CC2F40}" dt="2024-08-11T12:15:59.656" v="1542"/>
          <ac:inkMkLst>
            <pc:docMk/>
            <pc:sldMk cId="0" sldId="256"/>
            <ac:inkMk id="525" creationId="{D064C863-D029-7F80-B0F2-71AF028D28BE}"/>
          </ac:inkMkLst>
        </pc:inkChg>
        <pc:inkChg chg="add mod">
          <ac:chgData name="Mahima Weerasinghe" userId="e11e3f55-42da-4e07-8ead-4d7a1d7ea1c6" providerId="ADAL" clId="{34BDDC3C-2AF4-4325-BEDB-C3E623CC2F40}" dt="2024-08-11T12:15:59.656" v="1542"/>
          <ac:inkMkLst>
            <pc:docMk/>
            <pc:sldMk cId="0" sldId="256"/>
            <ac:inkMk id="526" creationId="{3BB35B89-9564-79F7-DD31-332DB67D04FB}"/>
          </ac:inkMkLst>
        </pc:inkChg>
        <pc:inkChg chg="add mod">
          <ac:chgData name="Mahima Weerasinghe" userId="e11e3f55-42da-4e07-8ead-4d7a1d7ea1c6" providerId="ADAL" clId="{34BDDC3C-2AF4-4325-BEDB-C3E623CC2F40}" dt="2024-08-11T12:15:59.656" v="1542"/>
          <ac:inkMkLst>
            <pc:docMk/>
            <pc:sldMk cId="0" sldId="256"/>
            <ac:inkMk id="528" creationId="{922A25C2-A3CC-225A-F9C8-09702313830E}"/>
          </ac:inkMkLst>
        </pc:inkChg>
        <pc:inkChg chg="add mod">
          <ac:chgData name="Mahima Weerasinghe" userId="e11e3f55-42da-4e07-8ead-4d7a1d7ea1c6" providerId="ADAL" clId="{34BDDC3C-2AF4-4325-BEDB-C3E623CC2F40}" dt="2024-08-11T12:15:59.656" v="1542"/>
          <ac:inkMkLst>
            <pc:docMk/>
            <pc:sldMk cId="0" sldId="256"/>
            <ac:inkMk id="529" creationId="{138047DA-55A9-0D4E-D0D2-E049EF803C2D}"/>
          </ac:inkMkLst>
        </pc:inkChg>
        <pc:inkChg chg="add mod">
          <ac:chgData name="Mahima Weerasinghe" userId="e11e3f55-42da-4e07-8ead-4d7a1d7ea1c6" providerId="ADAL" clId="{34BDDC3C-2AF4-4325-BEDB-C3E623CC2F40}" dt="2024-08-11T12:15:59.656" v="1542"/>
          <ac:inkMkLst>
            <pc:docMk/>
            <pc:sldMk cId="0" sldId="256"/>
            <ac:inkMk id="530" creationId="{59FDC2EB-B0BC-DABB-1F37-F628366D6E49}"/>
          </ac:inkMkLst>
        </pc:inkChg>
        <pc:inkChg chg="add mod">
          <ac:chgData name="Mahima Weerasinghe" userId="e11e3f55-42da-4e07-8ead-4d7a1d7ea1c6" providerId="ADAL" clId="{34BDDC3C-2AF4-4325-BEDB-C3E623CC2F40}" dt="2024-08-11T12:15:59.656" v="1542"/>
          <ac:inkMkLst>
            <pc:docMk/>
            <pc:sldMk cId="0" sldId="256"/>
            <ac:inkMk id="531" creationId="{1FF9C9CF-E5F0-C065-3502-9D1BBD69FB0E}"/>
          </ac:inkMkLst>
        </pc:inkChg>
        <pc:inkChg chg="add mod">
          <ac:chgData name="Mahima Weerasinghe" userId="e11e3f55-42da-4e07-8ead-4d7a1d7ea1c6" providerId="ADAL" clId="{34BDDC3C-2AF4-4325-BEDB-C3E623CC2F40}" dt="2024-08-11T12:15:59.656" v="1542"/>
          <ac:inkMkLst>
            <pc:docMk/>
            <pc:sldMk cId="0" sldId="256"/>
            <ac:inkMk id="533" creationId="{2189B559-248C-6192-AB6F-EA7F6EACDD62}"/>
          </ac:inkMkLst>
        </pc:inkChg>
        <pc:inkChg chg="add mod">
          <ac:chgData name="Mahima Weerasinghe" userId="e11e3f55-42da-4e07-8ead-4d7a1d7ea1c6" providerId="ADAL" clId="{34BDDC3C-2AF4-4325-BEDB-C3E623CC2F40}" dt="2024-08-11T12:15:59.656" v="1542"/>
          <ac:inkMkLst>
            <pc:docMk/>
            <pc:sldMk cId="0" sldId="256"/>
            <ac:inkMk id="534" creationId="{15C9B32C-CA36-24E0-E4B4-2C551AA1CC04}"/>
          </ac:inkMkLst>
        </pc:inkChg>
        <pc:inkChg chg="add mod">
          <ac:chgData name="Mahima Weerasinghe" userId="e11e3f55-42da-4e07-8ead-4d7a1d7ea1c6" providerId="ADAL" clId="{34BDDC3C-2AF4-4325-BEDB-C3E623CC2F40}" dt="2024-08-11T12:15:59.656" v="1542"/>
          <ac:inkMkLst>
            <pc:docMk/>
            <pc:sldMk cId="0" sldId="256"/>
            <ac:inkMk id="535" creationId="{B77C0D98-2270-C66C-C7D6-D179E5FF5FF6}"/>
          </ac:inkMkLst>
        </pc:inkChg>
        <pc:inkChg chg="add mod">
          <ac:chgData name="Mahima Weerasinghe" userId="e11e3f55-42da-4e07-8ead-4d7a1d7ea1c6" providerId="ADAL" clId="{34BDDC3C-2AF4-4325-BEDB-C3E623CC2F40}" dt="2024-08-11T12:15:59.656" v="1542"/>
          <ac:inkMkLst>
            <pc:docMk/>
            <pc:sldMk cId="0" sldId="256"/>
            <ac:inkMk id="537" creationId="{7711EEC9-C5AC-330B-668D-FECB38791C58}"/>
          </ac:inkMkLst>
        </pc:inkChg>
        <pc:inkChg chg="add mod">
          <ac:chgData name="Mahima Weerasinghe" userId="e11e3f55-42da-4e07-8ead-4d7a1d7ea1c6" providerId="ADAL" clId="{34BDDC3C-2AF4-4325-BEDB-C3E623CC2F40}" dt="2024-08-11T12:15:59.656" v="1542"/>
          <ac:inkMkLst>
            <pc:docMk/>
            <pc:sldMk cId="0" sldId="256"/>
            <ac:inkMk id="538" creationId="{78B5D4D0-9C03-854D-789C-0E1E677BA060}"/>
          </ac:inkMkLst>
        </pc:inkChg>
        <pc:inkChg chg="add">
          <ac:chgData name="Mahima Weerasinghe" userId="e11e3f55-42da-4e07-8ead-4d7a1d7ea1c6" providerId="ADAL" clId="{34BDDC3C-2AF4-4325-BEDB-C3E623CC2F40}" dt="2024-08-11T12:14:59.364" v="1507" actId="9405"/>
          <ac:inkMkLst>
            <pc:docMk/>
            <pc:sldMk cId="0" sldId="256"/>
            <ac:inkMk id="540" creationId="{981C2A7C-51ED-9157-7710-D249471D5BFF}"/>
          </ac:inkMkLst>
        </pc:inkChg>
        <pc:inkChg chg="add mod">
          <ac:chgData name="Mahima Weerasinghe" userId="e11e3f55-42da-4e07-8ead-4d7a1d7ea1c6" providerId="ADAL" clId="{34BDDC3C-2AF4-4325-BEDB-C3E623CC2F40}" dt="2024-08-11T12:15:59.656" v="1542"/>
          <ac:inkMkLst>
            <pc:docMk/>
            <pc:sldMk cId="0" sldId="256"/>
            <ac:inkMk id="541" creationId="{C9B19DCF-82E1-A973-E33D-DE9607F9B7B1}"/>
          </ac:inkMkLst>
        </pc:inkChg>
        <pc:inkChg chg="add mod">
          <ac:chgData name="Mahima Weerasinghe" userId="e11e3f55-42da-4e07-8ead-4d7a1d7ea1c6" providerId="ADAL" clId="{34BDDC3C-2AF4-4325-BEDB-C3E623CC2F40}" dt="2024-08-11T12:15:59.656" v="1542"/>
          <ac:inkMkLst>
            <pc:docMk/>
            <pc:sldMk cId="0" sldId="256"/>
            <ac:inkMk id="543" creationId="{0874D111-94D9-66F3-32DC-6E278EB6EF31}"/>
          </ac:inkMkLst>
        </pc:inkChg>
        <pc:inkChg chg="add mod">
          <ac:chgData name="Mahima Weerasinghe" userId="e11e3f55-42da-4e07-8ead-4d7a1d7ea1c6" providerId="ADAL" clId="{34BDDC3C-2AF4-4325-BEDB-C3E623CC2F40}" dt="2024-08-11T12:15:59.656" v="1542"/>
          <ac:inkMkLst>
            <pc:docMk/>
            <pc:sldMk cId="0" sldId="256"/>
            <ac:inkMk id="545" creationId="{6125A323-CD6C-2B7F-1CE6-A49B804FA42E}"/>
          </ac:inkMkLst>
        </pc:inkChg>
        <pc:inkChg chg="add mod">
          <ac:chgData name="Mahima Weerasinghe" userId="e11e3f55-42da-4e07-8ead-4d7a1d7ea1c6" providerId="ADAL" clId="{34BDDC3C-2AF4-4325-BEDB-C3E623CC2F40}" dt="2024-08-11T12:15:59.656" v="1542"/>
          <ac:inkMkLst>
            <pc:docMk/>
            <pc:sldMk cId="0" sldId="256"/>
            <ac:inkMk id="546" creationId="{B1DFC7CA-4F53-D41D-CCA0-B611918770B6}"/>
          </ac:inkMkLst>
        </pc:inkChg>
        <pc:inkChg chg="add mod">
          <ac:chgData name="Mahima Weerasinghe" userId="e11e3f55-42da-4e07-8ead-4d7a1d7ea1c6" providerId="ADAL" clId="{34BDDC3C-2AF4-4325-BEDB-C3E623CC2F40}" dt="2024-08-11T12:15:59.656" v="1542"/>
          <ac:inkMkLst>
            <pc:docMk/>
            <pc:sldMk cId="0" sldId="256"/>
            <ac:inkMk id="547" creationId="{38876945-5C23-AE5C-CCEC-7E90D6E44FC3}"/>
          </ac:inkMkLst>
        </pc:inkChg>
        <pc:inkChg chg="add mod">
          <ac:chgData name="Mahima Weerasinghe" userId="e11e3f55-42da-4e07-8ead-4d7a1d7ea1c6" providerId="ADAL" clId="{34BDDC3C-2AF4-4325-BEDB-C3E623CC2F40}" dt="2024-08-11T12:15:59.656" v="1542"/>
          <ac:inkMkLst>
            <pc:docMk/>
            <pc:sldMk cId="0" sldId="256"/>
            <ac:inkMk id="548" creationId="{6F429DB3-633B-5E21-8348-4A019534AD0F}"/>
          </ac:inkMkLst>
        </pc:inkChg>
        <pc:inkChg chg="add mod">
          <ac:chgData name="Mahima Weerasinghe" userId="e11e3f55-42da-4e07-8ead-4d7a1d7ea1c6" providerId="ADAL" clId="{34BDDC3C-2AF4-4325-BEDB-C3E623CC2F40}" dt="2024-08-11T12:15:59.656" v="1542"/>
          <ac:inkMkLst>
            <pc:docMk/>
            <pc:sldMk cId="0" sldId="256"/>
            <ac:inkMk id="550" creationId="{DDE586AA-2580-4FA9-21FA-D6027063C89B}"/>
          </ac:inkMkLst>
        </pc:inkChg>
        <pc:inkChg chg="add mod">
          <ac:chgData name="Mahima Weerasinghe" userId="e11e3f55-42da-4e07-8ead-4d7a1d7ea1c6" providerId="ADAL" clId="{34BDDC3C-2AF4-4325-BEDB-C3E623CC2F40}" dt="2024-08-11T12:15:59.656" v="1542"/>
          <ac:inkMkLst>
            <pc:docMk/>
            <pc:sldMk cId="0" sldId="256"/>
            <ac:inkMk id="551" creationId="{45A73FC2-00FC-2E20-29E4-382F8CE6E3B3}"/>
          </ac:inkMkLst>
        </pc:inkChg>
        <pc:inkChg chg="add mod">
          <ac:chgData name="Mahima Weerasinghe" userId="e11e3f55-42da-4e07-8ead-4d7a1d7ea1c6" providerId="ADAL" clId="{34BDDC3C-2AF4-4325-BEDB-C3E623CC2F40}" dt="2024-08-11T12:15:46.261" v="1523"/>
          <ac:inkMkLst>
            <pc:docMk/>
            <pc:sldMk cId="0" sldId="256"/>
            <ac:inkMk id="553" creationId="{C8992A5D-6B41-2952-D149-941CBF599741}"/>
          </ac:inkMkLst>
        </pc:inkChg>
        <pc:inkChg chg="add mod">
          <ac:chgData name="Mahima Weerasinghe" userId="e11e3f55-42da-4e07-8ead-4d7a1d7ea1c6" providerId="ADAL" clId="{34BDDC3C-2AF4-4325-BEDB-C3E623CC2F40}" dt="2024-08-11T12:15:46.261" v="1523"/>
          <ac:inkMkLst>
            <pc:docMk/>
            <pc:sldMk cId="0" sldId="256"/>
            <ac:inkMk id="554" creationId="{CFA912FA-2FF9-4A86-46BB-69288715D579}"/>
          </ac:inkMkLst>
        </pc:inkChg>
        <pc:inkChg chg="add mod">
          <ac:chgData name="Mahima Weerasinghe" userId="e11e3f55-42da-4e07-8ead-4d7a1d7ea1c6" providerId="ADAL" clId="{34BDDC3C-2AF4-4325-BEDB-C3E623CC2F40}" dt="2024-08-11T12:15:46.261" v="1523"/>
          <ac:inkMkLst>
            <pc:docMk/>
            <pc:sldMk cId="0" sldId="256"/>
            <ac:inkMk id="555" creationId="{F2F5FD9C-635C-3180-F470-BA907B9D5A4A}"/>
          </ac:inkMkLst>
        </pc:inkChg>
        <pc:inkChg chg="add mod">
          <ac:chgData name="Mahima Weerasinghe" userId="e11e3f55-42da-4e07-8ead-4d7a1d7ea1c6" providerId="ADAL" clId="{34BDDC3C-2AF4-4325-BEDB-C3E623CC2F40}" dt="2024-08-11T12:16:02.271" v="1547"/>
          <ac:inkMkLst>
            <pc:docMk/>
            <pc:sldMk cId="0" sldId="256"/>
            <ac:inkMk id="557" creationId="{22E5A5FA-DE74-5A2B-B980-481937610286}"/>
          </ac:inkMkLst>
        </pc:inkChg>
        <pc:inkChg chg="add mod">
          <ac:chgData name="Mahima Weerasinghe" userId="e11e3f55-42da-4e07-8ead-4d7a1d7ea1c6" providerId="ADAL" clId="{34BDDC3C-2AF4-4325-BEDB-C3E623CC2F40}" dt="2024-08-11T12:16:02.271" v="1547"/>
          <ac:inkMkLst>
            <pc:docMk/>
            <pc:sldMk cId="0" sldId="256"/>
            <ac:inkMk id="558" creationId="{B7B0B250-970C-DE06-5530-A441642AFCD6}"/>
          </ac:inkMkLst>
        </pc:inkChg>
        <pc:inkChg chg="add mod">
          <ac:chgData name="Mahima Weerasinghe" userId="e11e3f55-42da-4e07-8ead-4d7a1d7ea1c6" providerId="ADAL" clId="{34BDDC3C-2AF4-4325-BEDB-C3E623CC2F40}" dt="2024-08-11T12:16:02.271" v="1547"/>
          <ac:inkMkLst>
            <pc:docMk/>
            <pc:sldMk cId="0" sldId="256"/>
            <ac:inkMk id="560" creationId="{130F8849-DA27-8065-0A86-A034CDE3DB0A}"/>
          </ac:inkMkLst>
        </pc:inkChg>
        <pc:inkChg chg="add mod">
          <ac:chgData name="Mahima Weerasinghe" userId="e11e3f55-42da-4e07-8ead-4d7a1d7ea1c6" providerId="ADAL" clId="{34BDDC3C-2AF4-4325-BEDB-C3E623CC2F40}" dt="2024-08-11T12:16:02.271" v="1547"/>
          <ac:inkMkLst>
            <pc:docMk/>
            <pc:sldMk cId="0" sldId="256"/>
            <ac:inkMk id="561" creationId="{D5971162-C175-EDF7-ECDF-F3FE0AF71C07}"/>
          </ac:inkMkLst>
        </pc:inkChg>
        <pc:inkChg chg="add mod">
          <ac:chgData name="Mahima Weerasinghe" userId="e11e3f55-42da-4e07-8ead-4d7a1d7ea1c6" providerId="ADAL" clId="{34BDDC3C-2AF4-4325-BEDB-C3E623CC2F40}" dt="2024-08-11T12:16:02.271" v="1547"/>
          <ac:inkMkLst>
            <pc:docMk/>
            <pc:sldMk cId="0" sldId="256"/>
            <ac:inkMk id="562" creationId="{36F63D55-3101-5180-DD99-993110AF150A}"/>
          </ac:inkMkLst>
        </pc:inkChg>
        <pc:inkChg chg="add mod">
          <ac:chgData name="Mahima Weerasinghe" userId="e11e3f55-42da-4e07-8ead-4d7a1d7ea1c6" providerId="ADAL" clId="{34BDDC3C-2AF4-4325-BEDB-C3E623CC2F40}" dt="2024-08-11T12:16:02.271" v="1547"/>
          <ac:inkMkLst>
            <pc:docMk/>
            <pc:sldMk cId="0" sldId="256"/>
            <ac:inkMk id="563" creationId="{A80CAD4F-B165-E61E-0CD9-A9D822F3BEDE}"/>
          </ac:inkMkLst>
        </pc:inkChg>
        <pc:inkChg chg="add mod">
          <ac:chgData name="Mahima Weerasinghe" userId="e11e3f55-42da-4e07-8ead-4d7a1d7ea1c6" providerId="ADAL" clId="{34BDDC3C-2AF4-4325-BEDB-C3E623CC2F40}" dt="2024-08-11T12:16:02.271" v="1547"/>
          <ac:inkMkLst>
            <pc:docMk/>
            <pc:sldMk cId="0" sldId="256"/>
            <ac:inkMk id="564" creationId="{A0A315EA-1F7F-AC33-EA85-71E04E3DC62A}"/>
          </ac:inkMkLst>
        </pc:inkChg>
        <pc:inkChg chg="add mod">
          <ac:chgData name="Mahima Weerasinghe" userId="e11e3f55-42da-4e07-8ead-4d7a1d7ea1c6" providerId="ADAL" clId="{34BDDC3C-2AF4-4325-BEDB-C3E623CC2F40}" dt="2024-08-11T12:16:02.271" v="1547"/>
          <ac:inkMkLst>
            <pc:docMk/>
            <pc:sldMk cId="0" sldId="256"/>
            <ac:inkMk id="565" creationId="{A4299419-6F79-B5E4-F3F6-DB3C21215F1C}"/>
          </ac:inkMkLst>
        </pc:inkChg>
        <pc:inkChg chg="add mod">
          <ac:chgData name="Mahima Weerasinghe" userId="e11e3f55-42da-4e07-8ead-4d7a1d7ea1c6" providerId="ADAL" clId="{34BDDC3C-2AF4-4325-BEDB-C3E623CC2F40}" dt="2024-08-11T12:16:02.271" v="1547"/>
          <ac:inkMkLst>
            <pc:docMk/>
            <pc:sldMk cId="0" sldId="256"/>
            <ac:inkMk id="566" creationId="{B597ED87-7E16-9C7A-87A8-CA6D68FD4B01}"/>
          </ac:inkMkLst>
        </pc:inkChg>
        <pc:inkChg chg="add mod">
          <ac:chgData name="Mahima Weerasinghe" userId="e11e3f55-42da-4e07-8ead-4d7a1d7ea1c6" providerId="ADAL" clId="{34BDDC3C-2AF4-4325-BEDB-C3E623CC2F40}" dt="2024-08-11T12:16:02.271" v="1547"/>
          <ac:inkMkLst>
            <pc:docMk/>
            <pc:sldMk cId="0" sldId="256"/>
            <ac:inkMk id="567" creationId="{5AEE7368-9B1B-F6CD-2A44-151E79DEBBC8}"/>
          </ac:inkMkLst>
        </pc:inkChg>
        <pc:inkChg chg="add mod">
          <ac:chgData name="Mahima Weerasinghe" userId="e11e3f55-42da-4e07-8ead-4d7a1d7ea1c6" providerId="ADAL" clId="{34BDDC3C-2AF4-4325-BEDB-C3E623CC2F40}" dt="2024-08-11T12:16:02.271" v="1547"/>
          <ac:inkMkLst>
            <pc:docMk/>
            <pc:sldMk cId="0" sldId="256"/>
            <ac:inkMk id="568" creationId="{9870515D-4F0C-D987-CBC9-5DB5313AEBFC}"/>
          </ac:inkMkLst>
        </pc:inkChg>
        <pc:inkChg chg="add mod">
          <ac:chgData name="Mahima Weerasinghe" userId="e11e3f55-42da-4e07-8ead-4d7a1d7ea1c6" providerId="ADAL" clId="{34BDDC3C-2AF4-4325-BEDB-C3E623CC2F40}" dt="2024-08-11T12:16:02.271" v="1547"/>
          <ac:inkMkLst>
            <pc:docMk/>
            <pc:sldMk cId="0" sldId="256"/>
            <ac:inkMk id="569" creationId="{8A9A3CDF-60CD-5DF2-A2E8-7E5C851E0295}"/>
          </ac:inkMkLst>
        </pc:inkChg>
        <pc:inkChg chg="add mod">
          <ac:chgData name="Mahima Weerasinghe" userId="e11e3f55-42da-4e07-8ead-4d7a1d7ea1c6" providerId="ADAL" clId="{34BDDC3C-2AF4-4325-BEDB-C3E623CC2F40}" dt="2024-08-11T12:16:02.271" v="1547"/>
          <ac:inkMkLst>
            <pc:docMk/>
            <pc:sldMk cId="0" sldId="256"/>
            <ac:inkMk id="570" creationId="{B48154C4-22E1-B1C4-4418-58DBD09CA596}"/>
          </ac:inkMkLst>
        </pc:inkChg>
        <pc:inkChg chg="add mod">
          <ac:chgData name="Mahima Weerasinghe" userId="e11e3f55-42da-4e07-8ead-4d7a1d7ea1c6" providerId="ADAL" clId="{34BDDC3C-2AF4-4325-BEDB-C3E623CC2F40}" dt="2024-08-11T12:16:02.271" v="1547"/>
          <ac:inkMkLst>
            <pc:docMk/>
            <pc:sldMk cId="0" sldId="256"/>
            <ac:inkMk id="571" creationId="{9B283B90-A685-86E6-BD7D-9F699F122B14}"/>
          </ac:inkMkLst>
        </pc:inkChg>
        <pc:inkChg chg="add mod">
          <ac:chgData name="Mahima Weerasinghe" userId="e11e3f55-42da-4e07-8ead-4d7a1d7ea1c6" providerId="ADAL" clId="{34BDDC3C-2AF4-4325-BEDB-C3E623CC2F40}" dt="2024-08-11T12:16:02.271" v="1547"/>
          <ac:inkMkLst>
            <pc:docMk/>
            <pc:sldMk cId="0" sldId="256"/>
            <ac:inkMk id="572" creationId="{20091282-7B52-BDD0-13EC-BEFBFE7A5635}"/>
          </ac:inkMkLst>
        </pc:inkChg>
        <pc:inkChg chg="add mod">
          <ac:chgData name="Mahima Weerasinghe" userId="e11e3f55-42da-4e07-8ead-4d7a1d7ea1c6" providerId="ADAL" clId="{34BDDC3C-2AF4-4325-BEDB-C3E623CC2F40}" dt="2024-08-11T12:16:02.271" v="1547"/>
          <ac:inkMkLst>
            <pc:docMk/>
            <pc:sldMk cId="0" sldId="256"/>
            <ac:inkMk id="573" creationId="{E036AC43-DF6B-D9B8-CC22-7D434E09547A}"/>
          </ac:inkMkLst>
        </pc:inkChg>
        <pc:inkChg chg="add mod">
          <ac:chgData name="Mahima Weerasinghe" userId="e11e3f55-42da-4e07-8ead-4d7a1d7ea1c6" providerId="ADAL" clId="{34BDDC3C-2AF4-4325-BEDB-C3E623CC2F40}" dt="2024-08-11T12:16:02.271" v="1547"/>
          <ac:inkMkLst>
            <pc:docMk/>
            <pc:sldMk cId="0" sldId="256"/>
            <ac:inkMk id="574" creationId="{3E3C508C-06C2-320A-522C-A15683294D2E}"/>
          </ac:inkMkLst>
        </pc:inkChg>
        <pc:inkChg chg="add mod">
          <ac:chgData name="Mahima Weerasinghe" userId="e11e3f55-42da-4e07-8ead-4d7a1d7ea1c6" providerId="ADAL" clId="{34BDDC3C-2AF4-4325-BEDB-C3E623CC2F40}" dt="2024-08-11T12:16:02.271" v="1547"/>
          <ac:inkMkLst>
            <pc:docMk/>
            <pc:sldMk cId="0" sldId="256"/>
            <ac:inkMk id="576" creationId="{C6C33A94-E4DC-7F88-10BD-3314255793A1}"/>
          </ac:inkMkLst>
        </pc:inkChg>
        <pc:inkChg chg="add mod">
          <ac:chgData name="Mahima Weerasinghe" userId="e11e3f55-42da-4e07-8ead-4d7a1d7ea1c6" providerId="ADAL" clId="{34BDDC3C-2AF4-4325-BEDB-C3E623CC2F40}" dt="2024-08-11T12:16:02.271" v="1547"/>
          <ac:inkMkLst>
            <pc:docMk/>
            <pc:sldMk cId="0" sldId="256"/>
            <ac:inkMk id="577" creationId="{D674023F-A3E2-3817-56C5-DC9B4683B04E}"/>
          </ac:inkMkLst>
        </pc:inkChg>
        <pc:inkChg chg="add mod">
          <ac:chgData name="Mahima Weerasinghe" userId="e11e3f55-42da-4e07-8ead-4d7a1d7ea1c6" providerId="ADAL" clId="{34BDDC3C-2AF4-4325-BEDB-C3E623CC2F40}" dt="2024-08-11T12:16:02.271" v="1547"/>
          <ac:inkMkLst>
            <pc:docMk/>
            <pc:sldMk cId="0" sldId="256"/>
            <ac:inkMk id="578" creationId="{A5B08A87-38E7-FAE8-B0AC-86CD66B3ED81}"/>
          </ac:inkMkLst>
        </pc:inkChg>
        <pc:inkChg chg="add mod">
          <ac:chgData name="Mahima Weerasinghe" userId="e11e3f55-42da-4e07-8ead-4d7a1d7ea1c6" providerId="ADAL" clId="{34BDDC3C-2AF4-4325-BEDB-C3E623CC2F40}" dt="2024-08-11T12:16:02.271" v="1547"/>
          <ac:inkMkLst>
            <pc:docMk/>
            <pc:sldMk cId="0" sldId="256"/>
            <ac:inkMk id="579" creationId="{4AD0F7BC-9DFA-EBAA-FC6E-8E5FE6E73051}"/>
          </ac:inkMkLst>
        </pc:inkChg>
      </pc:sldChg>
      <pc:sldChg chg="addSp delSp modSp add del mod">
        <pc:chgData name="Mahima Weerasinghe" userId="e11e3f55-42da-4e07-8ead-4d7a1d7ea1c6" providerId="ADAL" clId="{34BDDC3C-2AF4-4325-BEDB-C3E623CC2F40}" dt="2024-08-11T14:31:52.447" v="2499"/>
        <pc:sldMkLst>
          <pc:docMk/>
          <pc:sldMk cId="0" sldId="326"/>
        </pc:sldMkLst>
        <pc:spChg chg="mod">
          <ac:chgData name="Mahima Weerasinghe" userId="e11e3f55-42da-4e07-8ead-4d7a1d7ea1c6" providerId="ADAL" clId="{34BDDC3C-2AF4-4325-BEDB-C3E623CC2F40}" dt="2024-08-11T02:53:14.141" v="622" actId="5793"/>
          <ac:spMkLst>
            <pc:docMk/>
            <pc:sldMk cId="0" sldId="326"/>
            <ac:spMk id="6" creationId="{8B6BF63A-7D3E-C8D4-8779-20534B236D9E}"/>
          </ac:spMkLst>
        </pc:spChg>
        <pc:grpChg chg="del mod">
          <ac:chgData name="Mahima Weerasinghe" userId="e11e3f55-42da-4e07-8ead-4d7a1d7ea1c6" providerId="ADAL" clId="{34BDDC3C-2AF4-4325-BEDB-C3E623CC2F40}" dt="2024-08-11T14:30:17.172" v="2412"/>
          <ac:grpSpMkLst>
            <pc:docMk/>
            <pc:sldMk cId="0" sldId="326"/>
            <ac:grpSpMk id="8" creationId="{8F4348B5-56C2-392E-3D9D-6F173D273C4D}"/>
          </ac:grpSpMkLst>
        </pc:grpChg>
        <pc:grpChg chg="del mod">
          <ac:chgData name="Mahima Weerasinghe" userId="e11e3f55-42da-4e07-8ead-4d7a1d7ea1c6" providerId="ADAL" clId="{34BDDC3C-2AF4-4325-BEDB-C3E623CC2F40}" dt="2024-08-11T14:30:21.394" v="2417"/>
          <ac:grpSpMkLst>
            <pc:docMk/>
            <pc:sldMk cId="0" sldId="326"/>
            <ac:grpSpMk id="12" creationId="{9EC381DC-0DAD-9CD5-9B6E-82D42BAE61C8}"/>
          </ac:grpSpMkLst>
        </pc:grpChg>
        <pc:grpChg chg="del mod">
          <ac:chgData name="Mahima Weerasinghe" userId="e11e3f55-42da-4e07-8ead-4d7a1d7ea1c6" providerId="ADAL" clId="{34BDDC3C-2AF4-4325-BEDB-C3E623CC2F40}" dt="2024-08-11T14:30:29.874" v="2426"/>
          <ac:grpSpMkLst>
            <pc:docMk/>
            <pc:sldMk cId="0" sldId="326"/>
            <ac:grpSpMk id="17" creationId="{5915010F-DA00-676B-0C36-B572C14DB52F}"/>
          </ac:grpSpMkLst>
        </pc:grpChg>
        <pc:grpChg chg="del mod">
          <ac:chgData name="Mahima Weerasinghe" userId="e11e3f55-42da-4e07-8ead-4d7a1d7ea1c6" providerId="ADAL" clId="{34BDDC3C-2AF4-4325-BEDB-C3E623CC2F40}" dt="2024-08-11T14:30:33.337" v="2428"/>
          <ac:grpSpMkLst>
            <pc:docMk/>
            <pc:sldMk cId="0" sldId="326"/>
            <ac:grpSpMk id="26" creationId="{6C930567-42A2-185A-18E6-49AC58ADFCF8}"/>
          </ac:grpSpMkLst>
        </pc:grpChg>
        <pc:grpChg chg="del mod">
          <ac:chgData name="Mahima Weerasinghe" userId="e11e3f55-42da-4e07-8ead-4d7a1d7ea1c6" providerId="ADAL" clId="{34BDDC3C-2AF4-4325-BEDB-C3E623CC2F40}" dt="2024-08-11T14:30:39.584" v="2438"/>
          <ac:grpSpMkLst>
            <pc:docMk/>
            <pc:sldMk cId="0" sldId="326"/>
            <ac:grpSpMk id="28" creationId="{DC4096FB-F40A-1962-A1F0-56048D884266}"/>
          </ac:grpSpMkLst>
        </pc:grpChg>
        <pc:grpChg chg="del mod">
          <ac:chgData name="Mahima Weerasinghe" userId="e11e3f55-42da-4e07-8ead-4d7a1d7ea1c6" providerId="ADAL" clId="{34BDDC3C-2AF4-4325-BEDB-C3E623CC2F40}" dt="2024-08-11T14:30:45.594" v="2444"/>
          <ac:grpSpMkLst>
            <pc:docMk/>
            <pc:sldMk cId="0" sldId="326"/>
            <ac:grpSpMk id="38" creationId="{4BA5B38A-6784-1608-9081-7BEDABEEC44A}"/>
          </ac:grpSpMkLst>
        </pc:grpChg>
        <pc:grpChg chg="del mod">
          <ac:chgData name="Mahima Weerasinghe" userId="e11e3f55-42da-4e07-8ead-4d7a1d7ea1c6" providerId="ADAL" clId="{34BDDC3C-2AF4-4325-BEDB-C3E623CC2F40}" dt="2024-08-11T14:31:05.840" v="2458"/>
          <ac:grpSpMkLst>
            <pc:docMk/>
            <pc:sldMk cId="0" sldId="326"/>
            <ac:grpSpMk id="44" creationId="{00F7AEE2-643E-0A04-B545-9892E078861D}"/>
          </ac:grpSpMkLst>
        </pc:grpChg>
        <pc:grpChg chg="del mod">
          <ac:chgData name="Mahima Weerasinghe" userId="e11e3f55-42da-4e07-8ead-4d7a1d7ea1c6" providerId="ADAL" clId="{34BDDC3C-2AF4-4325-BEDB-C3E623CC2F40}" dt="2024-08-11T14:31:05.840" v="2458"/>
          <ac:grpSpMkLst>
            <pc:docMk/>
            <pc:sldMk cId="0" sldId="326"/>
            <ac:grpSpMk id="50" creationId="{913CCD7A-721A-55CD-7836-DA501A441580}"/>
          </ac:grpSpMkLst>
        </pc:grpChg>
        <pc:grpChg chg="del mod">
          <ac:chgData name="Mahima Weerasinghe" userId="e11e3f55-42da-4e07-8ead-4d7a1d7ea1c6" providerId="ADAL" clId="{34BDDC3C-2AF4-4325-BEDB-C3E623CC2F40}" dt="2024-08-11T14:31:05.840" v="2458"/>
          <ac:grpSpMkLst>
            <pc:docMk/>
            <pc:sldMk cId="0" sldId="326"/>
            <ac:grpSpMk id="53" creationId="{EB77DC4C-F9DE-2FCC-C330-69E033D6739D}"/>
          </ac:grpSpMkLst>
        </pc:grpChg>
        <pc:grpChg chg="del mod">
          <ac:chgData name="Mahima Weerasinghe" userId="e11e3f55-42da-4e07-8ead-4d7a1d7ea1c6" providerId="ADAL" clId="{34BDDC3C-2AF4-4325-BEDB-C3E623CC2F40}" dt="2024-08-11T14:31:11.605" v="2463"/>
          <ac:grpSpMkLst>
            <pc:docMk/>
            <pc:sldMk cId="0" sldId="326"/>
            <ac:grpSpMk id="58" creationId="{FA589B35-34B9-5E9F-6380-B42DCFC4C732}"/>
          </ac:grpSpMkLst>
        </pc:grpChg>
        <pc:grpChg chg="del mod">
          <ac:chgData name="Mahima Weerasinghe" userId="e11e3f55-42da-4e07-8ead-4d7a1d7ea1c6" providerId="ADAL" clId="{34BDDC3C-2AF4-4325-BEDB-C3E623CC2F40}" dt="2024-08-11T14:31:14.304" v="2466"/>
          <ac:grpSpMkLst>
            <pc:docMk/>
            <pc:sldMk cId="0" sldId="326"/>
            <ac:grpSpMk id="63" creationId="{6BFBD64A-451A-7273-C1D9-69C56DB3E78C}"/>
          </ac:grpSpMkLst>
        </pc:grpChg>
        <pc:grpChg chg="del mod">
          <ac:chgData name="Mahima Weerasinghe" userId="e11e3f55-42da-4e07-8ead-4d7a1d7ea1c6" providerId="ADAL" clId="{34BDDC3C-2AF4-4325-BEDB-C3E623CC2F40}" dt="2024-08-11T14:31:20.918" v="2472"/>
          <ac:grpSpMkLst>
            <pc:docMk/>
            <pc:sldMk cId="0" sldId="326"/>
            <ac:grpSpMk id="66" creationId="{B6616A50-62DE-BCEE-9717-A60EFD47BFE2}"/>
          </ac:grpSpMkLst>
        </pc:grpChg>
        <pc:grpChg chg="del mod">
          <ac:chgData name="Mahima Weerasinghe" userId="e11e3f55-42da-4e07-8ead-4d7a1d7ea1c6" providerId="ADAL" clId="{34BDDC3C-2AF4-4325-BEDB-C3E623CC2F40}" dt="2024-08-11T14:31:23.262" v="2474"/>
          <ac:grpSpMkLst>
            <pc:docMk/>
            <pc:sldMk cId="0" sldId="326"/>
            <ac:grpSpMk id="72" creationId="{C5C1D5A5-2DD5-1778-8F96-425CF46A7110}"/>
          </ac:grpSpMkLst>
        </pc:grpChg>
        <pc:grpChg chg="del mod">
          <ac:chgData name="Mahima Weerasinghe" userId="e11e3f55-42da-4e07-8ead-4d7a1d7ea1c6" providerId="ADAL" clId="{34BDDC3C-2AF4-4325-BEDB-C3E623CC2F40}" dt="2024-08-11T14:31:52.447" v="2499"/>
          <ac:grpSpMkLst>
            <pc:docMk/>
            <pc:sldMk cId="0" sldId="326"/>
            <ac:grpSpMk id="74" creationId="{D039DDF1-B095-E0AB-56D7-46B3DB4C34DD}"/>
          </ac:grpSpMkLst>
        </pc:grpChg>
        <pc:grpChg chg="del mod">
          <ac:chgData name="Mahima Weerasinghe" userId="e11e3f55-42da-4e07-8ead-4d7a1d7ea1c6" providerId="ADAL" clId="{34BDDC3C-2AF4-4325-BEDB-C3E623CC2F40}" dt="2024-08-11T14:31:29.839" v="2481"/>
          <ac:grpSpMkLst>
            <pc:docMk/>
            <pc:sldMk cId="0" sldId="326"/>
            <ac:grpSpMk id="79" creationId="{B2EED8AE-F1AF-F55D-F7FB-ABA1ED56A76E}"/>
          </ac:grpSpMkLst>
        </pc:grpChg>
        <pc:grpChg chg="del mod">
          <ac:chgData name="Mahima Weerasinghe" userId="e11e3f55-42da-4e07-8ead-4d7a1d7ea1c6" providerId="ADAL" clId="{34BDDC3C-2AF4-4325-BEDB-C3E623CC2F40}" dt="2024-08-11T14:31:33.313" v="2487"/>
          <ac:grpSpMkLst>
            <pc:docMk/>
            <pc:sldMk cId="0" sldId="326"/>
            <ac:grpSpMk id="81" creationId="{521549B0-23F8-0F6B-D9D2-B2171E62A403}"/>
          </ac:grpSpMkLst>
        </pc:grpChg>
        <pc:grpChg chg="del mod">
          <ac:chgData name="Mahima Weerasinghe" userId="e11e3f55-42da-4e07-8ead-4d7a1d7ea1c6" providerId="ADAL" clId="{34BDDC3C-2AF4-4325-BEDB-C3E623CC2F40}" dt="2024-08-11T14:31:52.447" v="2499"/>
          <ac:grpSpMkLst>
            <pc:docMk/>
            <pc:sldMk cId="0" sldId="326"/>
            <ac:grpSpMk id="87" creationId="{4D910B5F-6340-850A-7AFC-A412ABBDAA94}"/>
          </ac:grpSpMkLst>
        </pc:grpChg>
        <pc:grpChg chg="del mod">
          <ac:chgData name="Mahima Weerasinghe" userId="e11e3f55-42da-4e07-8ead-4d7a1d7ea1c6" providerId="ADAL" clId="{34BDDC3C-2AF4-4325-BEDB-C3E623CC2F40}" dt="2024-08-11T14:31:52.447" v="2499"/>
          <ac:grpSpMkLst>
            <pc:docMk/>
            <pc:sldMk cId="0" sldId="326"/>
            <ac:grpSpMk id="96" creationId="{28FB3684-4FC0-D15E-1DE0-97886FEC053A}"/>
          </ac:grpSpMkLst>
        </pc:grpChg>
        <pc:grpChg chg="mod">
          <ac:chgData name="Mahima Weerasinghe" userId="e11e3f55-42da-4e07-8ead-4d7a1d7ea1c6" providerId="ADAL" clId="{34BDDC3C-2AF4-4325-BEDB-C3E623CC2F40}" dt="2024-08-11T14:31:52.447" v="2499"/>
          <ac:grpSpMkLst>
            <pc:docMk/>
            <pc:sldMk cId="0" sldId="326"/>
            <ac:grpSpMk id="99" creationId="{CFDFA4E8-D6D2-97ED-4489-3AA48B0166DF}"/>
          </ac:grpSpMkLst>
        </pc:grpChg>
        <pc:inkChg chg="add mod">
          <ac:chgData name="Mahima Weerasinghe" userId="e11e3f55-42da-4e07-8ead-4d7a1d7ea1c6" providerId="ADAL" clId="{34BDDC3C-2AF4-4325-BEDB-C3E623CC2F40}" dt="2024-08-11T14:31:52.447" v="2499"/>
          <ac:inkMkLst>
            <pc:docMk/>
            <pc:sldMk cId="0" sldId="326"/>
            <ac:inkMk id="3" creationId="{6D195ADD-F6D5-18EE-0A46-9A7084F57B0C}"/>
          </ac:inkMkLst>
        </pc:inkChg>
        <pc:inkChg chg="add mod">
          <ac:chgData name="Mahima Weerasinghe" userId="e11e3f55-42da-4e07-8ead-4d7a1d7ea1c6" providerId="ADAL" clId="{34BDDC3C-2AF4-4325-BEDB-C3E623CC2F40}" dt="2024-08-11T14:31:52.447" v="2499"/>
          <ac:inkMkLst>
            <pc:docMk/>
            <pc:sldMk cId="0" sldId="326"/>
            <ac:inkMk id="4" creationId="{75D4AAC1-AD49-205A-76E0-01C811932133}"/>
          </ac:inkMkLst>
        </pc:inkChg>
        <pc:inkChg chg="add mod">
          <ac:chgData name="Mahima Weerasinghe" userId="e11e3f55-42da-4e07-8ead-4d7a1d7ea1c6" providerId="ADAL" clId="{34BDDC3C-2AF4-4325-BEDB-C3E623CC2F40}" dt="2024-08-11T14:31:52.447" v="2499"/>
          <ac:inkMkLst>
            <pc:docMk/>
            <pc:sldMk cId="0" sldId="326"/>
            <ac:inkMk id="5" creationId="{6B97212B-E051-188D-9ECE-4CB40619447B}"/>
          </ac:inkMkLst>
        </pc:inkChg>
        <pc:inkChg chg="add mod">
          <ac:chgData name="Mahima Weerasinghe" userId="e11e3f55-42da-4e07-8ead-4d7a1d7ea1c6" providerId="ADAL" clId="{34BDDC3C-2AF4-4325-BEDB-C3E623CC2F40}" dt="2024-08-11T14:31:52.447" v="2499"/>
          <ac:inkMkLst>
            <pc:docMk/>
            <pc:sldMk cId="0" sldId="326"/>
            <ac:inkMk id="7" creationId="{17C2E3A1-4FB9-AE65-FA9D-2CA16EDCC74F}"/>
          </ac:inkMkLst>
        </pc:inkChg>
        <pc:inkChg chg="add mod">
          <ac:chgData name="Mahima Weerasinghe" userId="e11e3f55-42da-4e07-8ead-4d7a1d7ea1c6" providerId="ADAL" clId="{34BDDC3C-2AF4-4325-BEDB-C3E623CC2F40}" dt="2024-08-11T14:31:52.447" v="2499"/>
          <ac:inkMkLst>
            <pc:docMk/>
            <pc:sldMk cId="0" sldId="326"/>
            <ac:inkMk id="9" creationId="{A601F06B-CEEC-63BB-D980-4BDC314CCF1F}"/>
          </ac:inkMkLst>
        </pc:inkChg>
        <pc:inkChg chg="add mod">
          <ac:chgData name="Mahima Weerasinghe" userId="e11e3f55-42da-4e07-8ead-4d7a1d7ea1c6" providerId="ADAL" clId="{34BDDC3C-2AF4-4325-BEDB-C3E623CC2F40}" dt="2024-08-11T14:31:52.447" v="2499"/>
          <ac:inkMkLst>
            <pc:docMk/>
            <pc:sldMk cId="0" sldId="326"/>
            <ac:inkMk id="10" creationId="{7B6F20FE-9CED-B3A8-C878-3B1E76BCF802}"/>
          </ac:inkMkLst>
        </pc:inkChg>
        <pc:inkChg chg="add mod">
          <ac:chgData name="Mahima Weerasinghe" userId="e11e3f55-42da-4e07-8ead-4d7a1d7ea1c6" providerId="ADAL" clId="{34BDDC3C-2AF4-4325-BEDB-C3E623CC2F40}" dt="2024-08-11T14:31:52.447" v="2499"/>
          <ac:inkMkLst>
            <pc:docMk/>
            <pc:sldMk cId="0" sldId="326"/>
            <ac:inkMk id="11" creationId="{24BB40DE-5A45-8D07-1984-500B5E52E86C}"/>
          </ac:inkMkLst>
        </pc:inkChg>
        <pc:inkChg chg="add mod">
          <ac:chgData name="Mahima Weerasinghe" userId="e11e3f55-42da-4e07-8ead-4d7a1d7ea1c6" providerId="ADAL" clId="{34BDDC3C-2AF4-4325-BEDB-C3E623CC2F40}" dt="2024-08-11T14:31:52.447" v="2499"/>
          <ac:inkMkLst>
            <pc:docMk/>
            <pc:sldMk cId="0" sldId="326"/>
            <ac:inkMk id="13" creationId="{C20DE00A-C3D1-6514-B794-FC8288132B36}"/>
          </ac:inkMkLst>
        </pc:inkChg>
        <pc:inkChg chg="add mod">
          <ac:chgData name="Mahima Weerasinghe" userId="e11e3f55-42da-4e07-8ead-4d7a1d7ea1c6" providerId="ADAL" clId="{34BDDC3C-2AF4-4325-BEDB-C3E623CC2F40}" dt="2024-08-11T14:31:52.447" v="2499"/>
          <ac:inkMkLst>
            <pc:docMk/>
            <pc:sldMk cId="0" sldId="326"/>
            <ac:inkMk id="14" creationId="{15A0E27B-FB50-A010-B4A0-7A0AAD4D9C2B}"/>
          </ac:inkMkLst>
        </pc:inkChg>
        <pc:inkChg chg="add mod">
          <ac:chgData name="Mahima Weerasinghe" userId="e11e3f55-42da-4e07-8ead-4d7a1d7ea1c6" providerId="ADAL" clId="{34BDDC3C-2AF4-4325-BEDB-C3E623CC2F40}" dt="2024-08-11T14:31:52.447" v="2499"/>
          <ac:inkMkLst>
            <pc:docMk/>
            <pc:sldMk cId="0" sldId="326"/>
            <ac:inkMk id="15" creationId="{86EF39B8-352D-7919-0591-FEAE9012E070}"/>
          </ac:inkMkLst>
        </pc:inkChg>
        <pc:inkChg chg="add mod">
          <ac:chgData name="Mahima Weerasinghe" userId="e11e3f55-42da-4e07-8ead-4d7a1d7ea1c6" providerId="ADAL" clId="{34BDDC3C-2AF4-4325-BEDB-C3E623CC2F40}" dt="2024-08-11T14:31:52.447" v="2499"/>
          <ac:inkMkLst>
            <pc:docMk/>
            <pc:sldMk cId="0" sldId="326"/>
            <ac:inkMk id="16" creationId="{C1AD4F6E-BF43-B274-90BB-1F97D32E43B9}"/>
          </ac:inkMkLst>
        </pc:inkChg>
        <pc:inkChg chg="add mod">
          <ac:chgData name="Mahima Weerasinghe" userId="e11e3f55-42da-4e07-8ead-4d7a1d7ea1c6" providerId="ADAL" clId="{34BDDC3C-2AF4-4325-BEDB-C3E623CC2F40}" dt="2024-08-11T14:31:52.447" v="2499"/>
          <ac:inkMkLst>
            <pc:docMk/>
            <pc:sldMk cId="0" sldId="326"/>
            <ac:inkMk id="18" creationId="{E25515DB-76D7-D09B-E580-A6DBCC640394}"/>
          </ac:inkMkLst>
        </pc:inkChg>
        <pc:inkChg chg="add mod">
          <ac:chgData name="Mahima Weerasinghe" userId="e11e3f55-42da-4e07-8ead-4d7a1d7ea1c6" providerId="ADAL" clId="{34BDDC3C-2AF4-4325-BEDB-C3E623CC2F40}" dt="2024-08-11T14:31:52.447" v="2499"/>
          <ac:inkMkLst>
            <pc:docMk/>
            <pc:sldMk cId="0" sldId="326"/>
            <ac:inkMk id="19" creationId="{07B21E0E-112B-9E1B-019B-B065AF457C0D}"/>
          </ac:inkMkLst>
        </pc:inkChg>
        <pc:inkChg chg="add mod">
          <ac:chgData name="Mahima Weerasinghe" userId="e11e3f55-42da-4e07-8ead-4d7a1d7ea1c6" providerId="ADAL" clId="{34BDDC3C-2AF4-4325-BEDB-C3E623CC2F40}" dt="2024-08-11T14:31:52.447" v="2499"/>
          <ac:inkMkLst>
            <pc:docMk/>
            <pc:sldMk cId="0" sldId="326"/>
            <ac:inkMk id="20" creationId="{009C2E7B-E3A4-C114-5B31-5F2569A318C2}"/>
          </ac:inkMkLst>
        </pc:inkChg>
        <pc:inkChg chg="add mod">
          <ac:chgData name="Mahima Weerasinghe" userId="e11e3f55-42da-4e07-8ead-4d7a1d7ea1c6" providerId="ADAL" clId="{34BDDC3C-2AF4-4325-BEDB-C3E623CC2F40}" dt="2024-08-11T14:31:52.447" v="2499"/>
          <ac:inkMkLst>
            <pc:docMk/>
            <pc:sldMk cId="0" sldId="326"/>
            <ac:inkMk id="21" creationId="{FD6E44A7-E481-6F87-3D57-13D0DE40261A}"/>
          </ac:inkMkLst>
        </pc:inkChg>
        <pc:inkChg chg="add mod">
          <ac:chgData name="Mahima Weerasinghe" userId="e11e3f55-42da-4e07-8ead-4d7a1d7ea1c6" providerId="ADAL" clId="{34BDDC3C-2AF4-4325-BEDB-C3E623CC2F40}" dt="2024-08-11T14:31:52.447" v="2499"/>
          <ac:inkMkLst>
            <pc:docMk/>
            <pc:sldMk cId="0" sldId="326"/>
            <ac:inkMk id="22" creationId="{8912AD82-D993-72AD-1B37-7B598DF700D8}"/>
          </ac:inkMkLst>
        </pc:inkChg>
        <pc:inkChg chg="add mod">
          <ac:chgData name="Mahima Weerasinghe" userId="e11e3f55-42da-4e07-8ead-4d7a1d7ea1c6" providerId="ADAL" clId="{34BDDC3C-2AF4-4325-BEDB-C3E623CC2F40}" dt="2024-08-11T14:31:52.447" v="2499"/>
          <ac:inkMkLst>
            <pc:docMk/>
            <pc:sldMk cId="0" sldId="326"/>
            <ac:inkMk id="23" creationId="{AFD1A12A-EC68-0CF2-4FBB-AF71F797887F}"/>
          </ac:inkMkLst>
        </pc:inkChg>
        <pc:inkChg chg="add mod">
          <ac:chgData name="Mahima Weerasinghe" userId="e11e3f55-42da-4e07-8ead-4d7a1d7ea1c6" providerId="ADAL" clId="{34BDDC3C-2AF4-4325-BEDB-C3E623CC2F40}" dt="2024-08-11T14:31:52.447" v="2499"/>
          <ac:inkMkLst>
            <pc:docMk/>
            <pc:sldMk cId="0" sldId="326"/>
            <ac:inkMk id="24" creationId="{91E61B4E-3797-4406-0C46-E285D8BB577C}"/>
          </ac:inkMkLst>
        </pc:inkChg>
        <pc:inkChg chg="add mod">
          <ac:chgData name="Mahima Weerasinghe" userId="e11e3f55-42da-4e07-8ead-4d7a1d7ea1c6" providerId="ADAL" clId="{34BDDC3C-2AF4-4325-BEDB-C3E623CC2F40}" dt="2024-08-11T14:31:52.447" v="2499"/>
          <ac:inkMkLst>
            <pc:docMk/>
            <pc:sldMk cId="0" sldId="326"/>
            <ac:inkMk id="25" creationId="{07089E98-A4CD-967F-B867-A1D84111821F}"/>
          </ac:inkMkLst>
        </pc:inkChg>
        <pc:inkChg chg="add mod">
          <ac:chgData name="Mahima Weerasinghe" userId="e11e3f55-42da-4e07-8ead-4d7a1d7ea1c6" providerId="ADAL" clId="{34BDDC3C-2AF4-4325-BEDB-C3E623CC2F40}" dt="2024-08-11T14:31:52.447" v="2499"/>
          <ac:inkMkLst>
            <pc:docMk/>
            <pc:sldMk cId="0" sldId="326"/>
            <ac:inkMk id="27" creationId="{B3332894-E55E-ED0D-9477-4465297D8000}"/>
          </ac:inkMkLst>
        </pc:inkChg>
        <pc:inkChg chg="add mod">
          <ac:chgData name="Mahima Weerasinghe" userId="e11e3f55-42da-4e07-8ead-4d7a1d7ea1c6" providerId="ADAL" clId="{34BDDC3C-2AF4-4325-BEDB-C3E623CC2F40}" dt="2024-08-11T14:31:52.447" v="2499"/>
          <ac:inkMkLst>
            <pc:docMk/>
            <pc:sldMk cId="0" sldId="326"/>
            <ac:inkMk id="29" creationId="{521649D3-35D1-310E-299E-AB9F2EBE310E}"/>
          </ac:inkMkLst>
        </pc:inkChg>
        <pc:inkChg chg="add mod">
          <ac:chgData name="Mahima Weerasinghe" userId="e11e3f55-42da-4e07-8ead-4d7a1d7ea1c6" providerId="ADAL" clId="{34BDDC3C-2AF4-4325-BEDB-C3E623CC2F40}" dt="2024-08-11T14:31:52.447" v="2499"/>
          <ac:inkMkLst>
            <pc:docMk/>
            <pc:sldMk cId="0" sldId="326"/>
            <ac:inkMk id="30" creationId="{A71B7F76-0132-08FA-3905-0AE94AC19190}"/>
          </ac:inkMkLst>
        </pc:inkChg>
        <pc:inkChg chg="add mod">
          <ac:chgData name="Mahima Weerasinghe" userId="e11e3f55-42da-4e07-8ead-4d7a1d7ea1c6" providerId="ADAL" clId="{34BDDC3C-2AF4-4325-BEDB-C3E623CC2F40}" dt="2024-08-11T14:31:52.447" v="2499"/>
          <ac:inkMkLst>
            <pc:docMk/>
            <pc:sldMk cId="0" sldId="326"/>
            <ac:inkMk id="31" creationId="{75A33CE7-85E2-E28A-9DE0-58018D13A035}"/>
          </ac:inkMkLst>
        </pc:inkChg>
        <pc:inkChg chg="add mod">
          <ac:chgData name="Mahima Weerasinghe" userId="e11e3f55-42da-4e07-8ead-4d7a1d7ea1c6" providerId="ADAL" clId="{34BDDC3C-2AF4-4325-BEDB-C3E623CC2F40}" dt="2024-08-11T14:31:52.447" v="2499"/>
          <ac:inkMkLst>
            <pc:docMk/>
            <pc:sldMk cId="0" sldId="326"/>
            <ac:inkMk id="32" creationId="{4376889A-AF3A-30F4-BE92-9891493E59E2}"/>
          </ac:inkMkLst>
        </pc:inkChg>
        <pc:inkChg chg="add mod">
          <ac:chgData name="Mahima Weerasinghe" userId="e11e3f55-42da-4e07-8ead-4d7a1d7ea1c6" providerId="ADAL" clId="{34BDDC3C-2AF4-4325-BEDB-C3E623CC2F40}" dt="2024-08-11T14:31:52.447" v="2499"/>
          <ac:inkMkLst>
            <pc:docMk/>
            <pc:sldMk cId="0" sldId="326"/>
            <ac:inkMk id="33" creationId="{0E601904-BAF5-9ED5-CFCA-4B7E3616BCA5}"/>
          </ac:inkMkLst>
        </pc:inkChg>
        <pc:inkChg chg="add mod">
          <ac:chgData name="Mahima Weerasinghe" userId="e11e3f55-42da-4e07-8ead-4d7a1d7ea1c6" providerId="ADAL" clId="{34BDDC3C-2AF4-4325-BEDB-C3E623CC2F40}" dt="2024-08-11T14:31:52.447" v="2499"/>
          <ac:inkMkLst>
            <pc:docMk/>
            <pc:sldMk cId="0" sldId="326"/>
            <ac:inkMk id="34" creationId="{852344CD-C7E8-757C-1D1F-08C35D3B4ADE}"/>
          </ac:inkMkLst>
        </pc:inkChg>
        <pc:inkChg chg="add mod">
          <ac:chgData name="Mahima Weerasinghe" userId="e11e3f55-42da-4e07-8ead-4d7a1d7ea1c6" providerId="ADAL" clId="{34BDDC3C-2AF4-4325-BEDB-C3E623CC2F40}" dt="2024-08-11T14:31:52.447" v="2499"/>
          <ac:inkMkLst>
            <pc:docMk/>
            <pc:sldMk cId="0" sldId="326"/>
            <ac:inkMk id="35" creationId="{8EB9D3AD-8196-AA0E-A8D5-68CA641C0733}"/>
          </ac:inkMkLst>
        </pc:inkChg>
        <pc:inkChg chg="add mod">
          <ac:chgData name="Mahima Weerasinghe" userId="e11e3f55-42da-4e07-8ead-4d7a1d7ea1c6" providerId="ADAL" clId="{34BDDC3C-2AF4-4325-BEDB-C3E623CC2F40}" dt="2024-08-11T14:31:52.447" v="2499"/>
          <ac:inkMkLst>
            <pc:docMk/>
            <pc:sldMk cId="0" sldId="326"/>
            <ac:inkMk id="36" creationId="{39FDA0C8-8A7C-EC24-0A3D-6E6ED54D1A30}"/>
          </ac:inkMkLst>
        </pc:inkChg>
        <pc:inkChg chg="add mod">
          <ac:chgData name="Mahima Weerasinghe" userId="e11e3f55-42da-4e07-8ead-4d7a1d7ea1c6" providerId="ADAL" clId="{34BDDC3C-2AF4-4325-BEDB-C3E623CC2F40}" dt="2024-08-11T14:31:52.447" v="2499"/>
          <ac:inkMkLst>
            <pc:docMk/>
            <pc:sldMk cId="0" sldId="326"/>
            <ac:inkMk id="37" creationId="{45A2539F-FF76-1FD4-23BA-2D2340B5C50D}"/>
          </ac:inkMkLst>
        </pc:inkChg>
        <pc:inkChg chg="add mod">
          <ac:chgData name="Mahima Weerasinghe" userId="e11e3f55-42da-4e07-8ead-4d7a1d7ea1c6" providerId="ADAL" clId="{34BDDC3C-2AF4-4325-BEDB-C3E623CC2F40}" dt="2024-08-11T14:31:52.447" v="2499"/>
          <ac:inkMkLst>
            <pc:docMk/>
            <pc:sldMk cId="0" sldId="326"/>
            <ac:inkMk id="39" creationId="{732F1753-722F-92B6-65CE-612F82A383A4}"/>
          </ac:inkMkLst>
        </pc:inkChg>
        <pc:inkChg chg="add mod">
          <ac:chgData name="Mahima Weerasinghe" userId="e11e3f55-42da-4e07-8ead-4d7a1d7ea1c6" providerId="ADAL" clId="{34BDDC3C-2AF4-4325-BEDB-C3E623CC2F40}" dt="2024-08-11T14:31:52.447" v="2499"/>
          <ac:inkMkLst>
            <pc:docMk/>
            <pc:sldMk cId="0" sldId="326"/>
            <ac:inkMk id="40" creationId="{03FACDFC-544F-58CA-9C7A-C2C31CEB6A45}"/>
          </ac:inkMkLst>
        </pc:inkChg>
        <pc:inkChg chg="add mod">
          <ac:chgData name="Mahima Weerasinghe" userId="e11e3f55-42da-4e07-8ead-4d7a1d7ea1c6" providerId="ADAL" clId="{34BDDC3C-2AF4-4325-BEDB-C3E623CC2F40}" dt="2024-08-11T14:31:52.447" v="2499"/>
          <ac:inkMkLst>
            <pc:docMk/>
            <pc:sldMk cId="0" sldId="326"/>
            <ac:inkMk id="41" creationId="{8F95CE3A-DAF9-841D-46DC-E6203AAB7821}"/>
          </ac:inkMkLst>
        </pc:inkChg>
        <pc:inkChg chg="add mod">
          <ac:chgData name="Mahima Weerasinghe" userId="e11e3f55-42da-4e07-8ead-4d7a1d7ea1c6" providerId="ADAL" clId="{34BDDC3C-2AF4-4325-BEDB-C3E623CC2F40}" dt="2024-08-11T14:31:52.447" v="2499"/>
          <ac:inkMkLst>
            <pc:docMk/>
            <pc:sldMk cId="0" sldId="326"/>
            <ac:inkMk id="42" creationId="{26163C40-097C-5788-FB7E-4E8ECC084DC3}"/>
          </ac:inkMkLst>
        </pc:inkChg>
        <pc:inkChg chg="add mod">
          <ac:chgData name="Mahima Weerasinghe" userId="e11e3f55-42da-4e07-8ead-4d7a1d7ea1c6" providerId="ADAL" clId="{34BDDC3C-2AF4-4325-BEDB-C3E623CC2F40}" dt="2024-08-11T14:31:52.447" v="2499"/>
          <ac:inkMkLst>
            <pc:docMk/>
            <pc:sldMk cId="0" sldId="326"/>
            <ac:inkMk id="43" creationId="{39658013-64C1-343C-57B0-647F2A1BA380}"/>
          </ac:inkMkLst>
        </pc:inkChg>
        <pc:inkChg chg="add mod">
          <ac:chgData name="Mahima Weerasinghe" userId="e11e3f55-42da-4e07-8ead-4d7a1d7ea1c6" providerId="ADAL" clId="{34BDDC3C-2AF4-4325-BEDB-C3E623CC2F40}" dt="2024-08-11T14:31:52.447" v="2499"/>
          <ac:inkMkLst>
            <pc:docMk/>
            <pc:sldMk cId="0" sldId="326"/>
            <ac:inkMk id="45" creationId="{E7ADF083-D582-50A0-911D-221C512A2A3F}"/>
          </ac:inkMkLst>
        </pc:inkChg>
        <pc:inkChg chg="add mod">
          <ac:chgData name="Mahima Weerasinghe" userId="e11e3f55-42da-4e07-8ead-4d7a1d7ea1c6" providerId="ADAL" clId="{34BDDC3C-2AF4-4325-BEDB-C3E623CC2F40}" dt="2024-08-11T14:31:52.447" v="2499"/>
          <ac:inkMkLst>
            <pc:docMk/>
            <pc:sldMk cId="0" sldId="326"/>
            <ac:inkMk id="46" creationId="{298C2B9B-51A5-8054-87CF-99A06D45F4A5}"/>
          </ac:inkMkLst>
        </pc:inkChg>
        <pc:inkChg chg="add mod">
          <ac:chgData name="Mahima Weerasinghe" userId="e11e3f55-42da-4e07-8ead-4d7a1d7ea1c6" providerId="ADAL" clId="{34BDDC3C-2AF4-4325-BEDB-C3E623CC2F40}" dt="2024-08-11T14:31:52.447" v="2499"/>
          <ac:inkMkLst>
            <pc:docMk/>
            <pc:sldMk cId="0" sldId="326"/>
            <ac:inkMk id="47" creationId="{CC3CFB7E-68BF-2BDB-15AD-6E0C95FC7DEC}"/>
          </ac:inkMkLst>
        </pc:inkChg>
        <pc:inkChg chg="add mod">
          <ac:chgData name="Mahima Weerasinghe" userId="e11e3f55-42da-4e07-8ead-4d7a1d7ea1c6" providerId="ADAL" clId="{34BDDC3C-2AF4-4325-BEDB-C3E623CC2F40}" dt="2024-08-11T14:31:52.447" v="2499"/>
          <ac:inkMkLst>
            <pc:docMk/>
            <pc:sldMk cId="0" sldId="326"/>
            <ac:inkMk id="48" creationId="{80F02FC6-CCC7-3C0B-2EFE-02EB9A73C5AA}"/>
          </ac:inkMkLst>
        </pc:inkChg>
        <pc:inkChg chg="add mod">
          <ac:chgData name="Mahima Weerasinghe" userId="e11e3f55-42da-4e07-8ead-4d7a1d7ea1c6" providerId="ADAL" clId="{34BDDC3C-2AF4-4325-BEDB-C3E623CC2F40}" dt="2024-08-11T14:31:52.447" v="2499"/>
          <ac:inkMkLst>
            <pc:docMk/>
            <pc:sldMk cId="0" sldId="326"/>
            <ac:inkMk id="49" creationId="{A85A4E59-93EA-7598-DFA5-32A07AB2C529}"/>
          </ac:inkMkLst>
        </pc:inkChg>
        <pc:inkChg chg="add mod">
          <ac:chgData name="Mahima Weerasinghe" userId="e11e3f55-42da-4e07-8ead-4d7a1d7ea1c6" providerId="ADAL" clId="{34BDDC3C-2AF4-4325-BEDB-C3E623CC2F40}" dt="2024-08-11T14:31:52.447" v="2499"/>
          <ac:inkMkLst>
            <pc:docMk/>
            <pc:sldMk cId="0" sldId="326"/>
            <ac:inkMk id="51" creationId="{15E1D90B-1687-6909-53BF-156E484710A9}"/>
          </ac:inkMkLst>
        </pc:inkChg>
        <pc:inkChg chg="add mod">
          <ac:chgData name="Mahima Weerasinghe" userId="e11e3f55-42da-4e07-8ead-4d7a1d7ea1c6" providerId="ADAL" clId="{34BDDC3C-2AF4-4325-BEDB-C3E623CC2F40}" dt="2024-08-11T14:31:52.447" v="2499"/>
          <ac:inkMkLst>
            <pc:docMk/>
            <pc:sldMk cId="0" sldId="326"/>
            <ac:inkMk id="52" creationId="{4AD0AD26-4CF9-D5EA-3C4A-F11F21A06E7B}"/>
          </ac:inkMkLst>
        </pc:inkChg>
        <pc:inkChg chg="add mod">
          <ac:chgData name="Mahima Weerasinghe" userId="e11e3f55-42da-4e07-8ead-4d7a1d7ea1c6" providerId="ADAL" clId="{34BDDC3C-2AF4-4325-BEDB-C3E623CC2F40}" dt="2024-08-11T14:31:52.447" v="2499"/>
          <ac:inkMkLst>
            <pc:docMk/>
            <pc:sldMk cId="0" sldId="326"/>
            <ac:inkMk id="54" creationId="{E2D7B917-E1D4-CDA8-5A3D-DE04C6F35686}"/>
          </ac:inkMkLst>
        </pc:inkChg>
        <pc:inkChg chg="add mod">
          <ac:chgData name="Mahima Weerasinghe" userId="e11e3f55-42da-4e07-8ead-4d7a1d7ea1c6" providerId="ADAL" clId="{34BDDC3C-2AF4-4325-BEDB-C3E623CC2F40}" dt="2024-08-11T14:31:52.447" v="2499"/>
          <ac:inkMkLst>
            <pc:docMk/>
            <pc:sldMk cId="0" sldId="326"/>
            <ac:inkMk id="55" creationId="{4BCDED33-2D96-BEA5-CE6A-B0AD26B3C364}"/>
          </ac:inkMkLst>
        </pc:inkChg>
        <pc:inkChg chg="add mod">
          <ac:chgData name="Mahima Weerasinghe" userId="e11e3f55-42da-4e07-8ead-4d7a1d7ea1c6" providerId="ADAL" clId="{34BDDC3C-2AF4-4325-BEDB-C3E623CC2F40}" dt="2024-08-11T14:31:52.447" v="2499"/>
          <ac:inkMkLst>
            <pc:docMk/>
            <pc:sldMk cId="0" sldId="326"/>
            <ac:inkMk id="56" creationId="{4AF93D66-5812-AD16-5407-7CFB357B8F24}"/>
          </ac:inkMkLst>
        </pc:inkChg>
        <pc:inkChg chg="add mod">
          <ac:chgData name="Mahima Weerasinghe" userId="e11e3f55-42da-4e07-8ead-4d7a1d7ea1c6" providerId="ADAL" clId="{34BDDC3C-2AF4-4325-BEDB-C3E623CC2F40}" dt="2024-08-11T14:31:52.447" v="2499"/>
          <ac:inkMkLst>
            <pc:docMk/>
            <pc:sldMk cId="0" sldId="326"/>
            <ac:inkMk id="57" creationId="{404E83FC-0FDA-1F8A-8B09-27BAAAD8D864}"/>
          </ac:inkMkLst>
        </pc:inkChg>
        <pc:inkChg chg="add mod">
          <ac:chgData name="Mahima Weerasinghe" userId="e11e3f55-42da-4e07-8ead-4d7a1d7ea1c6" providerId="ADAL" clId="{34BDDC3C-2AF4-4325-BEDB-C3E623CC2F40}" dt="2024-08-11T14:31:52.447" v="2499"/>
          <ac:inkMkLst>
            <pc:docMk/>
            <pc:sldMk cId="0" sldId="326"/>
            <ac:inkMk id="59" creationId="{85F08F96-D8D4-AB80-C8CB-04A388A05A32}"/>
          </ac:inkMkLst>
        </pc:inkChg>
        <pc:inkChg chg="add mod">
          <ac:chgData name="Mahima Weerasinghe" userId="e11e3f55-42da-4e07-8ead-4d7a1d7ea1c6" providerId="ADAL" clId="{34BDDC3C-2AF4-4325-BEDB-C3E623CC2F40}" dt="2024-08-11T14:31:52.447" v="2499"/>
          <ac:inkMkLst>
            <pc:docMk/>
            <pc:sldMk cId="0" sldId="326"/>
            <ac:inkMk id="60" creationId="{B509A713-7956-F56F-E891-7CE4E39378FB}"/>
          </ac:inkMkLst>
        </pc:inkChg>
        <pc:inkChg chg="add mod">
          <ac:chgData name="Mahima Weerasinghe" userId="e11e3f55-42da-4e07-8ead-4d7a1d7ea1c6" providerId="ADAL" clId="{34BDDC3C-2AF4-4325-BEDB-C3E623CC2F40}" dt="2024-08-11T14:31:52.447" v="2499"/>
          <ac:inkMkLst>
            <pc:docMk/>
            <pc:sldMk cId="0" sldId="326"/>
            <ac:inkMk id="61" creationId="{53E4F72C-9B6C-AAC7-E6C2-896F55628609}"/>
          </ac:inkMkLst>
        </pc:inkChg>
        <pc:inkChg chg="add mod">
          <ac:chgData name="Mahima Weerasinghe" userId="e11e3f55-42da-4e07-8ead-4d7a1d7ea1c6" providerId="ADAL" clId="{34BDDC3C-2AF4-4325-BEDB-C3E623CC2F40}" dt="2024-08-11T14:31:52.447" v="2499"/>
          <ac:inkMkLst>
            <pc:docMk/>
            <pc:sldMk cId="0" sldId="326"/>
            <ac:inkMk id="62" creationId="{A3F52B48-D713-A20A-1977-C0FF9D79B462}"/>
          </ac:inkMkLst>
        </pc:inkChg>
        <pc:inkChg chg="add mod">
          <ac:chgData name="Mahima Weerasinghe" userId="e11e3f55-42da-4e07-8ead-4d7a1d7ea1c6" providerId="ADAL" clId="{34BDDC3C-2AF4-4325-BEDB-C3E623CC2F40}" dt="2024-08-11T14:31:52.447" v="2499"/>
          <ac:inkMkLst>
            <pc:docMk/>
            <pc:sldMk cId="0" sldId="326"/>
            <ac:inkMk id="64" creationId="{75295D30-0784-3965-E8A7-97F40363383E}"/>
          </ac:inkMkLst>
        </pc:inkChg>
        <pc:inkChg chg="add mod">
          <ac:chgData name="Mahima Weerasinghe" userId="e11e3f55-42da-4e07-8ead-4d7a1d7ea1c6" providerId="ADAL" clId="{34BDDC3C-2AF4-4325-BEDB-C3E623CC2F40}" dt="2024-08-11T14:31:52.447" v="2499"/>
          <ac:inkMkLst>
            <pc:docMk/>
            <pc:sldMk cId="0" sldId="326"/>
            <ac:inkMk id="65" creationId="{1ABD7958-E90B-B9E5-9E7D-0AC937F5E431}"/>
          </ac:inkMkLst>
        </pc:inkChg>
        <pc:inkChg chg="add mod">
          <ac:chgData name="Mahima Weerasinghe" userId="e11e3f55-42da-4e07-8ead-4d7a1d7ea1c6" providerId="ADAL" clId="{34BDDC3C-2AF4-4325-BEDB-C3E623CC2F40}" dt="2024-08-11T14:31:52.447" v="2499"/>
          <ac:inkMkLst>
            <pc:docMk/>
            <pc:sldMk cId="0" sldId="326"/>
            <ac:inkMk id="67" creationId="{3F0DC85E-4A7C-660F-E5EF-B7939987ED36}"/>
          </ac:inkMkLst>
        </pc:inkChg>
        <pc:inkChg chg="add mod">
          <ac:chgData name="Mahima Weerasinghe" userId="e11e3f55-42da-4e07-8ead-4d7a1d7ea1c6" providerId="ADAL" clId="{34BDDC3C-2AF4-4325-BEDB-C3E623CC2F40}" dt="2024-08-11T14:31:52.447" v="2499"/>
          <ac:inkMkLst>
            <pc:docMk/>
            <pc:sldMk cId="0" sldId="326"/>
            <ac:inkMk id="68" creationId="{840BAFE4-868B-3101-9F96-49EEBFC073F1}"/>
          </ac:inkMkLst>
        </pc:inkChg>
        <pc:inkChg chg="add mod">
          <ac:chgData name="Mahima Weerasinghe" userId="e11e3f55-42da-4e07-8ead-4d7a1d7ea1c6" providerId="ADAL" clId="{34BDDC3C-2AF4-4325-BEDB-C3E623CC2F40}" dt="2024-08-11T14:31:52.447" v="2499"/>
          <ac:inkMkLst>
            <pc:docMk/>
            <pc:sldMk cId="0" sldId="326"/>
            <ac:inkMk id="69" creationId="{6BC5F0F5-3DCF-B1BA-AFCF-8D36888A43B0}"/>
          </ac:inkMkLst>
        </pc:inkChg>
        <pc:inkChg chg="add mod">
          <ac:chgData name="Mahima Weerasinghe" userId="e11e3f55-42da-4e07-8ead-4d7a1d7ea1c6" providerId="ADAL" clId="{34BDDC3C-2AF4-4325-BEDB-C3E623CC2F40}" dt="2024-08-11T14:31:52.447" v="2499"/>
          <ac:inkMkLst>
            <pc:docMk/>
            <pc:sldMk cId="0" sldId="326"/>
            <ac:inkMk id="70" creationId="{97F67568-D2D4-D6A7-E812-A2A713902358}"/>
          </ac:inkMkLst>
        </pc:inkChg>
        <pc:inkChg chg="add mod">
          <ac:chgData name="Mahima Weerasinghe" userId="e11e3f55-42da-4e07-8ead-4d7a1d7ea1c6" providerId="ADAL" clId="{34BDDC3C-2AF4-4325-BEDB-C3E623CC2F40}" dt="2024-08-11T14:31:52.447" v="2499"/>
          <ac:inkMkLst>
            <pc:docMk/>
            <pc:sldMk cId="0" sldId="326"/>
            <ac:inkMk id="71" creationId="{F290C4C2-2359-5B01-FB2B-C955F8D39B78}"/>
          </ac:inkMkLst>
        </pc:inkChg>
        <pc:inkChg chg="add mod">
          <ac:chgData name="Mahima Weerasinghe" userId="e11e3f55-42da-4e07-8ead-4d7a1d7ea1c6" providerId="ADAL" clId="{34BDDC3C-2AF4-4325-BEDB-C3E623CC2F40}" dt="2024-08-11T14:31:52.447" v="2499"/>
          <ac:inkMkLst>
            <pc:docMk/>
            <pc:sldMk cId="0" sldId="326"/>
            <ac:inkMk id="73" creationId="{19E8620C-64DF-C458-F68D-2998359408A3}"/>
          </ac:inkMkLst>
        </pc:inkChg>
        <pc:inkChg chg="add mod">
          <ac:chgData name="Mahima Weerasinghe" userId="e11e3f55-42da-4e07-8ead-4d7a1d7ea1c6" providerId="ADAL" clId="{34BDDC3C-2AF4-4325-BEDB-C3E623CC2F40}" dt="2024-08-11T14:31:52.447" v="2499"/>
          <ac:inkMkLst>
            <pc:docMk/>
            <pc:sldMk cId="0" sldId="326"/>
            <ac:inkMk id="75" creationId="{418BF74F-8E38-B67D-8101-DBDC9AB67158}"/>
          </ac:inkMkLst>
        </pc:inkChg>
        <pc:inkChg chg="add mod">
          <ac:chgData name="Mahima Weerasinghe" userId="e11e3f55-42da-4e07-8ead-4d7a1d7ea1c6" providerId="ADAL" clId="{34BDDC3C-2AF4-4325-BEDB-C3E623CC2F40}" dt="2024-08-11T14:31:52.447" v="2499"/>
          <ac:inkMkLst>
            <pc:docMk/>
            <pc:sldMk cId="0" sldId="326"/>
            <ac:inkMk id="76" creationId="{646984A7-DCC6-189C-CECE-10A2D401594A}"/>
          </ac:inkMkLst>
        </pc:inkChg>
        <pc:inkChg chg="add mod">
          <ac:chgData name="Mahima Weerasinghe" userId="e11e3f55-42da-4e07-8ead-4d7a1d7ea1c6" providerId="ADAL" clId="{34BDDC3C-2AF4-4325-BEDB-C3E623CC2F40}" dt="2024-08-11T14:31:52.447" v="2499"/>
          <ac:inkMkLst>
            <pc:docMk/>
            <pc:sldMk cId="0" sldId="326"/>
            <ac:inkMk id="77" creationId="{E7357FB4-4803-0A5F-3748-0BE63BB158F1}"/>
          </ac:inkMkLst>
        </pc:inkChg>
        <pc:inkChg chg="add mod">
          <ac:chgData name="Mahima Weerasinghe" userId="e11e3f55-42da-4e07-8ead-4d7a1d7ea1c6" providerId="ADAL" clId="{34BDDC3C-2AF4-4325-BEDB-C3E623CC2F40}" dt="2024-08-11T14:31:52.447" v="2499"/>
          <ac:inkMkLst>
            <pc:docMk/>
            <pc:sldMk cId="0" sldId="326"/>
            <ac:inkMk id="78" creationId="{3D7D5C3F-5B5F-6535-CAFB-EEDE481F0909}"/>
          </ac:inkMkLst>
        </pc:inkChg>
        <pc:inkChg chg="add mod">
          <ac:chgData name="Mahima Weerasinghe" userId="e11e3f55-42da-4e07-8ead-4d7a1d7ea1c6" providerId="ADAL" clId="{34BDDC3C-2AF4-4325-BEDB-C3E623CC2F40}" dt="2024-08-11T14:31:52.447" v="2499"/>
          <ac:inkMkLst>
            <pc:docMk/>
            <pc:sldMk cId="0" sldId="326"/>
            <ac:inkMk id="80" creationId="{ADA31EB8-ADF9-1D4D-36DA-70B3D01FD257}"/>
          </ac:inkMkLst>
        </pc:inkChg>
        <pc:inkChg chg="add mod">
          <ac:chgData name="Mahima Weerasinghe" userId="e11e3f55-42da-4e07-8ead-4d7a1d7ea1c6" providerId="ADAL" clId="{34BDDC3C-2AF4-4325-BEDB-C3E623CC2F40}" dt="2024-08-11T14:31:52.447" v="2499"/>
          <ac:inkMkLst>
            <pc:docMk/>
            <pc:sldMk cId="0" sldId="326"/>
            <ac:inkMk id="82" creationId="{053451AF-9A51-F4A1-16B5-0E8621D8CE27}"/>
          </ac:inkMkLst>
        </pc:inkChg>
        <pc:inkChg chg="add mod">
          <ac:chgData name="Mahima Weerasinghe" userId="e11e3f55-42da-4e07-8ead-4d7a1d7ea1c6" providerId="ADAL" clId="{34BDDC3C-2AF4-4325-BEDB-C3E623CC2F40}" dt="2024-08-11T14:31:52.447" v="2499"/>
          <ac:inkMkLst>
            <pc:docMk/>
            <pc:sldMk cId="0" sldId="326"/>
            <ac:inkMk id="83" creationId="{3743EE58-0E0D-5228-6FE9-B567E5C428B6}"/>
          </ac:inkMkLst>
        </pc:inkChg>
        <pc:inkChg chg="add mod">
          <ac:chgData name="Mahima Weerasinghe" userId="e11e3f55-42da-4e07-8ead-4d7a1d7ea1c6" providerId="ADAL" clId="{34BDDC3C-2AF4-4325-BEDB-C3E623CC2F40}" dt="2024-08-11T14:31:52.447" v="2499"/>
          <ac:inkMkLst>
            <pc:docMk/>
            <pc:sldMk cId="0" sldId="326"/>
            <ac:inkMk id="84" creationId="{27702DB2-479D-9E5A-5FFD-7D2EEA078364}"/>
          </ac:inkMkLst>
        </pc:inkChg>
        <pc:inkChg chg="add mod">
          <ac:chgData name="Mahima Weerasinghe" userId="e11e3f55-42da-4e07-8ead-4d7a1d7ea1c6" providerId="ADAL" clId="{34BDDC3C-2AF4-4325-BEDB-C3E623CC2F40}" dt="2024-08-11T14:31:52.447" v="2499"/>
          <ac:inkMkLst>
            <pc:docMk/>
            <pc:sldMk cId="0" sldId="326"/>
            <ac:inkMk id="85" creationId="{2F7E4A51-16AB-5E72-0A13-9E5D647384ED}"/>
          </ac:inkMkLst>
        </pc:inkChg>
        <pc:inkChg chg="add mod">
          <ac:chgData name="Mahima Weerasinghe" userId="e11e3f55-42da-4e07-8ead-4d7a1d7ea1c6" providerId="ADAL" clId="{34BDDC3C-2AF4-4325-BEDB-C3E623CC2F40}" dt="2024-08-11T14:31:52.447" v="2499"/>
          <ac:inkMkLst>
            <pc:docMk/>
            <pc:sldMk cId="0" sldId="326"/>
            <ac:inkMk id="86" creationId="{91299287-CD1D-A884-045D-D9A0C8A53724}"/>
          </ac:inkMkLst>
        </pc:inkChg>
        <pc:inkChg chg="add mod">
          <ac:chgData name="Mahima Weerasinghe" userId="e11e3f55-42da-4e07-8ead-4d7a1d7ea1c6" providerId="ADAL" clId="{34BDDC3C-2AF4-4325-BEDB-C3E623CC2F40}" dt="2024-08-11T14:31:52.447" v="2499"/>
          <ac:inkMkLst>
            <pc:docMk/>
            <pc:sldMk cId="0" sldId="326"/>
            <ac:inkMk id="88" creationId="{C4DC36C0-3DED-CA17-D542-ED3863D97478}"/>
          </ac:inkMkLst>
        </pc:inkChg>
        <pc:inkChg chg="add mod">
          <ac:chgData name="Mahima Weerasinghe" userId="e11e3f55-42da-4e07-8ead-4d7a1d7ea1c6" providerId="ADAL" clId="{34BDDC3C-2AF4-4325-BEDB-C3E623CC2F40}" dt="2024-08-11T14:31:52.447" v="2499"/>
          <ac:inkMkLst>
            <pc:docMk/>
            <pc:sldMk cId="0" sldId="326"/>
            <ac:inkMk id="89" creationId="{DA04730A-77E7-A088-AA9A-69FD695DF698}"/>
          </ac:inkMkLst>
        </pc:inkChg>
        <pc:inkChg chg="add mod">
          <ac:chgData name="Mahima Weerasinghe" userId="e11e3f55-42da-4e07-8ead-4d7a1d7ea1c6" providerId="ADAL" clId="{34BDDC3C-2AF4-4325-BEDB-C3E623CC2F40}" dt="2024-08-11T14:31:52.447" v="2499"/>
          <ac:inkMkLst>
            <pc:docMk/>
            <pc:sldMk cId="0" sldId="326"/>
            <ac:inkMk id="90" creationId="{A20DA543-EDBE-D0CE-9803-099F1CEC1BC3}"/>
          </ac:inkMkLst>
        </pc:inkChg>
        <pc:inkChg chg="add mod">
          <ac:chgData name="Mahima Weerasinghe" userId="e11e3f55-42da-4e07-8ead-4d7a1d7ea1c6" providerId="ADAL" clId="{34BDDC3C-2AF4-4325-BEDB-C3E623CC2F40}" dt="2024-08-11T14:31:52.447" v="2499"/>
          <ac:inkMkLst>
            <pc:docMk/>
            <pc:sldMk cId="0" sldId="326"/>
            <ac:inkMk id="91" creationId="{D0EE4509-64F2-DA4F-C1AE-2E49E2C85ED6}"/>
          </ac:inkMkLst>
        </pc:inkChg>
        <pc:inkChg chg="add mod">
          <ac:chgData name="Mahima Weerasinghe" userId="e11e3f55-42da-4e07-8ead-4d7a1d7ea1c6" providerId="ADAL" clId="{34BDDC3C-2AF4-4325-BEDB-C3E623CC2F40}" dt="2024-08-11T14:31:52.447" v="2499"/>
          <ac:inkMkLst>
            <pc:docMk/>
            <pc:sldMk cId="0" sldId="326"/>
            <ac:inkMk id="92" creationId="{5D8B250D-AD58-FA81-8685-453A50D1B091}"/>
          </ac:inkMkLst>
        </pc:inkChg>
        <pc:inkChg chg="add mod">
          <ac:chgData name="Mahima Weerasinghe" userId="e11e3f55-42da-4e07-8ead-4d7a1d7ea1c6" providerId="ADAL" clId="{34BDDC3C-2AF4-4325-BEDB-C3E623CC2F40}" dt="2024-08-11T14:31:52.447" v="2499"/>
          <ac:inkMkLst>
            <pc:docMk/>
            <pc:sldMk cId="0" sldId="326"/>
            <ac:inkMk id="93" creationId="{01955D2B-FED5-E8DC-75B5-40E8C983D620}"/>
          </ac:inkMkLst>
        </pc:inkChg>
        <pc:inkChg chg="add mod">
          <ac:chgData name="Mahima Weerasinghe" userId="e11e3f55-42da-4e07-8ead-4d7a1d7ea1c6" providerId="ADAL" clId="{34BDDC3C-2AF4-4325-BEDB-C3E623CC2F40}" dt="2024-08-11T14:31:52.447" v="2499"/>
          <ac:inkMkLst>
            <pc:docMk/>
            <pc:sldMk cId="0" sldId="326"/>
            <ac:inkMk id="94" creationId="{8BE1261F-3F78-58AC-74A3-C23F6EFA0F88}"/>
          </ac:inkMkLst>
        </pc:inkChg>
        <pc:inkChg chg="add mod">
          <ac:chgData name="Mahima Weerasinghe" userId="e11e3f55-42da-4e07-8ead-4d7a1d7ea1c6" providerId="ADAL" clId="{34BDDC3C-2AF4-4325-BEDB-C3E623CC2F40}" dt="2024-08-11T14:31:52.447" v="2499"/>
          <ac:inkMkLst>
            <pc:docMk/>
            <pc:sldMk cId="0" sldId="326"/>
            <ac:inkMk id="95" creationId="{901ED437-0E22-1D81-9526-95D330AD57A9}"/>
          </ac:inkMkLst>
        </pc:inkChg>
        <pc:inkChg chg="add mod">
          <ac:chgData name="Mahima Weerasinghe" userId="e11e3f55-42da-4e07-8ead-4d7a1d7ea1c6" providerId="ADAL" clId="{34BDDC3C-2AF4-4325-BEDB-C3E623CC2F40}" dt="2024-08-11T14:31:52.447" v="2499"/>
          <ac:inkMkLst>
            <pc:docMk/>
            <pc:sldMk cId="0" sldId="326"/>
            <ac:inkMk id="97" creationId="{90378F51-1E5C-C777-DF6B-5AAB34D9FF1D}"/>
          </ac:inkMkLst>
        </pc:inkChg>
        <pc:inkChg chg="add mod">
          <ac:chgData name="Mahima Weerasinghe" userId="e11e3f55-42da-4e07-8ead-4d7a1d7ea1c6" providerId="ADAL" clId="{34BDDC3C-2AF4-4325-BEDB-C3E623CC2F40}" dt="2024-08-11T14:31:52.447" v="2499"/>
          <ac:inkMkLst>
            <pc:docMk/>
            <pc:sldMk cId="0" sldId="326"/>
            <ac:inkMk id="98" creationId="{2A73B518-87D7-8731-27F1-4AF15C0A482A}"/>
          </ac:inkMkLst>
        </pc:inkChg>
      </pc:sldChg>
      <pc:sldChg chg="addSp delSp modSp mod">
        <pc:chgData name="Mahima Weerasinghe" userId="e11e3f55-42da-4e07-8ead-4d7a1d7ea1c6" providerId="ADAL" clId="{34BDDC3C-2AF4-4325-BEDB-C3E623CC2F40}" dt="2024-08-11T12:46:04.674" v="1766"/>
        <pc:sldMkLst>
          <pc:docMk/>
          <pc:sldMk cId="1930261782" sldId="327"/>
        </pc:sldMkLst>
        <pc:spChg chg="mod">
          <ac:chgData name="Mahima Weerasinghe" userId="e11e3f55-42da-4e07-8ead-4d7a1d7ea1c6" providerId="ADAL" clId="{34BDDC3C-2AF4-4325-BEDB-C3E623CC2F40}" dt="2024-08-11T03:05:02.845" v="869" actId="20577"/>
          <ac:spMkLst>
            <pc:docMk/>
            <pc:sldMk cId="1930261782" sldId="327"/>
            <ac:spMk id="4" creationId="{B5C5F008-35EF-390B-DC0A-010B2A161C25}"/>
          </ac:spMkLst>
        </pc:spChg>
        <pc:grpChg chg="mod">
          <ac:chgData name="Mahima Weerasinghe" userId="e11e3f55-42da-4e07-8ead-4d7a1d7ea1c6" providerId="ADAL" clId="{34BDDC3C-2AF4-4325-BEDB-C3E623CC2F40}" dt="2024-08-11T12:30:29.412" v="1565"/>
          <ac:grpSpMkLst>
            <pc:docMk/>
            <pc:sldMk cId="1930261782" sldId="327"/>
            <ac:grpSpMk id="21" creationId="{8B46CE83-D0E8-8070-7C2A-C656DC99CC83}"/>
          </ac:grpSpMkLst>
        </pc:grpChg>
        <pc:grpChg chg="mod">
          <ac:chgData name="Mahima Weerasinghe" userId="e11e3f55-42da-4e07-8ead-4d7a1d7ea1c6" providerId="ADAL" clId="{34BDDC3C-2AF4-4325-BEDB-C3E623CC2F40}" dt="2024-08-11T12:30:29.412" v="1565"/>
          <ac:grpSpMkLst>
            <pc:docMk/>
            <pc:sldMk cId="1930261782" sldId="327"/>
            <ac:grpSpMk id="22" creationId="{B7CEA111-BB70-C541-38C3-EB32E3C33B89}"/>
          </ac:grpSpMkLst>
        </pc:grpChg>
        <pc:grpChg chg="del mod">
          <ac:chgData name="Mahima Weerasinghe" userId="e11e3f55-42da-4e07-8ead-4d7a1d7ea1c6" providerId="ADAL" clId="{34BDDC3C-2AF4-4325-BEDB-C3E623CC2F40}" dt="2024-08-11T12:31:08.928" v="1582"/>
          <ac:grpSpMkLst>
            <pc:docMk/>
            <pc:sldMk cId="1930261782" sldId="327"/>
            <ac:grpSpMk id="66" creationId="{F5EF998E-0AC6-8EF2-B9BC-1F14DE061EA9}"/>
          </ac:grpSpMkLst>
        </pc:grpChg>
        <pc:grpChg chg="del mod">
          <ac:chgData name="Mahima Weerasinghe" userId="e11e3f55-42da-4e07-8ead-4d7a1d7ea1c6" providerId="ADAL" clId="{34BDDC3C-2AF4-4325-BEDB-C3E623CC2F40}" dt="2024-08-11T12:31:08.928" v="1582"/>
          <ac:grpSpMkLst>
            <pc:docMk/>
            <pc:sldMk cId="1930261782" sldId="327"/>
            <ac:grpSpMk id="67" creationId="{581F141B-99FB-7AD2-581A-1F45ED705B64}"/>
          </ac:grpSpMkLst>
        </pc:grpChg>
        <pc:grpChg chg="del mod">
          <ac:chgData name="Mahima Weerasinghe" userId="e11e3f55-42da-4e07-8ead-4d7a1d7ea1c6" providerId="ADAL" clId="{34BDDC3C-2AF4-4325-BEDB-C3E623CC2F40}" dt="2024-08-11T12:31:14.501" v="1588"/>
          <ac:grpSpMkLst>
            <pc:docMk/>
            <pc:sldMk cId="1930261782" sldId="327"/>
            <ac:grpSpMk id="71" creationId="{15058BF9-7AEA-D8CF-19F9-C266C12FE6F5}"/>
          </ac:grpSpMkLst>
        </pc:grpChg>
        <pc:grpChg chg="del mod">
          <ac:chgData name="Mahima Weerasinghe" userId="e11e3f55-42da-4e07-8ead-4d7a1d7ea1c6" providerId="ADAL" clId="{34BDDC3C-2AF4-4325-BEDB-C3E623CC2F40}" dt="2024-08-11T12:31:19.660" v="1597"/>
          <ac:grpSpMkLst>
            <pc:docMk/>
            <pc:sldMk cId="1930261782" sldId="327"/>
            <ac:grpSpMk id="77" creationId="{654955EA-5BD8-A324-243A-6D7A36B89D7E}"/>
          </ac:grpSpMkLst>
        </pc:grpChg>
        <pc:grpChg chg="del mod">
          <ac:chgData name="Mahima Weerasinghe" userId="e11e3f55-42da-4e07-8ead-4d7a1d7ea1c6" providerId="ADAL" clId="{34BDDC3C-2AF4-4325-BEDB-C3E623CC2F40}" dt="2024-08-11T12:31:27.413" v="1600"/>
          <ac:grpSpMkLst>
            <pc:docMk/>
            <pc:sldMk cId="1930261782" sldId="327"/>
            <ac:grpSpMk id="87" creationId="{FCEC2EED-CF39-B767-BE71-877A6055CC04}"/>
          </ac:grpSpMkLst>
        </pc:grpChg>
        <pc:grpChg chg="mod">
          <ac:chgData name="Mahima Weerasinghe" userId="e11e3f55-42da-4e07-8ead-4d7a1d7ea1c6" providerId="ADAL" clId="{34BDDC3C-2AF4-4325-BEDB-C3E623CC2F40}" dt="2024-08-11T12:31:27.413" v="1600"/>
          <ac:grpSpMkLst>
            <pc:docMk/>
            <pc:sldMk cId="1930261782" sldId="327"/>
            <ac:grpSpMk id="90" creationId="{A1514648-E319-B921-7193-2A325DC3DEC5}"/>
          </ac:grpSpMkLst>
        </pc:grpChg>
        <pc:grpChg chg="mod">
          <ac:chgData name="Mahima Weerasinghe" userId="e11e3f55-42da-4e07-8ead-4d7a1d7ea1c6" providerId="ADAL" clId="{34BDDC3C-2AF4-4325-BEDB-C3E623CC2F40}" dt="2024-08-11T12:31:31.463" v="1604"/>
          <ac:grpSpMkLst>
            <pc:docMk/>
            <pc:sldMk cId="1930261782" sldId="327"/>
            <ac:grpSpMk id="94" creationId="{5E4F13D6-E7BE-F855-E670-3110531BC4DA}"/>
          </ac:grpSpMkLst>
        </pc:grpChg>
        <pc:grpChg chg="mod">
          <ac:chgData name="Mahima Weerasinghe" userId="e11e3f55-42da-4e07-8ead-4d7a1d7ea1c6" providerId="ADAL" clId="{34BDDC3C-2AF4-4325-BEDB-C3E623CC2F40}" dt="2024-08-11T12:31:56.761" v="1610"/>
          <ac:grpSpMkLst>
            <pc:docMk/>
            <pc:sldMk cId="1930261782" sldId="327"/>
            <ac:grpSpMk id="132" creationId="{2D42FA10-DAE1-C6A0-386B-A6A55FB0AB42}"/>
          </ac:grpSpMkLst>
        </pc:grpChg>
        <pc:grpChg chg="del mod">
          <ac:chgData name="Mahima Weerasinghe" userId="e11e3f55-42da-4e07-8ead-4d7a1d7ea1c6" providerId="ADAL" clId="{34BDDC3C-2AF4-4325-BEDB-C3E623CC2F40}" dt="2024-08-11T12:38:14.338" v="1629"/>
          <ac:grpSpMkLst>
            <pc:docMk/>
            <pc:sldMk cId="1930261782" sldId="327"/>
            <ac:grpSpMk id="139" creationId="{FCA36F58-552C-64E2-C44B-6F731E56EBF9}"/>
          </ac:grpSpMkLst>
        </pc:grpChg>
        <pc:grpChg chg="del mod">
          <ac:chgData name="Mahima Weerasinghe" userId="e11e3f55-42da-4e07-8ead-4d7a1d7ea1c6" providerId="ADAL" clId="{34BDDC3C-2AF4-4325-BEDB-C3E623CC2F40}" dt="2024-08-11T12:38:14.338" v="1629"/>
          <ac:grpSpMkLst>
            <pc:docMk/>
            <pc:sldMk cId="1930261782" sldId="327"/>
            <ac:grpSpMk id="142" creationId="{FC97DE3F-AAAB-0834-8440-684F68BFDCDD}"/>
          </ac:grpSpMkLst>
        </pc:grpChg>
        <pc:grpChg chg="mod">
          <ac:chgData name="Mahima Weerasinghe" userId="e11e3f55-42da-4e07-8ead-4d7a1d7ea1c6" providerId="ADAL" clId="{34BDDC3C-2AF4-4325-BEDB-C3E623CC2F40}" dt="2024-08-11T12:38:14.338" v="1629"/>
          <ac:grpSpMkLst>
            <pc:docMk/>
            <pc:sldMk cId="1930261782" sldId="327"/>
            <ac:grpSpMk id="152" creationId="{684215FA-4190-94BE-ED08-35C266A50F13}"/>
          </ac:grpSpMkLst>
        </pc:grpChg>
        <pc:grpChg chg="mod">
          <ac:chgData name="Mahima Weerasinghe" userId="e11e3f55-42da-4e07-8ead-4d7a1d7ea1c6" providerId="ADAL" clId="{34BDDC3C-2AF4-4325-BEDB-C3E623CC2F40}" dt="2024-08-11T12:38:20.513" v="1637"/>
          <ac:grpSpMkLst>
            <pc:docMk/>
            <pc:sldMk cId="1930261782" sldId="327"/>
            <ac:grpSpMk id="160" creationId="{31AEB79C-6336-459F-54A2-8953B974FE8F}"/>
          </ac:grpSpMkLst>
        </pc:grpChg>
        <pc:grpChg chg="del mod">
          <ac:chgData name="Mahima Weerasinghe" userId="e11e3f55-42da-4e07-8ead-4d7a1d7ea1c6" providerId="ADAL" clId="{34BDDC3C-2AF4-4325-BEDB-C3E623CC2F40}" dt="2024-08-11T12:38:31.795" v="1644"/>
          <ac:grpSpMkLst>
            <pc:docMk/>
            <pc:sldMk cId="1930261782" sldId="327"/>
            <ac:grpSpMk id="165" creationId="{A1EAB987-A351-9EAE-9C9C-2B2DED7FC665}"/>
          </ac:grpSpMkLst>
        </pc:grpChg>
        <pc:grpChg chg="del mod">
          <ac:chgData name="Mahima Weerasinghe" userId="e11e3f55-42da-4e07-8ead-4d7a1d7ea1c6" providerId="ADAL" clId="{34BDDC3C-2AF4-4325-BEDB-C3E623CC2F40}" dt="2024-08-11T12:38:34.668" v="1648"/>
          <ac:grpSpMkLst>
            <pc:docMk/>
            <pc:sldMk cId="1930261782" sldId="327"/>
            <ac:grpSpMk id="167" creationId="{67D3EB47-2F12-7B30-C9B7-63D8526D47B2}"/>
          </ac:grpSpMkLst>
        </pc:grpChg>
        <pc:grpChg chg="del mod">
          <ac:chgData name="Mahima Weerasinghe" userId="e11e3f55-42da-4e07-8ead-4d7a1d7ea1c6" providerId="ADAL" clId="{34BDDC3C-2AF4-4325-BEDB-C3E623CC2F40}" dt="2024-08-11T12:38:37.118" v="1651"/>
          <ac:grpSpMkLst>
            <pc:docMk/>
            <pc:sldMk cId="1930261782" sldId="327"/>
            <ac:grpSpMk id="171" creationId="{71EC3E31-E04E-DF50-13A9-E654E8556B14}"/>
          </ac:grpSpMkLst>
        </pc:grpChg>
        <pc:grpChg chg="del mod">
          <ac:chgData name="Mahima Weerasinghe" userId="e11e3f55-42da-4e07-8ead-4d7a1d7ea1c6" providerId="ADAL" clId="{34BDDC3C-2AF4-4325-BEDB-C3E623CC2F40}" dt="2024-08-11T12:40:19.627" v="1672"/>
          <ac:grpSpMkLst>
            <pc:docMk/>
            <pc:sldMk cId="1930261782" sldId="327"/>
            <ac:grpSpMk id="174" creationId="{9D2AE021-A16E-C85C-7C20-EB770531E078}"/>
          </ac:grpSpMkLst>
        </pc:grpChg>
        <pc:grpChg chg="del mod">
          <ac:chgData name="Mahima Weerasinghe" userId="e11e3f55-42da-4e07-8ead-4d7a1d7ea1c6" providerId="ADAL" clId="{34BDDC3C-2AF4-4325-BEDB-C3E623CC2F40}" dt="2024-08-11T12:40:25.283" v="1675"/>
          <ac:grpSpMkLst>
            <pc:docMk/>
            <pc:sldMk cId="1930261782" sldId="327"/>
            <ac:grpSpMk id="195" creationId="{3E9582C4-0D44-8AC1-9F9D-1880C4DAFD21}"/>
          </ac:grpSpMkLst>
        </pc:grpChg>
        <pc:grpChg chg="del mod">
          <ac:chgData name="Mahima Weerasinghe" userId="e11e3f55-42da-4e07-8ead-4d7a1d7ea1c6" providerId="ADAL" clId="{34BDDC3C-2AF4-4325-BEDB-C3E623CC2F40}" dt="2024-08-11T12:40:31.620" v="1691"/>
          <ac:grpSpMkLst>
            <pc:docMk/>
            <pc:sldMk cId="1930261782" sldId="327"/>
            <ac:grpSpMk id="198" creationId="{E0BCD6F3-D262-B878-EF63-56E59E2590B0}"/>
          </ac:grpSpMkLst>
        </pc:grpChg>
        <pc:grpChg chg="del mod">
          <ac:chgData name="Mahima Weerasinghe" userId="e11e3f55-42da-4e07-8ead-4d7a1d7ea1c6" providerId="ADAL" clId="{34BDDC3C-2AF4-4325-BEDB-C3E623CC2F40}" dt="2024-08-11T12:40:36.509" v="1693"/>
          <ac:grpSpMkLst>
            <pc:docMk/>
            <pc:sldMk cId="1930261782" sldId="327"/>
            <ac:grpSpMk id="214" creationId="{2009CD56-9214-24BF-D223-16D1347CE627}"/>
          </ac:grpSpMkLst>
        </pc:grpChg>
        <pc:grpChg chg="del mod">
          <ac:chgData name="Mahima Weerasinghe" userId="e11e3f55-42da-4e07-8ead-4d7a1d7ea1c6" providerId="ADAL" clId="{34BDDC3C-2AF4-4325-BEDB-C3E623CC2F40}" dt="2024-08-11T12:41:18.720" v="1706"/>
          <ac:grpSpMkLst>
            <pc:docMk/>
            <pc:sldMk cId="1930261782" sldId="327"/>
            <ac:grpSpMk id="216" creationId="{39AD1D70-8DE1-CC81-EC5B-CD980823E4E5}"/>
          </ac:grpSpMkLst>
        </pc:grpChg>
        <pc:grpChg chg="del mod">
          <ac:chgData name="Mahima Weerasinghe" userId="e11e3f55-42da-4e07-8ead-4d7a1d7ea1c6" providerId="ADAL" clId="{34BDDC3C-2AF4-4325-BEDB-C3E623CC2F40}" dt="2024-08-11T12:41:23.888" v="1714"/>
          <ac:grpSpMkLst>
            <pc:docMk/>
            <pc:sldMk cId="1930261782" sldId="327"/>
            <ac:grpSpMk id="229" creationId="{01733FC5-E784-8BF0-0053-7C6361316BC4}"/>
          </ac:grpSpMkLst>
        </pc:grpChg>
        <pc:grpChg chg="del mod">
          <ac:chgData name="Mahima Weerasinghe" userId="e11e3f55-42da-4e07-8ead-4d7a1d7ea1c6" providerId="ADAL" clId="{34BDDC3C-2AF4-4325-BEDB-C3E623CC2F40}" dt="2024-08-11T12:42:09.443" v="1722"/>
          <ac:grpSpMkLst>
            <pc:docMk/>
            <pc:sldMk cId="1930261782" sldId="327"/>
            <ac:grpSpMk id="237" creationId="{1511E4DD-E2DD-3664-3F81-FF3CA975EC8B}"/>
          </ac:grpSpMkLst>
        </pc:grpChg>
        <pc:grpChg chg="mod">
          <ac:chgData name="Mahima Weerasinghe" userId="e11e3f55-42da-4e07-8ead-4d7a1d7ea1c6" providerId="ADAL" clId="{34BDDC3C-2AF4-4325-BEDB-C3E623CC2F40}" dt="2024-08-11T12:41:49.795" v="1718"/>
          <ac:grpSpMkLst>
            <pc:docMk/>
            <pc:sldMk cId="1930261782" sldId="327"/>
            <ac:grpSpMk id="241" creationId="{3CB47798-FE31-BF20-E391-79C6AE7E1A0D}"/>
          </ac:grpSpMkLst>
        </pc:grpChg>
        <pc:grpChg chg="del mod">
          <ac:chgData name="Mahima Weerasinghe" userId="e11e3f55-42da-4e07-8ead-4d7a1d7ea1c6" providerId="ADAL" clId="{34BDDC3C-2AF4-4325-BEDB-C3E623CC2F40}" dt="2024-08-11T12:42:13.037" v="1728"/>
          <ac:grpSpMkLst>
            <pc:docMk/>
            <pc:sldMk cId="1930261782" sldId="327"/>
            <ac:grpSpMk id="245" creationId="{1D225AD2-97F6-40AB-021F-81B5AA03D53C}"/>
          </ac:grpSpMkLst>
        </pc:grpChg>
        <pc:grpChg chg="del mod">
          <ac:chgData name="Mahima Weerasinghe" userId="e11e3f55-42da-4e07-8ead-4d7a1d7ea1c6" providerId="ADAL" clId="{34BDDC3C-2AF4-4325-BEDB-C3E623CC2F40}" dt="2024-08-11T12:42:13.037" v="1728"/>
          <ac:grpSpMkLst>
            <pc:docMk/>
            <pc:sldMk cId="1930261782" sldId="327"/>
            <ac:grpSpMk id="249" creationId="{B431B5EB-D12C-0CFE-B47E-EC0762365F84}"/>
          </ac:grpSpMkLst>
        </pc:grpChg>
        <pc:grpChg chg="del mod">
          <ac:chgData name="Mahima Weerasinghe" userId="e11e3f55-42da-4e07-8ead-4d7a1d7ea1c6" providerId="ADAL" clId="{34BDDC3C-2AF4-4325-BEDB-C3E623CC2F40}" dt="2024-08-11T12:42:14.671" v="1731"/>
          <ac:grpSpMkLst>
            <pc:docMk/>
            <pc:sldMk cId="1930261782" sldId="327"/>
            <ac:grpSpMk id="251" creationId="{0E586175-5EAC-5AB1-8C6B-AEEE649EC4E8}"/>
          </ac:grpSpMkLst>
        </pc:grpChg>
        <pc:grpChg chg="mod">
          <ac:chgData name="Mahima Weerasinghe" userId="e11e3f55-42da-4e07-8ead-4d7a1d7ea1c6" providerId="ADAL" clId="{34BDDC3C-2AF4-4325-BEDB-C3E623CC2F40}" dt="2024-08-11T12:42:14.671" v="1731"/>
          <ac:grpSpMkLst>
            <pc:docMk/>
            <pc:sldMk cId="1930261782" sldId="327"/>
            <ac:grpSpMk id="254" creationId="{86CF3DA5-FE8D-FF6E-240B-688D5DC83BE9}"/>
          </ac:grpSpMkLst>
        </pc:grpChg>
        <pc:grpChg chg="del mod">
          <ac:chgData name="Mahima Weerasinghe" userId="e11e3f55-42da-4e07-8ead-4d7a1d7ea1c6" providerId="ADAL" clId="{34BDDC3C-2AF4-4325-BEDB-C3E623CC2F40}" dt="2024-08-11T12:42:46.206" v="1744"/>
          <ac:grpSpMkLst>
            <pc:docMk/>
            <pc:sldMk cId="1930261782" sldId="327"/>
            <ac:grpSpMk id="258" creationId="{39F77400-2C88-2419-FEC4-CC947D80A513}"/>
          </ac:grpSpMkLst>
        </pc:grpChg>
        <pc:grpChg chg="mod">
          <ac:chgData name="Mahima Weerasinghe" userId="e11e3f55-42da-4e07-8ead-4d7a1d7ea1c6" providerId="ADAL" clId="{34BDDC3C-2AF4-4325-BEDB-C3E623CC2F40}" dt="2024-08-11T12:42:46.206" v="1744"/>
          <ac:grpSpMkLst>
            <pc:docMk/>
            <pc:sldMk cId="1930261782" sldId="327"/>
            <ac:grpSpMk id="267" creationId="{2F175465-1C01-B9C2-0176-BC71BB008040}"/>
          </ac:grpSpMkLst>
        </pc:grpChg>
        <pc:grpChg chg="mod">
          <ac:chgData name="Mahima Weerasinghe" userId="e11e3f55-42da-4e07-8ead-4d7a1d7ea1c6" providerId="ADAL" clId="{34BDDC3C-2AF4-4325-BEDB-C3E623CC2F40}" dt="2024-08-11T12:42:46.206" v="1744"/>
          <ac:grpSpMkLst>
            <pc:docMk/>
            <pc:sldMk cId="1930261782" sldId="327"/>
            <ac:grpSpMk id="268" creationId="{182622B3-C738-A44E-C621-4D871E43EBB2}"/>
          </ac:grpSpMkLst>
        </pc:grpChg>
        <pc:grpChg chg="mod">
          <ac:chgData name="Mahima Weerasinghe" userId="e11e3f55-42da-4e07-8ead-4d7a1d7ea1c6" providerId="ADAL" clId="{34BDDC3C-2AF4-4325-BEDB-C3E623CC2F40}" dt="2024-08-11T12:45:51.302" v="1753"/>
          <ac:grpSpMkLst>
            <pc:docMk/>
            <pc:sldMk cId="1930261782" sldId="327"/>
            <ac:grpSpMk id="277" creationId="{4740C3CC-FA1B-541B-E7A7-78AFE0C3016F}"/>
          </ac:grpSpMkLst>
        </pc:grpChg>
        <pc:grpChg chg="mod">
          <ac:chgData name="Mahima Weerasinghe" userId="e11e3f55-42da-4e07-8ead-4d7a1d7ea1c6" providerId="ADAL" clId="{34BDDC3C-2AF4-4325-BEDB-C3E623CC2F40}" dt="2024-08-11T12:46:01.450" v="1760"/>
          <ac:grpSpMkLst>
            <pc:docMk/>
            <pc:sldMk cId="1930261782" sldId="327"/>
            <ac:grpSpMk id="284" creationId="{E3484A38-FF24-7DAD-2BCF-18FE631C40C4}"/>
          </ac:grpSpMkLst>
        </pc:grpChg>
        <pc:grpChg chg="del mod">
          <ac:chgData name="Mahima Weerasinghe" userId="e11e3f55-42da-4e07-8ead-4d7a1d7ea1c6" providerId="ADAL" clId="{34BDDC3C-2AF4-4325-BEDB-C3E623CC2F40}" dt="2024-08-11T12:46:04.674" v="1766"/>
          <ac:grpSpMkLst>
            <pc:docMk/>
            <pc:sldMk cId="1930261782" sldId="327"/>
            <ac:grpSpMk id="287" creationId="{F670E749-799E-FC27-A95E-7F08A535F1D0}"/>
          </ac:grpSpMkLst>
        </pc:grpChg>
        <pc:grpChg chg="mod">
          <ac:chgData name="Mahima Weerasinghe" userId="e11e3f55-42da-4e07-8ead-4d7a1d7ea1c6" providerId="ADAL" clId="{34BDDC3C-2AF4-4325-BEDB-C3E623CC2F40}" dt="2024-08-11T12:46:04.674" v="1766"/>
          <ac:grpSpMkLst>
            <pc:docMk/>
            <pc:sldMk cId="1930261782" sldId="327"/>
            <ac:grpSpMk id="290" creationId="{8B56B62E-001B-CCF9-79A8-5A299ECDEFB2}"/>
          </ac:grpSpMkLst>
        </pc:grpChg>
        <pc:inkChg chg="add mod">
          <ac:chgData name="Mahima Weerasinghe" userId="e11e3f55-42da-4e07-8ead-4d7a1d7ea1c6" providerId="ADAL" clId="{34BDDC3C-2AF4-4325-BEDB-C3E623CC2F40}" dt="2024-08-11T12:30:29.412" v="1565"/>
          <ac:inkMkLst>
            <pc:docMk/>
            <pc:sldMk cId="1930261782" sldId="327"/>
            <ac:inkMk id="3" creationId="{43E786B7-1044-DC74-BCF9-ADDEBA7379A3}"/>
          </ac:inkMkLst>
        </pc:inkChg>
        <pc:inkChg chg="add mod">
          <ac:chgData name="Mahima Weerasinghe" userId="e11e3f55-42da-4e07-8ead-4d7a1d7ea1c6" providerId="ADAL" clId="{34BDDC3C-2AF4-4325-BEDB-C3E623CC2F40}" dt="2024-08-11T12:30:29.412" v="1565"/>
          <ac:inkMkLst>
            <pc:docMk/>
            <pc:sldMk cId="1930261782" sldId="327"/>
            <ac:inkMk id="5" creationId="{D9093066-8D90-24A7-9A9B-9FF4A859C8DE}"/>
          </ac:inkMkLst>
        </pc:inkChg>
        <pc:inkChg chg="add mod">
          <ac:chgData name="Mahima Weerasinghe" userId="e11e3f55-42da-4e07-8ead-4d7a1d7ea1c6" providerId="ADAL" clId="{34BDDC3C-2AF4-4325-BEDB-C3E623CC2F40}" dt="2024-08-11T12:30:29.412" v="1565"/>
          <ac:inkMkLst>
            <pc:docMk/>
            <pc:sldMk cId="1930261782" sldId="327"/>
            <ac:inkMk id="6" creationId="{3B692031-4808-6ED6-AD42-98E925DA6A59}"/>
          </ac:inkMkLst>
        </pc:inkChg>
        <pc:inkChg chg="add mod">
          <ac:chgData name="Mahima Weerasinghe" userId="e11e3f55-42da-4e07-8ead-4d7a1d7ea1c6" providerId="ADAL" clId="{34BDDC3C-2AF4-4325-BEDB-C3E623CC2F40}" dt="2024-08-11T12:30:29.412" v="1565"/>
          <ac:inkMkLst>
            <pc:docMk/>
            <pc:sldMk cId="1930261782" sldId="327"/>
            <ac:inkMk id="7" creationId="{664DE00B-D236-D5C8-B25C-DFC8EC54C5B9}"/>
          </ac:inkMkLst>
        </pc:inkChg>
        <pc:inkChg chg="add mod">
          <ac:chgData name="Mahima Weerasinghe" userId="e11e3f55-42da-4e07-8ead-4d7a1d7ea1c6" providerId="ADAL" clId="{34BDDC3C-2AF4-4325-BEDB-C3E623CC2F40}" dt="2024-08-11T12:30:29.412" v="1565"/>
          <ac:inkMkLst>
            <pc:docMk/>
            <pc:sldMk cId="1930261782" sldId="327"/>
            <ac:inkMk id="8" creationId="{C6CA3358-8DD1-A0D7-6359-9E94B60E4F6B}"/>
          </ac:inkMkLst>
        </pc:inkChg>
        <pc:inkChg chg="add mod">
          <ac:chgData name="Mahima Weerasinghe" userId="e11e3f55-42da-4e07-8ead-4d7a1d7ea1c6" providerId="ADAL" clId="{34BDDC3C-2AF4-4325-BEDB-C3E623CC2F40}" dt="2024-08-11T12:30:29.412" v="1565"/>
          <ac:inkMkLst>
            <pc:docMk/>
            <pc:sldMk cId="1930261782" sldId="327"/>
            <ac:inkMk id="9" creationId="{A2C457B2-ED04-98FC-4517-64B090DE3CFA}"/>
          </ac:inkMkLst>
        </pc:inkChg>
        <pc:inkChg chg="add mod">
          <ac:chgData name="Mahima Weerasinghe" userId="e11e3f55-42da-4e07-8ead-4d7a1d7ea1c6" providerId="ADAL" clId="{34BDDC3C-2AF4-4325-BEDB-C3E623CC2F40}" dt="2024-08-11T12:30:29.412" v="1565"/>
          <ac:inkMkLst>
            <pc:docMk/>
            <pc:sldMk cId="1930261782" sldId="327"/>
            <ac:inkMk id="10" creationId="{F36CCF79-5F81-455A-5770-F011D28D0FB1}"/>
          </ac:inkMkLst>
        </pc:inkChg>
        <pc:inkChg chg="add mod">
          <ac:chgData name="Mahima Weerasinghe" userId="e11e3f55-42da-4e07-8ead-4d7a1d7ea1c6" providerId="ADAL" clId="{34BDDC3C-2AF4-4325-BEDB-C3E623CC2F40}" dt="2024-08-11T12:30:29.412" v="1565"/>
          <ac:inkMkLst>
            <pc:docMk/>
            <pc:sldMk cId="1930261782" sldId="327"/>
            <ac:inkMk id="11" creationId="{2EDA68DC-55D2-711D-55FA-87FBAFE828D5}"/>
          </ac:inkMkLst>
        </pc:inkChg>
        <pc:inkChg chg="add mod">
          <ac:chgData name="Mahima Weerasinghe" userId="e11e3f55-42da-4e07-8ead-4d7a1d7ea1c6" providerId="ADAL" clId="{34BDDC3C-2AF4-4325-BEDB-C3E623CC2F40}" dt="2024-08-11T12:30:29.412" v="1565"/>
          <ac:inkMkLst>
            <pc:docMk/>
            <pc:sldMk cId="1930261782" sldId="327"/>
            <ac:inkMk id="12" creationId="{E1C3B95F-DF81-F9FA-DF00-A8ABB286639A}"/>
          </ac:inkMkLst>
        </pc:inkChg>
        <pc:inkChg chg="add mod">
          <ac:chgData name="Mahima Weerasinghe" userId="e11e3f55-42da-4e07-8ead-4d7a1d7ea1c6" providerId="ADAL" clId="{34BDDC3C-2AF4-4325-BEDB-C3E623CC2F40}" dt="2024-08-11T12:30:29.412" v="1565"/>
          <ac:inkMkLst>
            <pc:docMk/>
            <pc:sldMk cId="1930261782" sldId="327"/>
            <ac:inkMk id="13" creationId="{3F973E72-0A69-1755-B5D3-99711F3E1768}"/>
          </ac:inkMkLst>
        </pc:inkChg>
        <pc:inkChg chg="add mod">
          <ac:chgData name="Mahima Weerasinghe" userId="e11e3f55-42da-4e07-8ead-4d7a1d7ea1c6" providerId="ADAL" clId="{34BDDC3C-2AF4-4325-BEDB-C3E623CC2F40}" dt="2024-08-11T12:30:29.412" v="1565"/>
          <ac:inkMkLst>
            <pc:docMk/>
            <pc:sldMk cId="1930261782" sldId="327"/>
            <ac:inkMk id="14" creationId="{51623949-AE46-AAC9-9906-951332679A5A}"/>
          </ac:inkMkLst>
        </pc:inkChg>
        <pc:inkChg chg="add mod">
          <ac:chgData name="Mahima Weerasinghe" userId="e11e3f55-42da-4e07-8ead-4d7a1d7ea1c6" providerId="ADAL" clId="{34BDDC3C-2AF4-4325-BEDB-C3E623CC2F40}" dt="2024-08-11T12:30:29.412" v="1565"/>
          <ac:inkMkLst>
            <pc:docMk/>
            <pc:sldMk cId="1930261782" sldId="327"/>
            <ac:inkMk id="15" creationId="{B5F560C0-68A9-E025-B015-850818E9C34B}"/>
          </ac:inkMkLst>
        </pc:inkChg>
        <pc:inkChg chg="add mod">
          <ac:chgData name="Mahima Weerasinghe" userId="e11e3f55-42da-4e07-8ead-4d7a1d7ea1c6" providerId="ADAL" clId="{34BDDC3C-2AF4-4325-BEDB-C3E623CC2F40}" dt="2024-08-11T12:30:29.412" v="1565"/>
          <ac:inkMkLst>
            <pc:docMk/>
            <pc:sldMk cId="1930261782" sldId="327"/>
            <ac:inkMk id="16" creationId="{A1A01879-5C4B-CD42-C038-B7A83E83A8C7}"/>
          </ac:inkMkLst>
        </pc:inkChg>
        <pc:inkChg chg="add mod">
          <ac:chgData name="Mahima Weerasinghe" userId="e11e3f55-42da-4e07-8ead-4d7a1d7ea1c6" providerId="ADAL" clId="{34BDDC3C-2AF4-4325-BEDB-C3E623CC2F40}" dt="2024-08-11T12:30:29.412" v="1565"/>
          <ac:inkMkLst>
            <pc:docMk/>
            <pc:sldMk cId="1930261782" sldId="327"/>
            <ac:inkMk id="17" creationId="{D2C0230B-C290-C17D-0411-028600176245}"/>
          </ac:inkMkLst>
        </pc:inkChg>
        <pc:inkChg chg="add mod">
          <ac:chgData name="Mahima Weerasinghe" userId="e11e3f55-42da-4e07-8ead-4d7a1d7ea1c6" providerId="ADAL" clId="{34BDDC3C-2AF4-4325-BEDB-C3E623CC2F40}" dt="2024-08-11T12:30:29.412" v="1565"/>
          <ac:inkMkLst>
            <pc:docMk/>
            <pc:sldMk cId="1930261782" sldId="327"/>
            <ac:inkMk id="18" creationId="{403D83EC-DCA4-170D-3BB7-128161F5009C}"/>
          </ac:inkMkLst>
        </pc:inkChg>
        <pc:inkChg chg="add mod">
          <ac:chgData name="Mahima Weerasinghe" userId="e11e3f55-42da-4e07-8ead-4d7a1d7ea1c6" providerId="ADAL" clId="{34BDDC3C-2AF4-4325-BEDB-C3E623CC2F40}" dt="2024-08-11T12:30:29.412" v="1565"/>
          <ac:inkMkLst>
            <pc:docMk/>
            <pc:sldMk cId="1930261782" sldId="327"/>
            <ac:inkMk id="19" creationId="{32ED0AA6-D0C4-B731-32D5-E19DCECF6315}"/>
          </ac:inkMkLst>
        </pc:inkChg>
        <pc:inkChg chg="add mod">
          <ac:chgData name="Mahima Weerasinghe" userId="e11e3f55-42da-4e07-8ead-4d7a1d7ea1c6" providerId="ADAL" clId="{34BDDC3C-2AF4-4325-BEDB-C3E623CC2F40}" dt="2024-08-11T12:30:29.412" v="1565"/>
          <ac:inkMkLst>
            <pc:docMk/>
            <pc:sldMk cId="1930261782" sldId="327"/>
            <ac:inkMk id="20" creationId="{50260A94-3645-5E98-72D1-DC53BA7E88CC}"/>
          </ac:inkMkLst>
        </pc:inkChg>
        <pc:inkChg chg="add">
          <ac:chgData name="Mahima Weerasinghe" userId="e11e3f55-42da-4e07-8ead-4d7a1d7ea1c6" providerId="ADAL" clId="{34BDDC3C-2AF4-4325-BEDB-C3E623CC2F40}" dt="2024-08-11T12:30:30.775" v="1566" actId="9405"/>
          <ac:inkMkLst>
            <pc:docMk/>
            <pc:sldMk cId="1930261782" sldId="327"/>
            <ac:inkMk id="23" creationId="{F46C31ED-40DB-621D-FDCE-4E2DD002E430}"/>
          </ac:inkMkLst>
        </pc:inkChg>
        <pc:inkChg chg="add del">
          <ac:chgData name="Mahima Weerasinghe" userId="e11e3f55-42da-4e07-8ead-4d7a1d7ea1c6" providerId="ADAL" clId="{34BDDC3C-2AF4-4325-BEDB-C3E623CC2F40}" dt="2024-08-11T12:30:38.181" v="1568" actId="9405"/>
          <ac:inkMkLst>
            <pc:docMk/>
            <pc:sldMk cId="1930261782" sldId="327"/>
            <ac:inkMk id="24" creationId="{FFB1AD1B-3F9E-7005-159B-BAA464D6AA58}"/>
          </ac:inkMkLst>
        </pc:inkChg>
        <pc:inkChg chg="add">
          <ac:chgData name="Mahima Weerasinghe" userId="e11e3f55-42da-4e07-8ead-4d7a1d7ea1c6" providerId="ADAL" clId="{34BDDC3C-2AF4-4325-BEDB-C3E623CC2F40}" dt="2024-08-11T12:30:43.282" v="1569" actId="9405"/>
          <ac:inkMkLst>
            <pc:docMk/>
            <pc:sldMk cId="1930261782" sldId="327"/>
            <ac:inkMk id="25" creationId="{1587705F-70B9-7A80-70C5-FA8F1D08FB96}"/>
          </ac:inkMkLst>
        </pc:inkChg>
        <pc:inkChg chg="add mod">
          <ac:chgData name="Mahima Weerasinghe" userId="e11e3f55-42da-4e07-8ead-4d7a1d7ea1c6" providerId="ADAL" clId="{34BDDC3C-2AF4-4325-BEDB-C3E623CC2F40}" dt="2024-08-11T12:31:27.413" v="1600"/>
          <ac:inkMkLst>
            <pc:docMk/>
            <pc:sldMk cId="1930261782" sldId="327"/>
            <ac:inkMk id="26" creationId="{D72ABB27-9599-45AE-677D-C5E011FD49F3}"/>
          </ac:inkMkLst>
        </pc:inkChg>
        <pc:inkChg chg="add mod">
          <ac:chgData name="Mahima Weerasinghe" userId="e11e3f55-42da-4e07-8ead-4d7a1d7ea1c6" providerId="ADAL" clId="{34BDDC3C-2AF4-4325-BEDB-C3E623CC2F40}" dt="2024-08-11T12:31:27.413" v="1600"/>
          <ac:inkMkLst>
            <pc:docMk/>
            <pc:sldMk cId="1930261782" sldId="327"/>
            <ac:inkMk id="27" creationId="{CF86DC8D-840D-1825-1C67-514525A320DB}"/>
          </ac:inkMkLst>
        </pc:inkChg>
        <pc:inkChg chg="add mod">
          <ac:chgData name="Mahima Weerasinghe" userId="e11e3f55-42da-4e07-8ead-4d7a1d7ea1c6" providerId="ADAL" clId="{34BDDC3C-2AF4-4325-BEDB-C3E623CC2F40}" dt="2024-08-11T12:31:27.413" v="1600"/>
          <ac:inkMkLst>
            <pc:docMk/>
            <pc:sldMk cId="1930261782" sldId="327"/>
            <ac:inkMk id="28" creationId="{44479A97-F3D9-9F47-6AE8-419989F57E7A}"/>
          </ac:inkMkLst>
        </pc:inkChg>
        <pc:inkChg chg="add mod">
          <ac:chgData name="Mahima Weerasinghe" userId="e11e3f55-42da-4e07-8ead-4d7a1d7ea1c6" providerId="ADAL" clId="{34BDDC3C-2AF4-4325-BEDB-C3E623CC2F40}" dt="2024-08-11T12:31:27.413" v="1600"/>
          <ac:inkMkLst>
            <pc:docMk/>
            <pc:sldMk cId="1930261782" sldId="327"/>
            <ac:inkMk id="29" creationId="{C0836D23-50C8-3216-9419-E27254AB55A7}"/>
          </ac:inkMkLst>
        </pc:inkChg>
        <pc:inkChg chg="add mod">
          <ac:chgData name="Mahima Weerasinghe" userId="e11e3f55-42da-4e07-8ead-4d7a1d7ea1c6" providerId="ADAL" clId="{34BDDC3C-2AF4-4325-BEDB-C3E623CC2F40}" dt="2024-08-11T12:31:27.413" v="1600"/>
          <ac:inkMkLst>
            <pc:docMk/>
            <pc:sldMk cId="1930261782" sldId="327"/>
            <ac:inkMk id="30" creationId="{15FC814D-7EC4-9575-587B-38FBB51CEA68}"/>
          </ac:inkMkLst>
        </pc:inkChg>
        <pc:inkChg chg="add mod">
          <ac:chgData name="Mahima Weerasinghe" userId="e11e3f55-42da-4e07-8ead-4d7a1d7ea1c6" providerId="ADAL" clId="{34BDDC3C-2AF4-4325-BEDB-C3E623CC2F40}" dt="2024-08-11T12:31:27.413" v="1600"/>
          <ac:inkMkLst>
            <pc:docMk/>
            <pc:sldMk cId="1930261782" sldId="327"/>
            <ac:inkMk id="31" creationId="{FEE55B37-F718-1BA9-6D15-C5728BF5DC05}"/>
          </ac:inkMkLst>
        </pc:inkChg>
        <pc:inkChg chg="add mod">
          <ac:chgData name="Mahima Weerasinghe" userId="e11e3f55-42da-4e07-8ead-4d7a1d7ea1c6" providerId="ADAL" clId="{34BDDC3C-2AF4-4325-BEDB-C3E623CC2F40}" dt="2024-08-11T12:31:27.413" v="1600"/>
          <ac:inkMkLst>
            <pc:docMk/>
            <pc:sldMk cId="1930261782" sldId="327"/>
            <ac:inkMk id="64" creationId="{6E25BCE0-F6A9-E441-1A38-DFFDBB9122BC}"/>
          </ac:inkMkLst>
        </pc:inkChg>
        <pc:inkChg chg="add mod">
          <ac:chgData name="Mahima Weerasinghe" userId="e11e3f55-42da-4e07-8ead-4d7a1d7ea1c6" providerId="ADAL" clId="{34BDDC3C-2AF4-4325-BEDB-C3E623CC2F40}" dt="2024-08-11T12:31:27.413" v="1600"/>
          <ac:inkMkLst>
            <pc:docMk/>
            <pc:sldMk cId="1930261782" sldId="327"/>
            <ac:inkMk id="65" creationId="{53123F0B-E6E7-A593-7A35-EEB869A1A616}"/>
          </ac:inkMkLst>
        </pc:inkChg>
        <pc:inkChg chg="add mod">
          <ac:chgData name="Mahima Weerasinghe" userId="e11e3f55-42da-4e07-8ead-4d7a1d7ea1c6" providerId="ADAL" clId="{34BDDC3C-2AF4-4325-BEDB-C3E623CC2F40}" dt="2024-08-11T12:31:27.413" v="1600"/>
          <ac:inkMkLst>
            <pc:docMk/>
            <pc:sldMk cId="1930261782" sldId="327"/>
            <ac:inkMk id="68" creationId="{439A67BC-7E66-3377-5761-B1BB11B3BD9E}"/>
          </ac:inkMkLst>
        </pc:inkChg>
        <pc:inkChg chg="add mod">
          <ac:chgData name="Mahima Weerasinghe" userId="e11e3f55-42da-4e07-8ead-4d7a1d7ea1c6" providerId="ADAL" clId="{34BDDC3C-2AF4-4325-BEDB-C3E623CC2F40}" dt="2024-08-11T12:31:27.413" v="1600"/>
          <ac:inkMkLst>
            <pc:docMk/>
            <pc:sldMk cId="1930261782" sldId="327"/>
            <ac:inkMk id="69" creationId="{1F95233C-D50A-1C93-D52B-F6BC795477C2}"/>
          </ac:inkMkLst>
        </pc:inkChg>
        <pc:inkChg chg="add mod">
          <ac:chgData name="Mahima Weerasinghe" userId="e11e3f55-42da-4e07-8ead-4d7a1d7ea1c6" providerId="ADAL" clId="{34BDDC3C-2AF4-4325-BEDB-C3E623CC2F40}" dt="2024-08-11T12:31:27.413" v="1600"/>
          <ac:inkMkLst>
            <pc:docMk/>
            <pc:sldMk cId="1930261782" sldId="327"/>
            <ac:inkMk id="70" creationId="{1EFE8C9B-EDBE-FDC5-3227-D1F69F3218F9}"/>
          </ac:inkMkLst>
        </pc:inkChg>
        <pc:inkChg chg="add mod">
          <ac:chgData name="Mahima Weerasinghe" userId="e11e3f55-42da-4e07-8ead-4d7a1d7ea1c6" providerId="ADAL" clId="{34BDDC3C-2AF4-4325-BEDB-C3E623CC2F40}" dt="2024-08-11T12:31:27.413" v="1600"/>
          <ac:inkMkLst>
            <pc:docMk/>
            <pc:sldMk cId="1930261782" sldId="327"/>
            <ac:inkMk id="72" creationId="{B7F6D2E7-466F-7634-7C36-7059BD7F8192}"/>
          </ac:inkMkLst>
        </pc:inkChg>
        <pc:inkChg chg="add mod">
          <ac:chgData name="Mahima Weerasinghe" userId="e11e3f55-42da-4e07-8ead-4d7a1d7ea1c6" providerId="ADAL" clId="{34BDDC3C-2AF4-4325-BEDB-C3E623CC2F40}" dt="2024-08-11T12:31:27.413" v="1600"/>
          <ac:inkMkLst>
            <pc:docMk/>
            <pc:sldMk cId="1930261782" sldId="327"/>
            <ac:inkMk id="73" creationId="{E96DDA35-0BFC-A974-4978-8EAD4242664A}"/>
          </ac:inkMkLst>
        </pc:inkChg>
        <pc:inkChg chg="add mod">
          <ac:chgData name="Mahima Weerasinghe" userId="e11e3f55-42da-4e07-8ead-4d7a1d7ea1c6" providerId="ADAL" clId="{34BDDC3C-2AF4-4325-BEDB-C3E623CC2F40}" dt="2024-08-11T12:31:27.413" v="1600"/>
          <ac:inkMkLst>
            <pc:docMk/>
            <pc:sldMk cId="1930261782" sldId="327"/>
            <ac:inkMk id="74" creationId="{F8E6483D-BB02-FC9F-07C7-4E9C7EFBA31B}"/>
          </ac:inkMkLst>
        </pc:inkChg>
        <pc:inkChg chg="add mod">
          <ac:chgData name="Mahima Weerasinghe" userId="e11e3f55-42da-4e07-8ead-4d7a1d7ea1c6" providerId="ADAL" clId="{34BDDC3C-2AF4-4325-BEDB-C3E623CC2F40}" dt="2024-08-11T12:31:27.413" v="1600"/>
          <ac:inkMkLst>
            <pc:docMk/>
            <pc:sldMk cId="1930261782" sldId="327"/>
            <ac:inkMk id="75" creationId="{91BB62D4-99C6-C1A2-57A3-A12294CBDC89}"/>
          </ac:inkMkLst>
        </pc:inkChg>
        <pc:inkChg chg="add mod">
          <ac:chgData name="Mahima Weerasinghe" userId="e11e3f55-42da-4e07-8ead-4d7a1d7ea1c6" providerId="ADAL" clId="{34BDDC3C-2AF4-4325-BEDB-C3E623CC2F40}" dt="2024-08-11T12:31:27.413" v="1600"/>
          <ac:inkMkLst>
            <pc:docMk/>
            <pc:sldMk cId="1930261782" sldId="327"/>
            <ac:inkMk id="76" creationId="{21D12E58-0E7F-DE3C-1D64-3407E72465FA}"/>
          </ac:inkMkLst>
        </pc:inkChg>
        <pc:inkChg chg="add mod">
          <ac:chgData name="Mahima Weerasinghe" userId="e11e3f55-42da-4e07-8ead-4d7a1d7ea1c6" providerId="ADAL" clId="{34BDDC3C-2AF4-4325-BEDB-C3E623CC2F40}" dt="2024-08-11T12:31:27.413" v="1600"/>
          <ac:inkMkLst>
            <pc:docMk/>
            <pc:sldMk cId="1930261782" sldId="327"/>
            <ac:inkMk id="78" creationId="{9C2C8EE4-608B-67D8-A262-C3C4B186D8A3}"/>
          </ac:inkMkLst>
        </pc:inkChg>
        <pc:inkChg chg="add mod">
          <ac:chgData name="Mahima Weerasinghe" userId="e11e3f55-42da-4e07-8ead-4d7a1d7ea1c6" providerId="ADAL" clId="{34BDDC3C-2AF4-4325-BEDB-C3E623CC2F40}" dt="2024-08-11T12:31:27.413" v="1600"/>
          <ac:inkMkLst>
            <pc:docMk/>
            <pc:sldMk cId="1930261782" sldId="327"/>
            <ac:inkMk id="80" creationId="{3CCCCCA0-97E1-4918-6172-ADBD8D45C708}"/>
          </ac:inkMkLst>
        </pc:inkChg>
        <pc:inkChg chg="add mod">
          <ac:chgData name="Mahima Weerasinghe" userId="e11e3f55-42da-4e07-8ead-4d7a1d7ea1c6" providerId="ADAL" clId="{34BDDC3C-2AF4-4325-BEDB-C3E623CC2F40}" dt="2024-08-11T12:31:27.413" v="1600"/>
          <ac:inkMkLst>
            <pc:docMk/>
            <pc:sldMk cId="1930261782" sldId="327"/>
            <ac:inkMk id="81" creationId="{DE80F6F2-D01E-464E-FC8A-0F432646D0A8}"/>
          </ac:inkMkLst>
        </pc:inkChg>
        <pc:inkChg chg="add mod">
          <ac:chgData name="Mahima Weerasinghe" userId="e11e3f55-42da-4e07-8ead-4d7a1d7ea1c6" providerId="ADAL" clId="{34BDDC3C-2AF4-4325-BEDB-C3E623CC2F40}" dt="2024-08-11T12:31:27.413" v="1600"/>
          <ac:inkMkLst>
            <pc:docMk/>
            <pc:sldMk cId="1930261782" sldId="327"/>
            <ac:inkMk id="82" creationId="{95D27007-8464-D3C6-3CDD-740CCB8FED45}"/>
          </ac:inkMkLst>
        </pc:inkChg>
        <pc:inkChg chg="add mod">
          <ac:chgData name="Mahima Weerasinghe" userId="e11e3f55-42da-4e07-8ead-4d7a1d7ea1c6" providerId="ADAL" clId="{34BDDC3C-2AF4-4325-BEDB-C3E623CC2F40}" dt="2024-08-11T12:31:27.413" v="1600"/>
          <ac:inkMkLst>
            <pc:docMk/>
            <pc:sldMk cId="1930261782" sldId="327"/>
            <ac:inkMk id="83" creationId="{406663AB-EFEE-4141-C584-BB0006DA53CB}"/>
          </ac:inkMkLst>
        </pc:inkChg>
        <pc:inkChg chg="add mod">
          <ac:chgData name="Mahima Weerasinghe" userId="e11e3f55-42da-4e07-8ead-4d7a1d7ea1c6" providerId="ADAL" clId="{34BDDC3C-2AF4-4325-BEDB-C3E623CC2F40}" dt="2024-08-11T12:31:27.413" v="1600"/>
          <ac:inkMkLst>
            <pc:docMk/>
            <pc:sldMk cId="1930261782" sldId="327"/>
            <ac:inkMk id="84" creationId="{7A7B2641-A878-BA15-2551-7F7664E972D6}"/>
          </ac:inkMkLst>
        </pc:inkChg>
        <pc:inkChg chg="add mod">
          <ac:chgData name="Mahima Weerasinghe" userId="e11e3f55-42da-4e07-8ead-4d7a1d7ea1c6" providerId="ADAL" clId="{34BDDC3C-2AF4-4325-BEDB-C3E623CC2F40}" dt="2024-08-11T12:31:27.413" v="1600"/>
          <ac:inkMkLst>
            <pc:docMk/>
            <pc:sldMk cId="1930261782" sldId="327"/>
            <ac:inkMk id="85" creationId="{8F25B7FA-0EF1-FBB3-C3E7-B09D8DCF71CF}"/>
          </ac:inkMkLst>
        </pc:inkChg>
        <pc:inkChg chg="add mod">
          <ac:chgData name="Mahima Weerasinghe" userId="e11e3f55-42da-4e07-8ead-4d7a1d7ea1c6" providerId="ADAL" clId="{34BDDC3C-2AF4-4325-BEDB-C3E623CC2F40}" dt="2024-08-11T12:31:27.413" v="1600"/>
          <ac:inkMkLst>
            <pc:docMk/>
            <pc:sldMk cId="1930261782" sldId="327"/>
            <ac:inkMk id="86" creationId="{F9450643-DD78-E134-2330-8DC3958C580D}"/>
          </ac:inkMkLst>
        </pc:inkChg>
        <pc:inkChg chg="add mod">
          <ac:chgData name="Mahima Weerasinghe" userId="e11e3f55-42da-4e07-8ead-4d7a1d7ea1c6" providerId="ADAL" clId="{34BDDC3C-2AF4-4325-BEDB-C3E623CC2F40}" dt="2024-08-11T12:31:27.413" v="1600"/>
          <ac:inkMkLst>
            <pc:docMk/>
            <pc:sldMk cId="1930261782" sldId="327"/>
            <ac:inkMk id="88" creationId="{BC273D80-BE4E-0056-4E1A-D53B8E71E159}"/>
          </ac:inkMkLst>
        </pc:inkChg>
        <pc:inkChg chg="add mod">
          <ac:chgData name="Mahima Weerasinghe" userId="e11e3f55-42da-4e07-8ead-4d7a1d7ea1c6" providerId="ADAL" clId="{34BDDC3C-2AF4-4325-BEDB-C3E623CC2F40}" dt="2024-08-11T12:31:27.413" v="1600"/>
          <ac:inkMkLst>
            <pc:docMk/>
            <pc:sldMk cId="1930261782" sldId="327"/>
            <ac:inkMk id="89" creationId="{E70C356B-FC91-7A93-4165-DEB73A2B9155}"/>
          </ac:inkMkLst>
        </pc:inkChg>
        <pc:inkChg chg="add mod">
          <ac:chgData name="Mahima Weerasinghe" userId="e11e3f55-42da-4e07-8ead-4d7a1d7ea1c6" providerId="ADAL" clId="{34BDDC3C-2AF4-4325-BEDB-C3E623CC2F40}" dt="2024-08-11T12:31:31.463" v="1604"/>
          <ac:inkMkLst>
            <pc:docMk/>
            <pc:sldMk cId="1930261782" sldId="327"/>
            <ac:inkMk id="91" creationId="{8D65066B-9593-76AD-595B-5D8902B6B1EB}"/>
          </ac:inkMkLst>
        </pc:inkChg>
        <pc:inkChg chg="add mod">
          <ac:chgData name="Mahima Weerasinghe" userId="e11e3f55-42da-4e07-8ead-4d7a1d7ea1c6" providerId="ADAL" clId="{34BDDC3C-2AF4-4325-BEDB-C3E623CC2F40}" dt="2024-08-11T12:31:31.463" v="1604"/>
          <ac:inkMkLst>
            <pc:docMk/>
            <pc:sldMk cId="1930261782" sldId="327"/>
            <ac:inkMk id="92" creationId="{A7F67CCC-4CB8-EE6B-6AE5-C501E9F3DE32}"/>
          </ac:inkMkLst>
        </pc:inkChg>
        <pc:inkChg chg="add mod">
          <ac:chgData name="Mahima Weerasinghe" userId="e11e3f55-42da-4e07-8ead-4d7a1d7ea1c6" providerId="ADAL" clId="{34BDDC3C-2AF4-4325-BEDB-C3E623CC2F40}" dt="2024-08-11T12:31:31.463" v="1604"/>
          <ac:inkMkLst>
            <pc:docMk/>
            <pc:sldMk cId="1930261782" sldId="327"/>
            <ac:inkMk id="93" creationId="{2C7BD8B1-6C80-515A-5CAD-2955299AFA8D}"/>
          </ac:inkMkLst>
        </pc:inkChg>
        <pc:inkChg chg="add">
          <ac:chgData name="Mahima Weerasinghe" userId="e11e3f55-42da-4e07-8ead-4d7a1d7ea1c6" providerId="ADAL" clId="{34BDDC3C-2AF4-4325-BEDB-C3E623CC2F40}" dt="2024-08-11T12:31:50.777" v="1605" actId="9405"/>
          <ac:inkMkLst>
            <pc:docMk/>
            <pc:sldMk cId="1930261782" sldId="327"/>
            <ac:inkMk id="95" creationId="{86E15B39-432F-462C-396B-882EFBDC9024}"/>
          </ac:inkMkLst>
        </pc:inkChg>
        <pc:inkChg chg="add">
          <ac:chgData name="Mahima Weerasinghe" userId="e11e3f55-42da-4e07-8ead-4d7a1d7ea1c6" providerId="ADAL" clId="{34BDDC3C-2AF4-4325-BEDB-C3E623CC2F40}" dt="2024-08-11T12:31:52.160" v="1606" actId="9405"/>
          <ac:inkMkLst>
            <pc:docMk/>
            <pc:sldMk cId="1930261782" sldId="327"/>
            <ac:inkMk id="128" creationId="{360CE3C3-920E-5E12-F644-621A1CC78E90}"/>
          </ac:inkMkLst>
        </pc:inkChg>
        <pc:inkChg chg="add mod">
          <ac:chgData name="Mahima Weerasinghe" userId="e11e3f55-42da-4e07-8ead-4d7a1d7ea1c6" providerId="ADAL" clId="{34BDDC3C-2AF4-4325-BEDB-C3E623CC2F40}" dt="2024-08-11T12:31:56.761" v="1610"/>
          <ac:inkMkLst>
            <pc:docMk/>
            <pc:sldMk cId="1930261782" sldId="327"/>
            <ac:inkMk id="129" creationId="{477F2BBD-DE96-C915-A95D-1500A3A59CF5}"/>
          </ac:inkMkLst>
        </pc:inkChg>
        <pc:inkChg chg="add mod">
          <ac:chgData name="Mahima Weerasinghe" userId="e11e3f55-42da-4e07-8ead-4d7a1d7ea1c6" providerId="ADAL" clId="{34BDDC3C-2AF4-4325-BEDB-C3E623CC2F40}" dt="2024-08-11T12:31:56.761" v="1610"/>
          <ac:inkMkLst>
            <pc:docMk/>
            <pc:sldMk cId="1930261782" sldId="327"/>
            <ac:inkMk id="130" creationId="{DF9429C0-60C9-FF72-370D-ACF32B8E51A3}"/>
          </ac:inkMkLst>
        </pc:inkChg>
        <pc:inkChg chg="add mod">
          <ac:chgData name="Mahima Weerasinghe" userId="e11e3f55-42da-4e07-8ead-4d7a1d7ea1c6" providerId="ADAL" clId="{34BDDC3C-2AF4-4325-BEDB-C3E623CC2F40}" dt="2024-08-11T12:31:56.761" v="1610"/>
          <ac:inkMkLst>
            <pc:docMk/>
            <pc:sldMk cId="1930261782" sldId="327"/>
            <ac:inkMk id="131" creationId="{D6618AC7-3D05-BD34-75ED-B23E0310591E}"/>
          </ac:inkMkLst>
        </pc:inkChg>
        <pc:inkChg chg="add">
          <ac:chgData name="Mahima Weerasinghe" userId="e11e3f55-42da-4e07-8ead-4d7a1d7ea1c6" providerId="ADAL" clId="{34BDDC3C-2AF4-4325-BEDB-C3E623CC2F40}" dt="2024-08-11T12:31:57.441" v="1611" actId="9405"/>
          <ac:inkMkLst>
            <pc:docMk/>
            <pc:sldMk cId="1930261782" sldId="327"/>
            <ac:inkMk id="133" creationId="{96344FDE-600E-3F17-2D7D-893960A87142}"/>
          </ac:inkMkLst>
        </pc:inkChg>
        <pc:inkChg chg="add mod">
          <ac:chgData name="Mahima Weerasinghe" userId="e11e3f55-42da-4e07-8ead-4d7a1d7ea1c6" providerId="ADAL" clId="{34BDDC3C-2AF4-4325-BEDB-C3E623CC2F40}" dt="2024-08-11T12:38:14.338" v="1629"/>
          <ac:inkMkLst>
            <pc:docMk/>
            <pc:sldMk cId="1930261782" sldId="327"/>
            <ac:inkMk id="134" creationId="{3202E1EC-E4A4-AFBB-D6DA-6D999630A7C0}"/>
          </ac:inkMkLst>
        </pc:inkChg>
        <pc:inkChg chg="add mod">
          <ac:chgData name="Mahima Weerasinghe" userId="e11e3f55-42da-4e07-8ead-4d7a1d7ea1c6" providerId="ADAL" clId="{34BDDC3C-2AF4-4325-BEDB-C3E623CC2F40}" dt="2024-08-11T12:38:14.338" v="1629"/>
          <ac:inkMkLst>
            <pc:docMk/>
            <pc:sldMk cId="1930261782" sldId="327"/>
            <ac:inkMk id="136" creationId="{35EA4650-8E1E-F75B-B158-6E5BABF82B13}"/>
          </ac:inkMkLst>
        </pc:inkChg>
        <pc:inkChg chg="add mod">
          <ac:chgData name="Mahima Weerasinghe" userId="e11e3f55-42da-4e07-8ead-4d7a1d7ea1c6" providerId="ADAL" clId="{34BDDC3C-2AF4-4325-BEDB-C3E623CC2F40}" dt="2024-08-11T12:38:14.338" v="1629"/>
          <ac:inkMkLst>
            <pc:docMk/>
            <pc:sldMk cId="1930261782" sldId="327"/>
            <ac:inkMk id="137" creationId="{C3F9E399-7A56-85DE-E8AB-58F17DD84821}"/>
          </ac:inkMkLst>
        </pc:inkChg>
        <pc:inkChg chg="add mod">
          <ac:chgData name="Mahima Weerasinghe" userId="e11e3f55-42da-4e07-8ead-4d7a1d7ea1c6" providerId="ADAL" clId="{34BDDC3C-2AF4-4325-BEDB-C3E623CC2F40}" dt="2024-08-11T12:38:14.338" v="1629"/>
          <ac:inkMkLst>
            <pc:docMk/>
            <pc:sldMk cId="1930261782" sldId="327"/>
            <ac:inkMk id="138" creationId="{3504F3B8-9F10-C580-2391-FD046A037163}"/>
          </ac:inkMkLst>
        </pc:inkChg>
        <pc:inkChg chg="add mod">
          <ac:chgData name="Mahima Weerasinghe" userId="e11e3f55-42da-4e07-8ead-4d7a1d7ea1c6" providerId="ADAL" clId="{34BDDC3C-2AF4-4325-BEDB-C3E623CC2F40}" dt="2024-08-11T12:38:14.338" v="1629"/>
          <ac:inkMkLst>
            <pc:docMk/>
            <pc:sldMk cId="1930261782" sldId="327"/>
            <ac:inkMk id="140" creationId="{B7598A34-EEA3-C921-0DD9-79A6C6DC5B2E}"/>
          </ac:inkMkLst>
        </pc:inkChg>
        <pc:inkChg chg="add mod">
          <ac:chgData name="Mahima Weerasinghe" userId="e11e3f55-42da-4e07-8ead-4d7a1d7ea1c6" providerId="ADAL" clId="{34BDDC3C-2AF4-4325-BEDB-C3E623CC2F40}" dt="2024-08-11T12:38:14.338" v="1629"/>
          <ac:inkMkLst>
            <pc:docMk/>
            <pc:sldMk cId="1930261782" sldId="327"/>
            <ac:inkMk id="141" creationId="{B68C58FC-5AE1-6ABD-662A-D6409F8F3E0A}"/>
          </ac:inkMkLst>
        </pc:inkChg>
        <pc:inkChg chg="add mod">
          <ac:chgData name="Mahima Weerasinghe" userId="e11e3f55-42da-4e07-8ead-4d7a1d7ea1c6" providerId="ADAL" clId="{34BDDC3C-2AF4-4325-BEDB-C3E623CC2F40}" dt="2024-08-11T12:38:14.338" v="1629"/>
          <ac:inkMkLst>
            <pc:docMk/>
            <pc:sldMk cId="1930261782" sldId="327"/>
            <ac:inkMk id="143" creationId="{0D9CF205-517B-3C32-4687-88DAE8903E3A}"/>
          </ac:inkMkLst>
        </pc:inkChg>
        <pc:inkChg chg="add mod">
          <ac:chgData name="Mahima Weerasinghe" userId="e11e3f55-42da-4e07-8ead-4d7a1d7ea1c6" providerId="ADAL" clId="{34BDDC3C-2AF4-4325-BEDB-C3E623CC2F40}" dt="2024-08-11T12:38:14.338" v="1629"/>
          <ac:inkMkLst>
            <pc:docMk/>
            <pc:sldMk cId="1930261782" sldId="327"/>
            <ac:inkMk id="144" creationId="{6DB7139D-ACB9-34C2-8D68-2538C4D48A6A}"/>
          </ac:inkMkLst>
        </pc:inkChg>
        <pc:inkChg chg="add mod">
          <ac:chgData name="Mahima Weerasinghe" userId="e11e3f55-42da-4e07-8ead-4d7a1d7ea1c6" providerId="ADAL" clId="{34BDDC3C-2AF4-4325-BEDB-C3E623CC2F40}" dt="2024-08-11T12:38:14.338" v="1629"/>
          <ac:inkMkLst>
            <pc:docMk/>
            <pc:sldMk cId="1930261782" sldId="327"/>
            <ac:inkMk id="145" creationId="{A12F038B-D182-578B-1511-000B85D225BE}"/>
          </ac:inkMkLst>
        </pc:inkChg>
        <pc:inkChg chg="add mod">
          <ac:chgData name="Mahima Weerasinghe" userId="e11e3f55-42da-4e07-8ead-4d7a1d7ea1c6" providerId="ADAL" clId="{34BDDC3C-2AF4-4325-BEDB-C3E623CC2F40}" dt="2024-08-11T12:38:14.338" v="1629"/>
          <ac:inkMkLst>
            <pc:docMk/>
            <pc:sldMk cId="1930261782" sldId="327"/>
            <ac:inkMk id="146" creationId="{822C81E3-B414-763C-DA41-963FB6E62F49}"/>
          </ac:inkMkLst>
        </pc:inkChg>
        <pc:inkChg chg="add mod">
          <ac:chgData name="Mahima Weerasinghe" userId="e11e3f55-42da-4e07-8ead-4d7a1d7ea1c6" providerId="ADAL" clId="{34BDDC3C-2AF4-4325-BEDB-C3E623CC2F40}" dt="2024-08-11T12:38:14.338" v="1629"/>
          <ac:inkMkLst>
            <pc:docMk/>
            <pc:sldMk cId="1930261782" sldId="327"/>
            <ac:inkMk id="147" creationId="{691C59A6-3EB0-CABE-C960-BF5F990C75A4}"/>
          </ac:inkMkLst>
        </pc:inkChg>
        <pc:inkChg chg="add mod">
          <ac:chgData name="Mahima Weerasinghe" userId="e11e3f55-42da-4e07-8ead-4d7a1d7ea1c6" providerId="ADAL" clId="{34BDDC3C-2AF4-4325-BEDB-C3E623CC2F40}" dt="2024-08-11T12:38:14.338" v="1629"/>
          <ac:inkMkLst>
            <pc:docMk/>
            <pc:sldMk cId="1930261782" sldId="327"/>
            <ac:inkMk id="148" creationId="{155EDB18-C4C6-A6A1-5DBB-EC51E9171464}"/>
          </ac:inkMkLst>
        </pc:inkChg>
        <pc:inkChg chg="add mod">
          <ac:chgData name="Mahima Weerasinghe" userId="e11e3f55-42da-4e07-8ead-4d7a1d7ea1c6" providerId="ADAL" clId="{34BDDC3C-2AF4-4325-BEDB-C3E623CC2F40}" dt="2024-08-11T12:38:14.338" v="1629"/>
          <ac:inkMkLst>
            <pc:docMk/>
            <pc:sldMk cId="1930261782" sldId="327"/>
            <ac:inkMk id="149" creationId="{94102F7A-EE50-0D66-1FF1-98E266C2592A}"/>
          </ac:inkMkLst>
        </pc:inkChg>
        <pc:inkChg chg="add mod">
          <ac:chgData name="Mahima Weerasinghe" userId="e11e3f55-42da-4e07-8ead-4d7a1d7ea1c6" providerId="ADAL" clId="{34BDDC3C-2AF4-4325-BEDB-C3E623CC2F40}" dt="2024-08-11T12:38:14.338" v="1629"/>
          <ac:inkMkLst>
            <pc:docMk/>
            <pc:sldMk cId="1930261782" sldId="327"/>
            <ac:inkMk id="150" creationId="{094BC5A3-2861-32C0-78AA-F6FE25F7C088}"/>
          </ac:inkMkLst>
        </pc:inkChg>
        <pc:inkChg chg="add mod">
          <ac:chgData name="Mahima Weerasinghe" userId="e11e3f55-42da-4e07-8ead-4d7a1d7ea1c6" providerId="ADAL" clId="{34BDDC3C-2AF4-4325-BEDB-C3E623CC2F40}" dt="2024-08-11T12:38:14.338" v="1629"/>
          <ac:inkMkLst>
            <pc:docMk/>
            <pc:sldMk cId="1930261782" sldId="327"/>
            <ac:inkMk id="151" creationId="{3AC0B2A5-1F87-9255-F90A-7D4A52C3DA8E}"/>
          </ac:inkMkLst>
        </pc:inkChg>
        <pc:inkChg chg="add mod">
          <ac:chgData name="Mahima Weerasinghe" userId="e11e3f55-42da-4e07-8ead-4d7a1d7ea1c6" providerId="ADAL" clId="{34BDDC3C-2AF4-4325-BEDB-C3E623CC2F40}" dt="2024-08-11T12:38:20.513" v="1637"/>
          <ac:inkMkLst>
            <pc:docMk/>
            <pc:sldMk cId="1930261782" sldId="327"/>
            <ac:inkMk id="153" creationId="{4FF2EA2F-24A5-70A1-5C99-BBE3D65FD0EC}"/>
          </ac:inkMkLst>
        </pc:inkChg>
        <pc:inkChg chg="add mod">
          <ac:chgData name="Mahima Weerasinghe" userId="e11e3f55-42da-4e07-8ead-4d7a1d7ea1c6" providerId="ADAL" clId="{34BDDC3C-2AF4-4325-BEDB-C3E623CC2F40}" dt="2024-08-11T12:38:20.513" v="1637"/>
          <ac:inkMkLst>
            <pc:docMk/>
            <pc:sldMk cId="1930261782" sldId="327"/>
            <ac:inkMk id="154" creationId="{CD741A50-D71E-8904-A765-E6643C25FD99}"/>
          </ac:inkMkLst>
        </pc:inkChg>
        <pc:inkChg chg="add mod">
          <ac:chgData name="Mahima Weerasinghe" userId="e11e3f55-42da-4e07-8ead-4d7a1d7ea1c6" providerId="ADAL" clId="{34BDDC3C-2AF4-4325-BEDB-C3E623CC2F40}" dt="2024-08-11T12:38:20.513" v="1637"/>
          <ac:inkMkLst>
            <pc:docMk/>
            <pc:sldMk cId="1930261782" sldId="327"/>
            <ac:inkMk id="155" creationId="{8934B113-42CF-4061-1AE8-8652E03FE43E}"/>
          </ac:inkMkLst>
        </pc:inkChg>
        <pc:inkChg chg="add mod">
          <ac:chgData name="Mahima Weerasinghe" userId="e11e3f55-42da-4e07-8ead-4d7a1d7ea1c6" providerId="ADAL" clId="{34BDDC3C-2AF4-4325-BEDB-C3E623CC2F40}" dt="2024-08-11T12:38:20.513" v="1637"/>
          <ac:inkMkLst>
            <pc:docMk/>
            <pc:sldMk cId="1930261782" sldId="327"/>
            <ac:inkMk id="156" creationId="{4B0B8273-3E6A-67C5-A41B-7D897540BB13}"/>
          </ac:inkMkLst>
        </pc:inkChg>
        <pc:inkChg chg="add mod">
          <ac:chgData name="Mahima Weerasinghe" userId="e11e3f55-42da-4e07-8ead-4d7a1d7ea1c6" providerId="ADAL" clId="{34BDDC3C-2AF4-4325-BEDB-C3E623CC2F40}" dt="2024-08-11T12:38:20.513" v="1637"/>
          <ac:inkMkLst>
            <pc:docMk/>
            <pc:sldMk cId="1930261782" sldId="327"/>
            <ac:inkMk id="157" creationId="{790D036A-77C0-83BD-EA6A-FBE83388B86F}"/>
          </ac:inkMkLst>
        </pc:inkChg>
        <pc:inkChg chg="add mod">
          <ac:chgData name="Mahima Weerasinghe" userId="e11e3f55-42da-4e07-8ead-4d7a1d7ea1c6" providerId="ADAL" clId="{34BDDC3C-2AF4-4325-BEDB-C3E623CC2F40}" dt="2024-08-11T12:38:20.513" v="1637"/>
          <ac:inkMkLst>
            <pc:docMk/>
            <pc:sldMk cId="1930261782" sldId="327"/>
            <ac:inkMk id="158" creationId="{4A5ACBF2-3863-FB5D-7ED4-8EDE2090A588}"/>
          </ac:inkMkLst>
        </pc:inkChg>
        <pc:inkChg chg="add mod">
          <ac:chgData name="Mahima Weerasinghe" userId="e11e3f55-42da-4e07-8ead-4d7a1d7ea1c6" providerId="ADAL" clId="{34BDDC3C-2AF4-4325-BEDB-C3E623CC2F40}" dt="2024-08-11T12:38:20.513" v="1637"/>
          <ac:inkMkLst>
            <pc:docMk/>
            <pc:sldMk cId="1930261782" sldId="327"/>
            <ac:inkMk id="159" creationId="{CCFC6D1C-368B-977B-63DF-4F9BB113FC68}"/>
          </ac:inkMkLst>
        </pc:inkChg>
        <pc:inkChg chg="add mod">
          <ac:chgData name="Mahima Weerasinghe" userId="e11e3f55-42da-4e07-8ead-4d7a1d7ea1c6" providerId="ADAL" clId="{34BDDC3C-2AF4-4325-BEDB-C3E623CC2F40}" dt="2024-08-11T12:42:14.671" v="1731"/>
          <ac:inkMkLst>
            <pc:docMk/>
            <pc:sldMk cId="1930261782" sldId="327"/>
            <ac:inkMk id="161" creationId="{20F255BC-834C-9CBF-0928-170C248D1F7C}"/>
          </ac:inkMkLst>
        </pc:inkChg>
        <pc:inkChg chg="add mod">
          <ac:chgData name="Mahima Weerasinghe" userId="e11e3f55-42da-4e07-8ead-4d7a1d7ea1c6" providerId="ADAL" clId="{34BDDC3C-2AF4-4325-BEDB-C3E623CC2F40}" dt="2024-08-11T12:42:14.671" v="1731"/>
          <ac:inkMkLst>
            <pc:docMk/>
            <pc:sldMk cId="1930261782" sldId="327"/>
            <ac:inkMk id="162" creationId="{31C150A2-2EE4-9DB8-E4A2-6C14343225AB}"/>
          </ac:inkMkLst>
        </pc:inkChg>
        <pc:inkChg chg="add mod">
          <ac:chgData name="Mahima Weerasinghe" userId="e11e3f55-42da-4e07-8ead-4d7a1d7ea1c6" providerId="ADAL" clId="{34BDDC3C-2AF4-4325-BEDB-C3E623CC2F40}" dt="2024-08-11T12:42:14.671" v="1731"/>
          <ac:inkMkLst>
            <pc:docMk/>
            <pc:sldMk cId="1930261782" sldId="327"/>
            <ac:inkMk id="163" creationId="{01A10E6A-04C9-D717-9F0B-93A0672FF047}"/>
          </ac:inkMkLst>
        </pc:inkChg>
        <pc:inkChg chg="add mod">
          <ac:chgData name="Mahima Weerasinghe" userId="e11e3f55-42da-4e07-8ead-4d7a1d7ea1c6" providerId="ADAL" clId="{34BDDC3C-2AF4-4325-BEDB-C3E623CC2F40}" dt="2024-08-11T12:42:14.671" v="1731"/>
          <ac:inkMkLst>
            <pc:docMk/>
            <pc:sldMk cId="1930261782" sldId="327"/>
            <ac:inkMk id="164" creationId="{59A2F3FD-3884-26FD-EE7F-A04FC8A4204C}"/>
          </ac:inkMkLst>
        </pc:inkChg>
        <pc:inkChg chg="add mod">
          <ac:chgData name="Mahima Weerasinghe" userId="e11e3f55-42da-4e07-8ead-4d7a1d7ea1c6" providerId="ADAL" clId="{34BDDC3C-2AF4-4325-BEDB-C3E623CC2F40}" dt="2024-08-11T12:42:14.671" v="1731"/>
          <ac:inkMkLst>
            <pc:docMk/>
            <pc:sldMk cId="1930261782" sldId="327"/>
            <ac:inkMk id="166" creationId="{98572A23-9793-1104-902A-92BF4B431526}"/>
          </ac:inkMkLst>
        </pc:inkChg>
        <pc:inkChg chg="add mod">
          <ac:chgData name="Mahima Weerasinghe" userId="e11e3f55-42da-4e07-8ead-4d7a1d7ea1c6" providerId="ADAL" clId="{34BDDC3C-2AF4-4325-BEDB-C3E623CC2F40}" dt="2024-08-11T12:42:14.671" v="1731"/>
          <ac:inkMkLst>
            <pc:docMk/>
            <pc:sldMk cId="1930261782" sldId="327"/>
            <ac:inkMk id="168" creationId="{A2CBEF66-BA88-2A31-F7F9-65B3EC71C5AA}"/>
          </ac:inkMkLst>
        </pc:inkChg>
        <pc:inkChg chg="add mod">
          <ac:chgData name="Mahima Weerasinghe" userId="e11e3f55-42da-4e07-8ead-4d7a1d7ea1c6" providerId="ADAL" clId="{34BDDC3C-2AF4-4325-BEDB-C3E623CC2F40}" dt="2024-08-11T12:42:14.671" v="1731"/>
          <ac:inkMkLst>
            <pc:docMk/>
            <pc:sldMk cId="1930261782" sldId="327"/>
            <ac:inkMk id="169" creationId="{F7FE5EB6-1154-584E-7454-5C77A2076EFE}"/>
          </ac:inkMkLst>
        </pc:inkChg>
        <pc:inkChg chg="add mod">
          <ac:chgData name="Mahima Weerasinghe" userId="e11e3f55-42da-4e07-8ead-4d7a1d7ea1c6" providerId="ADAL" clId="{34BDDC3C-2AF4-4325-BEDB-C3E623CC2F40}" dt="2024-08-11T12:42:14.671" v="1731"/>
          <ac:inkMkLst>
            <pc:docMk/>
            <pc:sldMk cId="1930261782" sldId="327"/>
            <ac:inkMk id="170" creationId="{0BA1EC6C-D33D-3886-FF17-164C43BF5BEC}"/>
          </ac:inkMkLst>
        </pc:inkChg>
        <pc:inkChg chg="add mod">
          <ac:chgData name="Mahima Weerasinghe" userId="e11e3f55-42da-4e07-8ead-4d7a1d7ea1c6" providerId="ADAL" clId="{34BDDC3C-2AF4-4325-BEDB-C3E623CC2F40}" dt="2024-08-11T12:42:14.671" v="1731"/>
          <ac:inkMkLst>
            <pc:docMk/>
            <pc:sldMk cId="1930261782" sldId="327"/>
            <ac:inkMk id="172" creationId="{6F9F5C2B-10AB-134B-2466-825AEC657139}"/>
          </ac:inkMkLst>
        </pc:inkChg>
        <pc:inkChg chg="add mod">
          <ac:chgData name="Mahima Weerasinghe" userId="e11e3f55-42da-4e07-8ead-4d7a1d7ea1c6" providerId="ADAL" clId="{34BDDC3C-2AF4-4325-BEDB-C3E623CC2F40}" dt="2024-08-11T12:42:14.671" v="1731"/>
          <ac:inkMkLst>
            <pc:docMk/>
            <pc:sldMk cId="1930261782" sldId="327"/>
            <ac:inkMk id="173" creationId="{00F2B246-2007-C54A-67A7-5C5CD98124A8}"/>
          </ac:inkMkLst>
        </pc:inkChg>
        <pc:inkChg chg="add">
          <ac:chgData name="Mahima Weerasinghe" userId="e11e3f55-42da-4e07-8ead-4d7a1d7ea1c6" providerId="ADAL" clId="{34BDDC3C-2AF4-4325-BEDB-C3E623CC2F40}" dt="2024-08-11T12:40:09.335" v="1652" actId="9405"/>
          <ac:inkMkLst>
            <pc:docMk/>
            <pc:sldMk cId="1930261782" sldId="327"/>
            <ac:inkMk id="175" creationId="{96FF93C3-E6DF-A3FB-22B4-21D42BD81B54}"/>
          </ac:inkMkLst>
        </pc:inkChg>
        <pc:inkChg chg="add mod">
          <ac:chgData name="Mahima Weerasinghe" userId="e11e3f55-42da-4e07-8ead-4d7a1d7ea1c6" providerId="ADAL" clId="{34BDDC3C-2AF4-4325-BEDB-C3E623CC2F40}" dt="2024-08-11T12:42:14.671" v="1731"/>
          <ac:inkMkLst>
            <pc:docMk/>
            <pc:sldMk cId="1930261782" sldId="327"/>
            <ac:inkMk id="176" creationId="{FF8E0C67-2362-79FA-04D4-3B9904BBAAC7}"/>
          </ac:inkMkLst>
        </pc:inkChg>
        <pc:inkChg chg="add mod">
          <ac:chgData name="Mahima Weerasinghe" userId="e11e3f55-42da-4e07-8ead-4d7a1d7ea1c6" providerId="ADAL" clId="{34BDDC3C-2AF4-4325-BEDB-C3E623CC2F40}" dt="2024-08-11T12:42:14.671" v="1731"/>
          <ac:inkMkLst>
            <pc:docMk/>
            <pc:sldMk cId="1930261782" sldId="327"/>
            <ac:inkMk id="177" creationId="{5D6974F6-9FD5-A243-CAAE-4C0EE608BF30}"/>
          </ac:inkMkLst>
        </pc:inkChg>
        <pc:inkChg chg="add mod">
          <ac:chgData name="Mahima Weerasinghe" userId="e11e3f55-42da-4e07-8ead-4d7a1d7ea1c6" providerId="ADAL" clId="{34BDDC3C-2AF4-4325-BEDB-C3E623CC2F40}" dt="2024-08-11T12:42:14.671" v="1731"/>
          <ac:inkMkLst>
            <pc:docMk/>
            <pc:sldMk cId="1930261782" sldId="327"/>
            <ac:inkMk id="178" creationId="{E20F485D-7213-6EDA-1CC4-D6644E39519B}"/>
          </ac:inkMkLst>
        </pc:inkChg>
        <pc:inkChg chg="add mod">
          <ac:chgData name="Mahima Weerasinghe" userId="e11e3f55-42da-4e07-8ead-4d7a1d7ea1c6" providerId="ADAL" clId="{34BDDC3C-2AF4-4325-BEDB-C3E623CC2F40}" dt="2024-08-11T12:42:14.671" v="1731"/>
          <ac:inkMkLst>
            <pc:docMk/>
            <pc:sldMk cId="1930261782" sldId="327"/>
            <ac:inkMk id="179" creationId="{A8CEA7D6-42E1-35D4-5127-952A74C33C76}"/>
          </ac:inkMkLst>
        </pc:inkChg>
        <pc:inkChg chg="add mod">
          <ac:chgData name="Mahima Weerasinghe" userId="e11e3f55-42da-4e07-8ead-4d7a1d7ea1c6" providerId="ADAL" clId="{34BDDC3C-2AF4-4325-BEDB-C3E623CC2F40}" dt="2024-08-11T12:42:14.671" v="1731"/>
          <ac:inkMkLst>
            <pc:docMk/>
            <pc:sldMk cId="1930261782" sldId="327"/>
            <ac:inkMk id="180" creationId="{A152231C-1BC8-7041-FC8A-6CE4F79BB39A}"/>
          </ac:inkMkLst>
        </pc:inkChg>
        <pc:inkChg chg="add mod">
          <ac:chgData name="Mahima Weerasinghe" userId="e11e3f55-42da-4e07-8ead-4d7a1d7ea1c6" providerId="ADAL" clId="{34BDDC3C-2AF4-4325-BEDB-C3E623CC2F40}" dt="2024-08-11T12:42:14.671" v="1731"/>
          <ac:inkMkLst>
            <pc:docMk/>
            <pc:sldMk cId="1930261782" sldId="327"/>
            <ac:inkMk id="181" creationId="{FB4B390A-C0ED-21C0-F70A-1498E4208681}"/>
          </ac:inkMkLst>
        </pc:inkChg>
        <pc:inkChg chg="add mod">
          <ac:chgData name="Mahima Weerasinghe" userId="e11e3f55-42da-4e07-8ead-4d7a1d7ea1c6" providerId="ADAL" clId="{34BDDC3C-2AF4-4325-BEDB-C3E623CC2F40}" dt="2024-08-11T12:42:14.671" v="1731"/>
          <ac:inkMkLst>
            <pc:docMk/>
            <pc:sldMk cId="1930261782" sldId="327"/>
            <ac:inkMk id="182" creationId="{F4F3FF22-0766-68A0-B455-266436D37504}"/>
          </ac:inkMkLst>
        </pc:inkChg>
        <pc:inkChg chg="add mod">
          <ac:chgData name="Mahima Weerasinghe" userId="e11e3f55-42da-4e07-8ead-4d7a1d7ea1c6" providerId="ADAL" clId="{34BDDC3C-2AF4-4325-BEDB-C3E623CC2F40}" dt="2024-08-11T12:42:14.671" v="1731"/>
          <ac:inkMkLst>
            <pc:docMk/>
            <pc:sldMk cId="1930261782" sldId="327"/>
            <ac:inkMk id="183" creationId="{B503592F-FF15-FD4F-27E8-F349865EDD0F}"/>
          </ac:inkMkLst>
        </pc:inkChg>
        <pc:inkChg chg="add mod">
          <ac:chgData name="Mahima Weerasinghe" userId="e11e3f55-42da-4e07-8ead-4d7a1d7ea1c6" providerId="ADAL" clId="{34BDDC3C-2AF4-4325-BEDB-C3E623CC2F40}" dt="2024-08-11T12:42:14.671" v="1731"/>
          <ac:inkMkLst>
            <pc:docMk/>
            <pc:sldMk cId="1930261782" sldId="327"/>
            <ac:inkMk id="184" creationId="{B9B67A59-1230-D7E2-5D3D-F45B180B0893}"/>
          </ac:inkMkLst>
        </pc:inkChg>
        <pc:inkChg chg="add mod">
          <ac:chgData name="Mahima Weerasinghe" userId="e11e3f55-42da-4e07-8ead-4d7a1d7ea1c6" providerId="ADAL" clId="{34BDDC3C-2AF4-4325-BEDB-C3E623CC2F40}" dt="2024-08-11T12:42:14.671" v="1731"/>
          <ac:inkMkLst>
            <pc:docMk/>
            <pc:sldMk cId="1930261782" sldId="327"/>
            <ac:inkMk id="185" creationId="{44A56451-801F-5923-5597-BA60EFEF99C4}"/>
          </ac:inkMkLst>
        </pc:inkChg>
        <pc:inkChg chg="add mod">
          <ac:chgData name="Mahima Weerasinghe" userId="e11e3f55-42da-4e07-8ead-4d7a1d7ea1c6" providerId="ADAL" clId="{34BDDC3C-2AF4-4325-BEDB-C3E623CC2F40}" dt="2024-08-11T12:42:14.671" v="1731"/>
          <ac:inkMkLst>
            <pc:docMk/>
            <pc:sldMk cId="1930261782" sldId="327"/>
            <ac:inkMk id="186" creationId="{8EF5488B-CF87-5AD8-48DD-8D8ACF6CFE95}"/>
          </ac:inkMkLst>
        </pc:inkChg>
        <pc:inkChg chg="add mod">
          <ac:chgData name="Mahima Weerasinghe" userId="e11e3f55-42da-4e07-8ead-4d7a1d7ea1c6" providerId="ADAL" clId="{34BDDC3C-2AF4-4325-BEDB-C3E623CC2F40}" dt="2024-08-11T12:42:14.671" v="1731"/>
          <ac:inkMkLst>
            <pc:docMk/>
            <pc:sldMk cId="1930261782" sldId="327"/>
            <ac:inkMk id="187" creationId="{E8E43994-E004-A634-5EDA-65E12670FE64}"/>
          </ac:inkMkLst>
        </pc:inkChg>
        <pc:inkChg chg="add mod">
          <ac:chgData name="Mahima Weerasinghe" userId="e11e3f55-42da-4e07-8ead-4d7a1d7ea1c6" providerId="ADAL" clId="{34BDDC3C-2AF4-4325-BEDB-C3E623CC2F40}" dt="2024-08-11T12:42:14.671" v="1731"/>
          <ac:inkMkLst>
            <pc:docMk/>
            <pc:sldMk cId="1930261782" sldId="327"/>
            <ac:inkMk id="188" creationId="{FB4F7EF9-9EE6-3BFF-025E-5551AF6D536F}"/>
          </ac:inkMkLst>
        </pc:inkChg>
        <pc:inkChg chg="add mod">
          <ac:chgData name="Mahima Weerasinghe" userId="e11e3f55-42da-4e07-8ead-4d7a1d7ea1c6" providerId="ADAL" clId="{34BDDC3C-2AF4-4325-BEDB-C3E623CC2F40}" dt="2024-08-11T12:42:14.671" v="1731"/>
          <ac:inkMkLst>
            <pc:docMk/>
            <pc:sldMk cId="1930261782" sldId="327"/>
            <ac:inkMk id="189" creationId="{DC52323A-8A9E-4605-F1DA-ADF90AB3FD30}"/>
          </ac:inkMkLst>
        </pc:inkChg>
        <pc:inkChg chg="add mod">
          <ac:chgData name="Mahima Weerasinghe" userId="e11e3f55-42da-4e07-8ead-4d7a1d7ea1c6" providerId="ADAL" clId="{34BDDC3C-2AF4-4325-BEDB-C3E623CC2F40}" dt="2024-08-11T12:42:14.671" v="1731"/>
          <ac:inkMkLst>
            <pc:docMk/>
            <pc:sldMk cId="1930261782" sldId="327"/>
            <ac:inkMk id="190" creationId="{CA8F51B3-AEFC-E121-BF63-D984B9BAADD0}"/>
          </ac:inkMkLst>
        </pc:inkChg>
        <pc:inkChg chg="add mod">
          <ac:chgData name="Mahima Weerasinghe" userId="e11e3f55-42da-4e07-8ead-4d7a1d7ea1c6" providerId="ADAL" clId="{34BDDC3C-2AF4-4325-BEDB-C3E623CC2F40}" dt="2024-08-11T12:42:14.671" v="1731"/>
          <ac:inkMkLst>
            <pc:docMk/>
            <pc:sldMk cId="1930261782" sldId="327"/>
            <ac:inkMk id="191" creationId="{E637BFAA-7373-CCA5-84E2-88F740B38F29}"/>
          </ac:inkMkLst>
        </pc:inkChg>
        <pc:inkChg chg="add mod">
          <ac:chgData name="Mahima Weerasinghe" userId="e11e3f55-42da-4e07-8ead-4d7a1d7ea1c6" providerId="ADAL" clId="{34BDDC3C-2AF4-4325-BEDB-C3E623CC2F40}" dt="2024-08-11T12:42:14.671" v="1731"/>
          <ac:inkMkLst>
            <pc:docMk/>
            <pc:sldMk cId="1930261782" sldId="327"/>
            <ac:inkMk id="192" creationId="{38C1A782-0DF6-FEA3-158F-5E7E690CAE77}"/>
          </ac:inkMkLst>
        </pc:inkChg>
        <pc:inkChg chg="add mod">
          <ac:chgData name="Mahima Weerasinghe" userId="e11e3f55-42da-4e07-8ead-4d7a1d7ea1c6" providerId="ADAL" clId="{34BDDC3C-2AF4-4325-BEDB-C3E623CC2F40}" dt="2024-08-11T12:42:14.671" v="1731"/>
          <ac:inkMkLst>
            <pc:docMk/>
            <pc:sldMk cId="1930261782" sldId="327"/>
            <ac:inkMk id="193" creationId="{99CE7D90-F2C9-8B18-5233-8A319F01292A}"/>
          </ac:inkMkLst>
        </pc:inkChg>
        <pc:inkChg chg="add mod">
          <ac:chgData name="Mahima Weerasinghe" userId="e11e3f55-42da-4e07-8ead-4d7a1d7ea1c6" providerId="ADAL" clId="{34BDDC3C-2AF4-4325-BEDB-C3E623CC2F40}" dt="2024-08-11T12:42:14.671" v="1731"/>
          <ac:inkMkLst>
            <pc:docMk/>
            <pc:sldMk cId="1930261782" sldId="327"/>
            <ac:inkMk id="194" creationId="{C82E8F1E-F155-5D87-FA71-10A6F3AB9B53}"/>
          </ac:inkMkLst>
        </pc:inkChg>
        <pc:inkChg chg="add mod">
          <ac:chgData name="Mahima Weerasinghe" userId="e11e3f55-42da-4e07-8ead-4d7a1d7ea1c6" providerId="ADAL" clId="{34BDDC3C-2AF4-4325-BEDB-C3E623CC2F40}" dt="2024-08-11T12:42:14.671" v="1731"/>
          <ac:inkMkLst>
            <pc:docMk/>
            <pc:sldMk cId="1930261782" sldId="327"/>
            <ac:inkMk id="196" creationId="{2B4D46BF-BE38-069B-D3F2-CD879255409D}"/>
          </ac:inkMkLst>
        </pc:inkChg>
        <pc:inkChg chg="add mod">
          <ac:chgData name="Mahima Weerasinghe" userId="e11e3f55-42da-4e07-8ead-4d7a1d7ea1c6" providerId="ADAL" clId="{34BDDC3C-2AF4-4325-BEDB-C3E623CC2F40}" dt="2024-08-11T12:42:14.671" v="1731"/>
          <ac:inkMkLst>
            <pc:docMk/>
            <pc:sldMk cId="1930261782" sldId="327"/>
            <ac:inkMk id="197" creationId="{17F791B6-6C51-5B0C-4D51-49B0C2DAE258}"/>
          </ac:inkMkLst>
        </pc:inkChg>
        <pc:inkChg chg="add mod">
          <ac:chgData name="Mahima Weerasinghe" userId="e11e3f55-42da-4e07-8ead-4d7a1d7ea1c6" providerId="ADAL" clId="{34BDDC3C-2AF4-4325-BEDB-C3E623CC2F40}" dt="2024-08-11T12:42:14.671" v="1731"/>
          <ac:inkMkLst>
            <pc:docMk/>
            <pc:sldMk cId="1930261782" sldId="327"/>
            <ac:inkMk id="199" creationId="{7F04E2B7-896B-0DCE-AC59-8AF357955C55}"/>
          </ac:inkMkLst>
        </pc:inkChg>
        <pc:inkChg chg="add mod">
          <ac:chgData name="Mahima Weerasinghe" userId="e11e3f55-42da-4e07-8ead-4d7a1d7ea1c6" providerId="ADAL" clId="{34BDDC3C-2AF4-4325-BEDB-C3E623CC2F40}" dt="2024-08-11T12:42:14.671" v="1731"/>
          <ac:inkMkLst>
            <pc:docMk/>
            <pc:sldMk cId="1930261782" sldId="327"/>
            <ac:inkMk id="200" creationId="{266383BF-0E9D-AB16-D144-97033DCD8341}"/>
          </ac:inkMkLst>
        </pc:inkChg>
        <pc:inkChg chg="add mod">
          <ac:chgData name="Mahima Weerasinghe" userId="e11e3f55-42da-4e07-8ead-4d7a1d7ea1c6" providerId="ADAL" clId="{34BDDC3C-2AF4-4325-BEDB-C3E623CC2F40}" dt="2024-08-11T12:42:14.671" v="1731"/>
          <ac:inkMkLst>
            <pc:docMk/>
            <pc:sldMk cId="1930261782" sldId="327"/>
            <ac:inkMk id="201" creationId="{F3A464A6-E8BF-F005-900A-4F2697DD4978}"/>
          </ac:inkMkLst>
        </pc:inkChg>
        <pc:inkChg chg="add mod">
          <ac:chgData name="Mahima Weerasinghe" userId="e11e3f55-42da-4e07-8ead-4d7a1d7ea1c6" providerId="ADAL" clId="{34BDDC3C-2AF4-4325-BEDB-C3E623CC2F40}" dt="2024-08-11T12:42:14.671" v="1731"/>
          <ac:inkMkLst>
            <pc:docMk/>
            <pc:sldMk cId="1930261782" sldId="327"/>
            <ac:inkMk id="202" creationId="{114F14F3-0F10-9B00-06E8-EA4EB9537E1C}"/>
          </ac:inkMkLst>
        </pc:inkChg>
        <pc:inkChg chg="add mod">
          <ac:chgData name="Mahima Weerasinghe" userId="e11e3f55-42da-4e07-8ead-4d7a1d7ea1c6" providerId="ADAL" clId="{34BDDC3C-2AF4-4325-BEDB-C3E623CC2F40}" dt="2024-08-11T12:42:14.671" v="1731"/>
          <ac:inkMkLst>
            <pc:docMk/>
            <pc:sldMk cId="1930261782" sldId="327"/>
            <ac:inkMk id="203" creationId="{EA841F15-22DD-8319-5B8F-60127156CC85}"/>
          </ac:inkMkLst>
        </pc:inkChg>
        <pc:inkChg chg="add mod">
          <ac:chgData name="Mahima Weerasinghe" userId="e11e3f55-42da-4e07-8ead-4d7a1d7ea1c6" providerId="ADAL" clId="{34BDDC3C-2AF4-4325-BEDB-C3E623CC2F40}" dt="2024-08-11T12:42:14.671" v="1731"/>
          <ac:inkMkLst>
            <pc:docMk/>
            <pc:sldMk cId="1930261782" sldId="327"/>
            <ac:inkMk id="204" creationId="{0E02C59F-431D-0BD5-C8FE-6195A9621C89}"/>
          </ac:inkMkLst>
        </pc:inkChg>
        <pc:inkChg chg="add mod">
          <ac:chgData name="Mahima Weerasinghe" userId="e11e3f55-42da-4e07-8ead-4d7a1d7ea1c6" providerId="ADAL" clId="{34BDDC3C-2AF4-4325-BEDB-C3E623CC2F40}" dt="2024-08-11T12:42:14.671" v="1731"/>
          <ac:inkMkLst>
            <pc:docMk/>
            <pc:sldMk cId="1930261782" sldId="327"/>
            <ac:inkMk id="205" creationId="{381908B5-5B91-CD15-1AD3-D4E25E7B76BE}"/>
          </ac:inkMkLst>
        </pc:inkChg>
        <pc:inkChg chg="add mod">
          <ac:chgData name="Mahima Weerasinghe" userId="e11e3f55-42da-4e07-8ead-4d7a1d7ea1c6" providerId="ADAL" clId="{34BDDC3C-2AF4-4325-BEDB-C3E623CC2F40}" dt="2024-08-11T12:42:14.671" v="1731"/>
          <ac:inkMkLst>
            <pc:docMk/>
            <pc:sldMk cId="1930261782" sldId="327"/>
            <ac:inkMk id="206" creationId="{FAE8EA50-240C-A6E3-3137-FF0AEC4BC13E}"/>
          </ac:inkMkLst>
        </pc:inkChg>
        <pc:inkChg chg="add mod">
          <ac:chgData name="Mahima Weerasinghe" userId="e11e3f55-42da-4e07-8ead-4d7a1d7ea1c6" providerId="ADAL" clId="{34BDDC3C-2AF4-4325-BEDB-C3E623CC2F40}" dt="2024-08-11T12:42:14.671" v="1731"/>
          <ac:inkMkLst>
            <pc:docMk/>
            <pc:sldMk cId="1930261782" sldId="327"/>
            <ac:inkMk id="207" creationId="{B3B140D2-5EA1-5735-81E1-C690A50F8E15}"/>
          </ac:inkMkLst>
        </pc:inkChg>
        <pc:inkChg chg="add mod">
          <ac:chgData name="Mahima Weerasinghe" userId="e11e3f55-42da-4e07-8ead-4d7a1d7ea1c6" providerId="ADAL" clId="{34BDDC3C-2AF4-4325-BEDB-C3E623CC2F40}" dt="2024-08-11T12:42:14.671" v="1731"/>
          <ac:inkMkLst>
            <pc:docMk/>
            <pc:sldMk cId="1930261782" sldId="327"/>
            <ac:inkMk id="208" creationId="{47FE06C4-35F9-9285-2C74-0444E542CCBD}"/>
          </ac:inkMkLst>
        </pc:inkChg>
        <pc:inkChg chg="add mod">
          <ac:chgData name="Mahima Weerasinghe" userId="e11e3f55-42da-4e07-8ead-4d7a1d7ea1c6" providerId="ADAL" clId="{34BDDC3C-2AF4-4325-BEDB-C3E623CC2F40}" dt="2024-08-11T12:42:14.671" v="1731"/>
          <ac:inkMkLst>
            <pc:docMk/>
            <pc:sldMk cId="1930261782" sldId="327"/>
            <ac:inkMk id="209" creationId="{DFA77769-C055-D170-CFA8-D04D4E0EF6E4}"/>
          </ac:inkMkLst>
        </pc:inkChg>
        <pc:inkChg chg="add mod">
          <ac:chgData name="Mahima Weerasinghe" userId="e11e3f55-42da-4e07-8ead-4d7a1d7ea1c6" providerId="ADAL" clId="{34BDDC3C-2AF4-4325-BEDB-C3E623CC2F40}" dt="2024-08-11T12:42:14.671" v="1731"/>
          <ac:inkMkLst>
            <pc:docMk/>
            <pc:sldMk cId="1930261782" sldId="327"/>
            <ac:inkMk id="210" creationId="{33C6226A-92FB-9BCA-614D-C884658EB226}"/>
          </ac:inkMkLst>
        </pc:inkChg>
        <pc:inkChg chg="add mod">
          <ac:chgData name="Mahima Weerasinghe" userId="e11e3f55-42da-4e07-8ead-4d7a1d7ea1c6" providerId="ADAL" clId="{34BDDC3C-2AF4-4325-BEDB-C3E623CC2F40}" dt="2024-08-11T12:42:14.671" v="1731"/>
          <ac:inkMkLst>
            <pc:docMk/>
            <pc:sldMk cId="1930261782" sldId="327"/>
            <ac:inkMk id="211" creationId="{19DE2867-8D6C-1864-E8D9-00CB07B98285}"/>
          </ac:inkMkLst>
        </pc:inkChg>
        <pc:inkChg chg="add mod">
          <ac:chgData name="Mahima Weerasinghe" userId="e11e3f55-42da-4e07-8ead-4d7a1d7ea1c6" providerId="ADAL" clId="{34BDDC3C-2AF4-4325-BEDB-C3E623CC2F40}" dt="2024-08-11T12:42:14.671" v="1731"/>
          <ac:inkMkLst>
            <pc:docMk/>
            <pc:sldMk cId="1930261782" sldId="327"/>
            <ac:inkMk id="212" creationId="{80C3094C-B1B8-9EDF-F283-CCD7360D7206}"/>
          </ac:inkMkLst>
        </pc:inkChg>
        <pc:inkChg chg="add mod">
          <ac:chgData name="Mahima Weerasinghe" userId="e11e3f55-42da-4e07-8ead-4d7a1d7ea1c6" providerId="ADAL" clId="{34BDDC3C-2AF4-4325-BEDB-C3E623CC2F40}" dt="2024-08-11T12:42:14.671" v="1731"/>
          <ac:inkMkLst>
            <pc:docMk/>
            <pc:sldMk cId="1930261782" sldId="327"/>
            <ac:inkMk id="213" creationId="{619AEF53-B93E-0FA0-EBE5-8D4177CAE615}"/>
          </ac:inkMkLst>
        </pc:inkChg>
        <pc:inkChg chg="add mod">
          <ac:chgData name="Mahima Weerasinghe" userId="e11e3f55-42da-4e07-8ead-4d7a1d7ea1c6" providerId="ADAL" clId="{34BDDC3C-2AF4-4325-BEDB-C3E623CC2F40}" dt="2024-08-11T12:41:18.720" v="1706"/>
          <ac:inkMkLst>
            <pc:docMk/>
            <pc:sldMk cId="1930261782" sldId="327"/>
            <ac:inkMk id="215" creationId="{16E2F500-A610-D805-2F14-C4A73C104235}"/>
          </ac:inkMkLst>
        </pc:inkChg>
        <pc:inkChg chg="add mod">
          <ac:chgData name="Mahima Weerasinghe" userId="e11e3f55-42da-4e07-8ead-4d7a1d7ea1c6" providerId="ADAL" clId="{34BDDC3C-2AF4-4325-BEDB-C3E623CC2F40}" dt="2024-08-11T12:42:14.671" v="1731"/>
          <ac:inkMkLst>
            <pc:docMk/>
            <pc:sldMk cId="1930261782" sldId="327"/>
            <ac:inkMk id="217" creationId="{5C45FF7C-A83B-91FB-CE4A-881D9200C5B4}"/>
          </ac:inkMkLst>
        </pc:inkChg>
        <pc:inkChg chg="add mod">
          <ac:chgData name="Mahima Weerasinghe" userId="e11e3f55-42da-4e07-8ead-4d7a1d7ea1c6" providerId="ADAL" clId="{34BDDC3C-2AF4-4325-BEDB-C3E623CC2F40}" dt="2024-08-11T12:42:14.671" v="1731"/>
          <ac:inkMkLst>
            <pc:docMk/>
            <pc:sldMk cId="1930261782" sldId="327"/>
            <ac:inkMk id="218" creationId="{F5978BEA-C2AB-3A3A-95FF-C18567BD02C5}"/>
          </ac:inkMkLst>
        </pc:inkChg>
        <pc:inkChg chg="add mod">
          <ac:chgData name="Mahima Weerasinghe" userId="e11e3f55-42da-4e07-8ead-4d7a1d7ea1c6" providerId="ADAL" clId="{34BDDC3C-2AF4-4325-BEDB-C3E623CC2F40}" dt="2024-08-11T12:42:14.671" v="1731"/>
          <ac:inkMkLst>
            <pc:docMk/>
            <pc:sldMk cId="1930261782" sldId="327"/>
            <ac:inkMk id="219" creationId="{5818321D-2196-D35D-1281-A55A3F4612A6}"/>
          </ac:inkMkLst>
        </pc:inkChg>
        <pc:inkChg chg="add mod">
          <ac:chgData name="Mahima Weerasinghe" userId="e11e3f55-42da-4e07-8ead-4d7a1d7ea1c6" providerId="ADAL" clId="{34BDDC3C-2AF4-4325-BEDB-C3E623CC2F40}" dt="2024-08-11T12:42:14.671" v="1731"/>
          <ac:inkMkLst>
            <pc:docMk/>
            <pc:sldMk cId="1930261782" sldId="327"/>
            <ac:inkMk id="220" creationId="{CCC9497C-AF84-CEA0-DE2D-185ACF3B4F6F}"/>
          </ac:inkMkLst>
        </pc:inkChg>
        <pc:inkChg chg="add mod">
          <ac:chgData name="Mahima Weerasinghe" userId="e11e3f55-42da-4e07-8ead-4d7a1d7ea1c6" providerId="ADAL" clId="{34BDDC3C-2AF4-4325-BEDB-C3E623CC2F40}" dt="2024-08-11T12:42:14.671" v="1731"/>
          <ac:inkMkLst>
            <pc:docMk/>
            <pc:sldMk cId="1930261782" sldId="327"/>
            <ac:inkMk id="221" creationId="{945AB352-05CB-B276-F98C-135B36488A7F}"/>
          </ac:inkMkLst>
        </pc:inkChg>
        <pc:inkChg chg="add mod">
          <ac:chgData name="Mahima Weerasinghe" userId="e11e3f55-42da-4e07-8ead-4d7a1d7ea1c6" providerId="ADAL" clId="{34BDDC3C-2AF4-4325-BEDB-C3E623CC2F40}" dt="2024-08-11T12:42:14.671" v="1731"/>
          <ac:inkMkLst>
            <pc:docMk/>
            <pc:sldMk cId="1930261782" sldId="327"/>
            <ac:inkMk id="222" creationId="{9D4F2010-DF7A-F63C-CE1C-2398B2384AAE}"/>
          </ac:inkMkLst>
        </pc:inkChg>
        <pc:inkChg chg="add mod">
          <ac:chgData name="Mahima Weerasinghe" userId="e11e3f55-42da-4e07-8ead-4d7a1d7ea1c6" providerId="ADAL" clId="{34BDDC3C-2AF4-4325-BEDB-C3E623CC2F40}" dt="2024-08-11T12:42:14.671" v="1731"/>
          <ac:inkMkLst>
            <pc:docMk/>
            <pc:sldMk cId="1930261782" sldId="327"/>
            <ac:inkMk id="223" creationId="{B21DF78F-7B6A-BC7F-C69E-4EA780DB4F7F}"/>
          </ac:inkMkLst>
        </pc:inkChg>
        <pc:inkChg chg="add mod">
          <ac:chgData name="Mahima Weerasinghe" userId="e11e3f55-42da-4e07-8ead-4d7a1d7ea1c6" providerId="ADAL" clId="{34BDDC3C-2AF4-4325-BEDB-C3E623CC2F40}" dt="2024-08-11T12:42:14.671" v="1731"/>
          <ac:inkMkLst>
            <pc:docMk/>
            <pc:sldMk cId="1930261782" sldId="327"/>
            <ac:inkMk id="224" creationId="{5B0C8093-86CA-EA8B-C900-E1BEF3600408}"/>
          </ac:inkMkLst>
        </pc:inkChg>
        <pc:inkChg chg="add mod">
          <ac:chgData name="Mahima Weerasinghe" userId="e11e3f55-42da-4e07-8ead-4d7a1d7ea1c6" providerId="ADAL" clId="{34BDDC3C-2AF4-4325-BEDB-C3E623CC2F40}" dt="2024-08-11T12:42:14.671" v="1731"/>
          <ac:inkMkLst>
            <pc:docMk/>
            <pc:sldMk cId="1930261782" sldId="327"/>
            <ac:inkMk id="225" creationId="{12E9E2D2-E46E-0549-FD2A-3A6A3A2894DF}"/>
          </ac:inkMkLst>
        </pc:inkChg>
        <pc:inkChg chg="add mod">
          <ac:chgData name="Mahima Weerasinghe" userId="e11e3f55-42da-4e07-8ead-4d7a1d7ea1c6" providerId="ADAL" clId="{34BDDC3C-2AF4-4325-BEDB-C3E623CC2F40}" dt="2024-08-11T12:42:14.671" v="1731"/>
          <ac:inkMkLst>
            <pc:docMk/>
            <pc:sldMk cId="1930261782" sldId="327"/>
            <ac:inkMk id="226" creationId="{2BB4E948-DB1A-B1A8-86E2-FAD68269BC06}"/>
          </ac:inkMkLst>
        </pc:inkChg>
        <pc:inkChg chg="add mod">
          <ac:chgData name="Mahima Weerasinghe" userId="e11e3f55-42da-4e07-8ead-4d7a1d7ea1c6" providerId="ADAL" clId="{34BDDC3C-2AF4-4325-BEDB-C3E623CC2F40}" dt="2024-08-11T12:42:14.671" v="1731"/>
          <ac:inkMkLst>
            <pc:docMk/>
            <pc:sldMk cId="1930261782" sldId="327"/>
            <ac:inkMk id="227" creationId="{74611F5B-5AC5-BD21-8A06-9EC79825040D}"/>
          </ac:inkMkLst>
        </pc:inkChg>
        <pc:inkChg chg="add mod">
          <ac:chgData name="Mahima Weerasinghe" userId="e11e3f55-42da-4e07-8ead-4d7a1d7ea1c6" providerId="ADAL" clId="{34BDDC3C-2AF4-4325-BEDB-C3E623CC2F40}" dt="2024-08-11T12:42:14.671" v="1731"/>
          <ac:inkMkLst>
            <pc:docMk/>
            <pc:sldMk cId="1930261782" sldId="327"/>
            <ac:inkMk id="228" creationId="{D024E232-9BFB-379A-20B5-FB484A3736B0}"/>
          </ac:inkMkLst>
        </pc:inkChg>
        <pc:inkChg chg="add mod">
          <ac:chgData name="Mahima Weerasinghe" userId="e11e3f55-42da-4e07-8ead-4d7a1d7ea1c6" providerId="ADAL" clId="{34BDDC3C-2AF4-4325-BEDB-C3E623CC2F40}" dt="2024-08-11T12:42:14.671" v="1731"/>
          <ac:inkMkLst>
            <pc:docMk/>
            <pc:sldMk cId="1930261782" sldId="327"/>
            <ac:inkMk id="230" creationId="{9666095F-2CF3-487C-1B4F-9E17BFB1C25B}"/>
          </ac:inkMkLst>
        </pc:inkChg>
        <pc:inkChg chg="add mod">
          <ac:chgData name="Mahima Weerasinghe" userId="e11e3f55-42da-4e07-8ead-4d7a1d7ea1c6" providerId="ADAL" clId="{34BDDC3C-2AF4-4325-BEDB-C3E623CC2F40}" dt="2024-08-11T12:42:14.671" v="1731"/>
          <ac:inkMkLst>
            <pc:docMk/>
            <pc:sldMk cId="1930261782" sldId="327"/>
            <ac:inkMk id="231" creationId="{2A35BDB3-DB51-3733-9428-FDCB5832A85F}"/>
          </ac:inkMkLst>
        </pc:inkChg>
        <pc:inkChg chg="add mod">
          <ac:chgData name="Mahima Weerasinghe" userId="e11e3f55-42da-4e07-8ead-4d7a1d7ea1c6" providerId="ADAL" clId="{34BDDC3C-2AF4-4325-BEDB-C3E623CC2F40}" dt="2024-08-11T12:42:14.671" v="1731"/>
          <ac:inkMkLst>
            <pc:docMk/>
            <pc:sldMk cId="1930261782" sldId="327"/>
            <ac:inkMk id="232" creationId="{9AC26460-6D6B-3FD2-2C35-881FA490FB31}"/>
          </ac:inkMkLst>
        </pc:inkChg>
        <pc:inkChg chg="add mod">
          <ac:chgData name="Mahima Weerasinghe" userId="e11e3f55-42da-4e07-8ead-4d7a1d7ea1c6" providerId="ADAL" clId="{34BDDC3C-2AF4-4325-BEDB-C3E623CC2F40}" dt="2024-08-11T12:42:14.671" v="1731"/>
          <ac:inkMkLst>
            <pc:docMk/>
            <pc:sldMk cId="1930261782" sldId="327"/>
            <ac:inkMk id="233" creationId="{4BBD78DA-DE4C-3FDE-47A7-9867743B528C}"/>
          </ac:inkMkLst>
        </pc:inkChg>
        <pc:inkChg chg="add mod">
          <ac:chgData name="Mahima Weerasinghe" userId="e11e3f55-42da-4e07-8ead-4d7a1d7ea1c6" providerId="ADAL" clId="{34BDDC3C-2AF4-4325-BEDB-C3E623CC2F40}" dt="2024-08-11T12:42:14.671" v="1731"/>
          <ac:inkMkLst>
            <pc:docMk/>
            <pc:sldMk cId="1930261782" sldId="327"/>
            <ac:inkMk id="234" creationId="{5C708033-3700-89F5-3480-9BDB9D7FCB15}"/>
          </ac:inkMkLst>
        </pc:inkChg>
        <pc:inkChg chg="add mod">
          <ac:chgData name="Mahima Weerasinghe" userId="e11e3f55-42da-4e07-8ead-4d7a1d7ea1c6" providerId="ADAL" clId="{34BDDC3C-2AF4-4325-BEDB-C3E623CC2F40}" dt="2024-08-11T12:42:14.671" v="1731"/>
          <ac:inkMkLst>
            <pc:docMk/>
            <pc:sldMk cId="1930261782" sldId="327"/>
            <ac:inkMk id="235" creationId="{C01C20B1-D1FF-E454-F553-2BC52CDC62A8}"/>
          </ac:inkMkLst>
        </pc:inkChg>
        <pc:inkChg chg="add mod">
          <ac:chgData name="Mahima Weerasinghe" userId="e11e3f55-42da-4e07-8ead-4d7a1d7ea1c6" providerId="ADAL" clId="{34BDDC3C-2AF4-4325-BEDB-C3E623CC2F40}" dt="2024-08-11T12:42:14.671" v="1731"/>
          <ac:inkMkLst>
            <pc:docMk/>
            <pc:sldMk cId="1930261782" sldId="327"/>
            <ac:inkMk id="236" creationId="{8C86774A-6106-1C35-9121-30D1EF73F098}"/>
          </ac:inkMkLst>
        </pc:inkChg>
        <pc:inkChg chg="add mod">
          <ac:chgData name="Mahima Weerasinghe" userId="e11e3f55-42da-4e07-8ead-4d7a1d7ea1c6" providerId="ADAL" clId="{34BDDC3C-2AF4-4325-BEDB-C3E623CC2F40}" dt="2024-08-11T12:41:49.795" v="1718"/>
          <ac:inkMkLst>
            <pc:docMk/>
            <pc:sldMk cId="1930261782" sldId="327"/>
            <ac:inkMk id="238" creationId="{3DD9232E-155D-EB01-E0E0-E562662F0E0D}"/>
          </ac:inkMkLst>
        </pc:inkChg>
        <pc:inkChg chg="add mod">
          <ac:chgData name="Mahima Weerasinghe" userId="e11e3f55-42da-4e07-8ead-4d7a1d7ea1c6" providerId="ADAL" clId="{34BDDC3C-2AF4-4325-BEDB-C3E623CC2F40}" dt="2024-08-11T12:41:49.795" v="1718"/>
          <ac:inkMkLst>
            <pc:docMk/>
            <pc:sldMk cId="1930261782" sldId="327"/>
            <ac:inkMk id="239" creationId="{812A2A92-790A-CBFE-A6E4-2D21211A9B1F}"/>
          </ac:inkMkLst>
        </pc:inkChg>
        <pc:inkChg chg="add mod">
          <ac:chgData name="Mahima Weerasinghe" userId="e11e3f55-42da-4e07-8ead-4d7a1d7ea1c6" providerId="ADAL" clId="{34BDDC3C-2AF4-4325-BEDB-C3E623CC2F40}" dt="2024-08-11T12:41:49.795" v="1718"/>
          <ac:inkMkLst>
            <pc:docMk/>
            <pc:sldMk cId="1930261782" sldId="327"/>
            <ac:inkMk id="240" creationId="{5B517612-824C-7B05-6DB0-6EA86C892F18}"/>
          </ac:inkMkLst>
        </pc:inkChg>
        <pc:inkChg chg="add mod">
          <ac:chgData name="Mahima Weerasinghe" userId="e11e3f55-42da-4e07-8ead-4d7a1d7ea1c6" providerId="ADAL" clId="{34BDDC3C-2AF4-4325-BEDB-C3E623CC2F40}" dt="2024-08-11T12:42:14.671" v="1731"/>
          <ac:inkMkLst>
            <pc:docMk/>
            <pc:sldMk cId="1930261782" sldId="327"/>
            <ac:inkMk id="242" creationId="{F9C6812F-7487-DCFF-417E-796AD5D570A0}"/>
          </ac:inkMkLst>
        </pc:inkChg>
        <pc:inkChg chg="add mod">
          <ac:chgData name="Mahima Weerasinghe" userId="e11e3f55-42da-4e07-8ead-4d7a1d7ea1c6" providerId="ADAL" clId="{34BDDC3C-2AF4-4325-BEDB-C3E623CC2F40}" dt="2024-08-11T12:42:14.671" v="1731"/>
          <ac:inkMkLst>
            <pc:docMk/>
            <pc:sldMk cId="1930261782" sldId="327"/>
            <ac:inkMk id="243" creationId="{89DBB293-7BE1-107B-5DFC-0B3698F9861F}"/>
          </ac:inkMkLst>
        </pc:inkChg>
        <pc:inkChg chg="add mod">
          <ac:chgData name="Mahima Weerasinghe" userId="e11e3f55-42da-4e07-8ead-4d7a1d7ea1c6" providerId="ADAL" clId="{34BDDC3C-2AF4-4325-BEDB-C3E623CC2F40}" dt="2024-08-11T12:42:14.671" v="1731"/>
          <ac:inkMkLst>
            <pc:docMk/>
            <pc:sldMk cId="1930261782" sldId="327"/>
            <ac:inkMk id="244" creationId="{15890B1E-7F04-E935-D498-26D966C2DA05}"/>
          </ac:inkMkLst>
        </pc:inkChg>
        <pc:inkChg chg="add mod">
          <ac:chgData name="Mahima Weerasinghe" userId="e11e3f55-42da-4e07-8ead-4d7a1d7ea1c6" providerId="ADAL" clId="{34BDDC3C-2AF4-4325-BEDB-C3E623CC2F40}" dt="2024-08-11T12:42:14.671" v="1731"/>
          <ac:inkMkLst>
            <pc:docMk/>
            <pc:sldMk cId="1930261782" sldId="327"/>
            <ac:inkMk id="246" creationId="{1A537258-AF95-DD66-9F3F-BC61E5A7DDCE}"/>
          </ac:inkMkLst>
        </pc:inkChg>
        <pc:inkChg chg="add mod">
          <ac:chgData name="Mahima Weerasinghe" userId="e11e3f55-42da-4e07-8ead-4d7a1d7ea1c6" providerId="ADAL" clId="{34BDDC3C-2AF4-4325-BEDB-C3E623CC2F40}" dt="2024-08-11T12:42:14.671" v="1731"/>
          <ac:inkMkLst>
            <pc:docMk/>
            <pc:sldMk cId="1930261782" sldId="327"/>
            <ac:inkMk id="247" creationId="{E00EFEEB-E06F-9D0B-75EC-AD7377531434}"/>
          </ac:inkMkLst>
        </pc:inkChg>
        <pc:inkChg chg="add mod">
          <ac:chgData name="Mahima Weerasinghe" userId="e11e3f55-42da-4e07-8ead-4d7a1d7ea1c6" providerId="ADAL" clId="{34BDDC3C-2AF4-4325-BEDB-C3E623CC2F40}" dt="2024-08-11T12:42:14.671" v="1731"/>
          <ac:inkMkLst>
            <pc:docMk/>
            <pc:sldMk cId="1930261782" sldId="327"/>
            <ac:inkMk id="248" creationId="{84DEA7FE-48DE-4118-9428-1C69C7715D3E}"/>
          </ac:inkMkLst>
        </pc:inkChg>
        <pc:inkChg chg="add mod">
          <ac:chgData name="Mahima Weerasinghe" userId="e11e3f55-42da-4e07-8ead-4d7a1d7ea1c6" providerId="ADAL" clId="{34BDDC3C-2AF4-4325-BEDB-C3E623CC2F40}" dt="2024-08-11T12:42:14.671" v="1731"/>
          <ac:inkMkLst>
            <pc:docMk/>
            <pc:sldMk cId="1930261782" sldId="327"/>
            <ac:inkMk id="250" creationId="{613CC6B3-C2DA-F65E-96E1-40E12B7DD1DB}"/>
          </ac:inkMkLst>
        </pc:inkChg>
        <pc:inkChg chg="add mod">
          <ac:chgData name="Mahima Weerasinghe" userId="e11e3f55-42da-4e07-8ead-4d7a1d7ea1c6" providerId="ADAL" clId="{34BDDC3C-2AF4-4325-BEDB-C3E623CC2F40}" dt="2024-08-11T12:42:14.671" v="1731"/>
          <ac:inkMkLst>
            <pc:docMk/>
            <pc:sldMk cId="1930261782" sldId="327"/>
            <ac:inkMk id="252" creationId="{FF4F3148-2748-1DC1-76B2-1E591A60EB5F}"/>
          </ac:inkMkLst>
        </pc:inkChg>
        <pc:inkChg chg="add mod">
          <ac:chgData name="Mahima Weerasinghe" userId="e11e3f55-42da-4e07-8ead-4d7a1d7ea1c6" providerId="ADAL" clId="{34BDDC3C-2AF4-4325-BEDB-C3E623CC2F40}" dt="2024-08-11T12:42:14.671" v="1731"/>
          <ac:inkMkLst>
            <pc:docMk/>
            <pc:sldMk cId="1930261782" sldId="327"/>
            <ac:inkMk id="253" creationId="{A9D55970-0A45-657C-A9B7-600FFAEEC087}"/>
          </ac:inkMkLst>
        </pc:inkChg>
        <pc:inkChg chg="add mod">
          <ac:chgData name="Mahima Weerasinghe" userId="e11e3f55-42da-4e07-8ead-4d7a1d7ea1c6" providerId="ADAL" clId="{34BDDC3C-2AF4-4325-BEDB-C3E623CC2F40}" dt="2024-08-11T12:42:46.206" v="1744"/>
          <ac:inkMkLst>
            <pc:docMk/>
            <pc:sldMk cId="1930261782" sldId="327"/>
            <ac:inkMk id="255" creationId="{D46D29B2-208E-EB01-509A-923A4CE30F4C}"/>
          </ac:inkMkLst>
        </pc:inkChg>
        <pc:inkChg chg="add mod">
          <ac:chgData name="Mahima Weerasinghe" userId="e11e3f55-42da-4e07-8ead-4d7a1d7ea1c6" providerId="ADAL" clId="{34BDDC3C-2AF4-4325-BEDB-C3E623CC2F40}" dt="2024-08-11T12:42:46.206" v="1744"/>
          <ac:inkMkLst>
            <pc:docMk/>
            <pc:sldMk cId="1930261782" sldId="327"/>
            <ac:inkMk id="256" creationId="{4EE068EF-9B5E-CF98-BD88-FE9CF82284B3}"/>
          </ac:inkMkLst>
        </pc:inkChg>
        <pc:inkChg chg="add mod">
          <ac:chgData name="Mahima Weerasinghe" userId="e11e3f55-42da-4e07-8ead-4d7a1d7ea1c6" providerId="ADAL" clId="{34BDDC3C-2AF4-4325-BEDB-C3E623CC2F40}" dt="2024-08-11T12:42:46.206" v="1744"/>
          <ac:inkMkLst>
            <pc:docMk/>
            <pc:sldMk cId="1930261782" sldId="327"/>
            <ac:inkMk id="257" creationId="{8B9E7548-6895-F5CF-A6E0-5BBC5BB71B58}"/>
          </ac:inkMkLst>
        </pc:inkChg>
        <pc:inkChg chg="add mod">
          <ac:chgData name="Mahima Weerasinghe" userId="e11e3f55-42da-4e07-8ead-4d7a1d7ea1c6" providerId="ADAL" clId="{34BDDC3C-2AF4-4325-BEDB-C3E623CC2F40}" dt="2024-08-11T12:42:46.206" v="1744"/>
          <ac:inkMkLst>
            <pc:docMk/>
            <pc:sldMk cId="1930261782" sldId="327"/>
            <ac:inkMk id="259" creationId="{4E5EDCA7-E935-F232-3CBE-9952F99B8547}"/>
          </ac:inkMkLst>
        </pc:inkChg>
        <pc:inkChg chg="add mod">
          <ac:chgData name="Mahima Weerasinghe" userId="e11e3f55-42da-4e07-8ead-4d7a1d7ea1c6" providerId="ADAL" clId="{34BDDC3C-2AF4-4325-BEDB-C3E623CC2F40}" dt="2024-08-11T12:42:46.206" v="1744"/>
          <ac:inkMkLst>
            <pc:docMk/>
            <pc:sldMk cId="1930261782" sldId="327"/>
            <ac:inkMk id="260" creationId="{2009BBAD-210D-CE7A-C811-BB0058E29D35}"/>
          </ac:inkMkLst>
        </pc:inkChg>
        <pc:inkChg chg="add mod">
          <ac:chgData name="Mahima Weerasinghe" userId="e11e3f55-42da-4e07-8ead-4d7a1d7ea1c6" providerId="ADAL" clId="{34BDDC3C-2AF4-4325-BEDB-C3E623CC2F40}" dt="2024-08-11T12:42:46.206" v="1744"/>
          <ac:inkMkLst>
            <pc:docMk/>
            <pc:sldMk cId="1930261782" sldId="327"/>
            <ac:inkMk id="261" creationId="{89850F57-F10E-D875-3E26-5C0D35CC39A8}"/>
          </ac:inkMkLst>
        </pc:inkChg>
        <pc:inkChg chg="add mod">
          <ac:chgData name="Mahima Weerasinghe" userId="e11e3f55-42da-4e07-8ead-4d7a1d7ea1c6" providerId="ADAL" clId="{34BDDC3C-2AF4-4325-BEDB-C3E623CC2F40}" dt="2024-08-11T12:42:46.206" v="1744"/>
          <ac:inkMkLst>
            <pc:docMk/>
            <pc:sldMk cId="1930261782" sldId="327"/>
            <ac:inkMk id="262" creationId="{EA5C5586-C98D-C60F-D1AF-B2FBFA174B58}"/>
          </ac:inkMkLst>
        </pc:inkChg>
        <pc:inkChg chg="add mod">
          <ac:chgData name="Mahima Weerasinghe" userId="e11e3f55-42da-4e07-8ead-4d7a1d7ea1c6" providerId="ADAL" clId="{34BDDC3C-2AF4-4325-BEDB-C3E623CC2F40}" dt="2024-08-11T12:42:46.206" v="1744"/>
          <ac:inkMkLst>
            <pc:docMk/>
            <pc:sldMk cId="1930261782" sldId="327"/>
            <ac:inkMk id="263" creationId="{0B9D8634-76BD-0439-D0D1-63D82C42A4FF}"/>
          </ac:inkMkLst>
        </pc:inkChg>
        <pc:inkChg chg="add mod">
          <ac:chgData name="Mahima Weerasinghe" userId="e11e3f55-42da-4e07-8ead-4d7a1d7ea1c6" providerId="ADAL" clId="{34BDDC3C-2AF4-4325-BEDB-C3E623CC2F40}" dt="2024-08-11T12:42:46.206" v="1744"/>
          <ac:inkMkLst>
            <pc:docMk/>
            <pc:sldMk cId="1930261782" sldId="327"/>
            <ac:inkMk id="264" creationId="{29843B16-11B3-C289-6B9B-5A7F4D9373F7}"/>
          </ac:inkMkLst>
        </pc:inkChg>
        <pc:inkChg chg="add mod">
          <ac:chgData name="Mahima Weerasinghe" userId="e11e3f55-42da-4e07-8ead-4d7a1d7ea1c6" providerId="ADAL" clId="{34BDDC3C-2AF4-4325-BEDB-C3E623CC2F40}" dt="2024-08-11T12:42:46.206" v="1744"/>
          <ac:inkMkLst>
            <pc:docMk/>
            <pc:sldMk cId="1930261782" sldId="327"/>
            <ac:inkMk id="265" creationId="{CBF0E36A-0020-5F3F-8EC0-14F39CBFF09B}"/>
          </ac:inkMkLst>
        </pc:inkChg>
        <pc:inkChg chg="add mod">
          <ac:chgData name="Mahima Weerasinghe" userId="e11e3f55-42da-4e07-8ead-4d7a1d7ea1c6" providerId="ADAL" clId="{34BDDC3C-2AF4-4325-BEDB-C3E623CC2F40}" dt="2024-08-11T12:42:46.206" v="1744"/>
          <ac:inkMkLst>
            <pc:docMk/>
            <pc:sldMk cId="1930261782" sldId="327"/>
            <ac:inkMk id="266" creationId="{FE0CC3CA-7C9F-A9E5-F7B5-A647EE3DCE66}"/>
          </ac:inkMkLst>
        </pc:inkChg>
        <pc:inkChg chg="add mod">
          <ac:chgData name="Mahima Weerasinghe" userId="e11e3f55-42da-4e07-8ead-4d7a1d7ea1c6" providerId="ADAL" clId="{34BDDC3C-2AF4-4325-BEDB-C3E623CC2F40}" dt="2024-08-11T12:46:04.674" v="1766"/>
          <ac:inkMkLst>
            <pc:docMk/>
            <pc:sldMk cId="1930261782" sldId="327"/>
            <ac:inkMk id="269" creationId="{B54963E6-4EC4-1ADC-08B5-EB3866360B38}"/>
          </ac:inkMkLst>
        </pc:inkChg>
        <pc:inkChg chg="add mod">
          <ac:chgData name="Mahima Weerasinghe" userId="e11e3f55-42da-4e07-8ead-4d7a1d7ea1c6" providerId="ADAL" clId="{34BDDC3C-2AF4-4325-BEDB-C3E623CC2F40}" dt="2024-08-11T12:46:04.674" v="1766"/>
          <ac:inkMkLst>
            <pc:docMk/>
            <pc:sldMk cId="1930261782" sldId="327"/>
            <ac:inkMk id="270" creationId="{56F4EA3D-74D0-0A8C-0558-8B1690EC0C59}"/>
          </ac:inkMkLst>
        </pc:inkChg>
        <pc:inkChg chg="add mod">
          <ac:chgData name="Mahima Weerasinghe" userId="e11e3f55-42da-4e07-8ead-4d7a1d7ea1c6" providerId="ADAL" clId="{34BDDC3C-2AF4-4325-BEDB-C3E623CC2F40}" dt="2024-08-11T12:46:04.674" v="1766"/>
          <ac:inkMkLst>
            <pc:docMk/>
            <pc:sldMk cId="1930261782" sldId="327"/>
            <ac:inkMk id="271" creationId="{946CC5EB-12EA-14C3-62D5-DBAC22A4B725}"/>
          </ac:inkMkLst>
        </pc:inkChg>
        <pc:inkChg chg="add">
          <ac:chgData name="Mahima Weerasinghe" userId="e11e3f55-42da-4e07-8ead-4d7a1d7ea1c6" providerId="ADAL" clId="{34BDDC3C-2AF4-4325-BEDB-C3E623CC2F40}" dt="2024-08-11T12:45:47.590" v="1748" actId="9405"/>
          <ac:inkMkLst>
            <pc:docMk/>
            <pc:sldMk cId="1930261782" sldId="327"/>
            <ac:inkMk id="272" creationId="{6BE4C8D6-A231-286D-A652-FF223823C414}"/>
          </ac:inkMkLst>
        </pc:inkChg>
        <pc:inkChg chg="add mod">
          <ac:chgData name="Mahima Weerasinghe" userId="e11e3f55-42da-4e07-8ead-4d7a1d7ea1c6" providerId="ADAL" clId="{34BDDC3C-2AF4-4325-BEDB-C3E623CC2F40}" dt="2024-08-11T12:45:51.302" v="1753"/>
          <ac:inkMkLst>
            <pc:docMk/>
            <pc:sldMk cId="1930261782" sldId="327"/>
            <ac:inkMk id="273" creationId="{E0FA3064-9C99-EC40-840B-8302C9491C19}"/>
          </ac:inkMkLst>
        </pc:inkChg>
        <pc:inkChg chg="add mod">
          <ac:chgData name="Mahima Weerasinghe" userId="e11e3f55-42da-4e07-8ead-4d7a1d7ea1c6" providerId="ADAL" clId="{34BDDC3C-2AF4-4325-BEDB-C3E623CC2F40}" dt="2024-08-11T12:45:51.302" v="1753"/>
          <ac:inkMkLst>
            <pc:docMk/>
            <pc:sldMk cId="1930261782" sldId="327"/>
            <ac:inkMk id="274" creationId="{3A5BB284-8148-C6A7-74B2-FA833BB7DB3E}"/>
          </ac:inkMkLst>
        </pc:inkChg>
        <pc:inkChg chg="add mod">
          <ac:chgData name="Mahima Weerasinghe" userId="e11e3f55-42da-4e07-8ead-4d7a1d7ea1c6" providerId="ADAL" clId="{34BDDC3C-2AF4-4325-BEDB-C3E623CC2F40}" dt="2024-08-11T12:45:51.302" v="1753"/>
          <ac:inkMkLst>
            <pc:docMk/>
            <pc:sldMk cId="1930261782" sldId="327"/>
            <ac:inkMk id="275" creationId="{2B3AE61E-D33E-0C5A-2C61-2CB2C3E809E3}"/>
          </ac:inkMkLst>
        </pc:inkChg>
        <pc:inkChg chg="add mod">
          <ac:chgData name="Mahima Weerasinghe" userId="e11e3f55-42da-4e07-8ead-4d7a1d7ea1c6" providerId="ADAL" clId="{34BDDC3C-2AF4-4325-BEDB-C3E623CC2F40}" dt="2024-08-11T12:45:51.302" v="1753"/>
          <ac:inkMkLst>
            <pc:docMk/>
            <pc:sldMk cId="1930261782" sldId="327"/>
            <ac:inkMk id="276" creationId="{1541EDFF-9028-46BD-ED0C-215EF6473276}"/>
          </ac:inkMkLst>
        </pc:inkChg>
        <pc:inkChg chg="add mod">
          <ac:chgData name="Mahima Weerasinghe" userId="e11e3f55-42da-4e07-8ead-4d7a1d7ea1c6" providerId="ADAL" clId="{34BDDC3C-2AF4-4325-BEDB-C3E623CC2F40}" dt="2024-08-11T12:46:04.674" v="1766"/>
          <ac:inkMkLst>
            <pc:docMk/>
            <pc:sldMk cId="1930261782" sldId="327"/>
            <ac:inkMk id="278" creationId="{18D19B98-D248-15B6-016D-F4C9F30487F5}"/>
          </ac:inkMkLst>
        </pc:inkChg>
        <pc:inkChg chg="add mod">
          <ac:chgData name="Mahima Weerasinghe" userId="e11e3f55-42da-4e07-8ead-4d7a1d7ea1c6" providerId="ADAL" clId="{34BDDC3C-2AF4-4325-BEDB-C3E623CC2F40}" dt="2024-08-11T12:46:04.674" v="1766"/>
          <ac:inkMkLst>
            <pc:docMk/>
            <pc:sldMk cId="1930261782" sldId="327"/>
            <ac:inkMk id="279" creationId="{B9554B43-A917-9740-6D0F-0E85C91AC265}"/>
          </ac:inkMkLst>
        </pc:inkChg>
        <pc:inkChg chg="add mod">
          <ac:chgData name="Mahima Weerasinghe" userId="e11e3f55-42da-4e07-8ead-4d7a1d7ea1c6" providerId="ADAL" clId="{34BDDC3C-2AF4-4325-BEDB-C3E623CC2F40}" dt="2024-08-11T12:46:04.674" v="1766"/>
          <ac:inkMkLst>
            <pc:docMk/>
            <pc:sldMk cId="1930261782" sldId="327"/>
            <ac:inkMk id="280" creationId="{A71E8D66-68A8-4B29-3F50-7CD05AFBCE56}"/>
          </ac:inkMkLst>
        </pc:inkChg>
        <pc:inkChg chg="add mod">
          <ac:chgData name="Mahima Weerasinghe" userId="e11e3f55-42da-4e07-8ead-4d7a1d7ea1c6" providerId="ADAL" clId="{34BDDC3C-2AF4-4325-BEDB-C3E623CC2F40}" dt="2024-08-11T12:46:04.674" v="1766"/>
          <ac:inkMkLst>
            <pc:docMk/>
            <pc:sldMk cId="1930261782" sldId="327"/>
            <ac:inkMk id="281" creationId="{70ACE413-9251-23E8-1AC1-88C9DC640541}"/>
          </ac:inkMkLst>
        </pc:inkChg>
        <pc:inkChg chg="add mod">
          <ac:chgData name="Mahima Weerasinghe" userId="e11e3f55-42da-4e07-8ead-4d7a1d7ea1c6" providerId="ADAL" clId="{34BDDC3C-2AF4-4325-BEDB-C3E623CC2F40}" dt="2024-08-11T12:46:01.450" v="1760"/>
          <ac:inkMkLst>
            <pc:docMk/>
            <pc:sldMk cId="1930261782" sldId="327"/>
            <ac:inkMk id="282" creationId="{63141859-B518-6F60-1DC0-D88820C6735A}"/>
          </ac:inkMkLst>
        </pc:inkChg>
        <pc:inkChg chg="add mod">
          <ac:chgData name="Mahima Weerasinghe" userId="e11e3f55-42da-4e07-8ead-4d7a1d7ea1c6" providerId="ADAL" clId="{34BDDC3C-2AF4-4325-BEDB-C3E623CC2F40}" dt="2024-08-11T12:46:01.450" v="1760"/>
          <ac:inkMkLst>
            <pc:docMk/>
            <pc:sldMk cId="1930261782" sldId="327"/>
            <ac:inkMk id="283" creationId="{16524281-3828-35F8-8AD8-EA558F372104}"/>
          </ac:inkMkLst>
        </pc:inkChg>
        <pc:inkChg chg="add mod">
          <ac:chgData name="Mahima Weerasinghe" userId="e11e3f55-42da-4e07-8ead-4d7a1d7ea1c6" providerId="ADAL" clId="{34BDDC3C-2AF4-4325-BEDB-C3E623CC2F40}" dt="2024-08-11T12:46:04.674" v="1766"/>
          <ac:inkMkLst>
            <pc:docMk/>
            <pc:sldMk cId="1930261782" sldId="327"/>
            <ac:inkMk id="285" creationId="{D85C4175-C66B-C5A7-DF6C-A8C4B27E880D}"/>
          </ac:inkMkLst>
        </pc:inkChg>
        <pc:inkChg chg="add mod">
          <ac:chgData name="Mahima Weerasinghe" userId="e11e3f55-42da-4e07-8ead-4d7a1d7ea1c6" providerId="ADAL" clId="{34BDDC3C-2AF4-4325-BEDB-C3E623CC2F40}" dt="2024-08-11T12:46:04.674" v="1766"/>
          <ac:inkMkLst>
            <pc:docMk/>
            <pc:sldMk cId="1930261782" sldId="327"/>
            <ac:inkMk id="286" creationId="{3E808141-26A3-B0D0-8D40-7A6DC98752E0}"/>
          </ac:inkMkLst>
        </pc:inkChg>
        <pc:inkChg chg="add mod">
          <ac:chgData name="Mahima Weerasinghe" userId="e11e3f55-42da-4e07-8ead-4d7a1d7ea1c6" providerId="ADAL" clId="{34BDDC3C-2AF4-4325-BEDB-C3E623CC2F40}" dt="2024-08-11T12:46:04.674" v="1766"/>
          <ac:inkMkLst>
            <pc:docMk/>
            <pc:sldMk cId="1930261782" sldId="327"/>
            <ac:inkMk id="288" creationId="{4EA0BDCA-E8EB-0DB5-9634-F4F445123CF0}"/>
          </ac:inkMkLst>
        </pc:inkChg>
        <pc:inkChg chg="add mod">
          <ac:chgData name="Mahima Weerasinghe" userId="e11e3f55-42da-4e07-8ead-4d7a1d7ea1c6" providerId="ADAL" clId="{34BDDC3C-2AF4-4325-BEDB-C3E623CC2F40}" dt="2024-08-11T12:46:04.674" v="1766"/>
          <ac:inkMkLst>
            <pc:docMk/>
            <pc:sldMk cId="1930261782" sldId="327"/>
            <ac:inkMk id="289" creationId="{2F66E2EF-0923-80FA-43D4-6EA1167521F1}"/>
          </ac:inkMkLst>
        </pc:inkChg>
      </pc:sldChg>
      <pc:sldChg chg="del">
        <pc:chgData name="Mahima Weerasinghe" userId="e11e3f55-42da-4e07-8ead-4d7a1d7ea1c6" providerId="ADAL" clId="{34BDDC3C-2AF4-4325-BEDB-C3E623CC2F40}" dt="2024-08-10T15:53:37.575" v="543" actId="47"/>
        <pc:sldMkLst>
          <pc:docMk/>
          <pc:sldMk cId="918274834" sldId="331"/>
        </pc:sldMkLst>
      </pc:sldChg>
      <pc:sldChg chg="del">
        <pc:chgData name="Mahima Weerasinghe" userId="e11e3f55-42da-4e07-8ead-4d7a1d7ea1c6" providerId="ADAL" clId="{34BDDC3C-2AF4-4325-BEDB-C3E623CC2F40}" dt="2024-08-10T15:53:37.575" v="543" actId="47"/>
        <pc:sldMkLst>
          <pc:docMk/>
          <pc:sldMk cId="890531600" sldId="332"/>
        </pc:sldMkLst>
      </pc:sldChg>
      <pc:sldChg chg="del">
        <pc:chgData name="Mahima Weerasinghe" userId="e11e3f55-42da-4e07-8ead-4d7a1d7ea1c6" providerId="ADAL" clId="{34BDDC3C-2AF4-4325-BEDB-C3E623CC2F40}" dt="2024-08-10T15:53:37.575" v="543" actId="47"/>
        <pc:sldMkLst>
          <pc:docMk/>
          <pc:sldMk cId="218054686" sldId="343"/>
        </pc:sldMkLst>
      </pc:sldChg>
      <pc:sldChg chg="del">
        <pc:chgData name="Mahima Weerasinghe" userId="e11e3f55-42da-4e07-8ead-4d7a1d7ea1c6" providerId="ADAL" clId="{34BDDC3C-2AF4-4325-BEDB-C3E623CC2F40}" dt="2024-08-10T15:53:37.575" v="543" actId="47"/>
        <pc:sldMkLst>
          <pc:docMk/>
          <pc:sldMk cId="2876714679" sldId="344"/>
        </pc:sldMkLst>
      </pc:sldChg>
      <pc:sldChg chg="del">
        <pc:chgData name="Mahima Weerasinghe" userId="e11e3f55-42da-4e07-8ead-4d7a1d7ea1c6" providerId="ADAL" clId="{34BDDC3C-2AF4-4325-BEDB-C3E623CC2F40}" dt="2024-08-10T15:53:37.575" v="543" actId="47"/>
        <pc:sldMkLst>
          <pc:docMk/>
          <pc:sldMk cId="632874441" sldId="345"/>
        </pc:sldMkLst>
      </pc:sldChg>
      <pc:sldChg chg="del">
        <pc:chgData name="Mahima Weerasinghe" userId="e11e3f55-42da-4e07-8ead-4d7a1d7ea1c6" providerId="ADAL" clId="{34BDDC3C-2AF4-4325-BEDB-C3E623CC2F40}" dt="2024-08-10T15:53:37.575" v="543" actId="47"/>
        <pc:sldMkLst>
          <pc:docMk/>
          <pc:sldMk cId="2554500515" sldId="346"/>
        </pc:sldMkLst>
      </pc:sldChg>
      <pc:sldChg chg="del">
        <pc:chgData name="Mahima Weerasinghe" userId="e11e3f55-42da-4e07-8ead-4d7a1d7ea1c6" providerId="ADAL" clId="{34BDDC3C-2AF4-4325-BEDB-C3E623CC2F40}" dt="2024-08-10T15:53:37.575" v="543" actId="47"/>
        <pc:sldMkLst>
          <pc:docMk/>
          <pc:sldMk cId="4188551037" sldId="347"/>
        </pc:sldMkLst>
      </pc:sldChg>
      <pc:sldChg chg="del">
        <pc:chgData name="Mahima Weerasinghe" userId="e11e3f55-42da-4e07-8ead-4d7a1d7ea1c6" providerId="ADAL" clId="{34BDDC3C-2AF4-4325-BEDB-C3E623CC2F40}" dt="2024-08-10T15:53:37.575" v="543" actId="47"/>
        <pc:sldMkLst>
          <pc:docMk/>
          <pc:sldMk cId="2266928667" sldId="348"/>
        </pc:sldMkLst>
      </pc:sldChg>
      <pc:sldChg chg="del">
        <pc:chgData name="Mahima Weerasinghe" userId="e11e3f55-42da-4e07-8ead-4d7a1d7ea1c6" providerId="ADAL" clId="{34BDDC3C-2AF4-4325-BEDB-C3E623CC2F40}" dt="2024-08-10T15:53:37.575" v="543" actId="47"/>
        <pc:sldMkLst>
          <pc:docMk/>
          <pc:sldMk cId="3654417074" sldId="349"/>
        </pc:sldMkLst>
      </pc:sldChg>
      <pc:sldChg chg="del">
        <pc:chgData name="Mahima Weerasinghe" userId="e11e3f55-42da-4e07-8ead-4d7a1d7ea1c6" providerId="ADAL" clId="{34BDDC3C-2AF4-4325-BEDB-C3E623CC2F40}" dt="2024-08-10T15:53:37.575" v="543" actId="47"/>
        <pc:sldMkLst>
          <pc:docMk/>
          <pc:sldMk cId="819493147" sldId="351"/>
        </pc:sldMkLst>
      </pc:sldChg>
      <pc:sldChg chg="del">
        <pc:chgData name="Mahima Weerasinghe" userId="e11e3f55-42da-4e07-8ead-4d7a1d7ea1c6" providerId="ADAL" clId="{34BDDC3C-2AF4-4325-BEDB-C3E623CC2F40}" dt="2024-08-10T15:53:37.575" v="543" actId="47"/>
        <pc:sldMkLst>
          <pc:docMk/>
          <pc:sldMk cId="1878125495" sldId="352"/>
        </pc:sldMkLst>
      </pc:sldChg>
      <pc:sldChg chg="del">
        <pc:chgData name="Mahima Weerasinghe" userId="e11e3f55-42da-4e07-8ead-4d7a1d7ea1c6" providerId="ADAL" clId="{34BDDC3C-2AF4-4325-BEDB-C3E623CC2F40}" dt="2024-08-10T15:53:26.395" v="542" actId="47"/>
        <pc:sldMkLst>
          <pc:docMk/>
          <pc:sldMk cId="4153490219" sldId="353"/>
        </pc:sldMkLst>
      </pc:sldChg>
      <pc:sldChg chg="del">
        <pc:chgData name="Mahima Weerasinghe" userId="e11e3f55-42da-4e07-8ead-4d7a1d7ea1c6" providerId="ADAL" clId="{34BDDC3C-2AF4-4325-BEDB-C3E623CC2F40}" dt="2024-08-10T16:10:23.829" v="546" actId="47"/>
        <pc:sldMkLst>
          <pc:docMk/>
          <pc:sldMk cId="2263679596" sldId="354"/>
        </pc:sldMkLst>
      </pc:sldChg>
      <pc:sldChg chg="del">
        <pc:chgData name="Mahima Weerasinghe" userId="e11e3f55-42da-4e07-8ead-4d7a1d7ea1c6" providerId="ADAL" clId="{34BDDC3C-2AF4-4325-BEDB-C3E623CC2F40}" dt="2024-08-10T15:53:37.575" v="543" actId="47"/>
        <pc:sldMkLst>
          <pc:docMk/>
          <pc:sldMk cId="1535617992" sldId="355"/>
        </pc:sldMkLst>
      </pc:sldChg>
      <pc:sldChg chg="addSp delSp modSp mod">
        <pc:chgData name="Mahima Weerasinghe" userId="e11e3f55-42da-4e07-8ead-4d7a1d7ea1c6" providerId="ADAL" clId="{34BDDC3C-2AF4-4325-BEDB-C3E623CC2F40}" dt="2024-08-11T12:51:26.220" v="1797"/>
        <pc:sldMkLst>
          <pc:docMk/>
          <pc:sldMk cId="2270794384" sldId="356"/>
        </pc:sldMkLst>
        <pc:spChg chg="mod">
          <ac:chgData name="Mahima Weerasinghe" userId="e11e3f55-42da-4e07-8ead-4d7a1d7ea1c6" providerId="ADAL" clId="{34BDDC3C-2AF4-4325-BEDB-C3E623CC2F40}" dt="2024-08-10T14:33:26.273" v="153" actId="20577"/>
          <ac:spMkLst>
            <pc:docMk/>
            <pc:sldMk cId="2270794384" sldId="356"/>
            <ac:spMk id="2" creationId="{08FA9FCD-7F08-5A0D-4D88-27DD2A2E5A7E}"/>
          </ac:spMkLst>
        </pc:spChg>
        <pc:spChg chg="del">
          <ac:chgData name="Mahima Weerasinghe" userId="e11e3f55-42da-4e07-8ead-4d7a1d7ea1c6" providerId="ADAL" clId="{34BDDC3C-2AF4-4325-BEDB-C3E623CC2F40}" dt="2024-08-10T14:33:29.474" v="154" actId="478"/>
          <ac:spMkLst>
            <pc:docMk/>
            <pc:sldMk cId="2270794384" sldId="356"/>
            <ac:spMk id="4" creationId="{64179C15-753F-95C4-23B5-3556065BC322}"/>
          </ac:spMkLst>
        </pc:spChg>
        <pc:grpChg chg="del mod">
          <ac:chgData name="Mahima Weerasinghe" userId="e11e3f55-42da-4e07-8ead-4d7a1d7ea1c6" providerId="ADAL" clId="{34BDDC3C-2AF4-4325-BEDB-C3E623CC2F40}" dt="2024-08-11T12:50:28.702" v="1773"/>
          <ac:grpSpMkLst>
            <pc:docMk/>
            <pc:sldMk cId="2270794384" sldId="356"/>
            <ac:grpSpMk id="6" creationId="{BC566926-4129-3282-7DBB-E64B9C64D542}"/>
          </ac:grpSpMkLst>
        </pc:grpChg>
        <pc:grpChg chg="del mod">
          <ac:chgData name="Mahima Weerasinghe" userId="e11e3f55-42da-4e07-8ead-4d7a1d7ea1c6" providerId="ADAL" clId="{34BDDC3C-2AF4-4325-BEDB-C3E623CC2F40}" dt="2024-08-11T12:50:38.276" v="1777"/>
          <ac:grpSpMkLst>
            <pc:docMk/>
            <pc:sldMk cId="2270794384" sldId="356"/>
            <ac:grpSpMk id="9" creationId="{AF7456BF-FD79-A6F7-1DF9-578791E33A82}"/>
          </ac:grpSpMkLst>
        </pc:grpChg>
        <pc:grpChg chg="del mod">
          <ac:chgData name="Mahima Weerasinghe" userId="e11e3f55-42da-4e07-8ead-4d7a1d7ea1c6" providerId="ADAL" clId="{34BDDC3C-2AF4-4325-BEDB-C3E623CC2F40}" dt="2024-08-11T12:51:26.220" v="1797"/>
          <ac:grpSpMkLst>
            <pc:docMk/>
            <pc:sldMk cId="2270794384" sldId="356"/>
            <ac:grpSpMk id="13" creationId="{6BEAF121-2B86-4B9D-C08E-CE41C78A07E3}"/>
          </ac:grpSpMkLst>
        </pc:grpChg>
        <pc:grpChg chg="del mod">
          <ac:chgData name="Mahima Weerasinghe" userId="e11e3f55-42da-4e07-8ead-4d7a1d7ea1c6" providerId="ADAL" clId="{34BDDC3C-2AF4-4325-BEDB-C3E623CC2F40}" dt="2024-08-11T12:51:26.220" v="1797"/>
          <ac:grpSpMkLst>
            <pc:docMk/>
            <pc:sldMk cId="2270794384" sldId="356"/>
            <ac:grpSpMk id="14" creationId="{6048CE59-DFEF-333D-0C13-22DB011CF7A3}"/>
          </ac:grpSpMkLst>
        </pc:grpChg>
        <pc:grpChg chg="del mod">
          <ac:chgData name="Mahima Weerasinghe" userId="e11e3f55-42da-4e07-8ead-4d7a1d7ea1c6" providerId="ADAL" clId="{34BDDC3C-2AF4-4325-BEDB-C3E623CC2F40}" dt="2024-08-11T12:51:26.220" v="1797"/>
          <ac:grpSpMkLst>
            <pc:docMk/>
            <pc:sldMk cId="2270794384" sldId="356"/>
            <ac:grpSpMk id="22" creationId="{7CEC43D7-E04F-A99B-CDC8-2289389D5953}"/>
          </ac:grpSpMkLst>
        </pc:grpChg>
        <pc:grpChg chg="del mod">
          <ac:chgData name="Mahima Weerasinghe" userId="e11e3f55-42da-4e07-8ead-4d7a1d7ea1c6" providerId="ADAL" clId="{34BDDC3C-2AF4-4325-BEDB-C3E623CC2F40}" dt="2024-08-11T12:51:18.501" v="1791"/>
          <ac:grpSpMkLst>
            <pc:docMk/>
            <pc:sldMk cId="2270794384" sldId="356"/>
            <ac:grpSpMk id="25" creationId="{953391C9-C494-F3EB-95F2-2A08A097D61E}"/>
          </ac:grpSpMkLst>
        </pc:grpChg>
        <pc:grpChg chg="del mod">
          <ac:chgData name="Mahima Weerasinghe" userId="e11e3f55-42da-4e07-8ead-4d7a1d7ea1c6" providerId="ADAL" clId="{34BDDC3C-2AF4-4325-BEDB-C3E623CC2F40}" dt="2024-08-11T12:51:26.220" v="1797"/>
          <ac:grpSpMkLst>
            <pc:docMk/>
            <pc:sldMk cId="2270794384" sldId="356"/>
            <ac:grpSpMk id="28" creationId="{1FA6C6E6-1347-AA3A-874B-DE459914AC87}"/>
          </ac:grpSpMkLst>
        </pc:grpChg>
        <pc:grpChg chg="mod">
          <ac:chgData name="Mahima Weerasinghe" userId="e11e3f55-42da-4e07-8ead-4d7a1d7ea1c6" providerId="ADAL" clId="{34BDDC3C-2AF4-4325-BEDB-C3E623CC2F40}" dt="2024-08-11T12:51:26.220" v="1797"/>
          <ac:grpSpMkLst>
            <pc:docMk/>
            <pc:sldMk cId="2270794384" sldId="356"/>
            <ac:grpSpMk id="1027" creationId="{90E47D64-2B8B-0970-60EE-A63BBBE21311}"/>
          </ac:grpSpMkLst>
        </pc:grpChg>
        <pc:picChg chg="add mod">
          <ac:chgData name="Mahima Weerasinghe" userId="e11e3f55-42da-4e07-8ead-4d7a1d7ea1c6" providerId="ADAL" clId="{34BDDC3C-2AF4-4325-BEDB-C3E623CC2F40}" dt="2024-08-10T14:33:40.963" v="156" actId="1076"/>
          <ac:picMkLst>
            <pc:docMk/>
            <pc:sldMk cId="2270794384" sldId="356"/>
            <ac:picMk id="1026" creationId="{D34CD5A5-B328-904E-D9C8-9DB684968AA0}"/>
          </ac:picMkLst>
        </pc:picChg>
        <pc:picChg chg="add mod">
          <ac:chgData name="Mahima Weerasinghe" userId="e11e3f55-42da-4e07-8ead-4d7a1d7ea1c6" providerId="ADAL" clId="{34BDDC3C-2AF4-4325-BEDB-C3E623CC2F40}" dt="2024-08-10T14:49:23.312" v="160" actId="1076"/>
          <ac:picMkLst>
            <pc:docMk/>
            <pc:sldMk cId="2270794384" sldId="356"/>
            <ac:picMk id="1028" creationId="{7500B252-F13A-6835-D5C4-478A1906F533}"/>
          </ac:picMkLst>
        </pc:picChg>
        <pc:inkChg chg="add">
          <ac:chgData name="Mahima Weerasinghe" userId="e11e3f55-42da-4e07-8ead-4d7a1d7ea1c6" providerId="ADAL" clId="{34BDDC3C-2AF4-4325-BEDB-C3E623CC2F40}" dt="2024-08-11T12:50:15.984" v="1767" actId="9405"/>
          <ac:inkMkLst>
            <pc:docMk/>
            <pc:sldMk cId="2270794384" sldId="356"/>
            <ac:inkMk id="3" creationId="{2DB249F5-61A5-7373-1EC2-2752BDB70889}"/>
          </ac:inkMkLst>
        </pc:inkChg>
        <pc:inkChg chg="add mod">
          <ac:chgData name="Mahima Weerasinghe" userId="e11e3f55-42da-4e07-8ead-4d7a1d7ea1c6" providerId="ADAL" clId="{34BDDC3C-2AF4-4325-BEDB-C3E623CC2F40}" dt="2024-08-11T12:51:26.220" v="1797"/>
          <ac:inkMkLst>
            <pc:docMk/>
            <pc:sldMk cId="2270794384" sldId="356"/>
            <ac:inkMk id="4" creationId="{F1BF5359-E674-D810-B755-A3AFABAC949C}"/>
          </ac:inkMkLst>
        </pc:inkChg>
        <pc:inkChg chg="add mod">
          <ac:chgData name="Mahima Weerasinghe" userId="e11e3f55-42da-4e07-8ead-4d7a1d7ea1c6" providerId="ADAL" clId="{34BDDC3C-2AF4-4325-BEDB-C3E623CC2F40}" dt="2024-08-11T12:51:26.220" v="1797"/>
          <ac:inkMkLst>
            <pc:docMk/>
            <pc:sldMk cId="2270794384" sldId="356"/>
            <ac:inkMk id="5" creationId="{CD01A9DB-615E-E144-6D71-7DE1ADC238E4}"/>
          </ac:inkMkLst>
        </pc:inkChg>
        <pc:inkChg chg="add mod">
          <ac:chgData name="Mahima Weerasinghe" userId="e11e3f55-42da-4e07-8ead-4d7a1d7ea1c6" providerId="ADAL" clId="{34BDDC3C-2AF4-4325-BEDB-C3E623CC2F40}" dt="2024-08-11T12:51:26.220" v="1797"/>
          <ac:inkMkLst>
            <pc:docMk/>
            <pc:sldMk cId="2270794384" sldId="356"/>
            <ac:inkMk id="7" creationId="{5549B4C8-E0D1-766E-3BDC-D720C7600885}"/>
          </ac:inkMkLst>
        </pc:inkChg>
        <pc:inkChg chg="add mod">
          <ac:chgData name="Mahima Weerasinghe" userId="e11e3f55-42da-4e07-8ead-4d7a1d7ea1c6" providerId="ADAL" clId="{34BDDC3C-2AF4-4325-BEDB-C3E623CC2F40}" dt="2024-08-11T12:51:26.220" v="1797"/>
          <ac:inkMkLst>
            <pc:docMk/>
            <pc:sldMk cId="2270794384" sldId="356"/>
            <ac:inkMk id="8" creationId="{771436DA-0CF5-04D5-FC20-7831969A07A0}"/>
          </ac:inkMkLst>
        </pc:inkChg>
        <pc:inkChg chg="add mod">
          <ac:chgData name="Mahima Weerasinghe" userId="e11e3f55-42da-4e07-8ead-4d7a1d7ea1c6" providerId="ADAL" clId="{34BDDC3C-2AF4-4325-BEDB-C3E623CC2F40}" dt="2024-08-11T12:51:26.220" v="1797"/>
          <ac:inkMkLst>
            <pc:docMk/>
            <pc:sldMk cId="2270794384" sldId="356"/>
            <ac:inkMk id="10" creationId="{55734DE5-87D4-55DF-A720-2E046DA356B0}"/>
          </ac:inkMkLst>
        </pc:inkChg>
        <pc:inkChg chg="add mod">
          <ac:chgData name="Mahima Weerasinghe" userId="e11e3f55-42da-4e07-8ead-4d7a1d7ea1c6" providerId="ADAL" clId="{34BDDC3C-2AF4-4325-BEDB-C3E623CC2F40}" dt="2024-08-11T12:51:26.220" v="1797"/>
          <ac:inkMkLst>
            <pc:docMk/>
            <pc:sldMk cId="2270794384" sldId="356"/>
            <ac:inkMk id="11" creationId="{D36542DA-A850-AD69-B013-8A51FF5D06B6}"/>
          </ac:inkMkLst>
        </pc:inkChg>
        <pc:inkChg chg="add mod">
          <ac:chgData name="Mahima Weerasinghe" userId="e11e3f55-42da-4e07-8ead-4d7a1d7ea1c6" providerId="ADAL" clId="{34BDDC3C-2AF4-4325-BEDB-C3E623CC2F40}" dt="2024-08-11T12:51:26.220" v="1797"/>
          <ac:inkMkLst>
            <pc:docMk/>
            <pc:sldMk cId="2270794384" sldId="356"/>
            <ac:inkMk id="12" creationId="{B55B0724-27B8-63D3-4C64-E85E15710B3E}"/>
          </ac:inkMkLst>
        </pc:inkChg>
        <pc:inkChg chg="add mod">
          <ac:chgData name="Mahima Weerasinghe" userId="e11e3f55-42da-4e07-8ead-4d7a1d7ea1c6" providerId="ADAL" clId="{34BDDC3C-2AF4-4325-BEDB-C3E623CC2F40}" dt="2024-08-11T12:51:26.220" v="1797"/>
          <ac:inkMkLst>
            <pc:docMk/>
            <pc:sldMk cId="2270794384" sldId="356"/>
            <ac:inkMk id="15" creationId="{6BA0C0F1-D53E-5278-D716-E3EA6087AC41}"/>
          </ac:inkMkLst>
        </pc:inkChg>
        <pc:inkChg chg="add mod">
          <ac:chgData name="Mahima Weerasinghe" userId="e11e3f55-42da-4e07-8ead-4d7a1d7ea1c6" providerId="ADAL" clId="{34BDDC3C-2AF4-4325-BEDB-C3E623CC2F40}" dt="2024-08-11T12:51:26.220" v="1797"/>
          <ac:inkMkLst>
            <pc:docMk/>
            <pc:sldMk cId="2270794384" sldId="356"/>
            <ac:inkMk id="16" creationId="{8737AC43-FE33-2EBE-8844-026CB88C247C}"/>
          </ac:inkMkLst>
        </pc:inkChg>
        <pc:inkChg chg="add mod">
          <ac:chgData name="Mahima Weerasinghe" userId="e11e3f55-42da-4e07-8ead-4d7a1d7ea1c6" providerId="ADAL" clId="{34BDDC3C-2AF4-4325-BEDB-C3E623CC2F40}" dt="2024-08-11T12:51:26.220" v="1797"/>
          <ac:inkMkLst>
            <pc:docMk/>
            <pc:sldMk cId="2270794384" sldId="356"/>
            <ac:inkMk id="17" creationId="{A0F95286-8E70-1CA8-1303-B63BF6A41F51}"/>
          </ac:inkMkLst>
        </pc:inkChg>
        <pc:inkChg chg="add mod">
          <ac:chgData name="Mahima Weerasinghe" userId="e11e3f55-42da-4e07-8ead-4d7a1d7ea1c6" providerId="ADAL" clId="{34BDDC3C-2AF4-4325-BEDB-C3E623CC2F40}" dt="2024-08-11T12:51:26.220" v="1797"/>
          <ac:inkMkLst>
            <pc:docMk/>
            <pc:sldMk cId="2270794384" sldId="356"/>
            <ac:inkMk id="18" creationId="{FB1BFA2B-CDC9-43A0-5105-94B33E0D327F}"/>
          </ac:inkMkLst>
        </pc:inkChg>
        <pc:inkChg chg="add mod">
          <ac:chgData name="Mahima Weerasinghe" userId="e11e3f55-42da-4e07-8ead-4d7a1d7ea1c6" providerId="ADAL" clId="{34BDDC3C-2AF4-4325-BEDB-C3E623CC2F40}" dt="2024-08-11T12:51:26.220" v="1797"/>
          <ac:inkMkLst>
            <pc:docMk/>
            <pc:sldMk cId="2270794384" sldId="356"/>
            <ac:inkMk id="19" creationId="{343A6760-7115-1439-0799-A5AE6AF85604}"/>
          </ac:inkMkLst>
        </pc:inkChg>
        <pc:inkChg chg="add mod">
          <ac:chgData name="Mahima Weerasinghe" userId="e11e3f55-42da-4e07-8ead-4d7a1d7ea1c6" providerId="ADAL" clId="{34BDDC3C-2AF4-4325-BEDB-C3E623CC2F40}" dt="2024-08-11T12:51:26.220" v="1797"/>
          <ac:inkMkLst>
            <pc:docMk/>
            <pc:sldMk cId="2270794384" sldId="356"/>
            <ac:inkMk id="20" creationId="{94D4FBF5-B90E-5930-6F09-7AE5D7ADB715}"/>
          </ac:inkMkLst>
        </pc:inkChg>
        <pc:inkChg chg="add mod">
          <ac:chgData name="Mahima Weerasinghe" userId="e11e3f55-42da-4e07-8ead-4d7a1d7ea1c6" providerId="ADAL" clId="{34BDDC3C-2AF4-4325-BEDB-C3E623CC2F40}" dt="2024-08-11T12:51:26.220" v="1797"/>
          <ac:inkMkLst>
            <pc:docMk/>
            <pc:sldMk cId="2270794384" sldId="356"/>
            <ac:inkMk id="21" creationId="{6C6C33C6-CD3A-27FD-25A5-06CFD0F75A94}"/>
          </ac:inkMkLst>
        </pc:inkChg>
        <pc:inkChg chg="add mod">
          <ac:chgData name="Mahima Weerasinghe" userId="e11e3f55-42da-4e07-8ead-4d7a1d7ea1c6" providerId="ADAL" clId="{34BDDC3C-2AF4-4325-BEDB-C3E623CC2F40}" dt="2024-08-11T12:51:26.220" v="1797"/>
          <ac:inkMkLst>
            <pc:docMk/>
            <pc:sldMk cId="2270794384" sldId="356"/>
            <ac:inkMk id="23" creationId="{04D8FD07-BE93-5527-3C76-D63DDE1C6872}"/>
          </ac:inkMkLst>
        </pc:inkChg>
        <pc:inkChg chg="add mod">
          <ac:chgData name="Mahima Weerasinghe" userId="e11e3f55-42da-4e07-8ead-4d7a1d7ea1c6" providerId="ADAL" clId="{34BDDC3C-2AF4-4325-BEDB-C3E623CC2F40}" dt="2024-08-11T12:51:26.220" v="1797"/>
          <ac:inkMkLst>
            <pc:docMk/>
            <pc:sldMk cId="2270794384" sldId="356"/>
            <ac:inkMk id="24" creationId="{DAA946C4-8EBA-C537-0CF7-1FD25BB104F2}"/>
          </ac:inkMkLst>
        </pc:inkChg>
        <pc:inkChg chg="add mod">
          <ac:chgData name="Mahima Weerasinghe" userId="e11e3f55-42da-4e07-8ead-4d7a1d7ea1c6" providerId="ADAL" clId="{34BDDC3C-2AF4-4325-BEDB-C3E623CC2F40}" dt="2024-08-11T12:51:26.220" v="1797"/>
          <ac:inkMkLst>
            <pc:docMk/>
            <pc:sldMk cId="2270794384" sldId="356"/>
            <ac:inkMk id="26" creationId="{9469DE4E-4D99-5ACA-2A48-9CAD09AC44F0}"/>
          </ac:inkMkLst>
        </pc:inkChg>
        <pc:inkChg chg="add mod">
          <ac:chgData name="Mahima Weerasinghe" userId="e11e3f55-42da-4e07-8ead-4d7a1d7ea1c6" providerId="ADAL" clId="{34BDDC3C-2AF4-4325-BEDB-C3E623CC2F40}" dt="2024-08-11T12:51:26.220" v="1797"/>
          <ac:inkMkLst>
            <pc:docMk/>
            <pc:sldMk cId="2270794384" sldId="356"/>
            <ac:inkMk id="27" creationId="{0BE5122D-F47B-7E1E-87BA-3707B79A0B29}"/>
          </ac:inkMkLst>
        </pc:inkChg>
        <pc:inkChg chg="add mod">
          <ac:chgData name="Mahima Weerasinghe" userId="e11e3f55-42da-4e07-8ead-4d7a1d7ea1c6" providerId="ADAL" clId="{34BDDC3C-2AF4-4325-BEDB-C3E623CC2F40}" dt="2024-08-11T12:51:26.220" v="1797"/>
          <ac:inkMkLst>
            <pc:docMk/>
            <pc:sldMk cId="2270794384" sldId="356"/>
            <ac:inkMk id="29" creationId="{462DC850-C30F-D5A5-1218-02397C6D8A40}"/>
          </ac:inkMkLst>
        </pc:inkChg>
        <pc:inkChg chg="add mod">
          <ac:chgData name="Mahima Weerasinghe" userId="e11e3f55-42da-4e07-8ead-4d7a1d7ea1c6" providerId="ADAL" clId="{34BDDC3C-2AF4-4325-BEDB-C3E623CC2F40}" dt="2024-08-11T12:51:26.220" v="1797"/>
          <ac:inkMkLst>
            <pc:docMk/>
            <pc:sldMk cId="2270794384" sldId="356"/>
            <ac:inkMk id="30" creationId="{A6CAA4B7-3D3A-C10C-E812-C8FC3B862D26}"/>
          </ac:inkMkLst>
        </pc:inkChg>
        <pc:inkChg chg="add mod">
          <ac:chgData name="Mahima Weerasinghe" userId="e11e3f55-42da-4e07-8ead-4d7a1d7ea1c6" providerId="ADAL" clId="{34BDDC3C-2AF4-4325-BEDB-C3E623CC2F40}" dt="2024-08-11T12:51:26.220" v="1797"/>
          <ac:inkMkLst>
            <pc:docMk/>
            <pc:sldMk cId="2270794384" sldId="356"/>
            <ac:inkMk id="31" creationId="{03CF1336-8328-CAD8-4C98-9AACF0216F0B}"/>
          </ac:inkMkLst>
        </pc:inkChg>
        <pc:inkChg chg="add mod">
          <ac:chgData name="Mahima Weerasinghe" userId="e11e3f55-42da-4e07-8ead-4d7a1d7ea1c6" providerId="ADAL" clId="{34BDDC3C-2AF4-4325-BEDB-C3E623CC2F40}" dt="2024-08-11T12:51:26.220" v="1797"/>
          <ac:inkMkLst>
            <pc:docMk/>
            <pc:sldMk cId="2270794384" sldId="356"/>
            <ac:inkMk id="1024" creationId="{B6EA1B50-2E4F-8338-CC72-3F7AFE8784E9}"/>
          </ac:inkMkLst>
        </pc:inkChg>
        <pc:inkChg chg="add mod">
          <ac:chgData name="Mahima Weerasinghe" userId="e11e3f55-42da-4e07-8ead-4d7a1d7ea1c6" providerId="ADAL" clId="{34BDDC3C-2AF4-4325-BEDB-C3E623CC2F40}" dt="2024-08-11T12:51:26.220" v="1797"/>
          <ac:inkMkLst>
            <pc:docMk/>
            <pc:sldMk cId="2270794384" sldId="356"/>
            <ac:inkMk id="1025" creationId="{FBDF072D-EE8B-0BD7-8F68-43E806EDC95A}"/>
          </ac:inkMkLst>
        </pc:inkChg>
      </pc:sldChg>
      <pc:sldChg chg="del">
        <pc:chgData name="Mahima Weerasinghe" userId="e11e3f55-42da-4e07-8ead-4d7a1d7ea1c6" providerId="ADAL" clId="{34BDDC3C-2AF4-4325-BEDB-C3E623CC2F40}" dt="2024-08-10T15:53:37.575" v="543" actId="47"/>
        <pc:sldMkLst>
          <pc:docMk/>
          <pc:sldMk cId="513802066" sldId="357"/>
        </pc:sldMkLst>
      </pc:sldChg>
      <pc:sldChg chg="del">
        <pc:chgData name="Mahima Weerasinghe" userId="e11e3f55-42da-4e07-8ead-4d7a1d7ea1c6" providerId="ADAL" clId="{34BDDC3C-2AF4-4325-BEDB-C3E623CC2F40}" dt="2024-08-10T15:53:37.575" v="543" actId="47"/>
        <pc:sldMkLst>
          <pc:docMk/>
          <pc:sldMk cId="2523411080" sldId="358"/>
        </pc:sldMkLst>
      </pc:sldChg>
      <pc:sldChg chg="del">
        <pc:chgData name="Mahima Weerasinghe" userId="e11e3f55-42da-4e07-8ead-4d7a1d7ea1c6" providerId="ADAL" clId="{34BDDC3C-2AF4-4325-BEDB-C3E623CC2F40}" dt="2024-08-10T15:53:37.575" v="543" actId="47"/>
        <pc:sldMkLst>
          <pc:docMk/>
          <pc:sldMk cId="1257303602" sldId="359"/>
        </pc:sldMkLst>
      </pc:sldChg>
      <pc:sldChg chg="del">
        <pc:chgData name="Mahima Weerasinghe" userId="e11e3f55-42da-4e07-8ead-4d7a1d7ea1c6" providerId="ADAL" clId="{34BDDC3C-2AF4-4325-BEDB-C3E623CC2F40}" dt="2024-08-10T15:53:37.575" v="543" actId="47"/>
        <pc:sldMkLst>
          <pc:docMk/>
          <pc:sldMk cId="877377469" sldId="360"/>
        </pc:sldMkLst>
      </pc:sldChg>
      <pc:sldChg chg="del">
        <pc:chgData name="Mahima Weerasinghe" userId="e11e3f55-42da-4e07-8ead-4d7a1d7ea1c6" providerId="ADAL" clId="{34BDDC3C-2AF4-4325-BEDB-C3E623CC2F40}" dt="2024-08-10T15:53:37.575" v="543" actId="47"/>
        <pc:sldMkLst>
          <pc:docMk/>
          <pc:sldMk cId="2292653639" sldId="361"/>
        </pc:sldMkLst>
      </pc:sldChg>
      <pc:sldChg chg="del">
        <pc:chgData name="Mahima Weerasinghe" userId="e11e3f55-42da-4e07-8ead-4d7a1d7ea1c6" providerId="ADAL" clId="{34BDDC3C-2AF4-4325-BEDB-C3E623CC2F40}" dt="2024-08-10T15:53:37.575" v="543" actId="47"/>
        <pc:sldMkLst>
          <pc:docMk/>
          <pc:sldMk cId="2199077732" sldId="362"/>
        </pc:sldMkLst>
      </pc:sldChg>
      <pc:sldChg chg="del">
        <pc:chgData name="Mahima Weerasinghe" userId="e11e3f55-42da-4e07-8ead-4d7a1d7ea1c6" providerId="ADAL" clId="{34BDDC3C-2AF4-4325-BEDB-C3E623CC2F40}" dt="2024-08-10T15:53:37.575" v="543" actId="47"/>
        <pc:sldMkLst>
          <pc:docMk/>
          <pc:sldMk cId="274522149" sldId="363"/>
        </pc:sldMkLst>
      </pc:sldChg>
      <pc:sldChg chg="addSp delSp modSp new mod">
        <pc:chgData name="Mahima Weerasinghe" userId="e11e3f55-42da-4e07-8ead-4d7a1d7ea1c6" providerId="ADAL" clId="{34BDDC3C-2AF4-4325-BEDB-C3E623CC2F40}" dt="2024-08-11T12:56:06.207" v="1838"/>
        <pc:sldMkLst>
          <pc:docMk/>
          <pc:sldMk cId="244273228" sldId="364"/>
        </pc:sldMkLst>
        <pc:spChg chg="del">
          <ac:chgData name="Mahima Weerasinghe" userId="e11e3f55-42da-4e07-8ead-4d7a1d7ea1c6" providerId="ADAL" clId="{34BDDC3C-2AF4-4325-BEDB-C3E623CC2F40}" dt="2024-08-10T14:58:56.963" v="291" actId="478"/>
          <ac:spMkLst>
            <pc:docMk/>
            <pc:sldMk cId="244273228" sldId="364"/>
            <ac:spMk id="2" creationId="{31B005EF-2B21-E34A-13DD-F516779EFE17}"/>
          </ac:spMkLst>
        </pc:spChg>
        <pc:spChg chg="add">
          <ac:chgData name="Mahima Weerasinghe" userId="e11e3f55-42da-4e07-8ead-4d7a1d7ea1c6" providerId="ADAL" clId="{34BDDC3C-2AF4-4325-BEDB-C3E623CC2F40}" dt="2024-08-10T15:00:07.777" v="300"/>
          <ac:spMkLst>
            <pc:docMk/>
            <pc:sldMk cId="244273228" sldId="364"/>
            <ac:spMk id="3" creationId="{48118AAA-8524-322F-100E-D797F37CBAA8}"/>
          </ac:spMkLst>
        </pc:spChg>
        <pc:spChg chg="add">
          <ac:chgData name="Mahima Weerasinghe" userId="e11e3f55-42da-4e07-8ead-4d7a1d7ea1c6" providerId="ADAL" clId="{34BDDC3C-2AF4-4325-BEDB-C3E623CC2F40}" dt="2024-08-10T15:00:15.946" v="301"/>
          <ac:spMkLst>
            <pc:docMk/>
            <pc:sldMk cId="244273228" sldId="364"/>
            <ac:spMk id="4" creationId="{7E700811-011C-0512-3367-D7A061E16A76}"/>
          </ac:spMkLst>
        </pc:spChg>
        <pc:grpChg chg="del mod">
          <ac:chgData name="Mahima Weerasinghe" userId="e11e3f55-42da-4e07-8ead-4d7a1d7ea1c6" providerId="ADAL" clId="{34BDDC3C-2AF4-4325-BEDB-C3E623CC2F40}" dt="2024-08-11T12:54:14.584" v="1811"/>
          <ac:grpSpMkLst>
            <pc:docMk/>
            <pc:sldMk cId="244273228" sldId="364"/>
            <ac:grpSpMk id="11" creationId="{B1919E1E-84D6-1B68-C315-812E543B4884}"/>
          </ac:grpSpMkLst>
        </pc:grpChg>
        <pc:grpChg chg="del mod">
          <ac:chgData name="Mahima Weerasinghe" userId="e11e3f55-42da-4e07-8ead-4d7a1d7ea1c6" providerId="ADAL" clId="{34BDDC3C-2AF4-4325-BEDB-C3E623CC2F40}" dt="2024-08-11T12:54:47.602" v="1820"/>
          <ac:grpSpMkLst>
            <pc:docMk/>
            <pc:sldMk cId="244273228" sldId="364"/>
            <ac:grpSpMk id="17" creationId="{A4A7FDF8-0BB3-870D-C884-2DA5C17B863C}"/>
          </ac:grpSpMkLst>
        </pc:grpChg>
        <pc:grpChg chg="del mod">
          <ac:chgData name="Mahima Weerasinghe" userId="e11e3f55-42da-4e07-8ead-4d7a1d7ea1c6" providerId="ADAL" clId="{34BDDC3C-2AF4-4325-BEDB-C3E623CC2F40}" dt="2024-08-11T12:54:55.082" v="1824"/>
          <ac:grpSpMkLst>
            <pc:docMk/>
            <pc:sldMk cId="244273228" sldId="364"/>
            <ac:grpSpMk id="24" creationId="{597C114E-10C8-E1A1-7E38-07F5841B87F0}"/>
          </ac:grpSpMkLst>
        </pc:grpChg>
        <pc:grpChg chg="del mod">
          <ac:chgData name="Mahima Weerasinghe" userId="e11e3f55-42da-4e07-8ead-4d7a1d7ea1c6" providerId="ADAL" clId="{34BDDC3C-2AF4-4325-BEDB-C3E623CC2F40}" dt="2024-08-11T12:54:55.082" v="1824"/>
          <ac:grpSpMkLst>
            <pc:docMk/>
            <pc:sldMk cId="244273228" sldId="364"/>
            <ac:grpSpMk id="26" creationId="{2941AD3A-A478-8AC5-C187-23B376D24F9E}"/>
          </ac:grpSpMkLst>
        </pc:grpChg>
        <pc:grpChg chg="mod">
          <ac:chgData name="Mahima Weerasinghe" userId="e11e3f55-42da-4e07-8ead-4d7a1d7ea1c6" providerId="ADAL" clId="{34BDDC3C-2AF4-4325-BEDB-C3E623CC2F40}" dt="2024-08-11T12:54:55.082" v="1824"/>
          <ac:grpSpMkLst>
            <pc:docMk/>
            <pc:sldMk cId="244273228" sldId="364"/>
            <ac:grpSpMk id="30" creationId="{6D1D248C-7A58-02A7-F9F6-DF7CBDBB077D}"/>
          </ac:grpSpMkLst>
        </pc:grpChg>
        <pc:grpChg chg="del mod">
          <ac:chgData name="Mahima Weerasinghe" userId="e11e3f55-42da-4e07-8ead-4d7a1d7ea1c6" providerId="ADAL" clId="{34BDDC3C-2AF4-4325-BEDB-C3E623CC2F40}" dt="2024-08-11T12:55:58.607" v="1834"/>
          <ac:grpSpMkLst>
            <pc:docMk/>
            <pc:sldMk cId="244273228" sldId="364"/>
            <ac:grpSpMk id="2051" creationId="{2171B2F3-1BB9-E705-3ABC-CB7E3BD3DDD3}"/>
          </ac:grpSpMkLst>
        </pc:grpChg>
        <pc:grpChg chg="del mod">
          <ac:chgData name="Mahima Weerasinghe" userId="e11e3f55-42da-4e07-8ead-4d7a1d7ea1c6" providerId="ADAL" clId="{34BDDC3C-2AF4-4325-BEDB-C3E623CC2F40}" dt="2024-08-11T12:55:58.607" v="1834"/>
          <ac:grpSpMkLst>
            <pc:docMk/>
            <pc:sldMk cId="244273228" sldId="364"/>
            <ac:grpSpMk id="2056" creationId="{6857E63C-AC7B-E6EF-C672-96AB458C08F9}"/>
          </ac:grpSpMkLst>
        </pc:grpChg>
        <pc:grpChg chg="del mod">
          <ac:chgData name="Mahima Weerasinghe" userId="e11e3f55-42da-4e07-8ead-4d7a1d7ea1c6" providerId="ADAL" clId="{34BDDC3C-2AF4-4325-BEDB-C3E623CC2F40}" dt="2024-08-11T12:56:01.417" v="1836"/>
          <ac:grpSpMkLst>
            <pc:docMk/>
            <pc:sldMk cId="244273228" sldId="364"/>
            <ac:grpSpMk id="2058" creationId="{08F71ADF-4DFE-3B2B-276F-FC0DF54BE269}"/>
          </ac:grpSpMkLst>
        </pc:grpChg>
        <pc:grpChg chg="del mod">
          <ac:chgData name="Mahima Weerasinghe" userId="e11e3f55-42da-4e07-8ead-4d7a1d7ea1c6" providerId="ADAL" clId="{34BDDC3C-2AF4-4325-BEDB-C3E623CC2F40}" dt="2024-08-11T12:56:06.207" v="1838"/>
          <ac:grpSpMkLst>
            <pc:docMk/>
            <pc:sldMk cId="244273228" sldId="364"/>
            <ac:grpSpMk id="2060" creationId="{BCFE4CDC-2BD5-E7D6-009B-6F8823897534}"/>
          </ac:grpSpMkLst>
        </pc:grpChg>
        <pc:grpChg chg="mod">
          <ac:chgData name="Mahima Weerasinghe" userId="e11e3f55-42da-4e07-8ead-4d7a1d7ea1c6" providerId="ADAL" clId="{34BDDC3C-2AF4-4325-BEDB-C3E623CC2F40}" dt="2024-08-11T12:56:06.207" v="1838"/>
          <ac:grpSpMkLst>
            <pc:docMk/>
            <pc:sldMk cId="244273228" sldId="364"/>
            <ac:grpSpMk id="2062" creationId="{2AD87614-23EF-0ECA-1C29-6B70DF35EF17}"/>
          </ac:grpSpMkLst>
        </pc:grpChg>
        <pc:picChg chg="add mod">
          <ac:chgData name="Mahima Weerasinghe" userId="e11e3f55-42da-4e07-8ead-4d7a1d7ea1c6" providerId="ADAL" clId="{34BDDC3C-2AF4-4325-BEDB-C3E623CC2F40}" dt="2024-08-10T15:00:55.980" v="304" actId="14100"/>
          <ac:picMkLst>
            <pc:docMk/>
            <pc:sldMk cId="244273228" sldId="364"/>
            <ac:picMk id="6" creationId="{9D788ACA-00B5-0A7F-F945-C30D765668D6}"/>
          </ac:picMkLst>
        </pc:picChg>
        <pc:picChg chg="add mod">
          <ac:chgData name="Mahima Weerasinghe" userId="e11e3f55-42da-4e07-8ead-4d7a1d7ea1c6" providerId="ADAL" clId="{34BDDC3C-2AF4-4325-BEDB-C3E623CC2F40}" dt="2024-08-10T15:02:15.268" v="310" actId="1076"/>
          <ac:picMkLst>
            <pc:docMk/>
            <pc:sldMk cId="244273228" sldId="364"/>
            <ac:picMk id="8" creationId="{4F37DD38-DE2F-B97A-33CA-4ED5541A873E}"/>
          </ac:picMkLst>
        </pc:picChg>
        <pc:picChg chg="add mod">
          <ac:chgData name="Mahima Weerasinghe" userId="e11e3f55-42da-4e07-8ead-4d7a1d7ea1c6" providerId="ADAL" clId="{34BDDC3C-2AF4-4325-BEDB-C3E623CC2F40}" dt="2024-08-10T14:59:02.734" v="294" actId="1076"/>
          <ac:picMkLst>
            <pc:docMk/>
            <pc:sldMk cId="244273228" sldId="364"/>
            <ac:picMk id="2050" creationId="{ABB450BF-A04F-7938-B1F3-38E0056E95EC}"/>
          </ac:picMkLst>
        </pc:picChg>
        <pc:picChg chg="add">
          <ac:chgData name="Mahima Weerasinghe" userId="e11e3f55-42da-4e07-8ead-4d7a1d7ea1c6" providerId="ADAL" clId="{34BDDC3C-2AF4-4325-BEDB-C3E623CC2F40}" dt="2024-08-10T14:59:30.517" v="295"/>
          <ac:picMkLst>
            <pc:docMk/>
            <pc:sldMk cId="244273228" sldId="364"/>
            <ac:picMk id="2052" creationId="{65D93B8B-68E8-17FD-D67F-51274E84001B}"/>
          </ac:picMkLst>
        </pc:picChg>
        <pc:picChg chg="add mod">
          <ac:chgData name="Mahima Weerasinghe" userId="e11e3f55-42da-4e07-8ead-4d7a1d7ea1c6" providerId="ADAL" clId="{34BDDC3C-2AF4-4325-BEDB-C3E623CC2F40}" dt="2024-08-10T14:59:49.372" v="299" actId="1076"/>
          <ac:picMkLst>
            <pc:docMk/>
            <pc:sldMk cId="244273228" sldId="364"/>
            <ac:picMk id="2054" creationId="{7E17D60B-0414-7B69-0D7B-F831AD5D3C52}"/>
          </ac:picMkLst>
        </pc:picChg>
        <pc:inkChg chg="add mod">
          <ac:chgData name="Mahima Weerasinghe" userId="e11e3f55-42da-4e07-8ead-4d7a1d7ea1c6" providerId="ADAL" clId="{34BDDC3C-2AF4-4325-BEDB-C3E623CC2F40}" dt="2024-08-11T12:54:55.082" v="1824"/>
          <ac:inkMkLst>
            <pc:docMk/>
            <pc:sldMk cId="244273228" sldId="364"/>
            <ac:inkMk id="2" creationId="{D915A692-ACBD-6FA3-D114-EA89257B4BC2}"/>
          </ac:inkMkLst>
        </pc:inkChg>
        <pc:inkChg chg="add mod">
          <ac:chgData name="Mahima Weerasinghe" userId="e11e3f55-42da-4e07-8ead-4d7a1d7ea1c6" providerId="ADAL" clId="{34BDDC3C-2AF4-4325-BEDB-C3E623CC2F40}" dt="2024-08-11T12:54:55.082" v="1824"/>
          <ac:inkMkLst>
            <pc:docMk/>
            <pc:sldMk cId="244273228" sldId="364"/>
            <ac:inkMk id="3" creationId="{28E7629A-C79E-A3AB-3032-718371E4451A}"/>
          </ac:inkMkLst>
        </pc:inkChg>
        <pc:inkChg chg="add mod">
          <ac:chgData name="Mahima Weerasinghe" userId="e11e3f55-42da-4e07-8ead-4d7a1d7ea1c6" providerId="ADAL" clId="{34BDDC3C-2AF4-4325-BEDB-C3E623CC2F40}" dt="2024-08-11T12:54:55.082" v="1824"/>
          <ac:inkMkLst>
            <pc:docMk/>
            <pc:sldMk cId="244273228" sldId="364"/>
            <ac:inkMk id="4" creationId="{C387E13F-0822-4F28-0B2F-068EFD8798E4}"/>
          </ac:inkMkLst>
        </pc:inkChg>
        <pc:inkChg chg="add mod">
          <ac:chgData name="Mahima Weerasinghe" userId="e11e3f55-42da-4e07-8ead-4d7a1d7ea1c6" providerId="ADAL" clId="{34BDDC3C-2AF4-4325-BEDB-C3E623CC2F40}" dt="2024-08-11T12:54:55.082" v="1824"/>
          <ac:inkMkLst>
            <pc:docMk/>
            <pc:sldMk cId="244273228" sldId="364"/>
            <ac:inkMk id="5" creationId="{CB1C2D52-C4A7-5A4D-6594-952D18CE73F9}"/>
          </ac:inkMkLst>
        </pc:inkChg>
        <pc:inkChg chg="add mod">
          <ac:chgData name="Mahima Weerasinghe" userId="e11e3f55-42da-4e07-8ead-4d7a1d7ea1c6" providerId="ADAL" clId="{34BDDC3C-2AF4-4325-BEDB-C3E623CC2F40}" dt="2024-08-11T12:54:55.082" v="1824"/>
          <ac:inkMkLst>
            <pc:docMk/>
            <pc:sldMk cId="244273228" sldId="364"/>
            <ac:inkMk id="7" creationId="{16692BE4-27B5-ABBF-55FD-AC569CB99D19}"/>
          </ac:inkMkLst>
        </pc:inkChg>
        <pc:inkChg chg="add mod">
          <ac:chgData name="Mahima Weerasinghe" userId="e11e3f55-42da-4e07-8ead-4d7a1d7ea1c6" providerId="ADAL" clId="{34BDDC3C-2AF4-4325-BEDB-C3E623CC2F40}" dt="2024-08-11T12:54:55.082" v="1824"/>
          <ac:inkMkLst>
            <pc:docMk/>
            <pc:sldMk cId="244273228" sldId="364"/>
            <ac:inkMk id="9" creationId="{2BEAF2AB-9E55-793B-60D3-4554880AD186}"/>
          </ac:inkMkLst>
        </pc:inkChg>
        <pc:inkChg chg="add mod">
          <ac:chgData name="Mahima Weerasinghe" userId="e11e3f55-42da-4e07-8ead-4d7a1d7ea1c6" providerId="ADAL" clId="{34BDDC3C-2AF4-4325-BEDB-C3E623CC2F40}" dt="2024-08-11T12:54:55.082" v="1824"/>
          <ac:inkMkLst>
            <pc:docMk/>
            <pc:sldMk cId="244273228" sldId="364"/>
            <ac:inkMk id="10" creationId="{C22AFED7-E3C6-8382-0292-C14BBFC43430}"/>
          </ac:inkMkLst>
        </pc:inkChg>
        <pc:inkChg chg="add mod">
          <ac:chgData name="Mahima Weerasinghe" userId="e11e3f55-42da-4e07-8ead-4d7a1d7ea1c6" providerId="ADAL" clId="{34BDDC3C-2AF4-4325-BEDB-C3E623CC2F40}" dt="2024-08-11T12:54:55.082" v="1824"/>
          <ac:inkMkLst>
            <pc:docMk/>
            <pc:sldMk cId="244273228" sldId="364"/>
            <ac:inkMk id="12" creationId="{5D348E89-CE3B-4470-CFBD-0C51764B8CCB}"/>
          </ac:inkMkLst>
        </pc:inkChg>
        <pc:inkChg chg="add mod">
          <ac:chgData name="Mahima Weerasinghe" userId="e11e3f55-42da-4e07-8ead-4d7a1d7ea1c6" providerId="ADAL" clId="{34BDDC3C-2AF4-4325-BEDB-C3E623CC2F40}" dt="2024-08-11T12:54:55.082" v="1824"/>
          <ac:inkMkLst>
            <pc:docMk/>
            <pc:sldMk cId="244273228" sldId="364"/>
            <ac:inkMk id="13" creationId="{8CA330DB-D342-DEC1-F768-84B7EA62AD86}"/>
          </ac:inkMkLst>
        </pc:inkChg>
        <pc:inkChg chg="add mod">
          <ac:chgData name="Mahima Weerasinghe" userId="e11e3f55-42da-4e07-8ead-4d7a1d7ea1c6" providerId="ADAL" clId="{34BDDC3C-2AF4-4325-BEDB-C3E623CC2F40}" dt="2024-08-11T12:54:55.082" v="1824"/>
          <ac:inkMkLst>
            <pc:docMk/>
            <pc:sldMk cId="244273228" sldId="364"/>
            <ac:inkMk id="14" creationId="{9DA6CD1B-C62A-6C93-AE5C-3ED3C398C2FA}"/>
          </ac:inkMkLst>
        </pc:inkChg>
        <pc:inkChg chg="add mod">
          <ac:chgData name="Mahima Weerasinghe" userId="e11e3f55-42da-4e07-8ead-4d7a1d7ea1c6" providerId="ADAL" clId="{34BDDC3C-2AF4-4325-BEDB-C3E623CC2F40}" dt="2024-08-11T12:54:55.082" v="1824"/>
          <ac:inkMkLst>
            <pc:docMk/>
            <pc:sldMk cId="244273228" sldId="364"/>
            <ac:inkMk id="15" creationId="{150C0FE7-749F-2320-9BDD-30B6144AAE1D}"/>
          </ac:inkMkLst>
        </pc:inkChg>
        <pc:inkChg chg="add mod">
          <ac:chgData name="Mahima Weerasinghe" userId="e11e3f55-42da-4e07-8ead-4d7a1d7ea1c6" providerId="ADAL" clId="{34BDDC3C-2AF4-4325-BEDB-C3E623CC2F40}" dt="2024-08-11T12:54:55.082" v="1824"/>
          <ac:inkMkLst>
            <pc:docMk/>
            <pc:sldMk cId="244273228" sldId="364"/>
            <ac:inkMk id="16" creationId="{69A6738C-E8A6-C269-FBEF-19DDF665D27C}"/>
          </ac:inkMkLst>
        </pc:inkChg>
        <pc:inkChg chg="add">
          <ac:chgData name="Mahima Weerasinghe" userId="e11e3f55-42da-4e07-8ead-4d7a1d7ea1c6" providerId="ADAL" clId="{34BDDC3C-2AF4-4325-BEDB-C3E623CC2F40}" dt="2024-08-11T12:54:22.382" v="1812" actId="9405"/>
          <ac:inkMkLst>
            <pc:docMk/>
            <pc:sldMk cId="244273228" sldId="364"/>
            <ac:inkMk id="18" creationId="{3420D821-8307-C637-F26D-837DB29A6BC6}"/>
          </ac:inkMkLst>
        </pc:inkChg>
        <pc:inkChg chg="add mod">
          <ac:chgData name="Mahima Weerasinghe" userId="e11e3f55-42da-4e07-8ead-4d7a1d7ea1c6" providerId="ADAL" clId="{34BDDC3C-2AF4-4325-BEDB-C3E623CC2F40}" dt="2024-08-11T12:54:55.082" v="1824"/>
          <ac:inkMkLst>
            <pc:docMk/>
            <pc:sldMk cId="244273228" sldId="364"/>
            <ac:inkMk id="19" creationId="{95981408-85D3-CF18-A5BA-C7462B95C0D1}"/>
          </ac:inkMkLst>
        </pc:inkChg>
        <pc:inkChg chg="add mod">
          <ac:chgData name="Mahima Weerasinghe" userId="e11e3f55-42da-4e07-8ead-4d7a1d7ea1c6" providerId="ADAL" clId="{34BDDC3C-2AF4-4325-BEDB-C3E623CC2F40}" dt="2024-08-11T12:54:55.082" v="1824"/>
          <ac:inkMkLst>
            <pc:docMk/>
            <pc:sldMk cId="244273228" sldId="364"/>
            <ac:inkMk id="20" creationId="{65EF9E13-E208-445D-9EE8-947C65F55829}"/>
          </ac:inkMkLst>
        </pc:inkChg>
        <pc:inkChg chg="add mod">
          <ac:chgData name="Mahima Weerasinghe" userId="e11e3f55-42da-4e07-8ead-4d7a1d7ea1c6" providerId="ADAL" clId="{34BDDC3C-2AF4-4325-BEDB-C3E623CC2F40}" dt="2024-08-11T12:54:55.082" v="1824"/>
          <ac:inkMkLst>
            <pc:docMk/>
            <pc:sldMk cId="244273228" sldId="364"/>
            <ac:inkMk id="21" creationId="{D9F925EA-162B-47E2-0979-78921B2D45C8}"/>
          </ac:inkMkLst>
        </pc:inkChg>
        <pc:inkChg chg="add mod">
          <ac:chgData name="Mahima Weerasinghe" userId="e11e3f55-42da-4e07-8ead-4d7a1d7ea1c6" providerId="ADAL" clId="{34BDDC3C-2AF4-4325-BEDB-C3E623CC2F40}" dt="2024-08-11T12:54:55.082" v="1824"/>
          <ac:inkMkLst>
            <pc:docMk/>
            <pc:sldMk cId="244273228" sldId="364"/>
            <ac:inkMk id="22" creationId="{0DF60952-739E-DF46-FDF8-89BFA2604F79}"/>
          </ac:inkMkLst>
        </pc:inkChg>
        <pc:inkChg chg="add mod">
          <ac:chgData name="Mahima Weerasinghe" userId="e11e3f55-42da-4e07-8ead-4d7a1d7ea1c6" providerId="ADAL" clId="{34BDDC3C-2AF4-4325-BEDB-C3E623CC2F40}" dt="2024-08-11T12:54:55.082" v="1824"/>
          <ac:inkMkLst>
            <pc:docMk/>
            <pc:sldMk cId="244273228" sldId="364"/>
            <ac:inkMk id="23" creationId="{59254BB1-AFF5-E79B-53AB-A3DA4EB4DDF6}"/>
          </ac:inkMkLst>
        </pc:inkChg>
        <pc:inkChg chg="add mod">
          <ac:chgData name="Mahima Weerasinghe" userId="e11e3f55-42da-4e07-8ead-4d7a1d7ea1c6" providerId="ADAL" clId="{34BDDC3C-2AF4-4325-BEDB-C3E623CC2F40}" dt="2024-08-11T12:54:55.082" v="1824"/>
          <ac:inkMkLst>
            <pc:docMk/>
            <pc:sldMk cId="244273228" sldId="364"/>
            <ac:inkMk id="25" creationId="{65BC55E8-F45B-1FD7-BD38-80E15ABDF6F0}"/>
          </ac:inkMkLst>
        </pc:inkChg>
        <pc:inkChg chg="add mod">
          <ac:chgData name="Mahima Weerasinghe" userId="e11e3f55-42da-4e07-8ead-4d7a1d7ea1c6" providerId="ADAL" clId="{34BDDC3C-2AF4-4325-BEDB-C3E623CC2F40}" dt="2024-08-11T12:54:55.082" v="1824"/>
          <ac:inkMkLst>
            <pc:docMk/>
            <pc:sldMk cId="244273228" sldId="364"/>
            <ac:inkMk id="27" creationId="{509F0F2A-36F6-0417-8CF4-8F228D09C713}"/>
          </ac:inkMkLst>
        </pc:inkChg>
        <pc:inkChg chg="add mod">
          <ac:chgData name="Mahima Weerasinghe" userId="e11e3f55-42da-4e07-8ead-4d7a1d7ea1c6" providerId="ADAL" clId="{34BDDC3C-2AF4-4325-BEDB-C3E623CC2F40}" dt="2024-08-11T12:54:55.082" v="1824"/>
          <ac:inkMkLst>
            <pc:docMk/>
            <pc:sldMk cId="244273228" sldId="364"/>
            <ac:inkMk id="28" creationId="{F5648D2B-F3A7-604C-273E-0A8E76C82E90}"/>
          </ac:inkMkLst>
        </pc:inkChg>
        <pc:inkChg chg="add mod">
          <ac:chgData name="Mahima Weerasinghe" userId="e11e3f55-42da-4e07-8ead-4d7a1d7ea1c6" providerId="ADAL" clId="{34BDDC3C-2AF4-4325-BEDB-C3E623CC2F40}" dt="2024-08-11T12:54:55.082" v="1824"/>
          <ac:inkMkLst>
            <pc:docMk/>
            <pc:sldMk cId="244273228" sldId="364"/>
            <ac:inkMk id="29" creationId="{157FF685-680A-18CD-1B48-66F276E089F7}"/>
          </ac:inkMkLst>
        </pc:inkChg>
        <pc:inkChg chg="add">
          <ac:chgData name="Mahima Weerasinghe" userId="e11e3f55-42da-4e07-8ead-4d7a1d7ea1c6" providerId="ADAL" clId="{34BDDC3C-2AF4-4325-BEDB-C3E623CC2F40}" dt="2024-08-11T12:55:10.820" v="1825" actId="9405"/>
          <ac:inkMkLst>
            <pc:docMk/>
            <pc:sldMk cId="244273228" sldId="364"/>
            <ac:inkMk id="31" creationId="{16C34FF3-5F82-1AF7-3E7A-B7171C5072E0}"/>
          </ac:inkMkLst>
        </pc:inkChg>
        <pc:inkChg chg="add mod">
          <ac:chgData name="Mahima Weerasinghe" userId="e11e3f55-42da-4e07-8ead-4d7a1d7ea1c6" providerId="ADAL" clId="{34BDDC3C-2AF4-4325-BEDB-C3E623CC2F40}" dt="2024-08-11T12:56:06.207" v="1838"/>
          <ac:inkMkLst>
            <pc:docMk/>
            <pc:sldMk cId="244273228" sldId="364"/>
            <ac:inkMk id="2048" creationId="{B00C3563-BE0D-160E-7ADD-C2AD556711C2}"/>
          </ac:inkMkLst>
        </pc:inkChg>
        <pc:inkChg chg="add mod">
          <ac:chgData name="Mahima Weerasinghe" userId="e11e3f55-42da-4e07-8ead-4d7a1d7ea1c6" providerId="ADAL" clId="{34BDDC3C-2AF4-4325-BEDB-C3E623CC2F40}" dt="2024-08-11T12:56:06.207" v="1838"/>
          <ac:inkMkLst>
            <pc:docMk/>
            <pc:sldMk cId="244273228" sldId="364"/>
            <ac:inkMk id="2049" creationId="{9B259721-3DFB-C284-4AFE-DC0E3E20699A}"/>
          </ac:inkMkLst>
        </pc:inkChg>
        <pc:inkChg chg="add mod">
          <ac:chgData name="Mahima Weerasinghe" userId="e11e3f55-42da-4e07-8ead-4d7a1d7ea1c6" providerId="ADAL" clId="{34BDDC3C-2AF4-4325-BEDB-C3E623CC2F40}" dt="2024-08-11T12:56:06.207" v="1838"/>
          <ac:inkMkLst>
            <pc:docMk/>
            <pc:sldMk cId="244273228" sldId="364"/>
            <ac:inkMk id="2052" creationId="{0973207E-E582-D153-30F3-D6462586FF88}"/>
          </ac:inkMkLst>
        </pc:inkChg>
        <pc:inkChg chg="add mod">
          <ac:chgData name="Mahima Weerasinghe" userId="e11e3f55-42da-4e07-8ead-4d7a1d7ea1c6" providerId="ADAL" clId="{34BDDC3C-2AF4-4325-BEDB-C3E623CC2F40}" dt="2024-08-11T12:56:06.207" v="1838"/>
          <ac:inkMkLst>
            <pc:docMk/>
            <pc:sldMk cId="244273228" sldId="364"/>
            <ac:inkMk id="2053" creationId="{6F6D3AD5-AAF4-A29E-EC1D-90E561A18A53}"/>
          </ac:inkMkLst>
        </pc:inkChg>
        <pc:inkChg chg="add mod">
          <ac:chgData name="Mahima Weerasinghe" userId="e11e3f55-42da-4e07-8ead-4d7a1d7ea1c6" providerId="ADAL" clId="{34BDDC3C-2AF4-4325-BEDB-C3E623CC2F40}" dt="2024-08-11T12:56:06.207" v="1838"/>
          <ac:inkMkLst>
            <pc:docMk/>
            <pc:sldMk cId="244273228" sldId="364"/>
            <ac:inkMk id="2055" creationId="{9736D815-148A-F15F-40CC-93EB7D4E8491}"/>
          </ac:inkMkLst>
        </pc:inkChg>
        <pc:inkChg chg="add mod">
          <ac:chgData name="Mahima Weerasinghe" userId="e11e3f55-42da-4e07-8ead-4d7a1d7ea1c6" providerId="ADAL" clId="{34BDDC3C-2AF4-4325-BEDB-C3E623CC2F40}" dt="2024-08-11T12:56:06.207" v="1838"/>
          <ac:inkMkLst>
            <pc:docMk/>
            <pc:sldMk cId="244273228" sldId="364"/>
            <ac:inkMk id="2057" creationId="{4D70271B-DE7F-A364-8C31-18796EE3C610}"/>
          </ac:inkMkLst>
        </pc:inkChg>
        <pc:inkChg chg="add mod">
          <ac:chgData name="Mahima Weerasinghe" userId="e11e3f55-42da-4e07-8ead-4d7a1d7ea1c6" providerId="ADAL" clId="{34BDDC3C-2AF4-4325-BEDB-C3E623CC2F40}" dt="2024-08-11T12:56:06.207" v="1838"/>
          <ac:inkMkLst>
            <pc:docMk/>
            <pc:sldMk cId="244273228" sldId="364"/>
            <ac:inkMk id="2059" creationId="{01C6AF76-FBD4-4964-E7BD-B4FDD3E6694C}"/>
          </ac:inkMkLst>
        </pc:inkChg>
        <pc:inkChg chg="add mod">
          <ac:chgData name="Mahima Weerasinghe" userId="e11e3f55-42da-4e07-8ead-4d7a1d7ea1c6" providerId="ADAL" clId="{34BDDC3C-2AF4-4325-BEDB-C3E623CC2F40}" dt="2024-08-11T12:56:06.207" v="1838"/>
          <ac:inkMkLst>
            <pc:docMk/>
            <pc:sldMk cId="244273228" sldId="364"/>
            <ac:inkMk id="2061" creationId="{01925483-9D7A-C745-7E78-002CDD79CB0E}"/>
          </ac:inkMkLst>
        </pc:inkChg>
      </pc:sldChg>
      <pc:sldChg chg="addSp delSp modSp new mod">
        <pc:chgData name="Mahima Weerasinghe" userId="e11e3f55-42da-4e07-8ead-4d7a1d7ea1c6" providerId="ADAL" clId="{34BDDC3C-2AF4-4325-BEDB-C3E623CC2F40}" dt="2024-08-10T15:20:16.336" v="429" actId="6549"/>
        <pc:sldMkLst>
          <pc:docMk/>
          <pc:sldMk cId="1130117801" sldId="365"/>
        </pc:sldMkLst>
        <pc:spChg chg="mod">
          <ac:chgData name="Mahima Weerasinghe" userId="e11e3f55-42da-4e07-8ead-4d7a1d7ea1c6" providerId="ADAL" clId="{34BDDC3C-2AF4-4325-BEDB-C3E623CC2F40}" dt="2024-08-10T15:20:16.336" v="429" actId="6549"/>
          <ac:spMkLst>
            <pc:docMk/>
            <pc:sldMk cId="1130117801" sldId="365"/>
            <ac:spMk id="2" creationId="{4EBFBADD-3806-7820-919A-1AF73DB657B7}"/>
          </ac:spMkLst>
        </pc:spChg>
        <pc:picChg chg="add mod">
          <ac:chgData name="Mahima Weerasinghe" userId="e11e3f55-42da-4e07-8ead-4d7a1d7ea1c6" providerId="ADAL" clId="{34BDDC3C-2AF4-4325-BEDB-C3E623CC2F40}" dt="2024-08-10T15:17:17.758" v="380" actId="1076"/>
          <ac:picMkLst>
            <pc:docMk/>
            <pc:sldMk cId="1130117801" sldId="365"/>
            <ac:picMk id="3074" creationId="{26D570E7-471F-035D-316F-39F62B5636DC}"/>
          </ac:picMkLst>
        </pc:picChg>
        <pc:picChg chg="add del mod">
          <ac:chgData name="Mahima Weerasinghe" userId="e11e3f55-42da-4e07-8ead-4d7a1d7ea1c6" providerId="ADAL" clId="{34BDDC3C-2AF4-4325-BEDB-C3E623CC2F40}" dt="2024-08-10T15:18:39.687" v="419" actId="21"/>
          <ac:picMkLst>
            <pc:docMk/>
            <pc:sldMk cId="1130117801" sldId="365"/>
            <ac:picMk id="3076" creationId="{30E4BDDA-F520-F49A-DA41-D759E33D5C3F}"/>
          </ac:picMkLst>
        </pc:picChg>
        <pc:picChg chg="add mod">
          <ac:chgData name="Mahima Weerasinghe" userId="e11e3f55-42da-4e07-8ead-4d7a1d7ea1c6" providerId="ADAL" clId="{34BDDC3C-2AF4-4325-BEDB-C3E623CC2F40}" dt="2024-08-10T15:20:12.912" v="428" actId="1076"/>
          <ac:picMkLst>
            <pc:docMk/>
            <pc:sldMk cId="1130117801" sldId="365"/>
            <ac:picMk id="3078" creationId="{9A1B77D9-6EC1-EEFF-ACB0-EEC70CF5ADD1}"/>
          </ac:picMkLst>
        </pc:picChg>
      </pc:sldChg>
      <pc:sldChg chg="addSp modSp new mod">
        <pc:chgData name="Mahima Weerasinghe" userId="e11e3f55-42da-4e07-8ead-4d7a1d7ea1c6" providerId="ADAL" clId="{34BDDC3C-2AF4-4325-BEDB-C3E623CC2F40}" dt="2024-08-10T15:18:52.948" v="424" actId="1076"/>
        <pc:sldMkLst>
          <pc:docMk/>
          <pc:sldMk cId="1668080903" sldId="366"/>
        </pc:sldMkLst>
        <pc:spChg chg="mod">
          <ac:chgData name="Mahima Weerasinghe" userId="e11e3f55-42da-4e07-8ead-4d7a1d7ea1c6" providerId="ADAL" clId="{34BDDC3C-2AF4-4325-BEDB-C3E623CC2F40}" dt="2024-08-10T15:18:35.885" v="418" actId="20577"/>
          <ac:spMkLst>
            <pc:docMk/>
            <pc:sldMk cId="1668080903" sldId="366"/>
            <ac:spMk id="2" creationId="{125A4739-B954-16BF-8F4E-A4D8689BBD88}"/>
          </ac:spMkLst>
        </pc:spChg>
        <pc:picChg chg="add mod">
          <ac:chgData name="Mahima Weerasinghe" userId="e11e3f55-42da-4e07-8ead-4d7a1d7ea1c6" providerId="ADAL" clId="{34BDDC3C-2AF4-4325-BEDB-C3E623CC2F40}" dt="2024-08-10T15:18:52.948" v="424" actId="1076"/>
          <ac:picMkLst>
            <pc:docMk/>
            <pc:sldMk cId="1668080903" sldId="366"/>
            <ac:picMk id="3076" creationId="{30E4BDDA-F520-F49A-DA41-D759E33D5C3F}"/>
          </ac:picMkLst>
        </pc:picChg>
      </pc:sldChg>
      <pc:sldChg chg="modSp new mod">
        <pc:chgData name="Mahima Weerasinghe" userId="e11e3f55-42da-4e07-8ead-4d7a1d7ea1c6" providerId="ADAL" clId="{34BDDC3C-2AF4-4325-BEDB-C3E623CC2F40}" dt="2024-08-10T15:36:50.715" v="461" actId="20577"/>
        <pc:sldMkLst>
          <pc:docMk/>
          <pc:sldMk cId="4187991329" sldId="367"/>
        </pc:sldMkLst>
        <pc:spChg chg="mod">
          <ac:chgData name="Mahima Weerasinghe" userId="e11e3f55-42da-4e07-8ead-4d7a1d7ea1c6" providerId="ADAL" clId="{34BDDC3C-2AF4-4325-BEDB-C3E623CC2F40}" dt="2024-08-10T15:36:50.715" v="461" actId="20577"/>
          <ac:spMkLst>
            <pc:docMk/>
            <pc:sldMk cId="4187991329" sldId="367"/>
            <ac:spMk id="2" creationId="{A243A1AB-73DE-5CF6-DB74-AB98BCBD62AF}"/>
          </ac:spMkLst>
        </pc:spChg>
      </pc:sldChg>
      <pc:sldChg chg="addSp modSp new mod">
        <pc:chgData name="Mahima Weerasinghe" userId="e11e3f55-42da-4e07-8ead-4d7a1d7ea1c6" providerId="ADAL" clId="{34BDDC3C-2AF4-4325-BEDB-C3E623CC2F40}" dt="2024-08-11T03:02:19.746" v="822" actId="1076"/>
        <pc:sldMkLst>
          <pc:docMk/>
          <pc:sldMk cId="2935207895" sldId="368"/>
        </pc:sldMkLst>
        <pc:spChg chg="mod">
          <ac:chgData name="Mahima Weerasinghe" userId="e11e3f55-42da-4e07-8ead-4d7a1d7ea1c6" providerId="ADAL" clId="{34BDDC3C-2AF4-4325-BEDB-C3E623CC2F40}" dt="2024-08-11T03:00:45.349" v="809" actId="20577"/>
          <ac:spMkLst>
            <pc:docMk/>
            <pc:sldMk cId="2935207895" sldId="368"/>
            <ac:spMk id="2" creationId="{2D94A2AE-50F6-54AB-9F7B-78CDC58A21BA}"/>
          </ac:spMkLst>
        </pc:spChg>
        <pc:spChg chg="add">
          <ac:chgData name="Mahima Weerasinghe" userId="e11e3f55-42da-4e07-8ead-4d7a1d7ea1c6" providerId="ADAL" clId="{34BDDC3C-2AF4-4325-BEDB-C3E623CC2F40}" dt="2024-08-11T03:00:34.234" v="786"/>
          <ac:spMkLst>
            <pc:docMk/>
            <pc:sldMk cId="2935207895" sldId="368"/>
            <ac:spMk id="3" creationId="{9D0419AC-8C9B-86C4-0798-7A6E6B647E6A}"/>
          </ac:spMkLst>
        </pc:spChg>
        <pc:spChg chg="add">
          <ac:chgData name="Mahima Weerasinghe" userId="e11e3f55-42da-4e07-8ead-4d7a1d7ea1c6" providerId="ADAL" clId="{34BDDC3C-2AF4-4325-BEDB-C3E623CC2F40}" dt="2024-08-11T03:00:38.654" v="787"/>
          <ac:spMkLst>
            <pc:docMk/>
            <pc:sldMk cId="2935207895" sldId="368"/>
            <ac:spMk id="4" creationId="{396020F8-82CC-1F0F-E665-54685B99E8C2}"/>
          </ac:spMkLst>
        </pc:spChg>
        <pc:spChg chg="add mod">
          <ac:chgData name="Mahima Weerasinghe" userId="e11e3f55-42da-4e07-8ead-4d7a1d7ea1c6" providerId="ADAL" clId="{34BDDC3C-2AF4-4325-BEDB-C3E623CC2F40}" dt="2024-08-11T03:01:42.286" v="815" actId="207"/>
          <ac:spMkLst>
            <pc:docMk/>
            <pc:sldMk cId="2935207895" sldId="368"/>
            <ac:spMk id="6" creationId="{EBC78360-C182-02D5-57E3-6AB82891B3F4}"/>
          </ac:spMkLst>
        </pc:spChg>
        <pc:picChg chg="add mod">
          <ac:chgData name="Mahima Weerasinghe" userId="e11e3f55-42da-4e07-8ead-4d7a1d7ea1c6" providerId="ADAL" clId="{34BDDC3C-2AF4-4325-BEDB-C3E623CC2F40}" dt="2024-08-11T03:02:19.746" v="822" actId="1076"/>
          <ac:picMkLst>
            <pc:docMk/>
            <pc:sldMk cId="2935207895" sldId="368"/>
            <ac:picMk id="8" creationId="{C8C6FD6B-6559-1BD9-F219-0E359F76C9CC}"/>
          </ac:picMkLst>
        </pc:picChg>
      </pc:sldChg>
      <pc:sldChg chg="addSp modSp new mod">
        <pc:chgData name="Mahima Weerasinghe" userId="e11e3f55-42da-4e07-8ead-4d7a1d7ea1c6" providerId="ADAL" clId="{34BDDC3C-2AF4-4325-BEDB-C3E623CC2F40}" dt="2024-08-11T02:55:08.995" v="680" actId="403"/>
        <pc:sldMkLst>
          <pc:docMk/>
          <pc:sldMk cId="3041434416" sldId="369"/>
        </pc:sldMkLst>
        <pc:spChg chg="mod">
          <ac:chgData name="Mahima Weerasinghe" userId="e11e3f55-42da-4e07-8ead-4d7a1d7ea1c6" providerId="ADAL" clId="{34BDDC3C-2AF4-4325-BEDB-C3E623CC2F40}" dt="2024-08-11T02:54:24.543" v="674" actId="20577"/>
          <ac:spMkLst>
            <pc:docMk/>
            <pc:sldMk cId="3041434416" sldId="369"/>
            <ac:spMk id="2" creationId="{8E5009D4-6DF6-C15F-895B-BA23232E9BA5}"/>
          </ac:spMkLst>
        </pc:spChg>
        <pc:spChg chg="add mod">
          <ac:chgData name="Mahima Weerasinghe" userId="e11e3f55-42da-4e07-8ead-4d7a1d7ea1c6" providerId="ADAL" clId="{34BDDC3C-2AF4-4325-BEDB-C3E623CC2F40}" dt="2024-08-11T02:55:08.995" v="680" actId="403"/>
          <ac:spMkLst>
            <pc:docMk/>
            <pc:sldMk cId="3041434416" sldId="369"/>
            <ac:spMk id="4" creationId="{9B7F0AE3-9026-292D-617D-CD4FFDBED737}"/>
          </ac:spMkLst>
        </pc:spChg>
      </pc:sldChg>
      <pc:sldChg chg="addSp delSp modSp new mod">
        <pc:chgData name="Mahima Weerasinghe" userId="e11e3f55-42da-4e07-8ead-4d7a1d7ea1c6" providerId="ADAL" clId="{34BDDC3C-2AF4-4325-BEDB-C3E623CC2F40}" dt="2024-08-11T13:27:07.305" v="2064"/>
        <pc:sldMkLst>
          <pc:docMk/>
          <pc:sldMk cId="3925340433" sldId="370"/>
        </pc:sldMkLst>
        <pc:spChg chg="mod">
          <ac:chgData name="Mahima Weerasinghe" userId="e11e3f55-42da-4e07-8ead-4d7a1d7ea1c6" providerId="ADAL" clId="{34BDDC3C-2AF4-4325-BEDB-C3E623CC2F40}" dt="2024-08-11T02:55:35.060" v="692" actId="20577"/>
          <ac:spMkLst>
            <pc:docMk/>
            <pc:sldMk cId="3925340433" sldId="370"/>
            <ac:spMk id="2" creationId="{389BF370-CBA8-4662-C257-CBC2EA6E6FAD}"/>
          </ac:spMkLst>
        </pc:spChg>
        <pc:spChg chg="add mod">
          <ac:chgData name="Mahima Weerasinghe" userId="e11e3f55-42da-4e07-8ead-4d7a1d7ea1c6" providerId="ADAL" clId="{34BDDC3C-2AF4-4325-BEDB-C3E623CC2F40}" dt="2024-08-11T13:16:44.096" v="1840" actId="20577"/>
          <ac:spMkLst>
            <pc:docMk/>
            <pc:sldMk cId="3925340433" sldId="370"/>
            <ac:spMk id="4" creationId="{C8CDEEFB-8512-C77F-3D4F-2BBD37939FD3}"/>
          </ac:spMkLst>
        </pc:spChg>
        <pc:grpChg chg="del mod">
          <ac:chgData name="Mahima Weerasinghe" userId="e11e3f55-42da-4e07-8ead-4d7a1d7ea1c6" providerId="ADAL" clId="{34BDDC3C-2AF4-4325-BEDB-C3E623CC2F40}" dt="2024-08-11T13:21:40.027" v="1851"/>
          <ac:grpSpMkLst>
            <pc:docMk/>
            <pc:sldMk cId="3925340433" sldId="370"/>
            <ac:grpSpMk id="7" creationId="{5C10F8E8-EA72-8EF2-D0EB-A71320CCDBDE}"/>
          </ac:grpSpMkLst>
        </pc:grpChg>
        <pc:grpChg chg="del mod">
          <ac:chgData name="Mahima Weerasinghe" userId="e11e3f55-42da-4e07-8ead-4d7a1d7ea1c6" providerId="ADAL" clId="{34BDDC3C-2AF4-4325-BEDB-C3E623CC2F40}" dt="2024-08-11T13:21:41.947" v="1853"/>
          <ac:grpSpMkLst>
            <pc:docMk/>
            <pc:sldMk cId="3925340433" sldId="370"/>
            <ac:grpSpMk id="15" creationId="{543DC646-B41D-D54A-C91C-F3FAEE313D70}"/>
          </ac:grpSpMkLst>
        </pc:grpChg>
        <pc:grpChg chg="del mod">
          <ac:chgData name="Mahima Weerasinghe" userId="e11e3f55-42da-4e07-8ead-4d7a1d7ea1c6" providerId="ADAL" clId="{34BDDC3C-2AF4-4325-BEDB-C3E623CC2F40}" dt="2024-08-11T13:23:58.899" v="1952"/>
          <ac:grpSpMkLst>
            <pc:docMk/>
            <pc:sldMk cId="3925340433" sldId="370"/>
            <ac:grpSpMk id="17" creationId="{E9BDC10E-B50D-C4B6-C417-1DEE39B8ED30}"/>
          </ac:grpSpMkLst>
        </pc:grpChg>
        <pc:grpChg chg="del mod">
          <ac:chgData name="Mahima Weerasinghe" userId="e11e3f55-42da-4e07-8ead-4d7a1d7ea1c6" providerId="ADAL" clId="{34BDDC3C-2AF4-4325-BEDB-C3E623CC2F40}" dt="2024-08-11T13:23:56.793" v="1949"/>
          <ac:grpSpMkLst>
            <pc:docMk/>
            <pc:sldMk cId="3925340433" sldId="370"/>
            <ac:grpSpMk id="20" creationId="{909E2207-9673-403D-7E0A-CE30695A28C1}"/>
          </ac:grpSpMkLst>
        </pc:grpChg>
        <pc:grpChg chg="del mod">
          <ac:chgData name="Mahima Weerasinghe" userId="e11e3f55-42da-4e07-8ead-4d7a1d7ea1c6" providerId="ADAL" clId="{34BDDC3C-2AF4-4325-BEDB-C3E623CC2F40}" dt="2024-08-11T13:21:51.847" v="1874"/>
          <ac:grpSpMkLst>
            <pc:docMk/>
            <pc:sldMk cId="3925340433" sldId="370"/>
            <ac:grpSpMk id="36" creationId="{E0F03B99-54F5-9DA3-AE3E-634C6F848238}"/>
          </ac:grpSpMkLst>
        </pc:grpChg>
        <pc:grpChg chg="del mod">
          <ac:chgData name="Mahima Weerasinghe" userId="e11e3f55-42da-4e07-8ead-4d7a1d7ea1c6" providerId="ADAL" clId="{34BDDC3C-2AF4-4325-BEDB-C3E623CC2F40}" dt="2024-08-11T13:21:58.815" v="1887"/>
          <ac:grpSpMkLst>
            <pc:docMk/>
            <pc:sldMk cId="3925340433" sldId="370"/>
            <ac:grpSpMk id="37" creationId="{48450EC7-B246-50DC-FABF-184104A08F7E}"/>
          </ac:grpSpMkLst>
        </pc:grpChg>
        <pc:grpChg chg="del mod">
          <ac:chgData name="Mahima Weerasinghe" userId="e11e3f55-42da-4e07-8ead-4d7a1d7ea1c6" providerId="ADAL" clId="{34BDDC3C-2AF4-4325-BEDB-C3E623CC2F40}" dt="2024-08-11T13:21:58.815" v="1887"/>
          <ac:grpSpMkLst>
            <pc:docMk/>
            <pc:sldMk cId="3925340433" sldId="370"/>
            <ac:grpSpMk id="39" creationId="{AA68C2F3-4E09-D8BC-37CE-C13E091C61D2}"/>
          </ac:grpSpMkLst>
        </pc:grpChg>
        <pc:grpChg chg="del mod">
          <ac:chgData name="Mahima Weerasinghe" userId="e11e3f55-42da-4e07-8ead-4d7a1d7ea1c6" providerId="ADAL" clId="{34BDDC3C-2AF4-4325-BEDB-C3E623CC2F40}" dt="2024-08-11T13:21:58.815" v="1887"/>
          <ac:grpSpMkLst>
            <pc:docMk/>
            <pc:sldMk cId="3925340433" sldId="370"/>
            <ac:grpSpMk id="52" creationId="{32CFDA45-7374-ADFD-E233-A6A3EBC66DDF}"/>
          </ac:grpSpMkLst>
        </pc:grpChg>
        <pc:grpChg chg="del mod">
          <ac:chgData name="Mahima Weerasinghe" userId="e11e3f55-42da-4e07-8ead-4d7a1d7ea1c6" providerId="ADAL" clId="{34BDDC3C-2AF4-4325-BEDB-C3E623CC2F40}" dt="2024-08-11T13:23:56.793" v="1949"/>
          <ac:grpSpMkLst>
            <pc:docMk/>
            <pc:sldMk cId="3925340433" sldId="370"/>
            <ac:grpSpMk id="53" creationId="{712F3EFE-8A89-50D4-AFBD-D5308E22EA6F}"/>
          </ac:grpSpMkLst>
        </pc:grpChg>
        <pc:grpChg chg="del mod">
          <ac:chgData name="Mahima Weerasinghe" userId="e11e3f55-42da-4e07-8ead-4d7a1d7ea1c6" providerId="ADAL" clId="{34BDDC3C-2AF4-4325-BEDB-C3E623CC2F40}" dt="2024-08-11T13:23:58.899" v="1952"/>
          <ac:grpSpMkLst>
            <pc:docMk/>
            <pc:sldMk cId="3925340433" sldId="370"/>
            <ac:grpSpMk id="64" creationId="{DAD6F247-3CBB-C261-3BF0-C9E94EAE3BFC}"/>
          </ac:grpSpMkLst>
        </pc:grpChg>
        <pc:grpChg chg="del mod">
          <ac:chgData name="Mahima Weerasinghe" userId="e11e3f55-42da-4e07-8ead-4d7a1d7ea1c6" providerId="ADAL" clId="{34BDDC3C-2AF4-4325-BEDB-C3E623CC2F40}" dt="2024-08-11T13:23:58.899" v="1952"/>
          <ac:grpSpMkLst>
            <pc:docMk/>
            <pc:sldMk cId="3925340433" sldId="370"/>
            <ac:grpSpMk id="77" creationId="{0A954D47-9CA2-D2C8-3D6F-1FC0773942C2}"/>
          </ac:grpSpMkLst>
        </pc:grpChg>
        <pc:grpChg chg="del mod">
          <ac:chgData name="Mahima Weerasinghe" userId="e11e3f55-42da-4e07-8ead-4d7a1d7ea1c6" providerId="ADAL" clId="{34BDDC3C-2AF4-4325-BEDB-C3E623CC2F40}" dt="2024-08-11T13:23:26.185" v="1919"/>
          <ac:grpSpMkLst>
            <pc:docMk/>
            <pc:sldMk cId="3925340433" sldId="370"/>
            <ac:grpSpMk id="81" creationId="{C853BC6F-668B-9B70-9D82-C267AA9B786F}"/>
          </ac:grpSpMkLst>
        </pc:grpChg>
        <pc:grpChg chg="del mod">
          <ac:chgData name="Mahima Weerasinghe" userId="e11e3f55-42da-4e07-8ead-4d7a1d7ea1c6" providerId="ADAL" clId="{34BDDC3C-2AF4-4325-BEDB-C3E623CC2F40}" dt="2024-08-11T13:23:28.166" v="1922"/>
          <ac:grpSpMkLst>
            <pc:docMk/>
            <pc:sldMk cId="3925340433" sldId="370"/>
            <ac:grpSpMk id="85" creationId="{FE3D5706-5E93-4BCE-2A47-55458164A74D}"/>
          </ac:grpSpMkLst>
        </pc:grpChg>
        <pc:grpChg chg="del mod">
          <ac:chgData name="Mahima Weerasinghe" userId="e11e3f55-42da-4e07-8ead-4d7a1d7ea1c6" providerId="ADAL" clId="{34BDDC3C-2AF4-4325-BEDB-C3E623CC2F40}" dt="2024-08-11T13:23:29.816" v="1925"/>
          <ac:grpSpMkLst>
            <pc:docMk/>
            <pc:sldMk cId="3925340433" sldId="370"/>
            <ac:grpSpMk id="88" creationId="{A1E30EFA-11C8-9E16-941E-FCBD720EA0AF}"/>
          </ac:grpSpMkLst>
        </pc:grpChg>
        <pc:grpChg chg="del mod">
          <ac:chgData name="Mahima Weerasinghe" userId="e11e3f55-42da-4e07-8ead-4d7a1d7ea1c6" providerId="ADAL" clId="{34BDDC3C-2AF4-4325-BEDB-C3E623CC2F40}" dt="2024-08-11T13:23:32.072" v="1928"/>
          <ac:grpSpMkLst>
            <pc:docMk/>
            <pc:sldMk cId="3925340433" sldId="370"/>
            <ac:grpSpMk id="91" creationId="{7BAEAE41-7211-70C2-535E-048ECBB46774}"/>
          </ac:grpSpMkLst>
        </pc:grpChg>
        <pc:grpChg chg="del mod">
          <ac:chgData name="Mahima Weerasinghe" userId="e11e3f55-42da-4e07-8ead-4d7a1d7ea1c6" providerId="ADAL" clId="{34BDDC3C-2AF4-4325-BEDB-C3E623CC2F40}" dt="2024-08-11T13:23:35.108" v="1931"/>
          <ac:grpSpMkLst>
            <pc:docMk/>
            <pc:sldMk cId="3925340433" sldId="370"/>
            <ac:grpSpMk id="94" creationId="{BBE64AC7-BBA4-6B9E-4121-FDAF899C2FA0}"/>
          </ac:grpSpMkLst>
        </pc:grpChg>
        <pc:grpChg chg="del mod">
          <ac:chgData name="Mahima Weerasinghe" userId="e11e3f55-42da-4e07-8ead-4d7a1d7ea1c6" providerId="ADAL" clId="{34BDDC3C-2AF4-4325-BEDB-C3E623CC2F40}" dt="2024-08-11T13:23:58.899" v="1952"/>
          <ac:grpSpMkLst>
            <pc:docMk/>
            <pc:sldMk cId="3925340433" sldId="370"/>
            <ac:grpSpMk id="97" creationId="{38127676-8DC1-B166-D7BD-793D7D65DDFC}"/>
          </ac:grpSpMkLst>
        </pc:grpChg>
        <pc:grpChg chg="del mod">
          <ac:chgData name="Mahima Weerasinghe" userId="e11e3f55-42da-4e07-8ead-4d7a1d7ea1c6" providerId="ADAL" clId="{34BDDC3C-2AF4-4325-BEDB-C3E623CC2F40}" dt="2024-08-11T13:23:56.793" v="1949"/>
          <ac:grpSpMkLst>
            <pc:docMk/>
            <pc:sldMk cId="3925340433" sldId="370"/>
            <ac:grpSpMk id="102" creationId="{83450431-4C65-C359-0022-81EC0A0EA24D}"/>
          </ac:grpSpMkLst>
        </pc:grpChg>
        <pc:grpChg chg="del mod">
          <ac:chgData name="Mahima Weerasinghe" userId="e11e3f55-42da-4e07-8ead-4d7a1d7ea1c6" providerId="ADAL" clId="{34BDDC3C-2AF4-4325-BEDB-C3E623CC2F40}" dt="2024-08-11T13:23:52.044" v="1942"/>
          <ac:grpSpMkLst>
            <pc:docMk/>
            <pc:sldMk cId="3925340433" sldId="370"/>
            <ac:grpSpMk id="106" creationId="{EC5E0DD8-B3E1-8D46-AFB1-F139BFC4D100}"/>
          </ac:grpSpMkLst>
        </pc:grpChg>
        <pc:grpChg chg="del mod">
          <ac:chgData name="Mahima Weerasinghe" userId="e11e3f55-42da-4e07-8ead-4d7a1d7ea1c6" providerId="ADAL" clId="{34BDDC3C-2AF4-4325-BEDB-C3E623CC2F40}" dt="2024-08-11T13:23:56.793" v="1949"/>
          <ac:grpSpMkLst>
            <pc:docMk/>
            <pc:sldMk cId="3925340433" sldId="370"/>
            <ac:grpSpMk id="108" creationId="{4B69EF6E-1194-DC9D-6508-FFCB6BB51244}"/>
          </ac:grpSpMkLst>
        </pc:grpChg>
        <pc:grpChg chg="del mod">
          <ac:chgData name="Mahima Weerasinghe" userId="e11e3f55-42da-4e07-8ead-4d7a1d7ea1c6" providerId="ADAL" clId="{34BDDC3C-2AF4-4325-BEDB-C3E623CC2F40}" dt="2024-08-11T13:23:56.793" v="1949"/>
          <ac:grpSpMkLst>
            <pc:docMk/>
            <pc:sldMk cId="3925340433" sldId="370"/>
            <ac:grpSpMk id="113" creationId="{32E94CDF-F8DF-8323-E271-F9D5ED88058A}"/>
          </ac:grpSpMkLst>
        </pc:grpChg>
        <pc:grpChg chg="del mod">
          <ac:chgData name="Mahima Weerasinghe" userId="e11e3f55-42da-4e07-8ead-4d7a1d7ea1c6" providerId="ADAL" clId="{34BDDC3C-2AF4-4325-BEDB-C3E623CC2F40}" dt="2024-08-11T13:23:58.899" v="1952"/>
          <ac:grpSpMkLst>
            <pc:docMk/>
            <pc:sldMk cId="3925340433" sldId="370"/>
            <ac:grpSpMk id="115" creationId="{59277A95-8912-7AD1-C643-88E2C678A95D}"/>
          </ac:grpSpMkLst>
        </pc:grpChg>
        <pc:grpChg chg="del mod">
          <ac:chgData name="Mahima Weerasinghe" userId="e11e3f55-42da-4e07-8ead-4d7a1d7ea1c6" providerId="ADAL" clId="{34BDDC3C-2AF4-4325-BEDB-C3E623CC2F40}" dt="2024-08-11T13:24:05.560" v="1957"/>
          <ac:grpSpMkLst>
            <pc:docMk/>
            <pc:sldMk cId="3925340433" sldId="370"/>
            <ac:grpSpMk id="118" creationId="{CECD2DD2-0664-F23F-732C-1B5B3EAF34F4}"/>
          </ac:grpSpMkLst>
        </pc:grpChg>
        <pc:grpChg chg="del mod">
          <ac:chgData name="Mahima Weerasinghe" userId="e11e3f55-42da-4e07-8ead-4d7a1d7ea1c6" providerId="ADAL" clId="{34BDDC3C-2AF4-4325-BEDB-C3E623CC2F40}" dt="2024-08-11T13:25:11.945" v="2015"/>
          <ac:grpSpMkLst>
            <pc:docMk/>
            <pc:sldMk cId="3925340433" sldId="370"/>
            <ac:grpSpMk id="123" creationId="{C313D944-DFC6-EC62-DE6A-70E355BB1848}"/>
          </ac:grpSpMkLst>
        </pc:grpChg>
        <pc:grpChg chg="del mod">
          <ac:chgData name="Mahima Weerasinghe" userId="e11e3f55-42da-4e07-8ead-4d7a1d7ea1c6" providerId="ADAL" clId="{34BDDC3C-2AF4-4325-BEDB-C3E623CC2F40}" dt="2024-08-11T13:25:11.945" v="2015"/>
          <ac:grpSpMkLst>
            <pc:docMk/>
            <pc:sldMk cId="3925340433" sldId="370"/>
            <ac:grpSpMk id="126" creationId="{E106C34A-FE60-B5E0-524C-E1077B5C63A7}"/>
          </ac:grpSpMkLst>
        </pc:grpChg>
        <pc:grpChg chg="del mod">
          <ac:chgData name="Mahima Weerasinghe" userId="e11e3f55-42da-4e07-8ead-4d7a1d7ea1c6" providerId="ADAL" clId="{34BDDC3C-2AF4-4325-BEDB-C3E623CC2F40}" dt="2024-08-11T13:25:11.945" v="2015"/>
          <ac:grpSpMkLst>
            <pc:docMk/>
            <pc:sldMk cId="3925340433" sldId="370"/>
            <ac:grpSpMk id="129" creationId="{42A2D5BF-0403-C915-6B7C-A0E45455E884}"/>
          </ac:grpSpMkLst>
        </pc:grpChg>
        <pc:grpChg chg="del mod">
          <ac:chgData name="Mahima Weerasinghe" userId="e11e3f55-42da-4e07-8ead-4d7a1d7ea1c6" providerId="ADAL" clId="{34BDDC3C-2AF4-4325-BEDB-C3E623CC2F40}" dt="2024-08-11T13:25:11.945" v="2015"/>
          <ac:grpSpMkLst>
            <pc:docMk/>
            <pc:sldMk cId="3925340433" sldId="370"/>
            <ac:grpSpMk id="134" creationId="{AF60980E-9AAA-A2D7-ABE1-0290AA71CF8F}"/>
          </ac:grpSpMkLst>
        </pc:grpChg>
        <pc:grpChg chg="del mod">
          <ac:chgData name="Mahima Weerasinghe" userId="e11e3f55-42da-4e07-8ead-4d7a1d7ea1c6" providerId="ADAL" clId="{34BDDC3C-2AF4-4325-BEDB-C3E623CC2F40}" dt="2024-08-11T13:24:23.536" v="1974"/>
          <ac:grpSpMkLst>
            <pc:docMk/>
            <pc:sldMk cId="3925340433" sldId="370"/>
            <ac:grpSpMk id="138" creationId="{03419FD5-1CDE-D9C0-4BF7-B60D92275264}"/>
          </ac:grpSpMkLst>
        </pc:grpChg>
        <pc:grpChg chg="del mod">
          <ac:chgData name="Mahima Weerasinghe" userId="e11e3f55-42da-4e07-8ead-4d7a1d7ea1c6" providerId="ADAL" clId="{34BDDC3C-2AF4-4325-BEDB-C3E623CC2F40}" dt="2024-08-11T13:24:26.487" v="1977"/>
          <ac:grpSpMkLst>
            <pc:docMk/>
            <pc:sldMk cId="3925340433" sldId="370"/>
            <ac:grpSpMk id="140" creationId="{6A7967B7-E7DF-A7C9-BAD1-D91991A121DC}"/>
          </ac:grpSpMkLst>
        </pc:grpChg>
        <pc:grpChg chg="del mod">
          <ac:chgData name="Mahima Weerasinghe" userId="e11e3f55-42da-4e07-8ead-4d7a1d7ea1c6" providerId="ADAL" clId="{34BDDC3C-2AF4-4325-BEDB-C3E623CC2F40}" dt="2024-08-11T13:24:39.426" v="1993"/>
          <ac:grpSpMkLst>
            <pc:docMk/>
            <pc:sldMk cId="3925340433" sldId="370"/>
            <ac:grpSpMk id="143" creationId="{4352DEAB-0AD7-4E62-37BD-84D071744F32}"/>
          </ac:grpSpMkLst>
        </pc:grpChg>
        <pc:grpChg chg="del mod">
          <ac:chgData name="Mahima Weerasinghe" userId="e11e3f55-42da-4e07-8ead-4d7a1d7ea1c6" providerId="ADAL" clId="{34BDDC3C-2AF4-4325-BEDB-C3E623CC2F40}" dt="2024-08-11T13:24:33.108" v="1982"/>
          <ac:grpSpMkLst>
            <pc:docMk/>
            <pc:sldMk cId="3925340433" sldId="370"/>
            <ac:grpSpMk id="146" creationId="{8EF02C4A-77CF-8AD4-8AA8-E052F483B024}"/>
          </ac:grpSpMkLst>
        </pc:grpChg>
        <pc:grpChg chg="del mod">
          <ac:chgData name="Mahima Weerasinghe" userId="e11e3f55-42da-4e07-8ead-4d7a1d7ea1c6" providerId="ADAL" clId="{34BDDC3C-2AF4-4325-BEDB-C3E623CC2F40}" dt="2024-08-11T13:24:33.634" v="1984"/>
          <ac:grpSpMkLst>
            <pc:docMk/>
            <pc:sldMk cId="3925340433" sldId="370"/>
            <ac:grpSpMk id="148" creationId="{96BF8DE7-832B-6DA1-33CA-3E0715A91B16}"/>
          </ac:grpSpMkLst>
        </pc:grpChg>
        <pc:grpChg chg="del mod">
          <ac:chgData name="Mahima Weerasinghe" userId="e11e3f55-42da-4e07-8ead-4d7a1d7ea1c6" providerId="ADAL" clId="{34BDDC3C-2AF4-4325-BEDB-C3E623CC2F40}" dt="2024-08-11T13:24:39.426" v="1993"/>
          <ac:grpSpMkLst>
            <pc:docMk/>
            <pc:sldMk cId="3925340433" sldId="370"/>
            <ac:grpSpMk id="150" creationId="{4741BF83-441A-EB82-5806-11AF37E883E6}"/>
          </ac:grpSpMkLst>
        </pc:grpChg>
        <pc:grpChg chg="del mod">
          <ac:chgData name="Mahima Weerasinghe" userId="e11e3f55-42da-4e07-8ead-4d7a1d7ea1c6" providerId="ADAL" clId="{34BDDC3C-2AF4-4325-BEDB-C3E623CC2F40}" dt="2024-08-11T13:25:11.945" v="2015"/>
          <ac:grpSpMkLst>
            <pc:docMk/>
            <pc:sldMk cId="3925340433" sldId="370"/>
            <ac:grpSpMk id="159" creationId="{18EA86CF-F401-5C9F-F65A-203CEC98AC6F}"/>
          </ac:grpSpMkLst>
        </pc:grpChg>
        <pc:grpChg chg="del mod">
          <ac:chgData name="Mahima Weerasinghe" userId="e11e3f55-42da-4e07-8ead-4d7a1d7ea1c6" providerId="ADAL" clId="{34BDDC3C-2AF4-4325-BEDB-C3E623CC2F40}" dt="2024-08-11T13:24:59.679" v="2002"/>
          <ac:grpSpMkLst>
            <pc:docMk/>
            <pc:sldMk cId="3925340433" sldId="370"/>
            <ac:grpSpMk id="163" creationId="{C01B9A2A-DAD3-7C6D-0A87-21BE26A64168}"/>
          </ac:grpSpMkLst>
        </pc:grpChg>
        <pc:grpChg chg="del mod">
          <ac:chgData name="Mahima Weerasinghe" userId="e11e3f55-42da-4e07-8ead-4d7a1d7ea1c6" providerId="ADAL" clId="{34BDDC3C-2AF4-4325-BEDB-C3E623CC2F40}" dt="2024-08-11T13:25:05.192" v="2009"/>
          <ac:grpSpMkLst>
            <pc:docMk/>
            <pc:sldMk cId="3925340433" sldId="370"/>
            <ac:grpSpMk id="168" creationId="{F6E26CB4-35A8-DAD9-3557-60A3EE809FB9}"/>
          </ac:grpSpMkLst>
        </pc:grpChg>
        <pc:grpChg chg="del mod">
          <ac:chgData name="Mahima Weerasinghe" userId="e11e3f55-42da-4e07-8ead-4d7a1d7ea1c6" providerId="ADAL" clId="{34BDDC3C-2AF4-4325-BEDB-C3E623CC2F40}" dt="2024-08-11T13:25:11.945" v="2015"/>
          <ac:grpSpMkLst>
            <pc:docMk/>
            <pc:sldMk cId="3925340433" sldId="370"/>
            <ac:grpSpMk id="175" creationId="{E7D391C0-9007-637B-5156-AFCC08DF5EFF}"/>
          </ac:grpSpMkLst>
        </pc:grpChg>
        <pc:grpChg chg="del mod">
          <ac:chgData name="Mahima Weerasinghe" userId="e11e3f55-42da-4e07-8ead-4d7a1d7ea1c6" providerId="ADAL" clId="{34BDDC3C-2AF4-4325-BEDB-C3E623CC2F40}" dt="2024-08-11T13:25:25.217" v="2028"/>
          <ac:grpSpMkLst>
            <pc:docMk/>
            <pc:sldMk cId="3925340433" sldId="370"/>
            <ac:grpSpMk id="181" creationId="{EAED697D-1F96-40FC-4BCC-694A0F35F419}"/>
          </ac:grpSpMkLst>
        </pc:grpChg>
        <pc:grpChg chg="del mod">
          <ac:chgData name="Mahima Weerasinghe" userId="e11e3f55-42da-4e07-8ead-4d7a1d7ea1c6" providerId="ADAL" clId="{34BDDC3C-2AF4-4325-BEDB-C3E623CC2F40}" dt="2024-08-11T13:25:31.571" v="2032"/>
          <ac:grpSpMkLst>
            <pc:docMk/>
            <pc:sldMk cId="3925340433" sldId="370"/>
            <ac:grpSpMk id="194" creationId="{DA0F95F8-8009-8C05-89A9-966CC921EBEA}"/>
          </ac:grpSpMkLst>
        </pc:grpChg>
        <pc:grpChg chg="del mod">
          <ac:chgData name="Mahima Weerasinghe" userId="e11e3f55-42da-4e07-8ead-4d7a1d7ea1c6" providerId="ADAL" clId="{34BDDC3C-2AF4-4325-BEDB-C3E623CC2F40}" dt="2024-08-11T13:25:37.907" v="2036"/>
          <ac:grpSpMkLst>
            <pc:docMk/>
            <pc:sldMk cId="3925340433" sldId="370"/>
            <ac:grpSpMk id="198" creationId="{7E71B292-9C54-522D-D2A2-F33BEBB7013F}"/>
          </ac:grpSpMkLst>
        </pc:grpChg>
        <pc:grpChg chg="del mod">
          <ac:chgData name="Mahima Weerasinghe" userId="e11e3f55-42da-4e07-8ead-4d7a1d7ea1c6" providerId="ADAL" clId="{34BDDC3C-2AF4-4325-BEDB-C3E623CC2F40}" dt="2024-08-11T13:25:51.186" v="2040"/>
          <ac:grpSpMkLst>
            <pc:docMk/>
            <pc:sldMk cId="3925340433" sldId="370"/>
            <ac:grpSpMk id="202" creationId="{B0F8B020-7438-9594-869A-98CAD4F4C85C}"/>
          </ac:grpSpMkLst>
        </pc:grpChg>
        <pc:grpChg chg="del mod">
          <ac:chgData name="Mahima Weerasinghe" userId="e11e3f55-42da-4e07-8ead-4d7a1d7ea1c6" providerId="ADAL" clId="{34BDDC3C-2AF4-4325-BEDB-C3E623CC2F40}" dt="2024-08-11T13:25:53.128" v="2042"/>
          <ac:grpSpMkLst>
            <pc:docMk/>
            <pc:sldMk cId="3925340433" sldId="370"/>
            <ac:grpSpMk id="206" creationId="{99E7D99E-F43D-301F-7F79-8C1A66BCDF36}"/>
          </ac:grpSpMkLst>
        </pc:grpChg>
        <pc:grpChg chg="del mod">
          <ac:chgData name="Mahima Weerasinghe" userId="e11e3f55-42da-4e07-8ead-4d7a1d7ea1c6" providerId="ADAL" clId="{34BDDC3C-2AF4-4325-BEDB-C3E623CC2F40}" dt="2024-08-11T13:25:55.935" v="2045"/>
          <ac:grpSpMkLst>
            <pc:docMk/>
            <pc:sldMk cId="3925340433" sldId="370"/>
            <ac:grpSpMk id="208" creationId="{A9E17A9D-E952-49D5-67C5-8DCD4F558C0F}"/>
          </ac:grpSpMkLst>
        </pc:grpChg>
        <pc:grpChg chg="del mod">
          <ac:chgData name="Mahima Weerasinghe" userId="e11e3f55-42da-4e07-8ead-4d7a1d7ea1c6" providerId="ADAL" clId="{34BDDC3C-2AF4-4325-BEDB-C3E623CC2F40}" dt="2024-08-11T13:25:57.516" v="2047"/>
          <ac:grpSpMkLst>
            <pc:docMk/>
            <pc:sldMk cId="3925340433" sldId="370"/>
            <ac:grpSpMk id="211" creationId="{05DA437F-B270-1695-600F-EF5E40388680}"/>
          </ac:grpSpMkLst>
        </pc:grpChg>
        <pc:grpChg chg="del mod">
          <ac:chgData name="Mahima Weerasinghe" userId="e11e3f55-42da-4e07-8ead-4d7a1d7ea1c6" providerId="ADAL" clId="{34BDDC3C-2AF4-4325-BEDB-C3E623CC2F40}" dt="2024-08-11T13:26:06.048" v="2050"/>
          <ac:grpSpMkLst>
            <pc:docMk/>
            <pc:sldMk cId="3925340433" sldId="370"/>
            <ac:grpSpMk id="213" creationId="{0F07E634-DBD9-852A-86ED-3DD17CBFE21E}"/>
          </ac:grpSpMkLst>
        </pc:grpChg>
        <pc:grpChg chg="mod">
          <ac:chgData name="Mahima Weerasinghe" userId="e11e3f55-42da-4e07-8ead-4d7a1d7ea1c6" providerId="ADAL" clId="{34BDDC3C-2AF4-4325-BEDB-C3E623CC2F40}" dt="2024-08-11T13:26:06.048" v="2050"/>
          <ac:grpSpMkLst>
            <pc:docMk/>
            <pc:sldMk cId="3925340433" sldId="370"/>
            <ac:grpSpMk id="216" creationId="{8943659D-E635-1400-D61F-7C3FF90A3809}"/>
          </ac:grpSpMkLst>
        </pc:grpChg>
        <pc:grpChg chg="del mod">
          <ac:chgData name="Mahima Weerasinghe" userId="e11e3f55-42da-4e07-8ead-4d7a1d7ea1c6" providerId="ADAL" clId="{34BDDC3C-2AF4-4325-BEDB-C3E623CC2F40}" dt="2024-08-11T13:27:07.305" v="2064"/>
          <ac:grpSpMkLst>
            <pc:docMk/>
            <pc:sldMk cId="3925340433" sldId="370"/>
            <ac:grpSpMk id="228" creationId="{6A430792-2D19-1E9E-7602-D4A7EFAC6D62}"/>
          </ac:grpSpMkLst>
        </pc:grpChg>
        <pc:grpChg chg="mod">
          <ac:chgData name="Mahima Weerasinghe" userId="e11e3f55-42da-4e07-8ead-4d7a1d7ea1c6" providerId="ADAL" clId="{34BDDC3C-2AF4-4325-BEDB-C3E623CC2F40}" dt="2024-08-11T13:26:40.943" v="2062"/>
          <ac:grpSpMkLst>
            <pc:docMk/>
            <pc:sldMk cId="3925340433" sldId="370"/>
            <ac:grpSpMk id="229" creationId="{62EE6BD4-8CD6-DE2D-F1C5-983F79BD125E}"/>
          </ac:grpSpMkLst>
        </pc:grpChg>
        <pc:grpChg chg="mod">
          <ac:chgData name="Mahima Weerasinghe" userId="e11e3f55-42da-4e07-8ead-4d7a1d7ea1c6" providerId="ADAL" clId="{34BDDC3C-2AF4-4325-BEDB-C3E623CC2F40}" dt="2024-08-11T13:27:07.305" v="2064"/>
          <ac:grpSpMkLst>
            <pc:docMk/>
            <pc:sldMk cId="3925340433" sldId="370"/>
            <ac:grpSpMk id="231" creationId="{416009BE-0E40-53E7-6CDA-70CEFB2E2A82}"/>
          </ac:grpSpMkLst>
        </pc:grpChg>
        <pc:picChg chg="add mod">
          <ac:chgData name="Mahima Weerasinghe" userId="e11e3f55-42da-4e07-8ead-4d7a1d7ea1c6" providerId="ADAL" clId="{34BDDC3C-2AF4-4325-BEDB-C3E623CC2F40}" dt="2024-08-11T02:57:35.945" v="706" actId="1076"/>
          <ac:picMkLst>
            <pc:docMk/>
            <pc:sldMk cId="3925340433" sldId="370"/>
            <ac:picMk id="6" creationId="{C52FA301-726A-4DD6-3856-C05415E3A305}"/>
          </ac:picMkLst>
        </pc:picChg>
        <pc:inkChg chg="add mod">
          <ac:chgData name="Mahima Weerasinghe" userId="e11e3f55-42da-4e07-8ead-4d7a1d7ea1c6" providerId="ADAL" clId="{34BDDC3C-2AF4-4325-BEDB-C3E623CC2F40}" dt="2024-08-11T13:26:06.048" v="2050"/>
          <ac:inkMkLst>
            <pc:docMk/>
            <pc:sldMk cId="3925340433" sldId="370"/>
            <ac:inkMk id="3" creationId="{78E4B185-7D06-4C27-8219-3BE4637D8B51}"/>
          </ac:inkMkLst>
        </pc:inkChg>
        <pc:inkChg chg="add mod">
          <ac:chgData name="Mahima Weerasinghe" userId="e11e3f55-42da-4e07-8ead-4d7a1d7ea1c6" providerId="ADAL" clId="{34BDDC3C-2AF4-4325-BEDB-C3E623CC2F40}" dt="2024-08-11T13:26:06.048" v="2050"/>
          <ac:inkMkLst>
            <pc:docMk/>
            <pc:sldMk cId="3925340433" sldId="370"/>
            <ac:inkMk id="5" creationId="{3E46DF9B-8237-B453-5BB8-3E7E33085F17}"/>
          </ac:inkMkLst>
        </pc:inkChg>
        <pc:inkChg chg="add mod">
          <ac:chgData name="Mahima Weerasinghe" userId="e11e3f55-42da-4e07-8ead-4d7a1d7ea1c6" providerId="ADAL" clId="{34BDDC3C-2AF4-4325-BEDB-C3E623CC2F40}" dt="2024-08-11T13:26:06.048" v="2050"/>
          <ac:inkMkLst>
            <pc:docMk/>
            <pc:sldMk cId="3925340433" sldId="370"/>
            <ac:inkMk id="8" creationId="{B1816478-42B9-D342-136C-CD3D181F7790}"/>
          </ac:inkMkLst>
        </pc:inkChg>
        <pc:inkChg chg="add mod">
          <ac:chgData name="Mahima Weerasinghe" userId="e11e3f55-42da-4e07-8ead-4d7a1d7ea1c6" providerId="ADAL" clId="{34BDDC3C-2AF4-4325-BEDB-C3E623CC2F40}" dt="2024-08-11T13:26:06.048" v="2050"/>
          <ac:inkMkLst>
            <pc:docMk/>
            <pc:sldMk cId="3925340433" sldId="370"/>
            <ac:inkMk id="9" creationId="{1AE1BC75-85A9-092C-9E44-B3FD253DA6AC}"/>
          </ac:inkMkLst>
        </pc:inkChg>
        <pc:inkChg chg="add mod">
          <ac:chgData name="Mahima Weerasinghe" userId="e11e3f55-42da-4e07-8ead-4d7a1d7ea1c6" providerId="ADAL" clId="{34BDDC3C-2AF4-4325-BEDB-C3E623CC2F40}" dt="2024-08-11T13:26:06.048" v="2050"/>
          <ac:inkMkLst>
            <pc:docMk/>
            <pc:sldMk cId="3925340433" sldId="370"/>
            <ac:inkMk id="10" creationId="{0D7A3192-5616-6F2B-9D0A-15F8CEE63C25}"/>
          </ac:inkMkLst>
        </pc:inkChg>
        <pc:inkChg chg="add mod">
          <ac:chgData name="Mahima Weerasinghe" userId="e11e3f55-42da-4e07-8ead-4d7a1d7ea1c6" providerId="ADAL" clId="{34BDDC3C-2AF4-4325-BEDB-C3E623CC2F40}" dt="2024-08-11T13:26:06.048" v="2050"/>
          <ac:inkMkLst>
            <pc:docMk/>
            <pc:sldMk cId="3925340433" sldId="370"/>
            <ac:inkMk id="11" creationId="{3198826C-ABC0-66E6-52DF-3D8A51435434}"/>
          </ac:inkMkLst>
        </pc:inkChg>
        <pc:inkChg chg="add mod">
          <ac:chgData name="Mahima Weerasinghe" userId="e11e3f55-42da-4e07-8ead-4d7a1d7ea1c6" providerId="ADAL" clId="{34BDDC3C-2AF4-4325-BEDB-C3E623CC2F40}" dt="2024-08-11T13:26:06.048" v="2050"/>
          <ac:inkMkLst>
            <pc:docMk/>
            <pc:sldMk cId="3925340433" sldId="370"/>
            <ac:inkMk id="12" creationId="{2DE30ED1-37F4-E86C-B8C9-CB693BC1A78A}"/>
          </ac:inkMkLst>
        </pc:inkChg>
        <pc:inkChg chg="add mod">
          <ac:chgData name="Mahima Weerasinghe" userId="e11e3f55-42da-4e07-8ead-4d7a1d7ea1c6" providerId="ADAL" clId="{34BDDC3C-2AF4-4325-BEDB-C3E623CC2F40}" dt="2024-08-11T13:26:06.048" v="2050"/>
          <ac:inkMkLst>
            <pc:docMk/>
            <pc:sldMk cId="3925340433" sldId="370"/>
            <ac:inkMk id="13" creationId="{7A56BD4C-EA58-AABD-83F8-28D3EE8BE61E}"/>
          </ac:inkMkLst>
        </pc:inkChg>
        <pc:inkChg chg="add mod">
          <ac:chgData name="Mahima Weerasinghe" userId="e11e3f55-42da-4e07-8ead-4d7a1d7ea1c6" providerId="ADAL" clId="{34BDDC3C-2AF4-4325-BEDB-C3E623CC2F40}" dt="2024-08-11T13:26:06.048" v="2050"/>
          <ac:inkMkLst>
            <pc:docMk/>
            <pc:sldMk cId="3925340433" sldId="370"/>
            <ac:inkMk id="14" creationId="{E1CFBC34-9183-6240-3720-EDF169D6B4C8}"/>
          </ac:inkMkLst>
        </pc:inkChg>
        <pc:inkChg chg="add mod">
          <ac:chgData name="Mahima Weerasinghe" userId="e11e3f55-42da-4e07-8ead-4d7a1d7ea1c6" providerId="ADAL" clId="{34BDDC3C-2AF4-4325-BEDB-C3E623CC2F40}" dt="2024-08-11T13:26:06.048" v="2050"/>
          <ac:inkMkLst>
            <pc:docMk/>
            <pc:sldMk cId="3925340433" sldId="370"/>
            <ac:inkMk id="16" creationId="{8400A6DE-9B9E-D525-353F-636973838690}"/>
          </ac:inkMkLst>
        </pc:inkChg>
        <pc:inkChg chg="add mod">
          <ac:chgData name="Mahima Weerasinghe" userId="e11e3f55-42da-4e07-8ead-4d7a1d7ea1c6" providerId="ADAL" clId="{34BDDC3C-2AF4-4325-BEDB-C3E623CC2F40}" dt="2024-08-11T13:26:06.048" v="2050"/>
          <ac:inkMkLst>
            <pc:docMk/>
            <pc:sldMk cId="3925340433" sldId="370"/>
            <ac:inkMk id="18" creationId="{C9E81A0B-12E8-0090-2BC6-F162CDBD8C8B}"/>
          </ac:inkMkLst>
        </pc:inkChg>
        <pc:inkChg chg="add mod">
          <ac:chgData name="Mahima Weerasinghe" userId="e11e3f55-42da-4e07-8ead-4d7a1d7ea1c6" providerId="ADAL" clId="{34BDDC3C-2AF4-4325-BEDB-C3E623CC2F40}" dt="2024-08-11T13:26:06.048" v="2050"/>
          <ac:inkMkLst>
            <pc:docMk/>
            <pc:sldMk cId="3925340433" sldId="370"/>
            <ac:inkMk id="19" creationId="{C09F4565-9FF2-251B-2410-C2808E94D958}"/>
          </ac:inkMkLst>
        </pc:inkChg>
        <pc:inkChg chg="add mod">
          <ac:chgData name="Mahima Weerasinghe" userId="e11e3f55-42da-4e07-8ead-4d7a1d7ea1c6" providerId="ADAL" clId="{34BDDC3C-2AF4-4325-BEDB-C3E623CC2F40}" dt="2024-08-11T13:26:06.048" v="2050"/>
          <ac:inkMkLst>
            <pc:docMk/>
            <pc:sldMk cId="3925340433" sldId="370"/>
            <ac:inkMk id="21" creationId="{4CB86426-DD36-9C3C-F31F-457F2855140A}"/>
          </ac:inkMkLst>
        </pc:inkChg>
        <pc:inkChg chg="add mod">
          <ac:chgData name="Mahima Weerasinghe" userId="e11e3f55-42da-4e07-8ead-4d7a1d7ea1c6" providerId="ADAL" clId="{34BDDC3C-2AF4-4325-BEDB-C3E623CC2F40}" dt="2024-08-11T13:26:06.048" v="2050"/>
          <ac:inkMkLst>
            <pc:docMk/>
            <pc:sldMk cId="3925340433" sldId="370"/>
            <ac:inkMk id="22" creationId="{E5AC0A06-9EC3-6E23-C511-30036A933B6F}"/>
          </ac:inkMkLst>
        </pc:inkChg>
        <pc:inkChg chg="add mod">
          <ac:chgData name="Mahima Weerasinghe" userId="e11e3f55-42da-4e07-8ead-4d7a1d7ea1c6" providerId="ADAL" clId="{34BDDC3C-2AF4-4325-BEDB-C3E623CC2F40}" dt="2024-08-11T13:26:06.048" v="2050"/>
          <ac:inkMkLst>
            <pc:docMk/>
            <pc:sldMk cId="3925340433" sldId="370"/>
            <ac:inkMk id="23" creationId="{64BCBFDD-C8A7-0E61-70D5-60BDE0F682C0}"/>
          </ac:inkMkLst>
        </pc:inkChg>
        <pc:inkChg chg="add mod">
          <ac:chgData name="Mahima Weerasinghe" userId="e11e3f55-42da-4e07-8ead-4d7a1d7ea1c6" providerId="ADAL" clId="{34BDDC3C-2AF4-4325-BEDB-C3E623CC2F40}" dt="2024-08-11T13:26:06.048" v="2050"/>
          <ac:inkMkLst>
            <pc:docMk/>
            <pc:sldMk cId="3925340433" sldId="370"/>
            <ac:inkMk id="24" creationId="{D775AD1E-7F05-A1F9-54F9-A6631B148E42}"/>
          </ac:inkMkLst>
        </pc:inkChg>
        <pc:inkChg chg="add mod">
          <ac:chgData name="Mahima Weerasinghe" userId="e11e3f55-42da-4e07-8ead-4d7a1d7ea1c6" providerId="ADAL" clId="{34BDDC3C-2AF4-4325-BEDB-C3E623CC2F40}" dt="2024-08-11T13:26:06.048" v="2050"/>
          <ac:inkMkLst>
            <pc:docMk/>
            <pc:sldMk cId="3925340433" sldId="370"/>
            <ac:inkMk id="25" creationId="{FB014982-144D-AFD0-E6CB-A088A89B78A7}"/>
          </ac:inkMkLst>
        </pc:inkChg>
        <pc:inkChg chg="add mod">
          <ac:chgData name="Mahima Weerasinghe" userId="e11e3f55-42da-4e07-8ead-4d7a1d7ea1c6" providerId="ADAL" clId="{34BDDC3C-2AF4-4325-BEDB-C3E623CC2F40}" dt="2024-08-11T13:26:06.048" v="2050"/>
          <ac:inkMkLst>
            <pc:docMk/>
            <pc:sldMk cId="3925340433" sldId="370"/>
            <ac:inkMk id="26" creationId="{2C844966-0A02-BA17-5ED3-30F27856AD1E}"/>
          </ac:inkMkLst>
        </pc:inkChg>
        <pc:inkChg chg="add mod">
          <ac:chgData name="Mahima Weerasinghe" userId="e11e3f55-42da-4e07-8ead-4d7a1d7ea1c6" providerId="ADAL" clId="{34BDDC3C-2AF4-4325-BEDB-C3E623CC2F40}" dt="2024-08-11T13:26:06.048" v="2050"/>
          <ac:inkMkLst>
            <pc:docMk/>
            <pc:sldMk cId="3925340433" sldId="370"/>
            <ac:inkMk id="27" creationId="{F9770D73-3921-EC35-3480-B656BBA0CE22}"/>
          </ac:inkMkLst>
        </pc:inkChg>
        <pc:inkChg chg="add mod">
          <ac:chgData name="Mahima Weerasinghe" userId="e11e3f55-42da-4e07-8ead-4d7a1d7ea1c6" providerId="ADAL" clId="{34BDDC3C-2AF4-4325-BEDB-C3E623CC2F40}" dt="2024-08-11T13:26:06.048" v="2050"/>
          <ac:inkMkLst>
            <pc:docMk/>
            <pc:sldMk cId="3925340433" sldId="370"/>
            <ac:inkMk id="28" creationId="{D4E02FA8-32F1-1A9A-5718-8BF20F018842}"/>
          </ac:inkMkLst>
        </pc:inkChg>
        <pc:inkChg chg="add mod">
          <ac:chgData name="Mahima Weerasinghe" userId="e11e3f55-42da-4e07-8ead-4d7a1d7ea1c6" providerId="ADAL" clId="{34BDDC3C-2AF4-4325-BEDB-C3E623CC2F40}" dt="2024-08-11T13:26:06.048" v="2050"/>
          <ac:inkMkLst>
            <pc:docMk/>
            <pc:sldMk cId="3925340433" sldId="370"/>
            <ac:inkMk id="29" creationId="{8C7B2F4B-4CA4-1A53-8D08-11DA77ABC175}"/>
          </ac:inkMkLst>
        </pc:inkChg>
        <pc:inkChg chg="add mod">
          <ac:chgData name="Mahima Weerasinghe" userId="e11e3f55-42da-4e07-8ead-4d7a1d7ea1c6" providerId="ADAL" clId="{34BDDC3C-2AF4-4325-BEDB-C3E623CC2F40}" dt="2024-08-11T13:26:06.048" v="2050"/>
          <ac:inkMkLst>
            <pc:docMk/>
            <pc:sldMk cId="3925340433" sldId="370"/>
            <ac:inkMk id="30" creationId="{3084CCA5-4A14-CD9E-F994-E24CBF86C12E}"/>
          </ac:inkMkLst>
        </pc:inkChg>
        <pc:inkChg chg="add mod">
          <ac:chgData name="Mahima Weerasinghe" userId="e11e3f55-42da-4e07-8ead-4d7a1d7ea1c6" providerId="ADAL" clId="{34BDDC3C-2AF4-4325-BEDB-C3E623CC2F40}" dt="2024-08-11T13:26:06.048" v="2050"/>
          <ac:inkMkLst>
            <pc:docMk/>
            <pc:sldMk cId="3925340433" sldId="370"/>
            <ac:inkMk id="31" creationId="{40F5832D-CB4E-26BD-129B-4FD09FE793CC}"/>
          </ac:inkMkLst>
        </pc:inkChg>
        <pc:inkChg chg="add mod">
          <ac:chgData name="Mahima Weerasinghe" userId="e11e3f55-42da-4e07-8ead-4d7a1d7ea1c6" providerId="ADAL" clId="{34BDDC3C-2AF4-4325-BEDB-C3E623CC2F40}" dt="2024-08-11T13:26:06.048" v="2050"/>
          <ac:inkMkLst>
            <pc:docMk/>
            <pc:sldMk cId="3925340433" sldId="370"/>
            <ac:inkMk id="32" creationId="{4F01E0B8-C2B4-9E97-6970-4175A099040A}"/>
          </ac:inkMkLst>
        </pc:inkChg>
        <pc:inkChg chg="add mod">
          <ac:chgData name="Mahima Weerasinghe" userId="e11e3f55-42da-4e07-8ead-4d7a1d7ea1c6" providerId="ADAL" clId="{34BDDC3C-2AF4-4325-BEDB-C3E623CC2F40}" dt="2024-08-11T13:26:06.048" v="2050"/>
          <ac:inkMkLst>
            <pc:docMk/>
            <pc:sldMk cId="3925340433" sldId="370"/>
            <ac:inkMk id="33" creationId="{4234CB1C-1611-8538-8918-00ECD286A9E9}"/>
          </ac:inkMkLst>
        </pc:inkChg>
        <pc:inkChg chg="add mod">
          <ac:chgData name="Mahima Weerasinghe" userId="e11e3f55-42da-4e07-8ead-4d7a1d7ea1c6" providerId="ADAL" clId="{34BDDC3C-2AF4-4325-BEDB-C3E623CC2F40}" dt="2024-08-11T13:26:06.048" v="2050"/>
          <ac:inkMkLst>
            <pc:docMk/>
            <pc:sldMk cId="3925340433" sldId="370"/>
            <ac:inkMk id="34" creationId="{CF049716-C711-12B5-9038-429625D571F0}"/>
          </ac:inkMkLst>
        </pc:inkChg>
        <pc:inkChg chg="add mod">
          <ac:chgData name="Mahima Weerasinghe" userId="e11e3f55-42da-4e07-8ead-4d7a1d7ea1c6" providerId="ADAL" clId="{34BDDC3C-2AF4-4325-BEDB-C3E623CC2F40}" dt="2024-08-11T13:26:06.048" v="2050"/>
          <ac:inkMkLst>
            <pc:docMk/>
            <pc:sldMk cId="3925340433" sldId="370"/>
            <ac:inkMk id="35" creationId="{84EF7C8C-65EC-1630-4D4F-3C1B42B6296C}"/>
          </ac:inkMkLst>
        </pc:inkChg>
        <pc:inkChg chg="add mod">
          <ac:chgData name="Mahima Weerasinghe" userId="e11e3f55-42da-4e07-8ead-4d7a1d7ea1c6" providerId="ADAL" clId="{34BDDC3C-2AF4-4325-BEDB-C3E623CC2F40}" dt="2024-08-11T13:26:06.048" v="2050"/>
          <ac:inkMkLst>
            <pc:docMk/>
            <pc:sldMk cId="3925340433" sldId="370"/>
            <ac:inkMk id="38" creationId="{2A6EF5CC-DA95-A773-23F9-4E34D81F0BE9}"/>
          </ac:inkMkLst>
        </pc:inkChg>
        <pc:inkChg chg="add mod">
          <ac:chgData name="Mahima Weerasinghe" userId="e11e3f55-42da-4e07-8ead-4d7a1d7ea1c6" providerId="ADAL" clId="{34BDDC3C-2AF4-4325-BEDB-C3E623CC2F40}" dt="2024-08-11T13:26:06.048" v="2050"/>
          <ac:inkMkLst>
            <pc:docMk/>
            <pc:sldMk cId="3925340433" sldId="370"/>
            <ac:inkMk id="40" creationId="{48165F70-1319-2431-F5C2-3E9D4CC9BFA1}"/>
          </ac:inkMkLst>
        </pc:inkChg>
        <pc:inkChg chg="add mod">
          <ac:chgData name="Mahima Weerasinghe" userId="e11e3f55-42da-4e07-8ead-4d7a1d7ea1c6" providerId="ADAL" clId="{34BDDC3C-2AF4-4325-BEDB-C3E623CC2F40}" dt="2024-08-11T13:26:06.048" v="2050"/>
          <ac:inkMkLst>
            <pc:docMk/>
            <pc:sldMk cId="3925340433" sldId="370"/>
            <ac:inkMk id="41" creationId="{B81BE96C-CF14-A98D-501F-E1BDEC44C0BE}"/>
          </ac:inkMkLst>
        </pc:inkChg>
        <pc:inkChg chg="add mod">
          <ac:chgData name="Mahima Weerasinghe" userId="e11e3f55-42da-4e07-8ead-4d7a1d7ea1c6" providerId="ADAL" clId="{34BDDC3C-2AF4-4325-BEDB-C3E623CC2F40}" dt="2024-08-11T13:26:06.048" v="2050"/>
          <ac:inkMkLst>
            <pc:docMk/>
            <pc:sldMk cId="3925340433" sldId="370"/>
            <ac:inkMk id="42" creationId="{741962A9-9CDA-C8E7-5292-0C4866A9B56F}"/>
          </ac:inkMkLst>
        </pc:inkChg>
        <pc:inkChg chg="add mod">
          <ac:chgData name="Mahima Weerasinghe" userId="e11e3f55-42da-4e07-8ead-4d7a1d7ea1c6" providerId="ADAL" clId="{34BDDC3C-2AF4-4325-BEDB-C3E623CC2F40}" dt="2024-08-11T13:26:06.048" v="2050"/>
          <ac:inkMkLst>
            <pc:docMk/>
            <pc:sldMk cId="3925340433" sldId="370"/>
            <ac:inkMk id="43" creationId="{1A71970C-232F-D015-2BA0-BBE68FE2572D}"/>
          </ac:inkMkLst>
        </pc:inkChg>
        <pc:inkChg chg="add mod">
          <ac:chgData name="Mahima Weerasinghe" userId="e11e3f55-42da-4e07-8ead-4d7a1d7ea1c6" providerId="ADAL" clId="{34BDDC3C-2AF4-4325-BEDB-C3E623CC2F40}" dt="2024-08-11T13:26:06.048" v="2050"/>
          <ac:inkMkLst>
            <pc:docMk/>
            <pc:sldMk cId="3925340433" sldId="370"/>
            <ac:inkMk id="44" creationId="{225417B3-BAB5-1518-404B-768E5A684892}"/>
          </ac:inkMkLst>
        </pc:inkChg>
        <pc:inkChg chg="add mod">
          <ac:chgData name="Mahima Weerasinghe" userId="e11e3f55-42da-4e07-8ead-4d7a1d7ea1c6" providerId="ADAL" clId="{34BDDC3C-2AF4-4325-BEDB-C3E623CC2F40}" dt="2024-08-11T13:26:06.048" v="2050"/>
          <ac:inkMkLst>
            <pc:docMk/>
            <pc:sldMk cId="3925340433" sldId="370"/>
            <ac:inkMk id="45" creationId="{0E4AC54E-F685-5E37-8CEE-C892E260FDC5}"/>
          </ac:inkMkLst>
        </pc:inkChg>
        <pc:inkChg chg="add mod">
          <ac:chgData name="Mahima Weerasinghe" userId="e11e3f55-42da-4e07-8ead-4d7a1d7ea1c6" providerId="ADAL" clId="{34BDDC3C-2AF4-4325-BEDB-C3E623CC2F40}" dt="2024-08-11T13:26:06.048" v="2050"/>
          <ac:inkMkLst>
            <pc:docMk/>
            <pc:sldMk cId="3925340433" sldId="370"/>
            <ac:inkMk id="46" creationId="{4C2A21AE-4543-C5B9-F35C-4565C115D854}"/>
          </ac:inkMkLst>
        </pc:inkChg>
        <pc:inkChg chg="add mod">
          <ac:chgData name="Mahima Weerasinghe" userId="e11e3f55-42da-4e07-8ead-4d7a1d7ea1c6" providerId="ADAL" clId="{34BDDC3C-2AF4-4325-BEDB-C3E623CC2F40}" dt="2024-08-11T13:26:06.048" v="2050"/>
          <ac:inkMkLst>
            <pc:docMk/>
            <pc:sldMk cId="3925340433" sldId="370"/>
            <ac:inkMk id="47" creationId="{FEA30A29-1C89-8E49-4C19-FDDBB91F743B}"/>
          </ac:inkMkLst>
        </pc:inkChg>
        <pc:inkChg chg="add mod">
          <ac:chgData name="Mahima Weerasinghe" userId="e11e3f55-42da-4e07-8ead-4d7a1d7ea1c6" providerId="ADAL" clId="{34BDDC3C-2AF4-4325-BEDB-C3E623CC2F40}" dt="2024-08-11T13:26:06.048" v="2050"/>
          <ac:inkMkLst>
            <pc:docMk/>
            <pc:sldMk cId="3925340433" sldId="370"/>
            <ac:inkMk id="48" creationId="{02F87A77-0F01-C094-D63B-5CC15413ABD6}"/>
          </ac:inkMkLst>
        </pc:inkChg>
        <pc:inkChg chg="add mod">
          <ac:chgData name="Mahima Weerasinghe" userId="e11e3f55-42da-4e07-8ead-4d7a1d7ea1c6" providerId="ADAL" clId="{34BDDC3C-2AF4-4325-BEDB-C3E623CC2F40}" dt="2024-08-11T13:26:06.048" v="2050"/>
          <ac:inkMkLst>
            <pc:docMk/>
            <pc:sldMk cId="3925340433" sldId="370"/>
            <ac:inkMk id="49" creationId="{7B8B2F45-3513-F4E9-8EE2-535FA9593E58}"/>
          </ac:inkMkLst>
        </pc:inkChg>
        <pc:inkChg chg="add mod">
          <ac:chgData name="Mahima Weerasinghe" userId="e11e3f55-42da-4e07-8ead-4d7a1d7ea1c6" providerId="ADAL" clId="{34BDDC3C-2AF4-4325-BEDB-C3E623CC2F40}" dt="2024-08-11T13:26:06.048" v="2050"/>
          <ac:inkMkLst>
            <pc:docMk/>
            <pc:sldMk cId="3925340433" sldId="370"/>
            <ac:inkMk id="50" creationId="{74D6B000-D3BC-FB97-3811-A0922A8D12B6}"/>
          </ac:inkMkLst>
        </pc:inkChg>
        <pc:inkChg chg="add mod">
          <ac:chgData name="Mahima Weerasinghe" userId="e11e3f55-42da-4e07-8ead-4d7a1d7ea1c6" providerId="ADAL" clId="{34BDDC3C-2AF4-4325-BEDB-C3E623CC2F40}" dt="2024-08-11T13:26:06.048" v="2050"/>
          <ac:inkMkLst>
            <pc:docMk/>
            <pc:sldMk cId="3925340433" sldId="370"/>
            <ac:inkMk id="51" creationId="{91F2094E-5BB0-C76D-CC66-C9134E08B932}"/>
          </ac:inkMkLst>
        </pc:inkChg>
        <pc:inkChg chg="add mod">
          <ac:chgData name="Mahima Weerasinghe" userId="e11e3f55-42da-4e07-8ead-4d7a1d7ea1c6" providerId="ADAL" clId="{34BDDC3C-2AF4-4325-BEDB-C3E623CC2F40}" dt="2024-08-11T13:26:06.048" v="2050"/>
          <ac:inkMkLst>
            <pc:docMk/>
            <pc:sldMk cId="3925340433" sldId="370"/>
            <ac:inkMk id="54" creationId="{356165BC-EED6-91E1-7270-A9BB0061DC8D}"/>
          </ac:inkMkLst>
        </pc:inkChg>
        <pc:inkChg chg="add mod">
          <ac:chgData name="Mahima Weerasinghe" userId="e11e3f55-42da-4e07-8ead-4d7a1d7ea1c6" providerId="ADAL" clId="{34BDDC3C-2AF4-4325-BEDB-C3E623CC2F40}" dt="2024-08-11T13:26:06.048" v="2050"/>
          <ac:inkMkLst>
            <pc:docMk/>
            <pc:sldMk cId="3925340433" sldId="370"/>
            <ac:inkMk id="55" creationId="{0BA7D4C8-14C9-6257-5914-BCE2060D2352}"/>
          </ac:inkMkLst>
        </pc:inkChg>
        <pc:inkChg chg="add mod">
          <ac:chgData name="Mahima Weerasinghe" userId="e11e3f55-42da-4e07-8ead-4d7a1d7ea1c6" providerId="ADAL" clId="{34BDDC3C-2AF4-4325-BEDB-C3E623CC2F40}" dt="2024-08-11T13:26:06.048" v="2050"/>
          <ac:inkMkLst>
            <pc:docMk/>
            <pc:sldMk cId="3925340433" sldId="370"/>
            <ac:inkMk id="56" creationId="{DCA766CE-A6BB-6871-4ADF-9FD5D0D620F9}"/>
          </ac:inkMkLst>
        </pc:inkChg>
        <pc:inkChg chg="add mod">
          <ac:chgData name="Mahima Weerasinghe" userId="e11e3f55-42da-4e07-8ead-4d7a1d7ea1c6" providerId="ADAL" clId="{34BDDC3C-2AF4-4325-BEDB-C3E623CC2F40}" dt="2024-08-11T13:26:06.048" v="2050"/>
          <ac:inkMkLst>
            <pc:docMk/>
            <pc:sldMk cId="3925340433" sldId="370"/>
            <ac:inkMk id="57" creationId="{E7330696-CE43-AB99-2D24-2599AC7CE374}"/>
          </ac:inkMkLst>
        </pc:inkChg>
        <pc:inkChg chg="add mod">
          <ac:chgData name="Mahima Weerasinghe" userId="e11e3f55-42da-4e07-8ead-4d7a1d7ea1c6" providerId="ADAL" clId="{34BDDC3C-2AF4-4325-BEDB-C3E623CC2F40}" dt="2024-08-11T13:26:06.048" v="2050"/>
          <ac:inkMkLst>
            <pc:docMk/>
            <pc:sldMk cId="3925340433" sldId="370"/>
            <ac:inkMk id="58" creationId="{E3D73943-B316-BD6E-1305-3E35F3F54D8D}"/>
          </ac:inkMkLst>
        </pc:inkChg>
        <pc:inkChg chg="add mod">
          <ac:chgData name="Mahima Weerasinghe" userId="e11e3f55-42da-4e07-8ead-4d7a1d7ea1c6" providerId="ADAL" clId="{34BDDC3C-2AF4-4325-BEDB-C3E623CC2F40}" dt="2024-08-11T13:26:06.048" v="2050"/>
          <ac:inkMkLst>
            <pc:docMk/>
            <pc:sldMk cId="3925340433" sldId="370"/>
            <ac:inkMk id="59" creationId="{A83E23A4-5E8B-9990-982E-A97BF3F65785}"/>
          </ac:inkMkLst>
        </pc:inkChg>
        <pc:inkChg chg="add mod">
          <ac:chgData name="Mahima Weerasinghe" userId="e11e3f55-42da-4e07-8ead-4d7a1d7ea1c6" providerId="ADAL" clId="{34BDDC3C-2AF4-4325-BEDB-C3E623CC2F40}" dt="2024-08-11T13:26:06.048" v="2050"/>
          <ac:inkMkLst>
            <pc:docMk/>
            <pc:sldMk cId="3925340433" sldId="370"/>
            <ac:inkMk id="60" creationId="{BB905AFE-3737-C07C-EFDB-210332566F0B}"/>
          </ac:inkMkLst>
        </pc:inkChg>
        <pc:inkChg chg="add mod">
          <ac:chgData name="Mahima Weerasinghe" userId="e11e3f55-42da-4e07-8ead-4d7a1d7ea1c6" providerId="ADAL" clId="{34BDDC3C-2AF4-4325-BEDB-C3E623CC2F40}" dt="2024-08-11T13:26:06.048" v="2050"/>
          <ac:inkMkLst>
            <pc:docMk/>
            <pc:sldMk cId="3925340433" sldId="370"/>
            <ac:inkMk id="61" creationId="{9515C958-62CB-7A47-AD98-06433FE2D410}"/>
          </ac:inkMkLst>
        </pc:inkChg>
        <pc:inkChg chg="add mod">
          <ac:chgData name="Mahima Weerasinghe" userId="e11e3f55-42da-4e07-8ead-4d7a1d7ea1c6" providerId="ADAL" clId="{34BDDC3C-2AF4-4325-BEDB-C3E623CC2F40}" dt="2024-08-11T13:26:06.048" v="2050"/>
          <ac:inkMkLst>
            <pc:docMk/>
            <pc:sldMk cId="3925340433" sldId="370"/>
            <ac:inkMk id="62" creationId="{D7D62183-E7EF-8FE5-1F3D-0D5D4BDED3FB}"/>
          </ac:inkMkLst>
        </pc:inkChg>
        <pc:inkChg chg="add mod">
          <ac:chgData name="Mahima Weerasinghe" userId="e11e3f55-42da-4e07-8ead-4d7a1d7ea1c6" providerId="ADAL" clId="{34BDDC3C-2AF4-4325-BEDB-C3E623CC2F40}" dt="2024-08-11T13:26:06.048" v="2050"/>
          <ac:inkMkLst>
            <pc:docMk/>
            <pc:sldMk cId="3925340433" sldId="370"/>
            <ac:inkMk id="63" creationId="{0B8CD441-C1C6-DD53-3149-FE989DEF9650}"/>
          </ac:inkMkLst>
        </pc:inkChg>
        <pc:inkChg chg="add mod">
          <ac:chgData name="Mahima Weerasinghe" userId="e11e3f55-42da-4e07-8ead-4d7a1d7ea1c6" providerId="ADAL" clId="{34BDDC3C-2AF4-4325-BEDB-C3E623CC2F40}" dt="2024-08-11T13:26:06.048" v="2050"/>
          <ac:inkMkLst>
            <pc:docMk/>
            <pc:sldMk cId="3925340433" sldId="370"/>
            <ac:inkMk id="65" creationId="{B99BEF93-7C61-7BA6-2D45-04B066E10E96}"/>
          </ac:inkMkLst>
        </pc:inkChg>
        <pc:inkChg chg="add mod">
          <ac:chgData name="Mahima Weerasinghe" userId="e11e3f55-42da-4e07-8ead-4d7a1d7ea1c6" providerId="ADAL" clId="{34BDDC3C-2AF4-4325-BEDB-C3E623CC2F40}" dt="2024-08-11T13:26:06.048" v="2050"/>
          <ac:inkMkLst>
            <pc:docMk/>
            <pc:sldMk cId="3925340433" sldId="370"/>
            <ac:inkMk id="66" creationId="{E315A33B-BD93-4062-28DB-59096A8BF1FC}"/>
          </ac:inkMkLst>
        </pc:inkChg>
        <pc:inkChg chg="add mod">
          <ac:chgData name="Mahima Weerasinghe" userId="e11e3f55-42da-4e07-8ead-4d7a1d7ea1c6" providerId="ADAL" clId="{34BDDC3C-2AF4-4325-BEDB-C3E623CC2F40}" dt="2024-08-11T13:26:06.048" v="2050"/>
          <ac:inkMkLst>
            <pc:docMk/>
            <pc:sldMk cId="3925340433" sldId="370"/>
            <ac:inkMk id="67" creationId="{5FD3E3CA-F434-B9C4-2E1A-B6B0170059E8}"/>
          </ac:inkMkLst>
        </pc:inkChg>
        <pc:inkChg chg="add mod">
          <ac:chgData name="Mahima Weerasinghe" userId="e11e3f55-42da-4e07-8ead-4d7a1d7ea1c6" providerId="ADAL" clId="{34BDDC3C-2AF4-4325-BEDB-C3E623CC2F40}" dt="2024-08-11T13:26:06.048" v="2050"/>
          <ac:inkMkLst>
            <pc:docMk/>
            <pc:sldMk cId="3925340433" sldId="370"/>
            <ac:inkMk id="68" creationId="{97A3D235-C35D-AA2F-178C-AF79D428E297}"/>
          </ac:inkMkLst>
        </pc:inkChg>
        <pc:inkChg chg="add mod">
          <ac:chgData name="Mahima Weerasinghe" userId="e11e3f55-42da-4e07-8ead-4d7a1d7ea1c6" providerId="ADAL" clId="{34BDDC3C-2AF4-4325-BEDB-C3E623CC2F40}" dt="2024-08-11T13:26:06.048" v="2050"/>
          <ac:inkMkLst>
            <pc:docMk/>
            <pc:sldMk cId="3925340433" sldId="370"/>
            <ac:inkMk id="69" creationId="{EC39C392-D40B-3ACF-DFDC-2BAB1E051903}"/>
          </ac:inkMkLst>
        </pc:inkChg>
        <pc:inkChg chg="add mod">
          <ac:chgData name="Mahima Weerasinghe" userId="e11e3f55-42da-4e07-8ead-4d7a1d7ea1c6" providerId="ADAL" clId="{34BDDC3C-2AF4-4325-BEDB-C3E623CC2F40}" dt="2024-08-11T13:26:06.048" v="2050"/>
          <ac:inkMkLst>
            <pc:docMk/>
            <pc:sldMk cId="3925340433" sldId="370"/>
            <ac:inkMk id="70" creationId="{024249B8-AE24-B83F-6239-274670897E45}"/>
          </ac:inkMkLst>
        </pc:inkChg>
        <pc:inkChg chg="add mod">
          <ac:chgData name="Mahima Weerasinghe" userId="e11e3f55-42da-4e07-8ead-4d7a1d7ea1c6" providerId="ADAL" clId="{34BDDC3C-2AF4-4325-BEDB-C3E623CC2F40}" dt="2024-08-11T13:26:06.048" v="2050"/>
          <ac:inkMkLst>
            <pc:docMk/>
            <pc:sldMk cId="3925340433" sldId="370"/>
            <ac:inkMk id="71" creationId="{0AF83956-9C3F-29B9-4EBF-01E99F7735A6}"/>
          </ac:inkMkLst>
        </pc:inkChg>
        <pc:inkChg chg="add mod">
          <ac:chgData name="Mahima Weerasinghe" userId="e11e3f55-42da-4e07-8ead-4d7a1d7ea1c6" providerId="ADAL" clId="{34BDDC3C-2AF4-4325-BEDB-C3E623CC2F40}" dt="2024-08-11T13:26:06.048" v="2050"/>
          <ac:inkMkLst>
            <pc:docMk/>
            <pc:sldMk cId="3925340433" sldId="370"/>
            <ac:inkMk id="72" creationId="{38BAED74-E63A-7B4E-B027-F80F58C5C027}"/>
          </ac:inkMkLst>
        </pc:inkChg>
        <pc:inkChg chg="add mod">
          <ac:chgData name="Mahima Weerasinghe" userId="e11e3f55-42da-4e07-8ead-4d7a1d7ea1c6" providerId="ADAL" clId="{34BDDC3C-2AF4-4325-BEDB-C3E623CC2F40}" dt="2024-08-11T13:26:06.048" v="2050"/>
          <ac:inkMkLst>
            <pc:docMk/>
            <pc:sldMk cId="3925340433" sldId="370"/>
            <ac:inkMk id="73" creationId="{A6142263-B8A1-AFFE-264F-E64D22637AF3}"/>
          </ac:inkMkLst>
        </pc:inkChg>
        <pc:inkChg chg="add mod">
          <ac:chgData name="Mahima Weerasinghe" userId="e11e3f55-42da-4e07-8ead-4d7a1d7ea1c6" providerId="ADAL" clId="{34BDDC3C-2AF4-4325-BEDB-C3E623CC2F40}" dt="2024-08-11T13:26:06.048" v="2050"/>
          <ac:inkMkLst>
            <pc:docMk/>
            <pc:sldMk cId="3925340433" sldId="370"/>
            <ac:inkMk id="74" creationId="{8B718416-531A-4E9D-9DA3-31E06054F403}"/>
          </ac:inkMkLst>
        </pc:inkChg>
        <pc:inkChg chg="add mod">
          <ac:chgData name="Mahima Weerasinghe" userId="e11e3f55-42da-4e07-8ead-4d7a1d7ea1c6" providerId="ADAL" clId="{34BDDC3C-2AF4-4325-BEDB-C3E623CC2F40}" dt="2024-08-11T13:26:06.048" v="2050"/>
          <ac:inkMkLst>
            <pc:docMk/>
            <pc:sldMk cId="3925340433" sldId="370"/>
            <ac:inkMk id="75" creationId="{AFA5B211-94EE-D92D-EA3F-16A27918810F}"/>
          </ac:inkMkLst>
        </pc:inkChg>
        <pc:inkChg chg="add mod">
          <ac:chgData name="Mahima Weerasinghe" userId="e11e3f55-42da-4e07-8ead-4d7a1d7ea1c6" providerId="ADAL" clId="{34BDDC3C-2AF4-4325-BEDB-C3E623CC2F40}" dt="2024-08-11T13:26:06.048" v="2050"/>
          <ac:inkMkLst>
            <pc:docMk/>
            <pc:sldMk cId="3925340433" sldId="370"/>
            <ac:inkMk id="76" creationId="{BA97FC5E-08E8-89DE-0846-76C36942B999}"/>
          </ac:inkMkLst>
        </pc:inkChg>
        <pc:inkChg chg="add">
          <ac:chgData name="Mahima Weerasinghe" userId="e11e3f55-42da-4e07-8ead-4d7a1d7ea1c6" providerId="ADAL" clId="{34BDDC3C-2AF4-4325-BEDB-C3E623CC2F40}" dt="2024-08-11T13:23:08.742" v="1912" actId="9405"/>
          <ac:inkMkLst>
            <pc:docMk/>
            <pc:sldMk cId="3925340433" sldId="370"/>
            <ac:inkMk id="78" creationId="{208A81C4-AAC5-E5D4-2C05-84BDB92A7B70}"/>
          </ac:inkMkLst>
        </pc:inkChg>
        <pc:inkChg chg="add mod">
          <ac:chgData name="Mahima Weerasinghe" userId="e11e3f55-42da-4e07-8ead-4d7a1d7ea1c6" providerId="ADAL" clId="{34BDDC3C-2AF4-4325-BEDB-C3E623CC2F40}" dt="2024-08-11T13:26:06.048" v="2050"/>
          <ac:inkMkLst>
            <pc:docMk/>
            <pc:sldMk cId="3925340433" sldId="370"/>
            <ac:inkMk id="79" creationId="{51C7DDE2-D432-54B7-108B-3146CD4F56BD}"/>
          </ac:inkMkLst>
        </pc:inkChg>
        <pc:inkChg chg="add mod">
          <ac:chgData name="Mahima Weerasinghe" userId="e11e3f55-42da-4e07-8ead-4d7a1d7ea1c6" providerId="ADAL" clId="{34BDDC3C-2AF4-4325-BEDB-C3E623CC2F40}" dt="2024-08-11T13:26:06.048" v="2050"/>
          <ac:inkMkLst>
            <pc:docMk/>
            <pc:sldMk cId="3925340433" sldId="370"/>
            <ac:inkMk id="80" creationId="{AF0FBA76-075B-E51E-4BED-87E0F28E7D57}"/>
          </ac:inkMkLst>
        </pc:inkChg>
        <pc:inkChg chg="add mod">
          <ac:chgData name="Mahima Weerasinghe" userId="e11e3f55-42da-4e07-8ead-4d7a1d7ea1c6" providerId="ADAL" clId="{34BDDC3C-2AF4-4325-BEDB-C3E623CC2F40}" dt="2024-08-11T13:26:06.048" v="2050"/>
          <ac:inkMkLst>
            <pc:docMk/>
            <pc:sldMk cId="3925340433" sldId="370"/>
            <ac:inkMk id="82" creationId="{F2E11915-E06E-ED94-963E-BD2590F0081E}"/>
          </ac:inkMkLst>
        </pc:inkChg>
        <pc:inkChg chg="add mod">
          <ac:chgData name="Mahima Weerasinghe" userId="e11e3f55-42da-4e07-8ead-4d7a1d7ea1c6" providerId="ADAL" clId="{34BDDC3C-2AF4-4325-BEDB-C3E623CC2F40}" dt="2024-08-11T13:26:06.048" v="2050"/>
          <ac:inkMkLst>
            <pc:docMk/>
            <pc:sldMk cId="3925340433" sldId="370"/>
            <ac:inkMk id="83" creationId="{4B5677DE-A970-7B8A-88CD-9C03DF2FDCA8}"/>
          </ac:inkMkLst>
        </pc:inkChg>
        <pc:inkChg chg="add mod">
          <ac:chgData name="Mahima Weerasinghe" userId="e11e3f55-42da-4e07-8ead-4d7a1d7ea1c6" providerId="ADAL" clId="{34BDDC3C-2AF4-4325-BEDB-C3E623CC2F40}" dt="2024-08-11T13:26:06.048" v="2050"/>
          <ac:inkMkLst>
            <pc:docMk/>
            <pc:sldMk cId="3925340433" sldId="370"/>
            <ac:inkMk id="84" creationId="{5E90A542-E778-947B-072C-7329DDDB54A3}"/>
          </ac:inkMkLst>
        </pc:inkChg>
        <pc:inkChg chg="add mod">
          <ac:chgData name="Mahima Weerasinghe" userId="e11e3f55-42da-4e07-8ead-4d7a1d7ea1c6" providerId="ADAL" clId="{34BDDC3C-2AF4-4325-BEDB-C3E623CC2F40}" dt="2024-08-11T13:26:06.048" v="2050"/>
          <ac:inkMkLst>
            <pc:docMk/>
            <pc:sldMk cId="3925340433" sldId="370"/>
            <ac:inkMk id="86" creationId="{245B2AD1-3C43-08F6-F825-6B4C16A65707}"/>
          </ac:inkMkLst>
        </pc:inkChg>
        <pc:inkChg chg="add mod">
          <ac:chgData name="Mahima Weerasinghe" userId="e11e3f55-42da-4e07-8ead-4d7a1d7ea1c6" providerId="ADAL" clId="{34BDDC3C-2AF4-4325-BEDB-C3E623CC2F40}" dt="2024-08-11T13:26:06.048" v="2050"/>
          <ac:inkMkLst>
            <pc:docMk/>
            <pc:sldMk cId="3925340433" sldId="370"/>
            <ac:inkMk id="87" creationId="{4379E336-B51B-3D6A-9FD4-441CF31CCD0B}"/>
          </ac:inkMkLst>
        </pc:inkChg>
        <pc:inkChg chg="add mod">
          <ac:chgData name="Mahima Weerasinghe" userId="e11e3f55-42da-4e07-8ead-4d7a1d7ea1c6" providerId="ADAL" clId="{34BDDC3C-2AF4-4325-BEDB-C3E623CC2F40}" dt="2024-08-11T13:26:06.048" v="2050"/>
          <ac:inkMkLst>
            <pc:docMk/>
            <pc:sldMk cId="3925340433" sldId="370"/>
            <ac:inkMk id="89" creationId="{3D78EEDB-6EEA-79EF-5204-212121864EC7}"/>
          </ac:inkMkLst>
        </pc:inkChg>
        <pc:inkChg chg="add mod">
          <ac:chgData name="Mahima Weerasinghe" userId="e11e3f55-42da-4e07-8ead-4d7a1d7ea1c6" providerId="ADAL" clId="{34BDDC3C-2AF4-4325-BEDB-C3E623CC2F40}" dt="2024-08-11T13:26:06.048" v="2050"/>
          <ac:inkMkLst>
            <pc:docMk/>
            <pc:sldMk cId="3925340433" sldId="370"/>
            <ac:inkMk id="90" creationId="{C4CC10DB-9CA1-99D3-E36F-C4ACA294B404}"/>
          </ac:inkMkLst>
        </pc:inkChg>
        <pc:inkChg chg="add mod">
          <ac:chgData name="Mahima Weerasinghe" userId="e11e3f55-42da-4e07-8ead-4d7a1d7ea1c6" providerId="ADAL" clId="{34BDDC3C-2AF4-4325-BEDB-C3E623CC2F40}" dt="2024-08-11T13:26:06.048" v="2050"/>
          <ac:inkMkLst>
            <pc:docMk/>
            <pc:sldMk cId="3925340433" sldId="370"/>
            <ac:inkMk id="92" creationId="{D66251D6-1131-BCF7-027F-6E5DDE629EE3}"/>
          </ac:inkMkLst>
        </pc:inkChg>
        <pc:inkChg chg="add mod">
          <ac:chgData name="Mahima Weerasinghe" userId="e11e3f55-42da-4e07-8ead-4d7a1d7ea1c6" providerId="ADAL" clId="{34BDDC3C-2AF4-4325-BEDB-C3E623CC2F40}" dt="2024-08-11T13:26:06.048" v="2050"/>
          <ac:inkMkLst>
            <pc:docMk/>
            <pc:sldMk cId="3925340433" sldId="370"/>
            <ac:inkMk id="93" creationId="{32BE644A-3E16-2B2B-A676-AB4BF6593BD4}"/>
          </ac:inkMkLst>
        </pc:inkChg>
        <pc:inkChg chg="add mod">
          <ac:chgData name="Mahima Weerasinghe" userId="e11e3f55-42da-4e07-8ead-4d7a1d7ea1c6" providerId="ADAL" clId="{34BDDC3C-2AF4-4325-BEDB-C3E623CC2F40}" dt="2024-08-11T13:26:06.048" v="2050"/>
          <ac:inkMkLst>
            <pc:docMk/>
            <pc:sldMk cId="3925340433" sldId="370"/>
            <ac:inkMk id="95" creationId="{1D9D678B-A50A-6D34-BA87-FC81362763A7}"/>
          </ac:inkMkLst>
        </pc:inkChg>
        <pc:inkChg chg="add mod">
          <ac:chgData name="Mahima Weerasinghe" userId="e11e3f55-42da-4e07-8ead-4d7a1d7ea1c6" providerId="ADAL" clId="{34BDDC3C-2AF4-4325-BEDB-C3E623CC2F40}" dt="2024-08-11T13:26:06.048" v="2050"/>
          <ac:inkMkLst>
            <pc:docMk/>
            <pc:sldMk cId="3925340433" sldId="370"/>
            <ac:inkMk id="96" creationId="{D2F6316C-F895-7A95-3C12-9056C11ACEA2}"/>
          </ac:inkMkLst>
        </pc:inkChg>
        <pc:inkChg chg="add mod">
          <ac:chgData name="Mahima Weerasinghe" userId="e11e3f55-42da-4e07-8ead-4d7a1d7ea1c6" providerId="ADAL" clId="{34BDDC3C-2AF4-4325-BEDB-C3E623CC2F40}" dt="2024-08-11T13:26:06.048" v="2050"/>
          <ac:inkMkLst>
            <pc:docMk/>
            <pc:sldMk cId="3925340433" sldId="370"/>
            <ac:inkMk id="98" creationId="{8A27D69C-C7B1-78BA-BD94-78DF17337CB9}"/>
          </ac:inkMkLst>
        </pc:inkChg>
        <pc:inkChg chg="add mod">
          <ac:chgData name="Mahima Weerasinghe" userId="e11e3f55-42da-4e07-8ead-4d7a1d7ea1c6" providerId="ADAL" clId="{34BDDC3C-2AF4-4325-BEDB-C3E623CC2F40}" dt="2024-08-11T13:26:06.048" v="2050"/>
          <ac:inkMkLst>
            <pc:docMk/>
            <pc:sldMk cId="3925340433" sldId="370"/>
            <ac:inkMk id="99" creationId="{590E1A3E-D96F-0C26-2E1A-AFE0C5A819BA}"/>
          </ac:inkMkLst>
        </pc:inkChg>
        <pc:inkChg chg="add mod">
          <ac:chgData name="Mahima Weerasinghe" userId="e11e3f55-42da-4e07-8ead-4d7a1d7ea1c6" providerId="ADAL" clId="{34BDDC3C-2AF4-4325-BEDB-C3E623CC2F40}" dt="2024-08-11T13:26:06.048" v="2050"/>
          <ac:inkMkLst>
            <pc:docMk/>
            <pc:sldMk cId="3925340433" sldId="370"/>
            <ac:inkMk id="100" creationId="{83CC6CB8-ED2D-890A-A16E-D2C315EBD049}"/>
          </ac:inkMkLst>
        </pc:inkChg>
        <pc:inkChg chg="add mod">
          <ac:chgData name="Mahima Weerasinghe" userId="e11e3f55-42da-4e07-8ead-4d7a1d7ea1c6" providerId="ADAL" clId="{34BDDC3C-2AF4-4325-BEDB-C3E623CC2F40}" dt="2024-08-11T13:26:06.048" v="2050"/>
          <ac:inkMkLst>
            <pc:docMk/>
            <pc:sldMk cId="3925340433" sldId="370"/>
            <ac:inkMk id="101" creationId="{4EE79E0F-7596-779F-610A-17B43082A0EE}"/>
          </ac:inkMkLst>
        </pc:inkChg>
        <pc:inkChg chg="add mod">
          <ac:chgData name="Mahima Weerasinghe" userId="e11e3f55-42da-4e07-8ead-4d7a1d7ea1c6" providerId="ADAL" clId="{34BDDC3C-2AF4-4325-BEDB-C3E623CC2F40}" dt="2024-08-11T13:26:06.048" v="2050"/>
          <ac:inkMkLst>
            <pc:docMk/>
            <pc:sldMk cId="3925340433" sldId="370"/>
            <ac:inkMk id="103" creationId="{1228BFAA-3995-962A-5228-C5C5BA6F919E}"/>
          </ac:inkMkLst>
        </pc:inkChg>
        <pc:inkChg chg="add mod">
          <ac:chgData name="Mahima Weerasinghe" userId="e11e3f55-42da-4e07-8ead-4d7a1d7ea1c6" providerId="ADAL" clId="{34BDDC3C-2AF4-4325-BEDB-C3E623CC2F40}" dt="2024-08-11T13:26:06.048" v="2050"/>
          <ac:inkMkLst>
            <pc:docMk/>
            <pc:sldMk cId="3925340433" sldId="370"/>
            <ac:inkMk id="104" creationId="{9DFA13B8-CB7E-9523-AF50-51BF2618A724}"/>
          </ac:inkMkLst>
        </pc:inkChg>
        <pc:inkChg chg="add mod">
          <ac:chgData name="Mahima Weerasinghe" userId="e11e3f55-42da-4e07-8ead-4d7a1d7ea1c6" providerId="ADAL" clId="{34BDDC3C-2AF4-4325-BEDB-C3E623CC2F40}" dt="2024-08-11T13:26:06.048" v="2050"/>
          <ac:inkMkLst>
            <pc:docMk/>
            <pc:sldMk cId="3925340433" sldId="370"/>
            <ac:inkMk id="105" creationId="{826407A5-603E-A745-84AC-A2D77FFD1E93}"/>
          </ac:inkMkLst>
        </pc:inkChg>
        <pc:inkChg chg="add mod">
          <ac:chgData name="Mahima Weerasinghe" userId="e11e3f55-42da-4e07-8ead-4d7a1d7ea1c6" providerId="ADAL" clId="{34BDDC3C-2AF4-4325-BEDB-C3E623CC2F40}" dt="2024-08-11T13:26:06.048" v="2050"/>
          <ac:inkMkLst>
            <pc:docMk/>
            <pc:sldMk cId="3925340433" sldId="370"/>
            <ac:inkMk id="107" creationId="{8F046FD4-4607-4FD0-F53F-18629E8ADFEF}"/>
          </ac:inkMkLst>
        </pc:inkChg>
        <pc:inkChg chg="add mod">
          <ac:chgData name="Mahima Weerasinghe" userId="e11e3f55-42da-4e07-8ead-4d7a1d7ea1c6" providerId="ADAL" clId="{34BDDC3C-2AF4-4325-BEDB-C3E623CC2F40}" dt="2024-08-11T13:26:06.048" v="2050"/>
          <ac:inkMkLst>
            <pc:docMk/>
            <pc:sldMk cId="3925340433" sldId="370"/>
            <ac:inkMk id="109" creationId="{69A93A93-EA47-1F50-CA11-E378BEEDE6E5}"/>
          </ac:inkMkLst>
        </pc:inkChg>
        <pc:inkChg chg="add mod">
          <ac:chgData name="Mahima Weerasinghe" userId="e11e3f55-42da-4e07-8ead-4d7a1d7ea1c6" providerId="ADAL" clId="{34BDDC3C-2AF4-4325-BEDB-C3E623CC2F40}" dt="2024-08-11T13:26:06.048" v="2050"/>
          <ac:inkMkLst>
            <pc:docMk/>
            <pc:sldMk cId="3925340433" sldId="370"/>
            <ac:inkMk id="110" creationId="{97C4B539-DD70-A169-ACF3-B1805491BDCD}"/>
          </ac:inkMkLst>
        </pc:inkChg>
        <pc:inkChg chg="add mod">
          <ac:chgData name="Mahima Weerasinghe" userId="e11e3f55-42da-4e07-8ead-4d7a1d7ea1c6" providerId="ADAL" clId="{34BDDC3C-2AF4-4325-BEDB-C3E623CC2F40}" dt="2024-08-11T13:26:06.048" v="2050"/>
          <ac:inkMkLst>
            <pc:docMk/>
            <pc:sldMk cId="3925340433" sldId="370"/>
            <ac:inkMk id="111" creationId="{B188E37C-FB19-85A0-D689-4BCCAC2D0F83}"/>
          </ac:inkMkLst>
        </pc:inkChg>
        <pc:inkChg chg="add mod">
          <ac:chgData name="Mahima Weerasinghe" userId="e11e3f55-42da-4e07-8ead-4d7a1d7ea1c6" providerId="ADAL" clId="{34BDDC3C-2AF4-4325-BEDB-C3E623CC2F40}" dt="2024-08-11T13:26:06.048" v="2050"/>
          <ac:inkMkLst>
            <pc:docMk/>
            <pc:sldMk cId="3925340433" sldId="370"/>
            <ac:inkMk id="112" creationId="{905D03F7-17A4-92DF-9D7F-545BF1A7BEDE}"/>
          </ac:inkMkLst>
        </pc:inkChg>
        <pc:inkChg chg="add mod">
          <ac:chgData name="Mahima Weerasinghe" userId="e11e3f55-42da-4e07-8ead-4d7a1d7ea1c6" providerId="ADAL" clId="{34BDDC3C-2AF4-4325-BEDB-C3E623CC2F40}" dt="2024-08-11T13:26:06.048" v="2050"/>
          <ac:inkMkLst>
            <pc:docMk/>
            <pc:sldMk cId="3925340433" sldId="370"/>
            <ac:inkMk id="114" creationId="{490DD0DF-4F03-8228-FB47-026B6DD89295}"/>
          </ac:inkMkLst>
        </pc:inkChg>
        <pc:inkChg chg="add mod">
          <ac:chgData name="Mahima Weerasinghe" userId="e11e3f55-42da-4e07-8ead-4d7a1d7ea1c6" providerId="ADAL" clId="{34BDDC3C-2AF4-4325-BEDB-C3E623CC2F40}" dt="2024-08-11T13:26:06.048" v="2050"/>
          <ac:inkMkLst>
            <pc:docMk/>
            <pc:sldMk cId="3925340433" sldId="370"/>
            <ac:inkMk id="116" creationId="{96325CB1-C5CC-1BF4-B546-AD1FBB508DEF}"/>
          </ac:inkMkLst>
        </pc:inkChg>
        <pc:inkChg chg="add mod">
          <ac:chgData name="Mahima Weerasinghe" userId="e11e3f55-42da-4e07-8ead-4d7a1d7ea1c6" providerId="ADAL" clId="{34BDDC3C-2AF4-4325-BEDB-C3E623CC2F40}" dt="2024-08-11T13:26:06.048" v="2050"/>
          <ac:inkMkLst>
            <pc:docMk/>
            <pc:sldMk cId="3925340433" sldId="370"/>
            <ac:inkMk id="117" creationId="{655F2760-6388-6CE8-7C21-8FFAEB3C15FC}"/>
          </ac:inkMkLst>
        </pc:inkChg>
        <pc:inkChg chg="add mod">
          <ac:chgData name="Mahima Weerasinghe" userId="e11e3f55-42da-4e07-8ead-4d7a1d7ea1c6" providerId="ADAL" clId="{34BDDC3C-2AF4-4325-BEDB-C3E623CC2F40}" dt="2024-08-11T13:26:06.048" v="2050"/>
          <ac:inkMkLst>
            <pc:docMk/>
            <pc:sldMk cId="3925340433" sldId="370"/>
            <ac:inkMk id="119" creationId="{7ABDDFB5-8B4E-EAF5-4328-296E5AAD38A6}"/>
          </ac:inkMkLst>
        </pc:inkChg>
        <pc:inkChg chg="add mod">
          <ac:chgData name="Mahima Weerasinghe" userId="e11e3f55-42da-4e07-8ead-4d7a1d7ea1c6" providerId="ADAL" clId="{34BDDC3C-2AF4-4325-BEDB-C3E623CC2F40}" dt="2024-08-11T13:26:06.048" v="2050"/>
          <ac:inkMkLst>
            <pc:docMk/>
            <pc:sldMk cId="3925340433" sldId="370"/>
            <ac:inkMk id="120" creationId="{5AD82270-E73C-A0B2-B3F1-0E6522560C77}"/>
          </ac:inkMkLst>
        </pc:inkChg>
        <pc:inkChg chg="add mod">
          <ac:chgData name="Mahima Weerasinghe" userId="e11e3f55-42da-4e07-8ead-4d7a1d7ea1c6" providerId="ADAL" clId="{34BDDC3C-2AF4-4325-BEDB-C3E623CC2F40}" dt="2024-08-11T13:26:06.048" v="2050"/>
          <ac:inkMkLst>
            <pc:docMk/>
            <pc:sldMk cId="3925340433" sldId="370"/>
            <ac:inkMk id="121" creationId="{96EB26E2-693A-F113-0540-E95B3ED8870E}"/>
          </ac:inkMkLst>
        </pc:inkChg>
        <pc:inkChg chg="add mod">
          <ac:chgData name="Mahima Weerasinghe" userId="e11e3f55-42da-4e07-8ead-4d7a1d7ea1c6" providerId="ADAL" clId="{34BDDC3C-2AF4-4325-BEDB-C3E623CC2F40}" dt="2024-08-11T13:26:06.048" v="2050"/>
          <ac:inkMkLst>
            <pc:docMk/>
            <pc:sldMk cId="3925340433" sldId="370"/>
            <ac:inkMk id="122" creationId="{A915D7D1-2B59-DD53-A79D-EF0E6EE59B0A}"/>
          </ac:inkMkLst>
        </pc:inkChg>
        <pc:inkChg chg="add mod">
          <ac:chgData name="Mahima Weerasinghe" userId="e11e3f55-42da-4e07-8ead-4d7a1d7ea1c6" providerId="ADAL" clId="{34BDDC3C-2AF4-4325-BEDB-C3E623CC2F40}" dt="2024-08-11T13:26:06.048" v="2050"/>
          <ac:inkMkLst>
            <pc:docMk/>
            <pc:sldMk cId="3925340433" sldId="370"/>
            <ac:inkMk id="124" creationId="{D512B636-064D-E1E5-0A3A-274147392ECE}"/>
          </ac:inkMkLst>
        </pc:inkChg>
        <pc:inkChg chg="add mod">
          <ac:chgData name="Mahima Weerasinghe" userId="e11e3f55-42da-4e07-8ead-4d7a1d7ea1c6" providerId="ADAL" clId="{34BDDC3C-2AF4-4325-BEDB-C3E623CC2F40}" dt="2024-08-11T13:26:06.048" v="2050"/>
          <ac:inkMkLst>
            <pc:docMk/>
            <pc:sldMk cId="3925340433" sldId="370"/>
            <ac:inkMk id="125" creationId="{43780405-BE85-8E43-CD88-861B0CD63895}"/>
          </ac:inkMkLst>
        </pc:inkChg>
        <pc:inkChg chg="add mod">
          <ac:chgData name="Mahima Weerasinghe" userId="e11e3f55-42da-4e07-8ead-4d7a1d7ea1c6" providerId="ADAL" clId="{34BDDC3C-2AF4-4325-BEDB-C3E623CC2F40}" dt="2024-08-11T13:26:06.048" v="2050"/>
          <ac:inkMkLst>
            <pc:docMk/>
            <pc:sldMk cId="3925340433" sldId="370"/>
            <ac:inkMk id="127" creationId="{BC5E0858-B9F2-F511-0B45-0528C226AD41}"/>
          </ac:inkMkLst>
        </pc:inkChg>
        <pc:inkChg chg="add mod">
          <ac:chgData name="Mahima Weerasinghe" userId="e11e3f55-42da-4e07-8ead-4d7a1d7ea1c6" providerId="ADAL" clId="{34BDDC3C-2AF4-4325-BEDB-C3E623CC2F40}" dt="2024-08-11T13:26:06.048" v="2050"/>
          <ac:inkMkLst>
            <pc:docMk/>
            <pc:sldMk cId="3925340433" sldId="370"/>
            <ac:inkMk id="128" creationId="{F6B9E6EA-C3FC-1ED2-EF59-9B4488F0D65C}"/>
          </ac:inkMkLst>
        </pc:inkChg>
        <pc:inkChg chg="add mod">
          <ac:chgData name="Mahima Weerasinghe" userId="e11e3f55-42da-4e07-8ead-4d7a1d7ea1c6" providerId="ADAL" clId="{34BDDC3C-2AF4-4325-BEDB-C3E623CC2F40}" dt="2024-08-11T13:26:06.048" v="2050"/>
          <ac:inkMkLst>
            <pc:docMk/>
            <pc:sldMk cId="3925340433" sldId="370"/>
            <ac:inkMk id="130" creationId="{D1CBA830-3FC4-8D96-7ADD-70ADEE4B0904}"/>
          </ac:inkMkLst>
        </pc:inkChg>
        <pc:inkChg chg="add mod">
          <ac:chgData name="Mahima Weerasinghe" userId="e11e3f55-42da-4e07-8ead-4d7a1d7ea1c6" providerId="ADAL" clId="{34BDDC3C-2AF4-4325-BEDB-C3E623CC2F40}" dt="2024-08-11T13:26:06.048" v="2050"/>
          <ac:inkMkLst>
            <pc:docMk/>
            <pc:sldMk cId="3925340433" sldId="370"/>
            <ac:inkMk id="131" creationId="{C741EFDB-7B23-7447-B1F3-1311C484992B}"/>
          </ac:inkMkLst>
        </pc:inkChg>
        <pc:inkChg chg="add mod">
          <ac:chgData name="Mahima Weerasinghe" userId="e11e3f55-42da-4e07-8ead-4d7a1d7ea1c6" providerId="ADAL" clId="{34BDDC3C-2AF4-4325-BEDB-C3E623CC2F40}" dt="2024-08-11T13:26:06.048" v="2050"/>
          <ac:inkMkLst>
            <pc:docMk/>
            <pc:sldMk cId="3925340433" sldId="370"/>
            <ac:inkMk id="132" creationId="{819BB6A8-00C4-55C1-156B-B21FCC5C3F9F}"/>
          </ac:inkMkLst>
        </pc:inkChg>
        <pc:inkChg chg="add mod">
          <ac:chgData name="Mahima Weerasinghe" userId="e11e3f55-42da-4e07-8ead-4d7a1d7ea1c6" providerId="ADAL" clId="{34BDDC3C-2AF4-4325-BEDB-C3E623CC2F40}" dt="2024-08-11T13:26:06.048" v="2050"/>
          <ac:inkMkLst>
            <pc:docMk/>
            <pc:sldMk cId="3925340433" sldId="370"/>
            <ac:inkMk id="133" creationId="{5248022C-21C0-7815-1C0D-F96304D33F5D}"/>
          </ac:inkMkLst>
        </pc:inkChg>
        <pc:inkChg chg="add mod">
          <ac:chgData name="Mahima Weerasinghe" userId="e11e3f55-42da-4e07-8ead-4d7a1d7ea1c6" providerId="ADAL" clId="{34BDDC3C-2AF4-4325-BEDB-C3E623CC2F40}" dt="2024-08-11T13:26:06.048" v="2050"/>
          <ac:inkMkLst>
            <pc:docMk/>
            <pc:sldMk cId="3925340433" sldId="370"/>
            <ac:inkMk id="135" creationId="{00470257-9E73-03FA-63DB-3B5F63FF3AE1}"/>
          </ac:inkMkLst>
        </pc:inkChg>
        <pc:inkChg chg="add mod">
          <ac:chgData name="Mahima Weerasinghe" userId="e11e3f55-42da-4e07-8ead-4d7a1d7ea1c6" providerId="ADAL" clId="{34BDDC3C-2AF4-4325-BEDB-C3E623CC2F40}" dt="2024-08-11T13:26:06.048" v="2050"/>
          <ac:inkMkLst>
            <pc:docMk/>
            <pc:sldMk cId="3925340433" sldId="370"/>
            <ac:inkMk id="136" creationId="{DDAAD7D7-82D1-8A3A-564F-87DAE68AF53F}"/>
          </ac:inkMkLst>
        </pc:inkChg>
        <pc:inkChg chg="add mod">
          <ac:chgData name="Mahima Weerasinghe" userId="e11e3f55-42da-4e07-8ead-4d7a1d7ea1c6" providerId="ADAL" clId="{34BDDC3C-2AF4-4325-BEDB-C3E623CC2F40}" dt="2024-08-11T13:26:06.048" v="2050"/>
          <ac:inkMkLst>
            <pc:docMk/>
            <pc:sldMk cId="3925340433" sldId="370"/>
            <ac:inkMk id="137" creationId="{3815274A-11B3-0C88-2028-2FC0A4C35E32}"/>
          </ac:inkMkLst>
        </pc:inkChg>
        <pc:inkChg chg="add mod">
          <ac:chgData name="Mahima Weerasinghe" userId="e11e3f55-42da-4e07-8ead-4d7a1d7ea1c6" providerId="ADAL" clId="{34BDDC3C-2AF4-4325-BEDB-C3E623CC2F40}" dt="2024-08-11T13:26:06.048" v="2050"/>
          <ac:inkMkLst>
            <pc:docMk/>
            <pc:sldMk cId="3925340433" sldId="370"/>
            <ac:inkMk id="139" creationId="{E0DBA3DA-4616-2FC5-6237-54F37C0D9279}"/>
          </ac:inkMkLst>
        </pc:inkChg>
        <pc:inkChg chg="add mod">
          <ac:chgData name="Mahima Weerasinghe" userId="e11e3f55-42da-4e07-8ead-4d7a1d7ea1c6" providerId="ADAL" clId="{34BDDC3C-2AF4-4325-BEDB-C3E623CC2F40}" dt="2024-08-11T13:26:06.048" v="2050"/>
          <ac:inkMkLst>
            <pc:docMk/>
            <pc:sldMk cId="3925340433" sldId="370"/>
            <ac:inkMk id="141" creationId="{748C1A7E-8702-AA20-19BB-6617EB7A3159}"/>
          </ac:inkMkLst>
        </pc:inkChg>
        <pc:inkChg chg="add mod">
          <ac:chgData name="Mahima Weerasinghe" userId="e11e3f55-42da-4e07-8ead-4d7a1d7ea1c6" providerId="ADAL" clId="{34BDDC3C-2AF4-4325-BEDB-C3E623CC2F40}" dt="2024-08-11T13:26:06.048" v="2050"/>
          <ac:inkMkLst>
            <pc:docMk/>
            <pc:sldMk cId="3925340433" sldId="370"/>
            <ac:inkMk id="142" creationId="{403032C7-0216-AD4C-D8E4-A343113280FF}"/>
          </ac:inkMkLst>
        </pc:inkChg>
        <pc:inkChg chg="add mod">
          <ac:chgData name="Mahima Weerasinghe" userId="e11e3f55-42da-4e07-8ead-4d7a1d7ea1c6" providerId="ADAL" clId="{34BDDC3C-2AF4-4325-BEDB-C3E623CC2F40}" dt="2024-08-11T13:26:06.048" v="2050"/>
          <ac:inkMkLst>
            <pc:docMk/>
            <pc:sldMk cId="3925340433" sldId="370"/>
            <ac:inkMk id="144" creationId="{8A8A61AB-5F40-73AA-4EBF-48F33E642FB0}"/>
          </ac:inkMkLst>
        </pc:inkChg>
        <pc:inkChg chg="add mod">
          <ac:chgData name="Mahima Weerasinghe" userId="e11e3f55-42da-4e07-8ead-4d7a1d7ea1c6" providerId="ADAL" clId="{34BDDC3C-2AF4-4325-BEDB-C3E623CC2F40}" dt="2024-08-11T13:26:06.048" v="2050"/>
          <ac:inkMkLst>
            <pc:docMk/>
            <pc:sldMk cId="3925340433" sldId="370"/>
            <ac:inkMk id="145" creationId="{C3C161B8-7F9A-2047-F2B5-8FCD708D3E08}"/>
          </ac:inkMkLst>
        </pc:inkChg>
        <pc:inkChg chg="add mod">
          <ac:chgData name="Mahima Weerasinghe" userId="e11e3f55-42da-4e07-8ead-4d7a1d7ea1c6" providerId="ADAL" clId="{34BDDC3C-2AF4-4325-BEDB-C3E623CC2F40}" dt="2024-08-11T13:26:06.048" v="2050"/>
          <ac:inkMkLst>
            <pc:docMk/>
            <pc:sldMk cId="3925340433" sldId="370"/>
            <ac:inkMk id="147" creationId="{83EE4E77-00EC-4522-F0F8-D6DD7E2DBD58}"/>
          </ac:inkMkLst>
        </pc:inkChg>
        <pc:inkChg chg="add mod">
          <ac:chgData name="Mahima Weerasinghe" userId="e11e3f55-42da-4e07-8ead-4d7a1d7ea1c6" providerId="ADAL" clId="{34BDDC3C-2AF4-4325-BEDB-C3E623CC2F40}" dt="2024-08-11T13:26:06.048" v="2050"/>
          <ac:inkMkLst>
            <pc:docMk/>
            <pc:sldMk cId="3925340433" sldId="370"/>
            <ac:inkMk id="149" creationId="{DBEA6992-4F6C-6ADF-666A-E55B4E76FE71}"/>
          </ac:inkMkLst>
        </pc:inkChg>
        <pc:inkChg chg="add mod">
          <ac:chgData name="Mahima Weerasinghe" userId="e11e3f55-42da-4e07-8ead-4d7a1d7ea1c6" providerId="ADAL" clId="{34BDDC3C-2AF4-4325-BEDB-C3E623CC2F40}" dt="2024-08-11T13:26:06.048" v="2050"/>
          <ac:inkMkLst>
            <pc:docMk/>
            <pc:sldMk cId="3925340433" sldId="370"/>
            <ac:inkMk id="151" creationId="{3BE9CF34-4E29-2F19-B5E1-634C04DC76DF}"/>
          </ac:inkMkLst>
        </pc:inkChg>
        <pc:inkChg chg="add mod">
          <ac:chgData name="Mahima Weerasinghe" userId="e11e3f55-42da-4e07-8ead-4d7a1d7ea1c6" providerId="ADAL" clId="{34BDDC3C-2AF4-4325-BEDB-C3E623CC2F40}" dt="2024-08-11T13:26:06.048" v="2050"/>
          <ac:inkMkLst>
            <pc:docMk/>
            <pc:sldMk cId="3925340433" sldId="370"/>
            <ac:inkMk id="152" creationId="{C2809271-001F-A35D-FC88-F28A850F3A0C}"/>
          </ac:inkMkLst>
        </pc:inkChg>
        <pc:inkChg chg="add mod">
          <ac:chgData name="Mahima Weerasinghe" userId="e11e3f55-42da-4e07-8ead-4d7a1d7ea1c6" providerId="ADAL" clId="{34BDDC3C-2AF4-4325-BEDB-C3E623CC2F40}" dt="2024-08-11T13:26:06.048" v="2050"/>
          <ac:inkMkLst>
            <pc:docMk/>
            <pc:sldMk cId="3925340433" sldId="370"/>
            <ac:inkMk id="153" creationId="{280D80D2-6DC0-9297-A337-D9FF6DD21137}"/>
          </ac:inkMkLst>
        </pc:inkChg>
        <pc:inkChg chg="add mod">
          <ac:chgData name="Mahima Weerasinghe" userId="e11e3f55-42da-4e07-8ead-4d7a1d7ea1c6" providerId="ADAL" clId="{34BDDC3C-2AF4-4325-BEDB-C3E623CC2F40}" dt="2024-08-11T13:26:06.048" v="2050"/>
          <ac:inkMkLst>
            <pc:docMk/>
            <pc:sldMk cId="3925340433" sldId="370"/>
            <ac:inkMk id="154" creationId="{2661AA95-F1CA-71BA-AC9B-4D8C94720012}"/>
          </ac:inkMkLst>
        </pc:inkChg>
        <pc:inkChg chg="add mod">
          <ac:chgData name="Mahima Weerasinghe" userId="e11e3f55-42da-4e07-8ead-4d7a1d7ea1c6" providerId="ADAL" clId="{34BDDC3C-2AF4-4325-BEDB-C3E623CC2F40}" dt="2024-08-11T13:26:06.048" v="2050"/>
          <ac:inkMkLst>
            <pc:docMk/>
            <pc:sldMk cId="3925340433" sldId="370"/>
            <ac:inkMk id="155" creationId="{278BFBE8-30A5-67C4-9B58-342FC717DD12}"/>
          </ac:inkMkLst>
        </pc:inkChg>
        <pc:inkChg chg="add mod">
          <ac:chgData name="Mahima Weerasinghe" userId="e11e3f55-42da-4e07-8ead-4d7a1d7ea1c6" providerId="ADAL" clId="{34BDDC3C-2AF4-4325-BEDB-C3E623CC2F40}" dt="2024-08-11T13:26:06.048" v="2050"/>
          <ac:inkMkLst>
            <pc:docMk/>
            <pc:sldMk cId="3925340433" sldId="370"/>
            <ac:inkMk id="156" creationId="{6AC0A1F5-45EF-5DAD-4712-EF7D15B1C21A}"/>
          </ac:inkMkLst>
        </pc:inkChg>
        <pc:inkChg chg="add mod">
          <ac:chgData name="Mahima Weerasinghe" userId="e11e3f55-42da-4e07-8ead-4d7a1d7ea1c6" providerId="ADAL" clId="{34BDDC3C-2AF4-4325-BEDB-C3E623CC2F40}" dt="2024-08-11T13:26:06.048" v="2050"/>
          <ac:inkMkLst>
            <pc:docMk/>
            <pc:sldMk cId="3925340433" sldId="370"/>
            <ac:inkMk id="157" creationId="{67EFF22F-AFC4-7643-2229-44EA83AD2C73}"/>
          </ac:inkMkLst>
        </pc:inkChg>
        <pc:inkChg chg="add mod">
          <ac:chgData name="Mahima Weerasinghe" userId="e11e3f55-42da-4e07-8ead-4d7a1d7ea1c6" providerId="ADAL" clId="{34BDDC3C-2AF4-4325-BEDB-C3E623CC2F40}" dt="2024-08-11T13:26:06.048" v="2050"/>
          <ac:inkMkLst>
            <pc:docMk/>
            <pc:sldMk cId="3925340433" sldId="370"/>
            <ac:inkMk id="158" creationId="{1C718181-9D97-FF90-8D31-65A8FBC75C28}"/>
          </ac:inkMkLst>
        </pc:inkChg>
        <pc:inkChg chg="add mod">
          <ac:chgData name="Mahima Weerasinghe" userId="e11e3f55-42da-4e07-8ead-4d7a1d7ea1c6" providerId="ADAL" clId="{34BDDC3C-2AF4-4325-BEDB-C3E623CC2F40}" dt="2024-08-11T13:26:06.048" v="2050"/>
          <ac:inkMkLst>
            <pc:docMk/>
            <pc:sldMk cId="3925340433" sldId="370"/>
            <ac:inkMk id="160" creationId="{1C8C2965-1FA7-86CC-819E-6E20CA6A5845}"/>
          </ac:inkMkLst>
        </pc:inkChg>
        <pc:inkChg chg="add mod">
          <ac:chgData name="Mahima Weerasinghe" userId="e11e3f55-42da-4e07-8ead-4d7a1d7ea1c6" providerId="ADAL" clId="{34BDDC3C-2AF4-4325-BEDB-C3E623CC2F40}" dt="2024-08-11T13:26:06.048" v="2050"/>
          <ac:inkMkLst>
            <pc:docMk/>
            <pc:sldMk cId="3925340433" sldId="370"/>
            <ac:inkMk id="161" creationId="{6E5C45CA-F29F-3CF0-8BF2-FB1F331FEBA0}"/>
          </ac:inkMkLst>
        </pc:inkChg>
        <pc:inkChg chg="add mod">
          <ac:chgData name="Mahima Weerasinghe" userId="e11e3f55-42da-4e07-8ead-4d7a1d7ea1c6" providerId="ADAL" clId="{34BDDC3C-2AF4-4325-BEDB-C3E623CC2F40}" dt="2024-08-11T13:26:06.048" v="2050"/>
          <ac:inkMkLst>
            <pc:docMk/>
            <pc:sldMk cId="3925340433" sldId="370"/>
            <ac:inkMk id="162" creationId="{B61D00D8-79CF-AA6B-4057-22D706A8B780}"/>
          </ac:inkMkLst>
        </pc:inkChg>
        <pc:inkChg chg="add mod">
          <ac:chgData name="Mahima Weerasinghe" userId="e11e3f55-42da-4e07-8ead-4d7a1d7ea1c6" providerId="ADAL" clId="{34BDDC3C-2AF4-4325-BEDB-C3E623CC2F40}" dt="2024-08-11T13:26:06.048" v="2050"/>
          <ac:inkMkLst>
            <pc:docMk/>
            <pc:sldMk cId="3925340433" sldId="370"/>
            <ac:inkMk id="164" creationId="{CE1792DB-460C-6E1A-0ED0-4A413FAE6363}"/>
          </ac:inkMkLst>
        </pc:inkChg>
        <pc:inkChg chg="add mod">
          <ac:chgData name="Mahima Weerasinghe" userId="e11e3f55-42da-4e07-8ead-4d7a1d7ea1c6" providerId="ADAL" clId="{34BDDC3C-2AF4-4325-BEDB-C3E623CC2F40}" dt="2024-08-11T13:26:06.048" v="2050"/>
          <ac:inkMkLst>
            <pc:docMk/>
            <pc:sldMk cId="3925340433" sldId="370"/>
            <ac:inkMk id="165" creationId="{65FEFED0-B729-2519-D681-28D73FA51434}"/>
          </ac:inkMkLst>
        </pc:inkChg>
        <pc:inkChg chg="add mod">
          <ac:chgData name="Mahima Weerasinghe" userId="e11e3f55-42da-4e07-8ead-4d7a1d7ea1c6" providerId="ADAL" clId="{34BDDC3C-2AF4-4325-BEDB-C3E623CC2F40}" dt="2024-08-11T13:26:06.048" v="2050"/>
          <ac:inkMkLst>
            <pc:docMk/>
            <pc:sldMk cId="3925340433" sldId="370"/>
            <ac:inkMk id="166" creationId="{07607648-36C0-2255-8DA4-ED559A4A4BD4}"/>
          </ac:inkMkLst>
        </pc:inkChg>
        <pc:inkChg chg="add mod">
          <ac:chgData name="Mahima Weerasinghe" userId="e11e3f55-42da-4e07-8ead-4d7a1d7ea1c6" providerId="ADAL" clId="{34BDDC3C-2AF4-4325-BEDB-C3E623CC2F40}" dt="2024-08-11T13:26:06.048" v="2050"/>
          <ac:inkMkLst>
            <pc:docMk/>
            <pc:sldMk cId="3925340433" sldId="370"/>
            <ac:inkMk id="167" creationId="{83F5FECA-9D1F-F3C7-CB6D-672D56D76060}"/>
          </ac:inkMkLst>
        </pc:inkChg>
        <pc:inkChg chg="add mod">
          <ac:chgData name="Mahima Weerasinghe" userId="e11e3f55-42da-4e07-8ead-4d7a1d7ea1c6" providerId="ADAL" clId="{34BDDC3C-2AF4-4325-BEDB-C3E623CC2F40}" dt="2024-08-11T13:26:06.048" v="2050"/>
          <ac:inkMkLst>
            <pc:docMk/>
            <pc:sldMk cId="3925340433" sldId="370"/>
            <ac:inkMk id="169" creationId="{755E707B-CD90-6404-492B-309D359B3D5F}"/>
          </ac:inkMkLst>
        </pc:inkChg>
        <pc:inkChg chg="add mod">
          <ac:chgData name="Mahima Weerasinghe" userId="e11e3f55-42da-4e07-8ead-4d7a1d7ea1c6" providerId="ADAL" clId="{34BDDC3C-2AF4-4325-BEDB-C3E623CC2F40}" dt="2024-08-11T13:26:06.048" v="2050"/>
          <ac:inkMkLst>
            <pc:docMk/>
            <pc:sldMk cId="3925340433" sldId="370"/>
            <ac:inkMk id="170" creationId="{766D9216-2B08-2DC2-7714-3C010D094CC0}"/>
          </ac:inkMkLst>
        </pc:inkChg>
        <pc:inkChg chg="add mod">
          <ac:chgData name="Mahima Weerasinghe" userId="e11e3f55-42da-4e07-8ead-4d7a1d7ea1c6" providerId="ADAL" clId="{34BDDC3C-2AF4-4325-BEDB-C3E623CC2F40}" dt="2024-08-11T13:26:06.048" v="2050"/>
          <ac:inkMkLst>
            <pc:docMk/>
            <pc:sldMk cId="3925340433" sldId="370"/>
            <ac:inkMk id="171" creationId="{1B2B3B84-55C3-2632-2B15-2D3186D4C46E}"/>
          </ac:inkMkLst>
        </pc:inkChg>
        <pc:inkChg chg="add mod">
          <ac:chgData name="Mahima Weerasinghe" userId="e11e3f55-42da-4e07-8ead-4d7a1d7ea1c6" providerId="ADAL" clId="{34BDDC3C-2AF4-4325-BEDB-C3E623CC2F40}" dt="2024-08-11T13:26:06.048" v="2050"/>
          <ac:inkMkLst>
            <pc:docMk/>
            <pc:sldMk cId="3925340433" sldId="370"/>
            <ac:inkMk id="172" creationId="{401BF803-604E-A68A-2596-BAA8CA72243D}"/>
          </ac:inkMkLst>
        </pc:inkChg>
        <pc:inkChg chg="add mod">
          <ac:chgData name="Mahima Weerasinghe" userId="e11e3f55-42da-4e07-8ead-4d7a1d7ea1c6" providerId="ADAL" clId="{34BDDC3C-2AF4-4325-BEDB-C3E623CC2F40}" dt="2024-08-11T13:26:06.048" v="2050"/>
          <ac:inkMkLst>
            <pc:docMk/>
            <pc:sldMk cId="3925340433" sldId="370"/>
            <ac:inkMk id="173" creationId="{36E8F34D-7D29-8F70-3B94-5401FE076D3F}"/>
          </ac:inkMkLst>
        </pc:inkChg>
        <pc:inkChg chg="add mod">
          <ac:chgData name="Mahima Weerasinghe" userId="e11e3f55-42da-4e07-8ead-4d7a1d7ea1c6" providerId="ADAL" clId="{34BDDC3C-2AF4-4325-BEDB-C3E623CC2F40}" dt="2024-08-11T13:26:06.048" v="2050"/>
          <ac:inkMkLst>
            <pc:docMk/>
            <pc:sldMk cId="3925340433" sldId="370"/>
            <ac:inkMk id="174" creationId="{FFCF5CF8-4A57-07CD-93DE-7811EB2CEFA0}"/>
          </ac:inkMkLst>
        </pc:inkChg>
        <pc:inkChg chg="add mod">
          <ac:chgData name="Mahima Weerasinghe" userId="e11e3f55-42da-4e07-8ead-4d7a1d7ea1c6" providerId="ADAL" clId="{34BDDC3C-2AF4-4325-BEDB-C3E623CC2F40}" dt="2024-08-11T13:26:06.048" v="2050"/>
          <ac:inkMkLst>
            <pc:docMk/>
            <pc:sldMk cId="3925340433" sldId="370"/>
            <ac:inkMk id="176" creationId="{DFB086FB-9F14-628D-49F3-558F3D076157}"/>
          </ac:inkMkLst>
        </pc:inkChg>
        <pc:inkChg chg="add mod">
          <ac:chgData name="Mahima Weerasinghe" userId="e11e3f55-42da-4e07-8ead-4d7a1d7ea1c6" providerId="ADAL" clId="{34BDDC3C-2AF4-4325-BEDB-C3E623CC2F40}" dt="2024-08-11T13:26:06.048" v="2050"/>
          <ac:inkMkLst>
            <pc:docMk/>
            <pc:sldMk cId="3925340433" sldId="370"/>
            <ac:inkMk id="177" creationId="{B771750F-25D1-C667-9060-5D02F81DD913}"/>
          </ac:inkMkLst>
        </pc:inkChg>
        <pc:inkChg chg="add mod">
          <ac:chgData name="Mahima Weerasinghe" userId="e11e3f55-42da-4e07-8ead-4d7a1d7ea1c6" providerId="ADAL" clId="{34BDDC3C-2AF4-4325-BEDB-C3E623CC2F40}" dt="2024-08-11T13:26:06.048" v="2050"/>
          <ac:inkMkLst>
            <pc:docMk/>
            <pc:sldMk cId="3925340433" sldId="370"/>
            <ac:inkMk id="178" creationId="{AF8D2B89-AAE7-07DC-D306-D5A680B5FA2A}"/>
          </ac:inkMkLst>
        </pc:inkChg>
        <pc:inkChg chg="add mod">
          <ac:chgData name="Mahima Weerasinghe" userId="e11e3f55-42da-4e07-8ead-4d7a1d7ea1c6" providerId="ADAL" clId="{34BDDC3C-2AF4-4325-BEDB-C3E623CC2F40}" dt="2024-08-11T13:26:06.048" v="2050"/>
          <ac:inkMkLst>
            <pc:docMk/>
            <pc:sldMk cId="3925340433" sldId="370"/>
            <ac:inkMk id="179" creationId="{EDDE0A2C-3361-305C-2FA7-1AC153156E0B}"/>
          </ac:inkMkLst>
        </pc:inkChg>
        <pc:inkChg chg="add mod">
          <ac:chgData name="Mahima Weerasinghe" userId="e11e3f55-42da-4e07-8ead-4d7a1d7ea1c6" providerId="ADAL" clId="{34BDDC3C-2AF4-4325-BEDB-C3E623CC2F40}" dt="2024-08-11T13:26:06.048" v="2050"/>
          <ac:inkMkLst>
            <pc:docMk/>
            <pc:sldMk cId="3925340433" sldId="370"/>
            <ac:inkMk id="180" creationId="{498A8798-8480-666F-B084-6D2B54A666F3}"/>
          </ac:inkMkLst>
        </pc:inkChg>
        <pc:inkChg chg="add mod">
          <ac:chgData name="Mahima Weerasinghe" userId="e11e3f55-42da-4e07-8ead-4d7a1d7ea1c6" providerId="ADAL" clId="{34BDDC3C-2AF4-4325-BEDB-C3E623CC2F40}" dt="2024-08-11T13:26:06.048" v="2050"/>
          <ac:inkMkLst>
            <pc:docMk/>
            <pc:sldMk cId="3925340433" sldId="370"/>
            <ac:inkMk id="182" creationId="{3D5347E9-4E28-1534-A2A6-C2A4CE681F53}"/>
          </ac:inkMkLst>
        </pc:inkChg>
        <pc:inkChg chg="add mod">
          <ac:chgData name="Mahima Weerasinghe" userId="e11e3f55-42da-4e07-8ead-4d7a1d7ea1c6" providerId="ADAL" clId="{34BDDC3C-2AF4-4325-BEDB-C3E623CC2F40}" dt="2024-08-11T13:26:06.048" v="2050"/>
          <ac:inkMkLst>
            <pc:docMk/>
            <pc:sldMk cId="3925340433" sldId="370"/>
            <ac:inkMk id="183" creationId="{D2191805-B83D-6ACC-25A4-DC29F7A753FD}"/>
          </ac:inkMkLst>
        </pc:inkChg>
        <pc:inkChg chg="add mod">
          <ac:chgData name="Mahima Weerasinghe" userId="e11e3f55-42da-4e07-8ead-4d7a1d7ea1c6" providerId="ADAL" clId="{34BDDC3C-2AF4-4325-BEDB-C3E623CC2F40}" dt="2024-08-11T13:26:06.048" v="2050"/>
          <ac:inkMkLst>
            <pc:docMk/>
            <pc:sldMk cId="3925340433" sldId="370"/>
            <ac:inkMk id="184" creationId="{C916A690-5145-61B0-C4E9-3131F5944931}"/>
          </ac:inkMkLst>
        </pc:inkChg>
        <pc:inkChg chg="add mod">
          <ac:chgData name="Mahima Weerasinghe" userId="e11e3f55-42da-4e07-8ead-4d7a1d7ea1c6" providerId="ADAL" clId="{34BDDC3C-2AF4-4325-BEDB-C3E623CC2F40}" dt="2024-08-11T13:26:06.048" v="2050"/>
          <ac:inkMkLst>
            <pc:docMk/>
            <pc:sldMk cId="3925340433" sldId="370"/>
            <ac:inkMk id="185" creationId="{D750F678-79A0-62CC-3281-EC192108C9E7}"/>
          </ac:inkMkLst>
        </pc:inkChg>
        <pc:inkChg chg="add mod">
          <ac:chgData name="Mahima Weerasinghe" userId="e11e3f55-42da-4e07-8ead-4d7a1d7ea1c6" providerId="ADAL" clId="{34BDDC3C-2AF4-4325-BEDB-C3E623CC2F40}" dt="2024-08-11T13:26:06.048" v="2050"/>
          <ac:inkMkLst>
            <pc:docMk/>
            <pc:sldMk cId="3925340433" sldId="370"/>
            <ac:inkMk id="186" creationId="{899C8BD5-0555-20E0-E312-CF408AF38DDC}"/>
          </ac:inkMkLst>
        </pc:inkChg>
        <pc:inkChg chg="add mod">
          <ac:chgData name="Mahima Weerasinghe" userId="e11e3f55-42da-4e07-8ead-4d7a1d7ea1c6" providerId="ADAL" clId="{34BDDC3C-2AF4-4325-BEDB-C3E623CC2F40}" dt="2024-08-11T13:26:06.048" v="2050"/>
          <ac:inkMkLst>
            <pc:docMk/>
            <pc:sldMk cId="3925340433" sldId="370"/>
            <ac:inkMk id="187" creationId="{5417D951-24D8-9C0D-A5FE-AA35925451F9}"/>
          </ac:inkMkLst>
        </pc:inkChg>
        <pc:inkChg chg="add mod">
          <ac:chgData name="Mahima Weerasinghe" userId="e11e3f55-42da-4e07-8ead-4d7a1d7ea1c6" providerId="ADAL" clId="{34BDDC3C-2AF4-4325-BEDB-C3E623CC2F40}" dt="2024-08-11T13:26:06.048" v="2050"/>
          <ac:inkMkLst>
            <pc:docMk/>
            <pc:sldMk cId="3925340433" sldId="370"/>
            <ac:inkMk id="188" creationId="{56817567-3DD9-6114-19CB-9ECB05850694}"/>
          </ac:inkMkLst>
        </pc:inkChg>
        <pc:inkChg chg="add mod">
          <ac:chgData name="Mahima Weerasinghe" userId="e11e3f55-42da-4e07-8ead-4d7a1d7ea1c6" providerId="ADAL" clId="{34BDDC3C-2AF4-4325-BEDB-C3E623CC2F40}" dt="2024-08-11T13:26:06.048" v="2050"/>
          <ac:inkMkLst>
            <pc:docMk/>
            <pc:sldMk cId="3925340433" sldId="370"/>
            <ac:inkMk id="189" creationId="{49A021E7-50E9-9240-7B3A-EB41E6385D43}"/>
          </ac:inkMkLst>
        </pc:inkChg>
        <pc:inkChg chg="add mod">
          <ac:chgData name="Mahima Weerasinghe" userId="e11e3f55-42da-4e07-8ead-4d7a1d7ea1c6" providerId="ADAL" clId="{34BDDC3C-2AF4-4325-BEDB-C3E623CC2F40}" dt="2024-08-11T13:26:06.048" v="2050"/>
          <ac:inkMkLst>
            <pc:docMk/>
            <pc:sldMk cId="3925340433" sldId="370"/>
            <ac:inkMk id="190" creationId="{D992DFAE-7AA1-D65B-51F4-74E80599FA2F}"/>
          </ac:inkMkLst>
        </pc:inkChg>
        <pc:inkChg chg="add mod">
          <ac:chgData name="Mahima Weerasinghe" userId="e11e3f55-42da-4e07-8ead-4d7a1d7ea1c6" providerId="ADAL" clId="{34BDDC3C-2AF4-4325-BEDB-C3E623CC2F40}" dt="2024-08-11T13:26:06.048" v="2050"/>
          <ac:inkMkLst>
            <pc:docMk/>
            <pc:sldMk cId="3925340433" sldId="370"/>
            <ac:inkMk id="191" creationId="{459B78BD-FC4F-F3D2-BAA7-BB332EDB210F}"/>
          </ac:inkMkLst>
        </pc:inkChg>
        <pc:inkChg chg="add mod">
          <ac:chgData name="Mahima Weerasinghe" userId="e11e3f55-42da-4e07-8ead-4d7a1d7ea1c6" providerId="ADAL" clId="{34BDDC3C-2AF4-4325-BEDB-C3E623CC2F40}" dt="2024-08-11T13:26:06.048" v="2050"/>
          <ac:inkMkLst>
            <pc:docMk/>
            <pc:sldMk cId="3925340433" sldId="370"/>
            <ac:inkMk id="192" creationId="{8EE44267-8505-B3B8-51B8-5CC0FCAD7064}"/>
          </ac:inkMkLst>
        </pc:inkChg>
        <pc:inkChg chg="add mod">
          <ac:chgData name="Mahima Weerasinghe" userId="e11e3f55-42da-4e07-8ead-4d7a1d7ea1c6" providerId="ADAL" clId="{34BDDC3C-2AF4-4325-BEDB-C3E623CC2F40}" dt="2024-08-11T13:26:06.048" v="2050"/>
          <ac:inkMkLst>
            <pc:docMk/>
            <pc:sldMk cId="3925340433" sldId="370"/>
            <ac:inkMk id="193" creationId="{234D8D2E-AC35-7B0C-7FC5-4CE6E5CF7770}"/>
          </ac:inkMkLst>
        </pc:inkChg>
        <pc:inkChg chg="add mod">
          <ac:chgData name="Mahima Weerasinghe" userId="e11e3f55-42da-4e07-8ead-4d7a1d7ea1c6" providerId="ADAL" clId="{34BDDC3C-2AF4-4325-BEDB-C3E623CC2F40}" dt="2024-08-11T13:26:06.048" v="2050"/>
          <ac:inkMkLst>
            <pc:docMk/>
            <pc:sldMk cId="3925340433" sldId="370"/>
            <ac:inkMk id="195" creationId="{33C85FC8-7F4A-D60D-7C90-464AD0438CD4}"/>
          </ac:inkMkLst>
        </pc:inkChg>
        <pc:inkChg chg="add mod">
          <ac:chgData name="Mahima Weerasinghe" userId="e11e3f55-42da-4e07-8ead-4d7a1d7ea1c6" providerId="ADAL" clId="{34BDDC3C-2AF4-4325-BEDB-C3E623CC2F40}" dt="2024-08-11T13:26:06.048" v="2050"/>
          <ac:inkMkLst>
            <pc:docMk/>
            <pc:sldMk cId="3925340433" sldId="370"/>
            <ac:inkMk id="196" creationId="{4A49E6DF-A56E-140F-A209-7FDDC212FBC7}"/>
          </ac:inkMkLst>
        </pc:inkChg>
        <pc:inkChg chg="add mod">
          <ac:chgData name="Mahima Weerasinghe" userId="e11e3f55-42da-4e07-8ead-4d7a1d7ea1c6" providerId="ADAL" clId="{34BDDC3C-2AF4-4325-BEDB-C3E623CC2F40}" dt="2024-08-11T13:26:06.048" v="2050"/>
          <ac:inkMkLst>
            <pc:docMk/>
            <pc:sldMk cId="3925340433" sldId="370"/>
            <ac:inkMk id="197" creationId="{29B90375-CF6F-C370-DC98-D537718BCE29}"/>
          </ac:inkMkLst>
        </pc:inkChg>
        <pc:inkChg chg="add mod">
          <ac:chgData name="Mahima Weerasinghe" userId="e11e3f55-42da-4e07-8ead-4d7a1d7ea1c6" providerId="ADAL" clId="{34BDDC3C-2AF4-4325-BEDB-C3E623CC2F40}" dt="2024-08-11T13:26:06.048" v="2050"/>
          <ac:inkMkLst>
            <pc:docMk/>
            <pc:sldMk cId="3925340433" sldId="370"/>
            <ac:inkMk id="199" creationId="{0BCE4A2A-FDB5-DE88-7219-5B81E9C9ED5E}"/>
          </ac:inkMkLst>
        </pc:inkChg>
        <pc:inkChg chg="add mod">
          <ac:chgData name="Mahima Weerasinghe" userId="e11e3f55-42da-4e07-8ead-4d7a1d7ea1c6" providerId="ADAL" clId="{34BDDC3C-2AF4-4325-BEDB-C3E623CC2F40}" dt="2024-08-11T13:26:06.048" v="2050"/>
          <ac:inkMkLst>
            <pc:docMk/>
            <pc:sldMk cId="3925340433" sldId="370"/>
            <ac:inkMk id="200" creationId="{83632070-BFAE-DB73-C76E-8F8C418622D4}"/>
          </ac:inkMkLst>
        </pc:inkChg>
        <pc:inkChg chg="add mod">
          <ac:chgData name="Mahima Weerasinghe" userId="e11e3f55-42da-4e07-8ead-4d7a1d7ea1c6" providerId="ADAL" clId="{34BDDC3C-2AF4-4325-BEDB-C3E623CC2F40}" dt="2024-08-11T13:26:06.048" v="2050"/>
          <ac:inkMkLst>
            <pc:docMk/>
            <pc:sldMk cId="3925340433" sldId="370"/>
            <ac:inkMk id="201" creationId="{0C8E7167-8AA7-62B8-9104-F3FBAD128FD1}"/>
          </ac:inkMkLst>
        </pc:inkChg>
        <pc:inkChg chg="add mod">
          <ac:chgData name="Mahima Weerasinghe" userId="e11e3f55-42da-4e07-8ead-4d7a1d7ea1c6" providerId="ADAL" clId="{34BDDC3C-2AF4-4325-BEDB-C3E623CC2F40}" dt="2024-08-11T13:26:06.048" v="2050"/>
          <ac:inkMkLst>
            <pc:docMk/>
            <pc:sldMk cId="3925340433" sldId="370"/>
            <ac:inkMk id="203" creationId="{43451A0A-7158-60E3-7DB3-2FF6275A2C42}"/>
          </ac:inkMkLst>
        </pc:inkChg>
        <pc:inkChg chg="add mod">
          <ac:chgData name="Mahima Weerasinghe" userId="e11e3f55-42da-4e07-8ead-4d7a1d7ea1c6" providerId="ADAL" clId="{34BDDC3C-2AF4-4325-BEDB-C3E623CC2F40}" dt="2024-08-11T13:26:06.048" v="2050"/>
          <ac:inkMkLst>
            <pc:docMk/>
            <pc:sldMk cId="3925340433" sldId="370"/>
            <ac:inkMk id="204" creationId="{C49C4D93-11D8-17DE-4008-3538C461FFDC}"/>
          </ac:inkMkLst>
        </pc:inkChg>
        <pc:inkChg chg="add mod">
          <ac:chgData name="Mahima Weerasinghe" userId="e11e3f55-42da-4e07-8ead-4d7a1d7ea1c6" providerId="ADAL" clId="{34BDDC3C-2AF4-4325-BEDB-C3E623CC2F40}" dt="2024-08-11T13:26:06.048" v="2050"/>
          <ac:inkMkLst>
            <pc:docMk/>
            <pc:sldMk cId="3925340433" sldId="370"/>
            <ac:inkMk id="205" creationId="{2862472C-1C39-8361-E61F-8E32B5C82F24}"/>
          </ac:inkMkLst>
        </pc:inkChg>
        <pc:inkChg chg="add mod">
          <ac:chgData name="Mahima Weerasinghe" userId="e11e3f55-42da-4e07-8ead-4d7a1d7ea1c6" providerId="ADAL" clId="{34BDDC3C-2AF4-4325-BEDB-C3E623CC2F40}" dt="2024-08-11T13:26:06.048" v="2050"/>
          <ac:inkMkLst>
            <pc:docMk/>
            <pc:sldMk cId="3925340433" sldId="370"/>
            <ac:inkMk id="207" creationId="{999C3E9D-2D07-34D7-F50E-D3B45872EF56}"/>
          </ac:inkMkLst>
        </pc:inkChg>
        <pc:inkChg chg="add mod">
          <ac:chgData name="Mahima Weerasinghe" userId="e11e3f55-42da-4e07-8ead-4d7a1d7ea1c6" providerId="ADAL" clId="{34BDDC3C-2AF4-4325-BEDB-C3E623CC2F40}" dt="2024-08-11T13:26:06.048" v="2050"/>
          <ac:inkMkLst>
            <pc:docMk/>
            <pc:sldMk cId="3925340433" sldId="370"/>
            <ac:inkMk id="209" creationId="{3CF03204-8023-FCB5-517A-8220A60E863C}"/>
          </ac:inkMkLst>
        </pc:inkChg>
        <pc:inkChg chg="add mod">
          <ac:chgData name="Mahima Weerasinghe" userId="e11e3f55-42da-4e07-8ead-4d7a1d7ea1c6" providerId="ADAL" clId="{34BDDC3C-2AF4-4325-BEDB-C3E623CC2F40}" dt="2024-08-11T13:26:06.048" v="2050"/>
          <ac:inkMkLst>
            <pc:docMk/>
            <pc:sldMk cId="3925340433" sldId="370"/>
            <ac:inkMk id="210" creationId="{AC7FAE95-52F7-B24E-72B3-FA40C6C57255}"/>
          </ac:inkMkLst>
        </pc:inkChg>
        <pc:inkChg chg="add mod">
          <ac:chgData name="Mahima Weerasinghe" userId="e11e3f55-42da-4e07-8ead-4d7a1d7ea1c6" providerId="ADAL" clId="{34BDDC3C-2AF4-4325-BEDB-C3E623CC2F40}" dt="2024-08-11T13:26:06.048" v="2050"/>
          <ac:inkMkLst>
            <pc:docMk/>
            <pc:sldMk cId="3925340433" sldId="370"/>
            <ac:inkMk id="212" creationId="{C3CA1039-B808-1131-C0D2-8837E2757ADF}"/>
          </ac:inkMkLst>
        </pc:inkChg>
        <pc:inkChg chg="add mod">
          <ac:chgData name="Mahima Weerasinghe" userId="e11e3f55-42da-4e07-8ead-4d7a1d7ea1c6" providerId="ADAL" clId="{34BDDC3C-2AF4-4325-BEDB-C3E623CC2F40}" dt="2024-08-11T13:26:06.048" v="2050"/>
          <ac:inkMkLst>
            <pc:docMk/>
            <pc:sldMk cId="3925340433" sldId="370"/>
            <ac:inkMk id="214" creationId="{6E9FEA6A-9A6B-627E-4EE7-D7F63207E1FF}"/>
          </ac:inkMkLst>
        </pc:inkChg>
        <pc:inkChg chg="add mod">
          <ac:chgData name="Mahima Weerasinghe" userId="e11e3f55-42da-4e07-8ead-4d7a1d7ea1c6" providerId="ADAL" clId="{34BDDC3C-2AF4-4325-BEDB-C3E623CC2F40}" dt="2024-08-11T13:26:06.048" v="2050"/>
          <ac:inkMkLst>
            <pc:docMk/>
            <pc:sldMk cId="3925340433" sldId="370"/>
            <ac:inkMk id="215" creationId="{B4B591F2-953F-61DD-8DC9-4BAA72D3DA1D}"/>
          </ac:inkMkLst>
        </pc:inkChg>
        <pc:inkChg chg="add">
          <ac:chgData name="Mahima Weerasinghe" userId="e11e3f55-42da-4e07-8ead-4d7a1d7ea1c6" providerId="ADAL" clId="{34BDDC3C-2AF4-4325-BEDB-C3E623CC2F40}" dt="2024-08-11T13:26:21.387" v="2051" actId="9405"/>
          <ac:inkMkLst>
            <pc:docMk/>
            <pc:sldMk cId="3925340433" sldId="370"/>
            <ac:inkMk id="217" creationId="{82DFFA1E-2FAE-C8F2-6164-2F2064616FD0}"/>
          </ac:inkMkLst>
        </pc:inkChg>
        <pc:inkChg chg="add mod">
          <ac:chgData name="Mahima Weerasinghe" userId="e11e3f55-42da-4e07-8ead-4d7a1d7ea1c6" providerId="ADAL" clId="{34BDDC3C-2AF4-4325-BEDB-C3E623CC2F40}" dt="2024-08-11T13:26:40.943" v="2062"/>
          <ac:inkMkLst>
            <pc:docMk/>
            <pc:sldMk cId="3925340433" sldId="370"/>
            <ac:inkMk id="218" creationId="{A89BAA89-4203-1B74-0C29-DA446AF447E1}"/>
          </ac:inkMkLst>
        </pc:inkChg>
        <pc:inkChg chg="add mod">
          <ac:chgData name="Mahima Weerasinghe" userId="e11e3f55-42da-4e07-8ead-4d7a1d7ea1c6" providerId="ADAL" clId="{34BDDC3C-2AF4-4325-BEDB-C3E623CC2F40}" dt="2024-08-11T13:27:07.305" v="2064"/>
          <ac:inkMkLst>
            <pc:docMk/>
            <pc:sldMk cId="3925340433" sldId="370"/>
            <ac:inkMk id="219" creationId="{5707325E-C450-D76E-F765-B528ED455CE6}"/>
          </ac:inkMkLst>
        </pc:inkChg>
        <pc:inkChg chg="add mod">
          <ac:chgData name="Mahima Weerasinghe" userId="e11e3f55-42da-4e07-8ead-4d7a1d7ea1c6" providerId="ADAL" clId="{34BDDC3C-2AF4-4325-BEDB-C3E623CC2F40}" dt="2024-08-11T13:26:40.943" v="2062"/>
          <ac:inkMkLst>
            <pc:docMk/>
            <pc:sldMk cId="3925340433" sldId="370"/>
            <ac:inkMk id="220" creationId="{84FFC0CF-1885-8352-27C6-90059F232B22}"/>
          </ac:inkMkLst>
        </pc:inkChg>
        <pc:inkChg chg="add mod">
          <ac:chgData name="Mahima Weerasinghe" userId="e11e3f55-42da-4e07-8ead-4d7a1d7ea1c6" providerId="ADAL" clId="{34BDDC3C-2AF4-4325-BEDB-C3E623CC2F40}" dt="2024-08-11T13:26:40.943" v="2062"/>
          <ac:inkMkLst>
            <pc:docMk/>
            <pc:sldMk cId="3925340433" sldId="370"/>
            <ac:inkMk id="221" creationId="{C83DEA61-565B-C8FC-0702-B86079C3259D}"/>
          </ac:inkMkLst>
        </pc:inkChg>
        <pc:inkChg chg="add mod">
          <ac:chgData name="Mahima Weerasinghe" userId="e11e3f55-42da-4e07-8ead-4d7a1d7ea1c6" providerId="ADAL" clId="{34BDDC3C-2AF4-4325-BEDB-C3E623CC2F40}" dt="2024-08-11T13:26:40.943" v="2062"/>
          <ac:inkMkLst>
            <pc:docMk/>
            <pc:sldMk cId="3925340433" sldId="370"/>
            <ac:inkMk id="222" creationId="{2B3918A8-93A5-369B-A234-F368FE6C998E}"/>
          </ac:inkMkLst>
        </pc:inkChg>
        <pc:inkChg chg="add mod">
          <ac:chgData name="Mahima Weerasinghe" userId="e11e3f55-42da-4e07-8ead-4d7a1d7ea1c6" providerId="ADAL" clId="{34BDDC3C-2AF4-4325-BEDB-C3E623CC2F40}" dt="2024-08-11T13:27:07.305" v="2064"/>
          <ac:inkMkLst>
            <pc:docMk/>
            <pc:sldMk cId="3925340433" sldId="370"/>
            <ac:inkMk id="223" creationId="{D78A00ED-C6EA-EB82-9E55-30E94B2657E3}"/>
          </ac:inkMkLst>
        </pc:inkChg>
        <pc:inkChg chg="add mod">
          <ac:chgData name="Mahima Weerasinghe" userId="e11e3f55-42da-4e07-8ead-4d7a1d7ea1c6" providerId="ADAL" clId="{34BDDC3C-2AF4-4325-BEDB-C3E623CC2F40}" dt="2024-08-11T13:27:07.305" v="2064"/>
          <ac:inkMkLst>
            <pc:docMk/>
            <pc:sldMk cId="3925340433" sldId="370"/>
            <ac:inkMk id="224" creationId="{43A15844-264D-5D88-2BA5-AB5C09184164}"/>
          </ac:inkMkLst>
        </pc:inkChg>
        <pc:inkChg chg="add mod">
          <ac:chgData name="Mahima Weerasinghe" userId="e11e3f55-42da-4e07-8ead-4d7a1d7ea1c6" providerId="ADAL" clId="{34BDDC3C-2AF4-4325-BEDB-C3E623CC2F40}" dt="2024-08-11T13:27:07.305" v="2064"/>
          <ac:inkMkLst>
            <pc:docMk/>
            <pc:sldMk cId="3925340433" sldId="370"/>
            <ac:inkMk id="225" creationId="{0D9393E3-6E17-AF4B-0493-67EBBF131FCE}"/>
          </ac:inkMkLst>
        </pc:inkChg>
        <pc:inkChg chg="add mod">
          <ac:chgData name="Mahima Weerasinghe" userId="e11e3f55-42da-4e07-8ead-4d7a1d7ea1c6" providerId="ADAL" clId="{34BDDC3C-2AF4-4325-BEDB-C3E623CC2F40}" dt="2024-08-11T13:27:07.305" v="2064"/>
          <ac:inkMkLst>
            <pc:docMk/>
            <pc:sldMk cId="3925340433" sldId="370"/>
            <ac:inkMk id="226" creationId="{6C1955D4-59DA-3728-2428-E1CA29494069}"/>
          </ac:inkMkLst>
        </pc:inkChg>
        <pc:inkChg chg="add mod">
          <ac:chgData name="Mahima Weerasinghe" userId="e11e3f55-42da-4e07-8ead-4d7a1d7ea1c6" providerId="ADAL" clId="{34BDDC3C-2AF4-4325-BEDB-C3E623CC2F40}" dt="2024-08-11T13:27:07.305" v="2064"/>
          <ac:inkMkLst>
            <pc:docMk/>
            <pc:sldMk cId="3925340433" sldId="370"/>
            <ac:inkMk id="227" creationId="{04137B34-35CD-9F09-FB7F-E15DB30445CB}"/>
          </ac:inkMkLst>
        </pc:inkChg>
        <pc:inkChg chg="add mod">
          <ac:chgData name="Mahima Weerasinghe" userId="e11e3f55-42da-4e07-8ead-4d7a1d7ea1c6" providerId="ADAL" clId="{34BDDC3C-2AF4-4325-BEDB-C3E623CC2F40}" dt="2024-08-11T13:27:07.305" v="2064"/>
          <ac:inkMkLst>
            <pc:docMk/>
            <pc:sldMk cId="3925340433" sldId="370"/>
            <ac:inkMk id="230" creationId="{56A50A03-5650-A6A8-D34E-4982E53FB479}"/>
          </ac:inkMkLst>
        </pc:inkChg>
      </pc:sldChg>
      <pc:sldChg chg="addSp modSp new mod">
        <pc:chgData name="Mahima Weerasinghe" userId="e11e3f55-42da-4e07-8ead-4d7a1d7ea1c6" providerId="ADAL" clId="{34BDDC3C-2AF4-4325-BEDB-C3E623CC2F40}" dt="2024-08-11T03:04:44.755" v="851" actId="1076"/>
        <pc:sldMkLst>
          <pc:docMk/>
          <pc:sldMk cId="1813968722" sldId="371"/>
        </pc:sldMkLst>
        <pc:spChg chg="mod">
          <ac:chgData name="Mahima Weerasinghe" userId="e11e3f55-42da-4e07-8ead-4d7a1d7ea1c6" providerId="ADAL" clId="{34BDDC3C-2AF4-4325-BEDB-C3E623CC2F40}" dt="2024-08-11T03:03:58.500" v="840" actId="20577"/>
          <ac:spMkLst>
            <pc:docMk/>
            <pc:sldMk cId="1813968722" sldId="371"/>
            <ac:spMk id="2" creationId="{E04EC55C-EBD2-EE41-86A3-F30E86B9B0BD}"/>
          </ac:spMkLst>
        </pc:spChg>
        <pc:spChg chg="add mod">
          <ac:chgData name="Mahima Weerasinghe" userId="e11e3f55-42da-4e07-8ead-4d7a1d7ea1c6" providerId="ADAL" clId="{34BDDC3C-2AF4-4325-BEDB-C3E623CC2F40}" dt="2024-08-11T03:04:44.755" v="851" actId="1076"/>
          <ac:spMkLst>
            <pc:docMk/>
            <pc:sldMk cId="1813968722" sldId="371"/>
            <ac:spMk id="4" creationId="{A5694507-55A9-E403-1258-B6C512059348}"/>
          </ac:spMkLst>
        </pc:spChg>
      </pc:sldChg>
      <pc:sldChg chg="addSp delSp modSp new mod">
        <pc:chgData name="Mahima Weerasinghe" userId="e11e3f55-42da-4e07-8ead-4d7a1d7ea1c6" providerId="ADAL" clId="{34BDDC3C-2AF4-4325-BEDB-C3E623CC2F40}" dt="2024-08-11T14:07:00.908" v="2278" actId="9405"/>
        <pc:sldMkLst>
          <pc:docMk/>
          <pc:sldMk cId="1076085907" sldId="372"/>
        </pc:sldMkLst>
        <pc:spChg chg="mod">
          <ac:chgData name="Mahima Weerasinghe" userId="e11e3f55-42da-4e07-8ead-4d7a1d7ea1c6" providerId="ADAL" clId="{34BDDC3C-2AF4-4325-BEDB-C3E623CC2F40}" dt="2024-08-11T03:11:25.498" v="903"/>
          <ac:spMkLst>
            <pc:docMk/>
            <pc:sldMk cId="1076085907" sldId="372"/>
            <ac:spMk id="2" creationId="{183B1136-DCBC-3C07-88D9-D14B342326F2}"/>
          </ac:spMkLst>
        </pc:spChg>
        <pc:spChg chg="add mod">
          <ac:chgData name="Mahima Weerasinghe" userId="e11e3f55-42da-4e07-8ead-4d7a1d7ea1c6" providerId="ADAL" clId="{34BDDC3C-2AF4-4325-BEDB-C3E623CC2F40}" dt="2024-08-11T03:11:37.446" v="908" actId="14100"/>
          <ac:spMkLst>
            <pc:docMk/>
            <pc:sldMk cId="1076085907" sldId="372"/>
            <ac:spMk id="4" creationId="{9B4405EA-9406-FF1E-884A-D477EBDE04D0}"/>
          </ac:spMkLst>
        </pc:spChg>
        <pc:spChg chg="add mod">
          <ac:chgData name="Mahima Weerasinghe" userId="e11e3f55-42da-4e07-8ead-4d7a1d7ea1c6" providerId="ADAL" clId="{34BDDC3C-2AF4-4325-BEDB-C3E623CC2F40}" dt="2024-08-11T03:12:48.475" v="925" actId="1076"/>
          <ac:spMkLst>
            <pc:docMk/>
            <pc:sldMk cId="1076085907" sldId="372"/>
            <ac:spMk id="5" creationId="{3D6E9A4C-7273-60F5-34AE-70EF6FC9A640}"/>
          </ac:spMkLst>
        </pc:spChg>
        <pc:spChg chg="add mod">
          <ac:chgData name="Mahima Weerasinghe" userId="e11e3f55-42da-4e07-8ead-4d7a1d7ea1c6" providerId="ADAL" clId="{34BDDC3C-2AF4-4325-BEDB-C3E623CC2F40}" dt="2024-08-11T03:13:56.061" v="930" actId="1076"/>
          <ac:spMkLst>
            <pc:docMk/>
            <pc:sldMk cId="1076085907" sldId="372"/>
            <ac:spMk id="7" creationId="{D7BBDEAA-C95C-3FA7-A99D-0CE9C3D1E6E0}"/>
          </ac:spMkLst>
        </pc:spChg>
        <pc:grpChg chg="del mod">
          <ac:chgData name="Mahima Weerasinghe" userId="e11e3f55-42da-4e07-8ead-4d7a1d7ea1c6" providerId="ADAL" clId="{34BDDC3C-2AF4-4325-BEDB-C3E623CC2F40}" dt="2024-08-11T13:59:32.257" v="2078"/>
          <ac:grpSpMkLst>
            <pc:docMk/>
            <pc:sldMk cId="1076085907" sldId="372"/>
            <ac:grpSpMk id="9" creationId="{0F9D7D58-4A52-0897-45E4-7714F66ADE18}"/>
          </ac:grpSpMkLst>
        </pc:grpChg>
        <pc:grpChg chg="del mod">
          <ac:chgData name="Mahima Weerasinghe" userId="e11e3f55-42da-4e07-8ead-4d7a1d7ea1c6" providerId="ADAL" clId="{34BDDC3C-2AF4-4325-BEDB-C3E623CC2F40}" dt="2024-08-11T13:59:39.721" v="2089"/>
          <ac:grpSpMkLst>
            <pc:docMk/>
            <pc:sldMk cId="1076085907" sldId="372"/>
            <ac:grpSpMk id="19" creationId="{6B202C48-5C22-66A5-D1F0-1B566987FCFF}"/>
          </ac:grpSpMkLst>
        </pc:grpChg>
        <pc:grpChg chg="del mod">
          <ac:chgData name="Mahima Weerasinghe" userId="e11e3f55-42da-4e07-8ead-4d7a1d7ea1c6" providerId="ADAL" clId="{34BDDC3C-2AF4-4325-BEDB-C3E623CC2F40}" dt="2024-08-11T13:59:42.941" v="2095"/>
          <ac:grpSpMkLst>
            <pc:docMk/>
            <pc:sldMk cId="1076085907" sldId="372"/>
            <ac:grpSpMk id="30" creationId="{14E65047-8055-41A2-DADB-491EF2EFCCCA}"/>
          </ac:grpSpMkLst>
        </pc:grpChg>
        <pc:grpChg chg="del mod">
          <ac:chgData name="Mahima Weerasinghe" userId="e11e3f55-42da-4e07-8ead-4d7a1d7ea1c6" providerId="ADAL" clId="{34BDDC3C-2AF4-4325-BEDB-C3E623CC2F40}" dt="2024-08-11T13:59:45.981" v="2102"/>
          <ac:grpSpMkLst>
            <pc:docMk/>
            <pc:sldMk cId="1076085907" sldId="372"/>
            <ac:grpSpMk id="36" creationId="{06FB5151-F270-8579-DF8E-9D86EDC831DB}"/>
          </ac:grpSpMkLst>
        </pc:grpChg>
        <pc:grpChg chg="del mod">
          <ac:chgData name="Mahima Weerasinghe" userId="e11e3f55-42da-4e07-8ead-4d7a1d7ea1c6" providerId="ADAL" clId="{34BDDC3C-2AF4-4325-BEDB-C3E623CC2F40}" dt="2024-08-11T13:59:53.103" v="2105"/>
          <ac:grpSpMkLst>
            <pc:docMk/>
            <pc:sldMk cId="1076085907" sldId="372"/>
            <ac:grpSpMk id="43" creationId="{82760D08-6ABF-8B09-33E4-8B28134F3C19}"/>
          </ac:grpSpMkLst>
        </pc:grpChg>
        <pc:grpChg chg="del mod">
          <ac:chgData name="Mahima Weerasinghe" userId="e11e3f55-42da-4e07-8ead-4d7a1d7ea1c6" providerId="ADAL" clId="{34BDDC3C-2AF4-4325-BEDB-C3E623CC2F40}" dt="2024-08-11T13:59:56.941" v="2108"/>
          <ac:grpSpMkLst>
            <pc:docMk/>
            <pc:sldMk cId="1076085907" sldId="372"/>
            <ac:grpSpMk id="46" creationId="{082AC129-C4B2-E002-21F4-C1E01C5AF69C}"/>
          </ac:grpSpMkLst>
        </pc:grpChg>
        <pc:grpChg chg="del mod">
          <ac:chgData name="Mahima Weerasinghe" userId="e11e3f55-42da-4e07-8ead-4d7a1d7ea1c6" providerId="ADAL" clId="{34BDDC3C-2AF4-4325-BEDB-C3E623CC2F40}" dt="2024-08-11T14:00:16.328" v="2121"/>
          <ac:grpSpMkLst>
            <pc:docMk/>
            <pc:sldMk cId="1076085907" sldId="372"/>
            <ac:grpSpMk id="49" creationId="{9988E4F4-E8DE-A13D-F6B3-F345990F3A0A}"/>
          </ac:grpSpMkLst>
        </pc:grpChg>
        <pc:grpChg chg="del mod">
          <ac:chgData name="Mahima Weerasinghe" userId="e11e3f55-42da-4e07-8ead-4d7a1d7ea1c6" providerId="ADAL" clId="{34BDDC3C-2AF4-4325-BEDB-C3E623CC2F40}" dt="2024-08-11T14:00:00.352" v="2113"/>
          <ac:grpSpMkLst>
            <pc:docMk/>
            <pc:sldMk cId="1076085907" sldId="372"/>
            <ac:grpSpMk id="52" creationId="{06CC6DDE-B64A-5855-408E-A13330EEB6E5}"/>
          </ac:grpSpMkLst>
        </pc:grpChg>
        <pc:grpChg chg="del mod">
          <ac:chgData name="Mahima Weerasinghe" userId="e11e3f55-42da-4e07-8ead-4d7a1d7ea1c6" providerId="ADAL" clId="{34BDDC3C-2AF4-4325-BEDB-C3E623CC2F40}" dt="2024-08-11T14:00:16.328" v="2121"/>
          <ac:grpSpMkLst>
            <pc:docMk/>
            <pc:sldMk cId="1076085907" sldId="372"/>
            <ac:grpSpMk id="54" creationId="{E958A89D-4358-12BF-325C-5A212EF99520}"/>
          </ac:grpSpMkLst>
        </pc:grpChg>
        <pc:grpChg chg="del mod">
          <ac:chgData name="Mahima Weerasinghe" userId="e11e3f55-42da-4e07-8ead-4d7a1d7ea1c6" providerId="ADAL" clId="{34BDDC3C-2AF4-4325-BEDB-C3E623CC2F40}" dt="2024-08-11T14:00:22.718" v="2126"/>
          <ac:grpSpMkLst>
            <pc:docMk/>
            <pc:sldMk cId="1076085907" sldId="372"/>
            <ac:grpSpMk id="62" creationId="{41DC4A8A-4322-5836-C3AB-2457E94DFB4D}"/>
          </ac:grpSpMkLst>
        </pc:grpChg>
        <pc:grpChg chg="del mod">
          <ac:chgData name="Mahima Weerasinghe" userId="e11e3f55-42da-4e07-8ead-4d7a1d7ea1c6" providerId="ADAL" clId="{34BDDC3C-2AF4-4325-BEDB-C3E623CC2F40}" dt="2024-08-11T14:00:31.725" v="2129"/>
          <ac:grpSpMkLst>
            <pc:docMk/>
            <pc:sldMk cId="1076085907" sldId="372"/>
            <ac:grpSpMk id="67" creationId="{189F6FE0-178A-EAE3-54C2-29532D7793EE}"/>
          </ac:grpSpMkLst>
        </pc:grpChg>
        <pc:grpChg chg="del mod">
          <ac:chgData name="Mahima Weerasinghe" userId="e11e3f55-42da-4e07-8ead-4d7a1d7ea1c6" providerId="ADAL" clId="{34BDDC3C-2AF4-4325-BEDB-C3E623CC2F40}" dt="2024-08-11T14:00:33.696" v="2132"/>
          <ac:grpSpMkLst>
            <pc:docMk/>
            <pc:sldMk cId="1076085907" sldId="372"/>
            <ac:grpSpMk id="70" creationId="{E02D2870-0F46-6E69-7EBB-DC9A03DD2F2D}"/>
          </ac:grpSpMkLst>
        </pc:grpChg>
        <pc:grpChg chg="del mod">
          <ac:chgData name="Mahima Weerasinghe" userId="e11e3f55-42da-4e07-8ead-4d7a1d7ea1c6" providerId="ADAL" clId="{34BDDC3C-2AF4-4325-BEDB-C3E623CC2F40}" dt="2024-08-11T14:00:44.875" v="2141"/>
          <ac:grpSpMkLst>
            <pc:docMk/>
            <pc:sldMk cId="1076085907" sldId="372"/>
            <ac:grpSpMk id="73" creationId="{9935D1BD-70C2-97ED-0092-D70A8AEDD3C6}"/>
          </ac:grpSpMkLst>
        </pc:grpChg>
        <pc:grpChg chg="mod">
          <ac:chgData name="Mahima Weerasinghe" userId="e11e3f55-42da-4e07-8ead-4d7a1d7ea1c6" providerId="ADAL" clId="{34BDDC3C-2AF4-4325-BEDB-C3E623CC2F40}" dt="2024-08-11T14:00:44.875" v="2141"/>
          <ac:grpSpMkLst>
            <pc:docMk/>
            <pc:sldMk cId="1076085907" sldId="372"/>
            <ac:grpSpMk id="82" creationId="{489EBD1E-67A5-B1FA-FD56-8F4C3F38FCC0}"/>
          </ac:grpSpMkLst>
        </pc:grpChg>
        <pc:grpChg chg="del mod">
          <ac:chgData name="Mahima Weerasinghe" userId="e11e3f55-42da-4e07-8ead-4d7a1d7ea1c6" providerId="ADAL" clId="{34BDDC3C-2AF4-4325-BEDB-C3E623CC2F40}" dt="2024-08-11T14:03:01.752" v="2150"/>
          <ac:grpSpMkLst>
            <pc:docMk/>
            <pc:sldMk cId="1076085907" sldId="372"/>
            <ac:grpSpMk id="86" creationId="{88FF513E-B1DB-05FB-416E-D0DC1B1D61AB}"/>
          </ac:grpSpMkLst>
        </pc:grpChg>
        <pc:grpChg chg="mod">
          <ac:chgData name="Mahima Weerasinghe" userId="e11e3f55-42da-4e07-8ead-4d7a1d7ea1c6" providerId="ADAL" clId="{34BDDC3C-2AF4-4325-BEDB-C3E623CC2F40}" dt="2024-08-11T14:03:01.752" v="2150"/>
          <ac:grpSpMkLst>
            <pc:docMk/>
            <pc:sldMk cId="1076085907" sldId="372"/>
            <ac:grpSpMk id="91" creationId="{30E68BD9-0D46-6FFF-6944-59856057028B}"/>
          </ac:grpSpMkLst>
        </pc:grpChg>
        <pc:grpChg chg="del mod">
          <ac:chgData name="Mahima Weerasinghe" userId="e11e3f55-42da-4e07-8ead-4d7a1d7ea1c6" providerId="ADAL" clId="{34BDDC3C-2AF4-4325-BEDB-C3E623CC2F40}" dt="2024-08-11T14:03:16.052" v="2162"/>
          <ac:grpSpMkLst>
            <pc:docMk/>
            <pc:sldMk cId="1076085907" sldId="372"/>
            <ac:grpSpMk id="97" creationId="{527E2834-794E-9FD9-37FF-EF0637F4C49D}"/>
          </ac:grpSpMkLst>
        </pc:grpChg>
        <pc:grpChg chg="del mod">
          <ac:chgData name="Mahima Weerasinghe" userId="e11e3f55-42da-4e07-8ead-4d7a1d7ea1c6" providerId="ADAL" clId="{34BDDC3C-2AF4-4325-BEDB-C3E623CC2F40}" dt="2024-08-11T14:03:18.270" v="2167"/>
          <ac:grpSpMkLst>
            <pc:docMk/>
            <pc:sldMk cId="1076085907" sldId="372"/>
            <ac:grpSpMk id="103" creationId="{90BDFE7C-1CE5-4A5D-414C-01158B5BFBBE}"/>
          </ac:grpSpMkLst>
        </pc:grpChg>
        <pc:grpChg chg="del mod">
          <ac:chgData name="Mahima Weerasinghe" userId="e11e3f55-42da-4e07-8ead-4d7a1d7ea1c6" providerId="ADAL" clId="{34BDDC3C-2AF4-4325-BEDB-C3E623CC2F40}" dt="2024-08-11T14:03:21.839" v="2170"/>
          <ac:grpSpMkLst>
            <pc:docMk/>
            <pc:sldMk cId="1076085907" sldId="372"/>
            <ac:grpSpMk id="108" creationId="{4A9D5B73-3DF3-59BD-4442-6D3C87FDD4EA}"/>
          </ac:grpSpMkLst>
        </pc:grpChg>
        <pc:grpChg chg="del mod">
          <ac:chgData name="Mahima Weerasinghe" userId="e11e3f55-42da-4e07-8ead-4d7a1d7ea1c6" providerId="ADAL" clId="{34BDDC3C-2AF4-4325-BEDB-C3E623CC2F40}" dt="2024-08-11T14:03:29.228" v="2177"/>
          <ac:grpSpMkLst>
            <pc:docMk/>
            <pc:sldMk cId="1076085907" sldId="372"/>
            <ac:grpSpMk id="111" creationId="{91A51A44-4606-307D-CC40-0CB879402859}"/>
          </ac:grpSpMkLst>
        </pc:grpChg>
        <pc:grpChg chg="del mod">
          <ac:chgData name="Mahima Weerasinghe" userId="e11e3f55-42da-4e07-8ead-4d7a1d7ea1c6" providerId="ADAL" clId="{34BDDC3C-2AF4-4325-BEDB-C3E623CC2F40}" dt="2024-08-11T14:03:58.704" v="2191"/>
          <ac:grpSpMkLst>
            <pc:docMk/>
            <pc:sldMk cId="1076085907" sldId="372"/>
            <ac:grpSpMk id="118" creationId="{4541910F-48EE-760E-EC2E-927EF209C0D6}"/>
          </ac:grpSpMkLst>
        </pc:grpChg>
        <pc:grpChg chg="del mod">
          <ac:chgData name="Mahima Weerasinghe" userId="e11e3f55-42da-4e07-8ead-4d7a1d7ea1c6" providerId="ADAL" clId="{34BDDC3C-2AF4-4325-BEDB-C3E623CC2F40}" dt="2024-08-11T14:03:58.704" v="2191"/>
          <ac:grpSpMkLst>
            <pc:docMk/>
            <pc:sldMk cId="1076085907" sldId="372"/>
            <ac:grpSpMk id="122" creationId="{A1E9BEAC-7A92-05B8-1C1E-F596CBC6CEAB}"/>
          </ac:grpSpMkLst>
        </pc:grpChg>
        <pc:grpChg chg="del mod">
          <ac:chgData name="Mahima Weerasinghe" userId="e11e3f55-42da-4e07-8ead-4d7a1d7ea1c6" providerId="ADAL" clId="{34BDDC3C-2AF4-4325-BEDB-C3E623CC2F40}" dt="2024-08-11T14:04:01.756" v="2197"/>
          <ac:grpSpMkLst>
            <pc:docMk/>
            <pc:sldMk cId="1076085907" sldId="372"/>
            <ac:grpSpMk id="132" creationId="{C9AA668F-AB4E-D46D-1028-F64C268DFCB3}"/>
          </ac:grpSpMkLst>
        </pc:grpChg>
        <pc:grpChg chg="del mod">
          <ac:chgData name="Mahima Weerasinghe" userId="e11e3f55-42da-4e07-8ead-4d7a1d7ea1c6" providerId="ADAL" clId="{34BDDC3C-2AF4-4325-BEDB-C3E623CC2F40}" dt="2024-08-11T14:04:05.567" v="2200"/>
          <ac:grpSpMkLst>
            <pc:docMk/>
            <pc:sldMk cId="1076085907" sldId="372"/>
            <ac:grpSpMk id="138" creationId="{62185D79-126A-BDE0-FD3C-5828D79D52CF}"/>
          </ac:grpSpMkLst>
        </pc:grpChg>
        <pc:grpChg chg="del mod">
          <ac:chgData name="Mahima Weerasinghe" userId="e11e3f55-42da-4e07-8ead-4d7a1d7ea1c6" providerId="ADAL" clId="{34BDDC3C-2AF4-4325-BEDB-C3E623CC2F40}" dt="2024-08-11T14:04:09.272" v="2202"/>
          <ac:grpSpMkLst>
            <pc:docMk/>
            <pc:sldMk cId="1076085907" sldId="372"/>
            <ac:grpSpMk id="141" creationId="{35DC5B11-31E4-1F61-95C5-7337F6CF49C4}"/>
          </ac:grpSpMkLst>
        </pc:grpChg>
        <pc:grpChg chg="del mod">
          <ac:chgData name="Mahima Weerasinghe" userId="e11e3f55-42da-4e07-8ead-4d7a1d7ea1c6" providerId="ADAL" clId="{34BDDC3C-2AF4-4325-BEDB-C3E623CC2F40}" dt="2024-08-11T14:04:16.309" v="2207"/>
          <ac:grpSpMkLst>
            <pc:docMk/>
            <pc:sldMk cId="1076085907" sldId="372"/>
            <ac:grpSpMk id="143" creationId="{36494268-A8F9-9CA2-05B0-DCF1885E505F}"/>
          </ac:grpSpMkLst>
        </pc:grpChg>
        <pc:grpChg chg="del mod">
          <ac:chgData name="Mahima Weerasinghe" userId="e11e3f55-42da-4e07-8ead-4d7a1d7ea1c6" providerId="ADAL" clId="{34BDDC3C-2AF4-4325-BEDB-C3E623CC2F40}" dt="2024-08-11T14:04:19.541" v="2210"/>
          <ac:grpSpMkLst>
            <pc:docMk/>
            <pc:sldMk cId="1076085907" sldId="372"/>
            <ac:grpSpMk id="148" creationId="{B1B3A27D-B2E6-0B94-B399-EEDE98E38073}"/>
          </ac:grpSpMkLst>
        </pc:grpChg>
        <pc:grpChg chg="del mod">
          <ac:chgData name="Mahima Weerasinghe" userId="e11e3f55-42da-4e07-8ead-4d7a1d7ea1c6" providerId="ADAL" clId="{34BDDC3C-2AF4-4325-BEDB-C3E623CC2F40}" dt="2024-08-11T14:04:24.539" v="2213"/>
          <ac:grpSpMkLst>
            <pc:docMk/>
            <pc:sldMk cId="1076085907" sldId="372"/>
            <ac:grpSpMk id="151" creationId="{8D7C0D18-CC66-8809-0E21-9395C2B2493D}"/>
          </ac:grpSpMkLst>
        </pc:grpChg>
        <pc:grpChg chg="del mod">
          <ac:chgData name="Mahima Weerasinghe" userId="e11e3f55-42da-4e07-8ead-4d7a1d7ea1c6" providerId="ADAL" clId="{34BDDC3C-2AF4-4325-BEDB-C3E623CC2F40}" dt="2024-08-11T14:04:29.803" v="2218"/>
          <ac:grpSpMkLst>
            <pc:docMk/>
            <pc:sldMk cId="1076085907" sldId="372"/>
            <ac:grpSpMk id="154" creationId="{2447DA0D-2FE2-7BD8-6FD8-68D789933E75}"/>
          </ac:grpSpMkLst>
        </pc:grpChg>
        <pc:grpChg chg="del mod">
          <ac:chgData name="Mahima Weerasinghe" userId="e11e3f55-42da-4e07-8ead-4d7a1d7ea1c6" providerId="ADAL" clId="{34BDDC3C-2AF4-4325-BEDB-C3E623CC2F40}" dt="2024-08-11T14:04:35.157" v="2223"/>
          <ac:grpSpMkLst>
            <pc:docMk/>
            <pc:sldMk cId="1076085907" sldId="372"/>
            <ac:grpSpMk id="159" creationId="{666F41CE-95B5-FFBB-F1B9-18757EF97090}"/>
          </ac:grpSpMkLst>
        </pc:grpChg>
        <pc:grpChg chg="del mod">
          <ac:chgData name="Mahima Weerasinghe" userId="e11e3f55-42da-4e07-8ead-4d7a1d7ea1c6" providerId="ADAL" clId="{34BDDC3C-2AF4-4325-BEDB-C3E623CC2F40}" dt="2024-08-11T14:05:00.846" v="2245"/>
          <ac:grpSpMkLst>
            <pc:docMk/>
            <pc:sldMk cId="1076085907" sldId="372"/>
            <ac:grpSpMk id="164" creationId="{E91B98FE-4559-8554-8386-877A32898748}"/>
          </ac:grpSpMkLst>
        </pc:grpChg>
        <pc:grpChg chg="del mod">
          <ac:chgData name="Mahima Weerasinghe" userId="e11e3f55-42da-4e07-8ead-4d7a1d7ea1c6" providerId="ADAL" clId="{34BDDC3C-2AF4-4325-BEDB-C3E623CC2F40}" dt="2024-08-11T14:04:40.858" v="2229"/>
          <ac:grpSpMkLst>
            <pc:docMk/>
            <pc:sldMk cId="1076085907" sldId="372"/>
            <ac:grpSpMk id="168" creationId="{9DA2C90E-E098-BCFF-7EEB-3C8B5B561848}"/>
          </ac:grpSpMkLst>
        </pc:grpChg>
        <pc:grpChg chg="del mod">
          <ac:chgData name="Mahima Weerasinghe" userId="e11e3f55-42da-4e07-8ead-4d7a1d7ea1c6" providerId="ADAL" clId="{34BDDC3C-2AF4-4325-BEDB-C3E623CC2F40}" dt="2024-08-11T14:05:00.846" v="2245"/>
          <ac:grpSpMkLst>
            <pc:docMk/>
            <pc:sldMk cId="1076085907" sldId="372"/>
            <ac:grpSpMk id="170" creationId="{3EFF875B-D156-27DB-B281-759A0952183C}"/>
          </ac:grpSpMkLst>
        </pc:grpChg>
        <pc:grpChg chg="mod">
          <ac:chgData name="Mahima Weerasinghe" userId="e11e3f55-42da-4e07-8ead-4d7a1d7ea1c6" providerId="ADAL" clId="{34BDDC3C-2AF4-4325-BEDB-C3E623CC2F40}" dt="2024-08-11T14:04:53.864" v="2243"/>
          <ac:grpSpMkLst>
            <pc:docMk/>
            <pc:sldMk cId="1076085907" sldId="372"/>
            <ac:grpSpMk id="184" creationId="{B2D2B1E6-00C3-3B75-A492-B1E5917512A3}"/>
          </ac:grpSpMkLst>
        </pc:grpChg>
        <pc:grpChg chg="del mod">
          <ac:chgData name="Mahima Weerasinghe" userId="e11e3f55-42da-4e07-8ead-4d7a1d7ea1c6" providerId="ADAL" clId="{34BDDC3C-2AF4-4325-BEDB-C3E623CC2F40}" dt="2024-08-11T14:05:15.125" v="2257"/>
          <ac:grpSpMkLst>
            <pc:docMk/>
            <pc:sldMk cId="1076085907" sldId="372"/>
            <ac:grpSpMk id="186" creationId="{CBFFEDB8-ED45-E631-2187-FD35083B8D10}"/>
          </ac:grpSpMkLst>
        </pc:grpChg>
        <pc:grpChg chg="del mod">
          <ac:chgData name="Mahima Weerasinghe" userId="e11e3f55-42da-4e07-8ead-4d7a1d7ea1c6" providerId="ADAL" clId="{34BDDC3C-2AF4-4325-BEDB-C3E623CC2F40}" dt="2024-08-11T14:05:20.696" v="2269"/>
          <ac:grpSpMkLst>
            <pc:docMk/>
            <pc:sldMk cId="1076085907" sldId="372"/>
            <ac:grpSpMk id="198" creationId="{BECB619D-593D-5069-2C3B-5BDB73285027}"/>
          </ac:grpSpMkLst>
        </pc:grpChg>
        <pc:grpChg chg="del mod">
          <ac:chgData name="Mahima Weerasinghe" userId="e11e3f55-42da-4e07-8ead-4d7a1d7ea1c6" providerId="ADAL" clId="{34BDDC3C-2AF4-4325-BEDB-C3E623CC2F40}" dt="2024-08-11T14:05:25.521" v="2273"/>
          <ac:grpSpMkLst>
            <pc:docMk/>
            <pc:sldMk cId="1076085907" sldId="372"/>
            <ac:grpSpMk id="210" creationId="{DAAC0BC1-E02C-7836-94A0-60363AFB918A}"/>
          </ac:grpSpMkLst>
        </pc:grpChg>
        <pc:grpChg chg="del mod">
          <ac:chgData name="Mahima Weerasinghe" userId="e11e3f55-42da-4e07-8ead-4d7a1d7ea1c6" providerId="ADAL" clId="{34BDDC3C-2AF4-4325-BEDB-C3E623CC2F40}" dt="2024-08-11T14:05:27.961" v="2277"/>
          <ac:grpSpMkLst>
            <pc:docMk/>
            <pc:sldMk cId="1076085907" sldId="372"/>
            <ac:grpSpMk id="214" creationId="{47E1F708-7926-BCA1-BCF4-F1D0D10A93A9}"/>
          </ac:grpSpMkLst>
        </pc:grpChg>
        <pc:grpChg chg="mod">
          <ac:chgData name="Mahima Weerasinghe" userId="e11e3f55-42da-4e07-8ead-4d7a1d7ea1c6" providerId="ADAL" clId="{34BDDC3C-2AF4-4325-BEDB-C3E623CC2F40}" dt="2024-08-11T14:05:27.961" v="2277"/>
          <ac:grpSpMkLst>
            <pc:docMk/>
            <pc:sldMk cId="1076085907" sldId="372"/>
            <ac:grpSpMk id="218" creationId="{31EBFF99-699F-EDE1-1217-B0B462149B0C}"/>
          </ac:grpSpMkLst>
        </pc:grpChg>
        <pc:inkChg chg="add mod">
          <ac:chgData name="Mahima Weerasinghe" userId="e11e3f55-42da-4e07-8ead-4d7a1d7ea1c6" providerId="ADAL" clId="{34BDDC3C-2AF4-4325-BEDB-C3E623CC2F40}" dt="2024-08-11T14:00:44.875" v="2141"/>
          <ac:inkMkLst>
            <pc:docMk/>
            <pc:sldMk cId="1076085907" sldId="372"/>
            <ac:inkMk id="3" creationId="{E637872D-37BE-B86A-4F88-428B925D6146}"/>
          </ac:inkMkLst>
        </pc:inkChg>
        <pc:inkChg chg="add mod">
          <ac:chgData name="Mahima Weerasinghe" userId="e11e3f55-42da-4e07-8ead-4d7a1d7ea1c6" providerId="ADAL" clId="{34BDDC3C-2AF4-4325-BEDB-C3E623CC2F40}" dt="2024-08-11T14:00:44.875" v="2141"/>
          <ac:inkMkLst>
            <pc:docMk/>
            <pc:sldMk cId="1076085907" sldId="372"/>
            <ac:inkMk id="6" creationId="{0F0259E9-7AA0-A7E5-6A78-8AB0C5E591C0}"/>
          </ac:inkMkLst>
        </pc:inkChg>
        <pc:inkChg chg="add mod">
          <ac:chgData name="Mahima Weerasinghe" userId="e11e3f55-42da-4e07-8ead-4d7a1d7ea1c6" providerId="ADAL" clId="{34BDDC3C-2AF4-4325-BEDB-C3E623CC2F40}" dt="2024-08-11T14:00:44.875" v="2141"/>
          <ac:inkMkLst>
            <pc:docMk/>
            <pc:sldMk cId="1076085907" sldId="372"/>
            <ac:inkMk id="8" creationId="{2DA8B2E5-AC89-63E8-8406-4F41AB4F4E7D}"/>
          </ac:inkMkLst>
        </pc:inkChg>
        <pc:inkChg chg="add mod">
          <ac:chgData name="Mahima Weerasinghe" userId="e11e3f55-42da-4e07-8ead-4d7a1d7ea1c6" providerId="ADAL" clId="{34BDDC3C-2AF4-4325-BEDB-C3E623CC2F40}" dt="2024-08-11T14:00:44.875" v="2141"/>
          <ac:inkMkLst>
            <pc:docMk/>
            <pc:sldMk cId="1076085907" sldId="372"/>
            <ac:inkMk id="10" creationId="{CC8C878B-08E0-E6F1-7B92-E5FDE3397F2D}"/>
          </ac:inkMkLst>
        </pc:inkChg>
        <pc:inkChg chg="add mod">
          <ac:chgData name="Mahima Weerasinghe" userId="e11e3f55-42da-4e07-8ead-4d7a1d7ea1c6" providerId="ADAL" clId="{34BDDC3C-2AF4-4325-BEDB-C3E623CC2F40}" dt="2024-08-11T14:00:44.875" v="2141"/>
          <ac:inkMkLst>
            <pc:docMk/>
            <pc:sldMk cId="1076085907" sldId="372"/>
            <ac:inkMk id="11" creationId="{36F5AA77-4852-CA40-BF35-53B3F695584A}"/>
          </ac:inkMkLst>
        </pc:inkChg>
        <pc:inkChg chg="add mod">
          <ac:chgData name="Mahima Weerasinghe" userId="e11e3f55-42da-4e07-8ead-4d7a1d7ea1c6" providerId="ADAL" clId="{34BDDC3C-2AF4-4325-BEDB-C3E623CC2F40}" dt="2024-08-11T14:00:44.875" v="2141"/>
          <ac:inkMkLst>
            <pc:docMk/>
            <pc:sldMk cId="1076085907" sldId="372"/>
            <ac:inkMk id="12" creationId="{D1BF3029-4D40-9ACC-C148-52C2601DE1ED}"/>
          </ac:inkMkLst>
        </pc:inkChg>
        <pc:inkChg chg="add mod">
          <ac:chgData name="Mahima Weerasinghe" userId="e11e3f55-42da-4e07-8ead-4d7a1d7ea1c6" providerId="ADAL" clId="{34BDDC3C-2AF4-4325-BEDB-C3E623CC2F40}" dt="2024-08-11T14:00:44.875" v="2141"/>
          <ac:inkMkLst>
            <pc:docMk/>
            <pc:sldMk cId="1076085907" sldId="372"/>
            <ac:inkMk id="13" creationId="{F9A0EDBF-139C-C923-B8AE-E55767B5054A}"/>
          </ac:inkMkLst>
        </pc:inkChg>
        <pc:inkChg chg="add mod">
          <ac:chgData name="Mahima Weerasinghe" userId="e11e3f55-42da-4e07-8ead-4d7a1d7ea1c6" providerId="ADAL" clId="{34BDDC3C-2AF4-4325-BEDB-C3E623CC2F40}" dt="2024-08-11T14:00:44.875" v="2141"/>
          <ac:inkMkLst>
            <pc:docMk/>
            <pc:sldMk cId="1076085907" sldId="372"/>
            <ac:inkMk id="14" creationId="{FACEB147-A3FD-5D6F-B01D-3BD76FD5AA48}"/>
          </ac:inkMkLst>
        </pc:inkChg>
        <pc:inkChg chg="add mod">
          <ac:chgData name="Mahima Weerasinghe" userId="e11e3f55-42da-4e07-8ead-4d7a1d7ea1c6" providerId="ADAL" clId="{34BDDC3C-2AF4-4325-BEDB-C3E623CC2F40}" dt="2024-08-11T14:00:44.875" v="2141"/>
          <ac:inkMkLst>
            <pc:docMk/>
            <pc:sldMk cId="1076085907" sldId="372"/>
            <ac:inkMk id="15" creationId="{4B6DDB27-0691-BB15-9297-A36FD46F439D}"/>
          </ac:inkMkLst>
        </pc:inkChg>
        <pc:inkChg chg="add mod">
          <ac:chgData name="Mahima Weerasinghe" userId="e11e3f55-42da-4e07-8ead-4d7a1d7ea1c6" providerId="ADAL" clId="{34BDDC3C-2AF4-4325-BEDB-C3E623CC2F40}" dt="2024-08-11T14:00:44.875" v="2141"/>
          <ac:inkMkLst>
            <pc:docMk/>
            <pc:sldMk cId="1076085907" sldId="372"/>
            <ac:inkMk id="16" creationId="{B88B0681-7589-957E-8B3E-86A9FE4313B5}"/>
          </ac:inkMkLst>
        </pc:inkChg>
        <pc:inkChg chg="add mod">
          <ac:chgData name="Mahima Weerasinghe" userId="e11e3f55-42da-4e07-8ead-4d7a1d7ea1c6" providerId="ADAL" clId="{34BDDC3C-2AF4-4325-BEDB-C3E623CC2F40}" dt="2024-08-11T14:00:44.875" v="2141"/>
          <ac:inkMkLst>
            <pc:docMk/>
            <pc:sldMk cId="1076085907" sldId="372"/>
            <ac:inkMk id="17" creationId="{E87B0434-510F-C9E4-01B7-582A1FA902DE}"/>
          </ac:inkMkLst>
        </pc:inkChg>
        <pc:inkChg chg="add mod">
          <ac:chgData name="Mahima Weerasinghe" userId="e11e3f55-42da-4e07-8ead-4d7a1d7ea1c6" providerId="ADAL" clId="{34BDDC3C-2AF4-4325-BEDB-C3E623CC2F40}" dt="2024-08-11T14:00:44.875" v="2141"/>
          <ac:inkMkLst>
            <pc:docMk/>
            <pc:sldMk cId="1076085907" sldId="372"/>
            <ac:inkMk id="18" creationId="{FB98C3AA-21A4-25FD-15E8-4D0FAA2AC3B6}"/>
          </ac:inkMkLst>
        </pc:inkChg>
        <pc:inkChg chg="add mod">
          <ac:chgData name="Mahima Weerasinghe" userId="e11e3f55-42da-4e07-8ead-4d7a1d7ea1c6" providerId="ADAL" clId="{34BDDC3C-2AF4-4325-BEDB-C3E623CC2F40}" dt="2024-08-11T14:00:44.875" v="2141"/>
          <ac:inkMkLst>
            <pc:docMk/>
            <pc:sldMk cId="1076085907" sldId="372"/>
            <ac:inkMk id="20" creationId="{92829312-57CB-8A2A-4689-97006E44BC1C}"/>
          </ac:inkMkLst>
        </pc:inkChg>
        <pc:inkChg chg="add mod">
          <ac:chgData name="Mahima Weerasinghe" userId="e11e3f55-42da-4e07-8ead-4d7a1d7ea1c6" providerId="ADAL" clId="{34BDDC3C-2AF4-4325-BEDB-C3E623CC2F40}" dt="2024-08-11T14:00:44.875" v="2141"/>
          <ac:inkMkLst>
            <pc:docMk/>
            <pc:sldMk cId="1076085907" sldId="372"/>
            <ac:inkMk id="21" creationId="{15476807-30D0-C9BF-C5E5-1C58397F9F31}"/>
          </ac:inkMkLst>
        </pc:inkChg>
        <pc:inkChg chg="add mod">
          <ac:chgData name="Mahima Weerasinghe" userId="e11e3f55-42da-4e07-8ead-4d7a1d7ea1c6" providerId="ADAL" clId="{34BDDC3C-2AF4-4325-BEDB-C3E623CC2F40}" dt="2024-08-11T14:00:44.875" v="2141"/>
          <ac:inkMkLst>
            <pc:docMk/>
            <pc:sldMk cId="1076085907" sldId="372"/>
            <ac:inkMk id="22" creationId="{08D28A5C-80B7-49C4-F420-DBEB7BFFFA63}"/>
          </ac:inkMkLst>
        </pc:inkChg>
        <pc:inkChg chg="add mod">
          <ac:chgData name="Mahima Weerasinghe" userId="e11e3f55-42da-4e07-8ead-4d7a1d7ea1c6" providerId="ADAL" clId="{34BDDC3C-2AF4-4325-BEDB-C3E623CC2F40}" dt="2024-08-11T14:00:44.875" v="2141"/>
          <ac:inkMkLst>
            <pc:docMk/>
            <pc:sldMk cId="1076085907" sldId="372"/>
            <ac:inkMk id="23" creationId="{581A5F6B-8E27-07D9-5EE5-37236E1DA13E}"/>
          </ac:inkMkLst>
        </pc:inkChg>
        <pc:inkChg chg="add mod">
          <ac:chgData name="Mahima Weerasinghe" userId="e11e3f55-42da-4e07-8ead-4d7a1d7ea1c6" providerId="ADAL" clId="{34BDDC3C-2AF4-4325-BEDB-C3E623CC2F40}" dt="2024-08-11T14:00:44.875" v="2141"/>
          <ac:inkMkLst>
            <pc:docMk/>
            <pc:sldMk cId="1076085907" sldId="372"/>
            <ac:inkMk id="24" creationId="{22601D54-6D82-2593-0BBF-A4786E536397}"/>
          </ac:inkMkLst>
        </pc:inkChg>
        <pc:inkChg chg="add mod">
          <ac:chgData name="Mahima Weerasinghe" userId="e11e3f55-42da-4e07-8ead-4d7a1d7ea1c6" providerId="ADAL" clId="{34BDDC3C-2AF4-4325-BEDB-C3E623CC2F40}" dt="2024-08-11T14:00:44.875" v="2141"/>
          <ac:inkMkLst>
            <pc:docMk/>
            <pc:sldMk cId="1076085907" sldId="372"/>
            <ac:inkMk id="25" creationId="{D7D02B6E-1B1B-D92B-4C1A-A9331FD59142}"/>
          </ac:inkMkLst>
        </pc:inkChg>
        <pc:inkChg chg="add mod">
          <ac:chgData name="Mahima Weerasinghe" userId="e11e3f55-42da-4e07-8ead-4d7a1d7ea1c6" providerId="ADAL" clId="{34BDDC3C-2AF4-4325-BEDB-C3E623CC2F40}" dt="2024-08-11T14:00:44.875" v="2141"/>
          <ac:inkMkLst>
            <pc:docMk/>
            <pc:sldMk cId="1076085907" sldId="372"/>
            <ac:inkMk id="26" creationId="{8D450632-F6B5-2DB4-6E52-25E20EF6B256}"/>
          </ac:inkMkLst>
        </pc:inkChg>
        <pc:inkChg chg="add mod">
          <ac:chgData name="Mahima Weerasinghe" userId="e11e3f55-42da-4e07-8ead-4d7a1d7ea1c6" providerId="ADAL" clId="{34BDDC3C-2AF4-4325-BEDB-C3E623CC2F40}" dt="2024-08-11T14:00:44.875" v="2141"/>
          <ac:inkMkLst>
            <pc:docMk/>
            <pc:sldMk cId="1076085907" sldId="372"/>
            <ac:inkMk id="27" creationId="{F9F274A2-51DF-0931-FE04-B5B7EFB5CACE}"/>
          </ac:inkMkLst>
        </pc:inkChg>
        <pc:inkChg chg="add mod">
          <ac:chgData name="Mahima Weerasinghe" userId="e11e3f55-42da-4e07-8ead-4d7a1d7ea1c6" providerId="ADAL" clId="{34BDDC3C-2AF4-4325-BEDB-C3E623CC2F40}" dt="2024-08-11T14:00:44.875" v="2141"/>
          <ac:inkMkLst>
            <pc:docMk/>
            <pc:sldMk cId="1076085907" sldId="372"/>
            <ac:inkMk id="28" creationId="{1E586DC4-0E6C-3954-999B-CC629B765632}"/>
          </ac:inkMkLst>
        </pc:inkChg>
        <pc:inkChg chg="add mod">
          <ac:chgData name="Mahima Weerasinghe" userId="e11e3f55-42da-4e07-8ead-4d7a1d7ea1c6" providerId="ADAL" clId="{34BDDC3C-2AF4-4325-BEDB-C3E623CC2F40}" dt="2024-08-11T14:00:44.875" v="2141"/>
          <ac:inkMkLst>
            <pc:docMk/>
            <pc:sldMk cId="1076085907" sldId="372"/>
            <ac:inkMk id="29" creationId="{F2DAE8FA-E91F-2E61-E02D-91E8AD087BF2}"/>
          </ac:inkMkLst>
        </pc:inkChg>
        <pc:inkChg chg="add mod">
          <ac:chgData name="Mahima Weerasinghe" userId="e11e3f55-42da-4e07-8ead-4d7a1d7ea1c6" providerId="ADAL" clId="{34BDDC3C-2AF4-4325-BEDB-C3E623CC2F40}" dt="2024-08-11T14:00:44.875" v="2141"/>
          <ac:inkMkLst>
            <pc:docMk/>
            <pc:sldMk cId="1076085907" sldId="372"/>
            <ac:inkMk id="31" creationId="{A8E64088-10EB-4BC2-7248-AA258B1163CA}"/>
          </ac:inkMkLst>
        </pc:inkChg>
        <pc:inkChg chg="add mod">
          <ac:chgData name="Mahima Weerasinghe" userId="e11e3f55-42da-4e07-8ead-4d7a1d7ea1c6" providerId="ADAL" clId="{34BDDC3C-2AF4-4325-BEDB-C3E623CC2F40}" dt="2024-08-11T14:00:44.875" v="2141"/>
          <ac:inkMkLst>
            <pc:docMk/>
            <pc:sldMk cId="1076085907" sldId="372"/>
            <ac:inkMk id="32" creationId="{32C6166C-4718-95B6-0FAD-D25A0A09A3A1}"/>
          </ac:inkMkLst>
        </pc:inkChg>
        <pc:inkChg chg="add mod">
          <ac:chgData name="Mahima Weerasinghe" userId="e11e3f55-42da-4e07-8ead-4d7a1d7ea1c6" providerId="ADAL" clId="{34BDDC3C-2AF4-4325-BEDB-C3E623CC2F40}" dt="2024-08-11T14:00:44.875" v="2141"/>
          <ac:inkMkLst>
            <pc:docMk/>
            <pc:sldMk cId="1076085907" sldId="372"/>
            <ac:inkMk id="33" creationId="{B95E5CE6-60BC-1D44-69EE-D4F3839042A2}"/>
          </ac:inkMkLst>
        </pc:inkChg>
        <pc:inkChg chg="add mod">
          <ac:chgData name="Mahima Weerasinghe" userId="e11e3f55-42da-4e07-8ead-4d7a1d7ea1c6" providerId="ADAL" clId="{34BDDC3C-2AF4-4325-BEDB-C3E623CC2F40}" dt="2024-08-11T14:00:44.875" v="2141"/>
          <ac:inkMkLst>
            <pc:docMk/>
            <pc:sldMk cId="1076085907" sldId="372"/>
            <ac:inkMk id="34" creationId="{9396C05E-2CD0-2A11-7082-C738B2294801}"/>
          </ac:inkMkLst>
        </pc:inkChg>
        <pc:inkChg chg="add mod">
          <ac:chgData name="Mahima Weerasinghe" userId="e11e3f55-42da-4e07-8ead-4d7a1d7ea1c6" providerId="ADAL" clId="{34BDDC3C-2AF4-4325-BEDB-C3E623CC2F40}" dt="2024-08-11T14:00:44.875" v="2141"/>
          <ac:inkMkLst>
            <pc:docMk/>
            <pc:sldMk cId="1076085907" sldId="372"/>
            <ac:inkMk id="35" creationId="{39733795-53FE-587E-F8A3-11706CBE8EC4}"/>
          </ac:inkMkLst>
        </pc:inkChg>
        <pc:inkChg chg="add mod">
          <ac:chgData name="Mahima Weerasinghe" userId="e11e3f55-42da-4e07-8ead-4d7a1d7ea1c6" providerId="ADAL" clId="{34BDDC3C-2AF4-4325-BEDB-C3E623CC2F40}" dt="2024-08-11T14:00:44.875" v="2141"/>
          <ac:inkMkLst>
            <pc:docMk/>
            <pc:sldMk cId="1076085907" sldId="372"/>
            <ac:inkMk id="37" creationId="{49035F51-1B1B-0507-4E26-E4B1D8496368}"/>
          </ac:inkMkLst>
        </pc:inkChg>
        <pc:inkChg chg="add mod">
          <ac:chgData name="Mahima Weerasinghe" userId="e11e3f55-42da-4e07-8ead-4d7a1d7ea1c6" providerId="ADAL" clId="{34BDDC3C-2AF4-4325-BEDB-C3E623CC2F40}" dt="2024-08-11T14:00:44.875" v="2141"/>
          <ac:inkMkLst>
            <pc:docMk/>
            <pc:sldMk cId="1076085907" sldId="372"/>
            <ac:inkMk id="38" creationId="{B14CEFA1-E53A-E749-26A0-CCC38CEDF6D6}"/>
          </ac:inkMkLst>
        </pc:inkChg>
        <pc:inkChg chg="add mod">
          <ac:chgData name="Mahima Weerasinghe" userId="e11e3f55-42da-4e07-8ead-4d7a1d7ea1c6" providerId="ADAL" clId="{34BDDC3C-2AF4-4325-BEDB-C3E623CC2F40}" dt="2024-08-11T14:00:44.875" v="2141"/>
          <ac:inkMkLst>
            <pc:docMk/>
            <pc:sldMk cId="1076085907" sldId="372"/>
            <ac:inkMk id="39" creationId="{4BE0B584-205F-1109-4EBF-307490D81D90}"/>
          </ac:inkMkLst>
        </pc:inkChg>
        <pc:inkChg chg="add mod">
          <ac:chgData name="Mahima Weerasinghe" userId="e11e3f55-42da-4e07-8ead-4d7a1d7ea1c6" providerId="ADAL" clId="{34BDDC3C-2AF4-4325-BEDB-C3E623CC2F40}" dt="2024-08-11T14:00:44.875" v="2141"/>
          <ac:inkMkLst>
            <pc:docMk/>
            <pc:sldMk cId="1076085907" sldId="372"/>
            <ac:inkMk id="40" creationId="{0A8488C1-FC11-89E6-7D4F-43BED6EE6786}"/>
          </ac:inkMkLst>
        </pc:inkChg>
        <pc:inkChg chg="add mod">
          <ac:chgData name="Mahima Weerasinghe" userId="e11e3f55-42da-4e07-8ead-4d7a1d7ea1c6" providerId="ADAL" clId="{34BDDC3C-2AF4-4325-BEDB-C3E623CC2F40}" dt="2024-08-11T14:00:44.875" v="2141"/>
          <ac:inkMkLst>
            <pc:docMk/>
            <pc:sldMk cId="1076085907" sldId="372"/>
            <ac:inkMk id="41" creationId="{0263FD05-68F7-1C61-870C-1843B075614E}"/>
          </ac:inkMkLst>
        </pc:inkChg>
        <pc:inkChg chg="add mod">
          <ac:chgData name="Mahima Weerasinghe" userId="e11e3f55-42da-4e07-8ead-4d7a1d7ea1c6" providerId="ADAL" clId="{34BDDC3C-2AF4-4325-BEDB-C3E623CC2F40}" dt="2024-08-11T14:00:44.875" v="2141"/>
          <ac:inkMkLst>
            <pc:docMk/>
            <pc:sldMk cId="1076085907" sldId="372"/>
            <ac:inkMk id="42" creationId="{7EE835D9-4860-45DA-4F61-EA9B0456B3BD}"/>
          </ac:inkMkLst>
        </pc:inkChg>
        <pc:inkChg chg="add mod">
          <ac:chgData name="Mahima Weerasinghe" userId="e11e3f55-42da-4e07-8ead-4d7a1d7ea1c6" providerId="ADAL" clId="{34BDDC3C-2AF4-4325-BEDB-C3E623CC2F40}" dt="2024-08-11T14:00:44.875" v="2141"/>
          <ac:inkMkLst>
            <pc:docMk/>
            <pc:sldMk cId="1076085907" sldId="372"/>
            <ac:inkMk id="44" creationId="{9D09B16E-5842-1FB8-F30A-195507ADD4A6}"/>
          </ac:inkMkLst>
        </pc:inkChg>
        <pc:inkChg chg="add mod">
          <ac:chgData name="Mahima Weerasinghe" userId="e11e3f55-42da-4e07-8ead-4d7a1d7ea1c6" providerId="ADAL" clId="{34BDDC3C-2AF4-4325-BEDB-C3E623CC2F40}" dt="2024-08-11T14:00:44.875" v="2141"/>
          <ac:inkMkLst>
            <pc:docMk/>
            <pc:sldMk cId="1076085907" sldId="372"/>
            <ac:inkMk id="45" creationId="{3557B556-F0A2-74A2-43AA-A6688FCD103B}"/>
          </ac:inkMkLst>
        </pc:inkChg>
        <pc:inkChg chg="add mod">
          <ac:chgData name="Mahima Weerasinghe" userId="e11e3f55-42da-4e07-8ead-4d7a1d7ea1c6" providerId="ADAL" clId="{34BDDC3C-2AF4-4325-BEDB-C3E623CC2F40}" dt="2024-08-11T14:00:44.875" v="2141"/>
          <ac:inkMkLst>
            <pc:docMk/>
            <pc:sldMk cId="1076085907" sldId="372"/>
            <ac:inkMk id="47" creationId="{59D3D0BE-C751-88D4-A0E3-9218EF361A9F}"/>
          </ac:inkMkLst>
        </pc:inkChg>
        <pc:inkChg chg="add mod">
          <ac:chgData name="Mahima Weerasinghe" userId="e11e3f55-42da-4e07-8ead-4d7a1d7ea1c6" providerId="ADAL" clId="{34BDDC3C-2AF4-4325-BEDB-C3E623CC2F40}" dt="2024-08-11T14:00:44.875" v="2141"/>
          <ac:inkMkLst>
            <pc:docMk/>
            <pc:sldMk cId="1076085907" sldId="372"/>
            <ac:inkMk id="48" creationId="{A7BC001E-1181-8A2B-62D8-F989BD5C8083}"/>
          </ac:inkMkLst>
        </pc:inkChg>
        <pc:inkChg chg="add mod">
          <ac:chgData name="Mahima Weerasinghe" userId="e11e3f55-42da-4e07-8ead-4d7a1d7ea1c6" providerId="ADAL" clId="{34BDDC3C-2AF4-4325-BEDB-C3E623CC2F40}" dt="2024-08-11T14:00:44.875" v="2141"/>
          <ac:inkMkLst>
            <pc:docMk/>
            <pc:sldMk cId="1076085907" sldId="372"/>
            <ac:inkMk id="50" creationId="{4A0BE9CC-4A41-FF72-9A62-31CCB6E24C6D}"/>
          </ac:inkMkLst>
        </pc:inkChg>
        <pc:inkChg chg="add mod">
          <ac:chgData name="Mahima Weerasinghe" userId="e11e3f55-42da-4e07-8ead-4d7a1d7ea1c6" providerId="ADAL" clId="{34BDDC3C-2AF4-4325-BEDB-C3E623CC2F40}" dt="2024-08-11T14:00:44.875" v="2141"/>
          <ac:inkMkLst>
            <pc:docMk/>
            <pc:sldMk cId="1076085907" sldId="372"/>
            <ac:inkMk id="51" creationId="{10075507-5649-0F73-36CB-5098952773EB}"/>
          </ac:inkMkLst>
        </pc:inkChg>
        <pc:inkChg chg="add mod">
          <ac:chgData name="Mahima Weerasinghe" userId="e11e3f55-42da-4e07-8ead-4d7a1d7ea1c6" providerId="ADAL" clId="{34BDDC3C-2AF4-4325-BEDB-C3E623CC2F40}" dt="2024-08-11T14:00:44.875" v="2141"/>
          <ac:inkMkLst>
            <pc:docMk/>
            <pc:sldMk cId="1076085907" sldId="372"/>
            <ac:inkMk id="53" creationId="{36658981-1EF6-E322-B3D2-1197BFDE3279}"/>
          </ac:inkMkLst>
        </pc:inkChg>
        <pc:inkChg chg="add mod">
          <ac:chgData name="Mahima Weerasinghe" userId="e11e3f55-42da-4e07-8ead-4d7a1d7ea1c6" providerId="ADAL" clId="{34BDDC3C-2AF4-4325-BEDB-C3E623CC2F40}" dt="2024-08-11T14:00:44.875" v="2141"/>
          <ac:inkMkLst>
            <pc:docMk/>
            <pc:sldMk cId="1076085907" sldId="372"/>
            <ac:inkMk id="55" creationId="{64CF07D5-4380-0FDD-2952-9DF489E0F1E8}"/>
          </ac:inkMkLst>
        </pc:inkChg>
        <pc:inkChg chg="add mod">
          <ac:chgData name="Mahima Weerasinghe" userId="e11e3f55-42da-4e07-8ead-4d7a1d7ea1c6" providerId="ADAL" clId="{34BDDC3C-2AF4-4325-BEDB-C3E623CC2F40}" dt="2024-08-11T14:00:44.875" v="2141"/>
          <ac:inkMkLst>
            <pc:docMk/>
            <pc:sldMk cId="1076085907" sldId="372"/>
            <ac:inkMk id="56" creationId="{C34D6072-65DA-6787-01EF-BC79A906FDD3}"/>
          </ac:inkMkLst>
        </pc:inkChg>
        <pc:inkChg chg="add mod">
          <ac:chgData name="Mahima Weerasinghe" userId="e11e3f55-42da-4e07-8ead-4d7a1d7ea1c6" providerId="ADAL" clId="{34BDDC3C-2AF4-4325-BEDB-C3E623CC2F40}" dt="2024-08-11T14:00:44.875" v="2141"/>
          <ac:inkMkLst>
            <pc:docMk/>
            <pc:sldMk cId="1076085907" sldId="372"/>
            <ac:inkMk id="57" creationId="{1485A0CA-B4FA-644F-630C-6BE03E3E31F3}"/>
          </ac:inkMkLst>
        </pc:inkChg>
        <pc:inkChg chg="add mod">
          <ac:chgData name="Mahima Weerasinghe" userId="e11e3f55-42da-4e07-8ead-4d7a1d7ea1c6" providerId="ADAL" clId="{34BDDC3C-2AF4-4325-BEDB-C3E623CC2F40}" dt="2024-08-11T14:00:44.875" v="2141"/>
          <ac:inkMkLst>
            <pc:docMk/>
            <pc:sldMk cId="1076085907" sldId="372"/>
            <ac:inkMk id="58" creationId="{5623D2BC-BBE3-CBD6-C085-C56D7542C1CD}"/>
          </ac:inkMkLst>
        </pc:inkChg>
        <pc:inkChg chg="add mod">
          <ac:chgData name="Mahima Weerasinghe" userId="e11e3f55-42da-4e07-8ead-4d7a1d7ea1c6" providerId="ADAL" clId="{34BDDC3C-2AF4-4325-BEDB-C3E623CC2F40}" dt="2024-08-11T14:00:44.875" v="2141"/>
          <ac:inkMkLst>
            <pc:docMk/>
            <pc:sldMk cId="1076085907" sldId="372"/>
            <ac:inkMk id="59" creationId="{92E4756C-75EC-7D76-6618-017F92CDA6B0}"/>
          </ac:inkMkLst>
        </pc:inkChg>
        <pc:inkChg chg="add mod">
          <ac:chgData name="Mahima Weerasinghe" userId="e11e3f55-42da-4e07-8ead-4d7a1d7ea1c6" providerId="ADAL" clId="{34BDDC3C-2AF4-4325-BEDB-C3E623CC2F40}" dt="2024-08-11T14:00:44.875" v="2141"/>
          <ac:inkMkLst>
            <pc:docMk/>
            <pc:sldMk cId="1076085907" sldId="372"/>
            <ac:inkMk id="60" creationId="{CEB8E247-62E7-E6FB-67AC-12963FC8AF51}"/>
          </ac:inkMkLst>
        </pc:inkChg>
        <pc:inkChg chg="add mod">
          <ac:chgData name="Mahima Weerasinghe" userId="e11e3f55-42da-4e07-8ead-4d7a1d7ea1c6" providerId="ADAL" clId="{34BDDC3C-2AF4-4325-BEDB-C3E623CC2F40}" dt="2024-08-11T14:00:44.875" v="2141"/>
          <ac:inkMkLst>
            <pc:docMk/>
            <pc:sldMk cId="1076085907" sldId="372"/>
            <ac:inkMk id="61" creationId="{CE907D21-39BF-DE58-96BC-DB3C605E3742}"/>
          </ac:inkMkLst>
        </pc:inkChg>
        <pc:inkChg chg="add mod">
          <ac:chgData name="Mahima Weerasinghe" userId="e11e3f55-42da-4e07-8ead-4d7a1d7ea1c6" providerId="ADAL" clId="{34BDDC3C-2AF4-4325-BEDB-C3E623CC2F40}" dt="2024-08-11T14:00:44.875" v="2141"/>
          <ac:inkMkLst>
            <pc:docMk/>
            <pc:sldMk cId="1076085907" sldId="372"/>
            <ac:inkMk id="63" creationId="{A6A77706-E590-9387-DD42-348430CED60A}"/>
          </ac:inkMkLst>
        </pc:inkChg>
        <pc:inkChg chg="add mod">
          <ac:chgData name="Mahima Weerasinghe" userId="e11e3f55-42da-4e07-8ead-4d7a1d7ea1c6" providerId="ADAL" clId="{34BDDC3C-2AF4-4325-BEDB-C3E623CC2F40}" dt="2024-08-11T14:00:44.875" v="2141"/>
          <ac:inkMkLst>
            <pc:docMk/>
            <pc:sldMk cId="1076085907" sldId="372"/>
            <ac:inkMk id="64" creationId="{BC5AF920-CCEE-9F18-968F-F9C56F6D1F2C}"/>
          </ac:inkMkLst>
        </pc:inkChg>
        <pc:inkChg chg="add mod">
          <ac:chgData name="Mahima Weerasinghe" userId="e11e3f55-42da-4e07-8ead-4d7a1d7ea1c6" providerId="ADAL" clId="{34BDDC3C-2AF4-4325-BEDB-C3E623CC2F40}" dt="2024-08-11T14:00:44.875" v="2141"/>
          <ac:inkMkLst>
            <pc:docMk/>
            <pc:sldMk cId="1076085907" sldId="372"/>
            <ac:inkMk id="65" creationId="{7BCB218F-7121-9780-08DA-677418CD7BA2}"/>
          </ac:inkMkLst>
        </pc:inkChg>
        <pc:inkChg chg="add mod">
          <ac:chgData name="Mahima Weerasinghe" userId="e11e3f55-42da-4e07-8ead-4d7a1d7ea1c6" providerId="ADAL" clId="{34BDDC3C-2AF4-4325-BEDB-C3E623CC2F40}" dt="2024-08-11T14:00:44.875" v="2141"/>
          <ac:inkMkLst>
            <pc:docMk/>
            <pc:sldMk cId="1076085907" sldId="372"/>
            <ac:inkMk id="66" creationId="{2E478D40-A5DB-0C55-F7B5-CADAFB6EDC41}"/>
          </ac:inkMkLst>
        </pc:inkChg>
        <pc:inkChg chg="add mod">
          <ac:chgData name="Mahima Weerasinghe" userId="e11e3f55-42da-4e07-8ead-4d7a1d7ea1c6" providerId="ADAL" clId="{34BDDC3C-2AF4-4325-BEDB-C3E623CC2F40}" dt="2024-08-11T14:00:44.875" v="2141"/>
          <ac:inkMkLst>
            <pc:docMk/>
            <pc:sldMk cId="1076085907" sldId="372"/>
            <ac:inkMk id="68" creationId="{0C7EFCE9-5C2F-A349-3C55-3A5B15BF6467}"/>
          </ac:inkMkLst>
        </pc:inkChg>
        <pc:inkChg chg="add mod">
          <ac:chgData name="Mahima Weerasinghe" userId="e11e3f55-42da-4e07-8ead-4d7a1d7ea1c6" providerId="ADAL" clId="{34BDDC3C-2AF4-4325-BEDB-C3E623CC2F40}" dt="2024-08-11T14:00:44.875" v="2141"/>
          <ac:inkMkLst>
            <pc:docMk/>
            <pc:sldMk cId="1076085907" sldId="372"/>
            <ac:inkMk id="69" creationId="{B9D6F9EF-8F8A-C552-AC18-A3252359CE20}"/>
          </ac:inkMkLst>
        </pc:inkChg>
        <pc:inkChg chg="add mod">
          <ac:chgData name="Mahima Weerasinghe" userId="e11e3f55-42da-4e07-8ead-4d7a1d7ea1c6" providerId="ADAL" clId="{34BDDC3C-2AF4-4325-BEDB-C3E623CC2F40}" dt="2024-08-11T14:00:44.875" v="2141"/>
          <ac:inkMkLst>
            <pc:docMk/>
            <pc:sldMk cId="1076085907" sldId="372"/>
            <ac:inkMk id="71" creationId="{FE16AC5D-CADB-CDB3-7338-CAB71F18D892}"/>
          </ac:inkMkLst>
        </pc:inkChg>
        <pc:inkChg chg="add mod">
          <ac:chgData name="Mahima Weerasinghe" userId="e11e3f55-42da-4e07-8ead-4d7a1d7ea1c6" providerId="ADAL" clId="{34BDDC3C-2AF4-4325-BEDB-C3E623CC2F40}" dt="2024-08-11T14:00:44.875" v="2141"/>
          <ac:inkMkLst>
            <pc:docMk/>
            <pc:sldMk cId="1076085907" sldId="372"/>
            <ac:inkMk id="72" creationId="{9C1B3F8E-6D5D-7EA5-1B46-391731A40325}"/>
          </ac:inkMkLst>
        </pc:inkChg>
        <pc:inkChg chg="add mod">
          <ac:chgData name="Mahima Weerasinghe" userId="e11e3f55-42da-4e07-8ead-4d7a1d7ea1c6" providerId="ADAL" clId="{34BDDC3C-2AF4-4325-BEDB-C3E623CC2F40}" dt="2024-08-11T14:00:44.875" v="2141"/>
          <ac:inkMkLst>
            <pc:docMk/>
            <pc:sldMk cId="1076085907" sldId="372"/>
            <ac:inkMk id="74" creationId="{F4355E9A-708A-C300-078E-2C9D1FAD7D5A}"/>
          </ac:inkMkLst>
        </pc:inkChg>
        <pc:inkChg chg="add mod">
          <ac:chgData name="Mahima Weerasinghe" userId="e11e3f55-42da-4e07-8ead-4d7a1d7ea1c6" providerId="ADAL" clId="{34BDDC3C-2AF4-4325-BEDB-C3E623CC2F40}" dt="2024-08-11T14:00:44.875" v="2141"/>
          <ac:inkMkLst>
            <pc:docMk/>
            <pc:sldMk cId="1076085907" sldId="372"/>
            <ac:inkMk id="75" creationId="{EA20A059-1E9F-9148-67F1-C296B2D06A2B}"/>
          </ac:inkMkLst>
        </pc:inkChg>
        <pc:inkChg chg="add mod">
          <ac:chgData name="Mahima Weerasinghe" userId="e11e3f55-42da-4e07-8ead-4d7a1d7ea1c6" providerId="ADAL" clId="{34BDDC3C-2AF4-4325-BEDB-C3E623CC2F40}" dt="2024-08-11T14:00:44.875" v="2141"/>
          <ac:inkMkLst>
            <pc:docMk/>
            <pc:sldMk cId="1076085907" sldId="372"/>
            <ac:inkMk id="76" creationId="{1F792ED7-C378-8A9B-2E83-C986BB2F3FA7}"/>
          </ac:inkMkLst>
        </pc:inkChg>
        <pc:inkChg chg="add mod">
          <ac:chgData name="Mahima Weerasinghe" userId="e11e3f55-42da-4e07-8ead-4d7a1d7ea1c6" providerId="ADAL" clId="{34BDDC3C-2AF4-4325-BEDB-C3E623CC2F40}" dt="2024-08-11T14:00:44.875" v="2141"/>
          <ac:inkMkLst>
            <pc:docMk/>
            <pc:sldMk cId="1076085907" sldId="372"/>
            <ac:inkMk id="77" creationId="{E7EB1FA4-2243-A6CE-0337-CBB8959C7564}"/>
          </ac:inkMkLst>
        </pc:inkChg>
        <pc:inkChg chg="add mod">
          <ac:chgData name="Mahima Weerasinghe" userId="e11e3f55-42da-4e07-8ead-4d7a1d7ea1c6" providerId="ADAL" clId="{34BDDC3C-2AF4-4325-BEDB-C3E623CC2F40}" dt="2024-08-11T14:00:44.875" v="2141"/>
          <ac:inkMkLst>
            <pc:docMk/>
            <pc:sldMk cId="1076085907" sldId="372"/>
            <ac:inkMk id="78" creationId="{930FA5DA-6FF8-DE18-B71B-449C911523CE}"/>
          </ac:inkMkLst>
        </pc:inkChg>
        <pc:inkChg chg="add mod">
          <ac:chgData name="Mahima Weerasinghe" userId="e11e3f55-42da-4e07-8ead-4d7a1d7ea1c6" providerId="ADAL" clId="{34BDDC3C-2AF4-4325-BEDB-C3E623CC2F40}" dt="2024-08-11T14:00:44.875" v="2141"/>
          <ac:inkMkLst>
            <pc:docMk/>
            <pc:sldMk cId="1076085907" sldId="372"/>
            <ac:inkMk id="79" creationId="{601003FE-C715-C9D6-7560-F36778B7DB93}"/>
          </ac:inkMkLst>
        </pc:inkChg>
        <pc:inkChg chg="add mod">
          <ac:chgData name="Mahima Weerasinghe" userId="e11e3f55-42da-4e07-8ead-4d7a1d7ea1c6" providerId="ADAL" clId="{34BDDC3C-2AF4-4325-BEDB-C3E623CC2F40}" dt="2024-08-11T14:00:44.875" v="2141"/>
          <ac:inkMkLst>
            <pc:docMk/>
            <pc:sldMk cId="1076085907" sldId="372"/>
            <ac:inkMk id="80" creationId="{725B6925-B3B8-A46D-1A0E-EABBB6411CD6}"/>
          </ac:inkMkLst>
        </pc:inkChg>
        <pc:inkChg chg="add mod">
          <ac:chgData name="Mahima Weerasinghe" userId="e11e3f55-42da-4e07-8ead-4d7a1d7ea1c6" providerId="ADAL" clId="{34BDDC3C-2AF4-4325-BEDB-C3E623CC2F40}" dt="2024-08-11T14:00:44.875" v="2141"/>
          <ac:inkMkLst>
            <pc:docMk/>
            <pc:sldMk cId="1076085907" sldId="372"/>
            <ac:inkMk id="81" creationId="{87B92623-709B-7747-83FC-6398128D14C4}"/>
          </ac:inkMkLst>
        </pc:inkChg>
        <pc:inkChg chg="add mod">
          <ac:chgData name="Mahima Weerasinghe" userId="e11e3f55-42da-4e07-8ead-4d7a1d7ea1c6" providerId="ADAL" clId="{34BDDC3C-2AF4-4325-BEDB-C3E623CC2F40}" dt="2024-08-11T14:03:01.752" v="2150"/>
          <ac:inkMkLst>
            <pc:docMk/>
            <pc:sldMk cId="1076085907" sldId="372"/>
            <ac:inkMk id="83" creationId="{BE152DDC-DFFB-A829-0BD7-DB709FC3DDF6}"/>
          </ac:inkMkLst>
        </pc:inkChg>
        <pc:inkChg chg="add mod">
          <ac:chgData name="Mahima Weerasinghe" userId="e11e3f55-42da-4e07-8ead-4d7a1d7ea1c6" providerId="ADAL" clId="{34BDDC3C-2AF4-4325-BEDB-C3E623CC2F40}" dt="2024-08-11T14:03:01.752" v="2150"/>
          <ac:inkMkLst>
            <pc:docMk/>
            <pc:sldMk cId="1076085907" sldId="372"/>
            <ac:inkMk id="84" creationId="{51C4E247-7474-78A1-D0D8-5DA12D0E3CF1}"/>
          </ac:inkMkLst>
        </pc:inkChg>
        <pc:inkChg chg="add mod">
          <ac:chgData name="Mahima Weerasinghe" userId="e11e3f55-42da-4e07-8ead-4d7a1d7ea1c6" providerId="ADAL" clId="{34BDDC3C-2AF4-4325-BEDB-C3E623CC2F40}" dt="2024-08-11T14:03:01.752" v="2150"/>
          <ac:inkMkLst>
            <pc:docMk/>
            <pc:sldMk cId="1076085907" sldId="372"/>
            <ac:inkMk id="85" creationId="{9261FD1C-A5B6-5388-015A-767199E98537}"/>
          </ac:inkMkLst>
        </pc:inkChg>
        <pc:inkChg chg="add mod">
          <ac:chgData name="Mahima Weerasinghe" userId="e11e3f55-42da-4e07-8ead-4d7a1d7ea1c6" providerId="ADAL" clId="{34BDDC3C-2AF4-4325-BEDB-C3E623CC2F40}" dt="2024-08-11T14:03:01.752" v="2150"/>
          <ac:inkMkLst>
            <pc:docMk/>
            <pc:sldMk cId="1076085907" sldId="372"/>
            <ac:inkMk id="87" creationId="{E9E2AF06-B576-DC6A-6CAD-ADBF4359E77B}"/>
          </ac:inkMkLst>
        </pc:inkChg>
        <pc:inkChg chg="add mod">
          <ac:chgData name="Mahima Weerasinghe" userId="e11e3f55-42da-4e07-8ead-4d7a1d7ea1c6" providerId="ADAL" clId="{34BDDC3C-2AF4-4325-BEDB-C3E623CC2F40}" dt="2024-08-11T14:03:01.752" v="2150"/>
          <ac:inkMkLst>
            <pc:docMk/>
            <pc:sldMk cId="1076085907" sldId="372"/>
            <ac:inkMk id="88" creationId="{07F482DB-B4CD-2E11-53D5-14E43BBB20EF}"/>
          </ac:inkMkLst>
        </pc:inkChg>
        <pc:inkChg chg="add mod">
          <ac:chgData name="Mahima Weerasinghe" userId="e11e3f55-42da-4e07-8ead-4d7a1d7ea1c6" providerId="ADAL" clId="{34BDDC3C-2AF4-4325-BEDB-C3E623CC2F40}" dt="2024-08-11T14:03:01.752" v="2150"/>
          <ac:inkMkLst>
            <pc:docMk/>
            <pc:sldMk cId="1076085907" sldId="372"/>
            <ac:inkMk id="89" creationId="{3824BA38-CB3C-70FB-A3D6-6B020005ECE7}"/>
          </ac:inkMkLst>
        </pc:inkChg>
        <pc:inkChg chg="add mod">
          <ac:chgData name="Mahima Weerasinghe" userId="e11e3f55-42da-4e07-8ead-4d7a1d7ea1c6" providerId="ADAL" clId="{34BDDC3C-2AF4-4325-BEDB-C3E623CC2F40}" dt="2024-08-11T14:03:01.752" v="2150"/>
          <ac:inkMkLst>
            <pc:docMk/>
            <pc:sldMk cId="1076085907" sldId="372"/>
            <ac:inkMk id="90" creationId="{62BC2B51-8AC2-A786-745C-269DCF65C054}"/>
          </ac:inkMkLst>
        </pc:inkChg>
        <pc:inkChg chg="add mod">
          <ac:chgData name="Mahima Weerasinghe" userId="e11e3f55-42da-4e07-8ead-4d7a1d7ea1c6" providerId="ADAL" clId="{34BDDC3C-2AF4-4325-BEDB-C3E623CC2F40}" dt="2024-08-11T14:05:15.125" v="2257"/>
          <ac:inkMkLst>
            <pc:docMk/>
            <pc:sldMk cId="1076085907" sldId="372"/>
            <ac:inkMk id="92" creationId="{9287F691-1A27-29A2-F034-2B7E82E22D2F}"/>
          </ac:inkMkLst>
        </pc:inkChg>
        <pc:inkChg chg="add mod">
          <ac:chgData name="Mahima Weerasinghe" userId="e11e3f55-42da-4e07-8ead-4d7a1d7ea1c6" providerId="ADAL" clId="{34BDDC3C-2AF4-4325-BEDB-C3E623CC2F40}" dt="2024-08-11T14:05:15.125" v="2257"/>
          <ac:inkMkLst>
            <pc:docMk/>
            <pc:sldMk cId="1076085907" sldId="372"/>
            <ac:inkMk id="93" creationId="{454A52F0-1519-C8BD-B66B-5D6DFC27D3CC}"/>
          </ac:inkMkLst>
        </pc:inkChg>
        <pc:inkChg chg="add mod">
          <ac:chgData name="Mahima Weerasinghe" userId="e11e3f55-42da-4e07-8ead-4d7a1d7ea1c6" providerId="ADAL" clId="{34BDDC3C-2AF4-4325-BEDB-C3E623CC2F40}" dt="2024-08-11T14:05:15.125" v="2257"/>
          <ac:inkMkLst>
            <pc:docMk/>
            <pc:sldMk cId="1076085907" sldId="372"/>
            <ac:inkMk id="94" creationId="{0EDE6C49-860E-3B2E-E466-406EF1F73863}"/>
          </ac:inkMkLst>
        </pc:inkChg>
        <pc:inkChg chg="add mod">
          <ac:chgData name="Mahima Weerasinghe" userId="e11e3f55-42da-4e07-8ead-4d7a1d7ea1c6" providerId="ADAL" clId="{34BDDC3C-2AF4-4325-BEDB-C3E623CC2F40}" dt="2024-08-11T14:05:15.125" v="2257"/>
          <ac:inkMkLst>
            <pc:docMk/>
            <pc:sldMk cId="1076085907" sldId="372"/>
            <ac:inkMk id="95" creationId="{89BB64DF-8B66-F051-6B16-87FC8BCBDC6A}"/>
          </ac:inkMkLst>
        </pc:inkChg>
        <pc:inkChg chg="add mod">
          <ac:chgData name="Mahima Weerasinghe" userId="e11e3f55-42da-4e07-8ead-4d7a1d7ea1c6" providerId="ADAL" clId="{34BDDC3C-2AF4-4325-BEDB-C3E623CC2F40}" dt="2024-08-11T14:05:15.125" v="2257"/>
          <ac:inkMkLst>
            <pc:docMk/>
            <pc:sldMk cId="1076085907" sldId="372"/>
            <ac:inkMk id="96" creationId="{0B80DF53-619A-B1B0-C4AE-AAD2E325DE6A}"/>
          </ac:inkMkLst>
        </pc:inkChg>
        <pc:inkChg chg="add mod">
          <ac:chgData name="Mahima Weerasinghe" userId="e11e3f55-42da-4e07-8ead-4d7a1d7ea1c6" providerId="ADAL" clId="{34BDDC3C-2AF4-4325-BEDB-C3E623CC2F40}" dt="2024-08-11T14:05:15.125" v="2257"/>
          <ac:inkMkLst>
            <pc:docMk/>
            <pc:sldMk cId="1076085907" sldId="372"/>
            <ac:inkMk id="98" creationId="{0E73B0A6-2570-03F5-D444-CB77E87C44C2}"/>
          </ac:inkMkLst>
        </pc:inkChg>
        <pc:inkChg chg="add mod">
          <ac:chgData name="Mahima Weerasinghe" userId="e11e3f55-42da-4e07-8ead-4d7a1d7ea1c6" providerId="ADAL" clId="{34BDDC3C-2AF4-4325-BEDB-C3E623CC2F40}" dt="2024-08-11T14:05:15.125" v="2257"/>
          <ac:inkMkLst>
            <pc:docMk/>
            <pc:sldMk cId="1076085907" sldId="372"/>
            <ac:inkMk id="99" creationId="{4D3456ED-0E07-A983-F0BD-8353A48F4757}"/>
          </ac:inkMkLst>
        </pc:inkChg>
        <pc:inkChg chg="add mod">
          <ac:chgData name="Mahima Weerasinghe" userId="e11e3f55-42da-4e07-8ead-4d7a1d7ea1c6" providerId="ADAL" clId="{34BDDC3C-2AF4-4325-BEDB-C3E623CC2F40}" dt="2024-08-11T14:05:15.125" v="2257"/>
          <ac:inkMkLst>
            <pc:docMk/>
            <pc:sldMk cId="1076085907" sldId="372"/>
            <ac:inkMk id="100" creationId="{C5103EF3-9F28-3447-4F35-4B514A8E95A2}"/>
          </ac:inkMkLst>
        </pc:inkChg>
        <pc:inkChg chg="add mod">
          <ac:chgData name="Mahima Weerasinghe" userId="e11e3f55-42da-4e07-8ead-4d7a1d7ea1c6" providerId="ADAL" clId="{34BDDC3C-2AF4-4325-BEDB-C3E623CC2F40}" dt="2024-08-11T14:05:15.125" v="2257"/>
          <ac:inkMkLst>
            <pc:docMk/>
            <pc:sldMk cId="1076085907" sldId="372"/>
            <ac:inkMk id="101" creationId="{EF498309-7A32-7711-912B-D88551BD27C8}"/>
          </ac:inkMkLst>
        </pc:inkChg>
        <pc:inkChg chg="add mod">
          <ac:chgData name="Mahima Weerasinghe" userId="e11e3f55-42da-4e07-8ead-4d7a1d7ea1c6" providerId="ADAL" clId="{34BDDC3C-2AF4-4325-BEDB-C3E623CC2F40}" dt="2024-08-11T14:05:15.125" v="2257"/>
          <ac:inkMkLst>
            <pc:docMk/>
            <pc:sldMk cId="1076085907" sldId="372"/>
            <ac:inkMk id="102" creationId="{A8EAA61F-25F2-D509-9D01-9D1E72C696E0}"/>
          </ac:inkMkLst>
        </pc:inkChg>
        <pc:inkChg chg="add mod">
          <ac:chgData name="Mahima Weerasinghe" userId="e11e3f55-42da-4e07-8ead-4d7a1d7ea1c6" providerId="ADAL" clId="{34BDDC3C-2AF4-4325-BEDB-C3E623CC2F40}" dt="2024-08-11T14:05:15.125" v="2257"/>
          <ac:inkMkLst>
            <pc:docMk/>
            <pc:sldMk cId="1076085907" sldId="372"/>
            <ac:inkMk id="104" creationId="{02576D65-DFF6-63D9-3103-3A309E7614D2}"/>
          </ac:inkMkLst>
        </pc:inkChg>
        <pc:inkChg chg="add mod">
          <ac:chgData name="Mahima Weerasinghe" userId="e11e3f55-42da-4e07-8ead-4d7a1d7ea1c6" providerId="ADAL" clId="{34BDDC3C-2AF4-4325-BEDB-C3E623CC2F40}" dt="2024-08-11T14:05:15.125" v="2257"/>
          <ac:inkMkLst>
            <pc:docMk/>
            <pc:sldMk cId="1076085907" sldId="372"/>
            <ac:inkMk id="105" creationId="{E34134D3-5703-E571-897B-A0A331673419}"/>
          </ac:inkMkLst>
        </pc:inkChg>
        <pc:inkChg chg="add mod">
          <ac:chgData name="Mahima Weerasinghe" userId="e11e3f55-42da-4e07-8ead-4d7a1d7ea1c6" providerId="ADAL" clId="{34BDDC3C-2AF4-4325-BEDB-C3E623CC2F40}" dt="2024-08-11T14:05:15.125" v="2257"/>
          <ac:inkMkLst>
            <pc:docMk/>
            <pc:sldMk cId="1076085907" sldId="372"/>
            <ac:inkMk id="106" creationId="{DDB39AE8-5667-A2FE-63FA-2379FEA2330D}"/>
          </ac:inkMkLst>
        </pc:inkChg>
        <pc:inkChg chg="add mod">
          <ac:chgData name="Mahima Weerasinghe" userId="e11e3f55-42da-4e07-8ead-4d7a1d7ea1c6" providerId="ADAL" clId="{34BDDC3C-2AF4-4325-BEDB-C3E623CC2F40}" dt="2024-08-11T14:05:15.125" v="2257"/>
          <ac:inkMkLst>
            <pc:docMk/>
            <pc:sldMk cId="1076085907" sldId="372"/>
            <ac:inkMk id="107" creationId="{82C64DBC-DC7F-10CF-48DA-42D80BF47341}"/>
          </ac:inkMkLst>
        </pc:inkChg>
        <pc:inkChg chg="add mod">
          <ac:chgData name="Mahima Weerasinghe" userId="e11e3f55-42da-4e07-8ead-4d7a1d7ea1c6" providerId="ADAL" clId="{34BDDC3C-2AF4-4325-BEDB-C3E623CC2F40}" dt="2024-08-11T14:05:15.125" v="2257"/>
          <ac:inkMkLst>
            <pc:docMk/>
            <pc:sldMk cId="1076085907" sldId="372"/>
            <ac:inkMk id="109" creationId="{C905A026-4EF9-8A28-B121-FA2145A3D208}"/>
          </ac:inkMkLst>
        </pc:inkChg>
        <pc:inkChg chg="add mod">
          <ac:chgData name="Mahima Weerasinghe" userId="e11e3f55-42da-4e07-8ead-4d7a1d7ea1c6" providerId="ADAL" clId="{34BDDC3C-2AF4-4325-BEDB-C3E623CC2F40}" dt="2024-08-11T14:05:15.125" v="2257"/>
          <ac:inkMkLst>
            <pc:docMk/>
            <pc:sldMk cId="1076085907" sldId="372"/>
            <ac:inkMk id="110" creationId="{E6DF284D-C5A4-FFB0-456E-3A6961927B42}"/>
          </ac:inkMkLst>
        </pc:inkChg>
        <pc:inkChg chg="add mod">
          <ac:chgData name="Mahima Weerasinghe" userId="e11e3f55-42da-4e07-8ead-4d7a1d7ea1c6" providerId="ADAL" clId="{34BDDC3C-2AF4-4325-BEDB-C3E623CC2F40}" dt="2024-08-11T14:05:15.125" v="2257"/>
          <ac:inkMkLst>
            <pc:docMk/>
            <pc:sldMk cId="1076085907" sldId="372"/>
            <ac:inkMk id="112" creationId="{A466F288-189C-CD7F-E894-ED34A9DD4BCE}"/>
          </ac:inkMkLst>
        </pc:inkChg>
        <pc:inkChg chg="add mod">
          <ac:chgData name="Mahima Weerasinghe" userId="e11e3f55-42da-4e07-8ead-4d7a1d7ea1c6" providerId="ADAL" clId="{34BDDC3C-2AF4-4325-BEDB-C3E623CC2F40}" dt="2024-08-11T14:05:15.125" v="2257"/>
          <ac:inkMkLst>
            <pc:docMk/>
            <pc:sldMk cId="1076085907" sldId="372"/>
            <ac:inkMk id="113" creationId="{2F45D2B7-87DB-39C7-A227-34ECC74EEDBE}"/>
          </ac:inkMkLst>
        </pc:inkChg>
        <pc:inkChg chg="add mod">
          <ac:chgData name="Mahima Weerasinghe" userId="e11e3f55-42da-4e07-8ead-4d7a1d7ea1c6" providerId="ADAL" clId="{34BDDC3C-2AF4-4325-BEDB-C3E623CC2F40}" dt="2024-08-11T14:05:15.125" v="2257"/>
          <ac:inkMkLst>
            <pc:docMk/>
            <pc:sldMk cId="1076085907" sldId="372"/>
            <ac:inkMk id="114" creationId="{D38FCBD5-22AD-742E-37D9-96D29E11A505}"/>
          </ac:inkMkLst>
        </pc:inkChg>
        <pc:inkChg chg="add mod">
          <ac:chgData name="Mahima Weerasinghe" userId="e11e3f55-42da-4e07-8ead-4d7a1d7ea1c6" providerId="ADAL" clId="{34BDDC3C-2AF4-4325-BEDB-C3E623CC2F40}" dt="2024-08-11T14:05:15.125" v="2257"/>
          <ac:inkMkLst>
            <pc:docMk/>
            <pc:sldMk cId="1076085907" sldId="372"/>
            <ac:inkMk id="115" creationId="{B4CF6012-6AE2-5CA4-8509-266F2102ACE0}"/>
          </ac:inkMkLst>
        </pc:inkChg>
        <pc:inkChg chg="add mod">
          <ac:chgData name="Mahima Weerasinghe" userId="e11e3f55-42da-4e07-8ead-4d7a1d7ea1c6" providerId="ADAL" clId="{34BDDC3C-2AF4-4325-BEDB-C3E623CC2F40}" dt="2024-08-11T14:05:15.125" v="2257"/>
          <ac:inkMkLst>
            <pc:docMk/>
            <pc:sldMk cId="1076085907" sldId="372"/>
            <ac:inkMk id="116" creationId="{4D7A5320-EB7F-B0DC-D326-4AF50CD220A9}"/>
          </ac:inkMkLst>
        </pc:inkChg>
        <pc:inkChg chg="add mod">
          <ac:chgData name="Mahima Weerasinghe" userId="e11e3f55-42da-4e07-8ead-4d7a1d7ea1c6" providerId="ADAL" clId="{34BDDC3C-2AF4-4325-BEDB-C3E623CC2F40}" dt="2024-08-11T14:05:15.125" v="2257"/>
          <ac:inkMkLst>
            <pc:docMk/>
            <pc:sldMk cId="1076085907" sldId="372"/>
            <ac:inkMk id="117" creationId="{85D61554-5FC5-53CE-568A-34D8D55673F2}"/>
          </ac:inkMkLst>
        </pc:inkChg>
        <pc:inkChg chg="add mod">
          <ac:chgData name="Mahima Weerasinghe" userId="e11e3f55-42da-4e07-8ead-4d7a1d7ea1c6" providerId="ADAL" clId="{34BDDC3C-2AF4-4325-BEDB-C3E623CC2F40}" dt="2024-08-11T14:05:27.961" v="2277"/>
          <ac:inkMkLst>
            <pc:docMk/>
            <pc:sldMk cId="1076085907" sldId="372"/>
            <ac:inkMk id="119" creationId="{1F54303C-74EB-5D9F-860C-97E235C76130}"/>
          </ac:inkMkLst>
        </pc:inkChg>
        <pc:inkChg chg="add mod">
          <ac:chgData name="Mahima Weerasinghe" userId="e11e3f55-42da-4e07-8ead-4d7a1d7ea1c6" providerId="ADAL" clId="{34BDDC3C-2AF4-4325-BEDB-C3E623CC2F40}" dt="2024-08-11T14:05:27.961" v="2277"/>
          <ac:inkMkLst>
            <pc:docMk/>
            <pc:sldMk cId="1076085907" sldId="372"/>
            <ac:inkMk id="120" creationId="{F57B2AF8-B392-5DEC-D514-FD83B10D9187}"/>
          </ac:inkMkLst>
        </pc:inkChg>
        <pc:inkChg chg="add mod">
          <ac:chgData name="Mahima Weerasinghe" userId="e11e3f55-42da-4e07-8ead-4d7a1d7ea1c6" providerId="ADAL" clId="{34BDDC3C-2AF4-4325-BEDB-C3E623CC2F40}" dt="2024-08-11T14:05:27.961" v="2277"/>
          <ac:inkMkLst>
            <pc:docMk/>
            <pc:sldMk cId="1076085907" sldId="372"/>
            <ac:inkMk id="121" creationId="{B173EF6B-EB7F-AAD1-191F-DEE40D5C4649}"/>
          </ac:inkMkLst>
        </pc:inkChg>
        <pc:inkChg chg="add mod">
          <ac:chgData name="Mahima Weerasinghe" userId="e11e3f55-42da-4e07-8ead-4d7a1d7ea1c6" providerId="ADAL" clId="{34BDDC3C-2AF4-4325-BEDB-C3E623CC2F40}" dt="2024-08-11T14:05:15.125" v="2257"/>
          <ac:inkMkLst>
            <pc:docMk/>
            <pc:sldMk cId="1076085907" sldId="372"/>
            <ac:inkMk id="123" creationId="{A8F5A4A2-1B51-DF4F-1C7F-EA0E4482AAB2}"/>
          </ac:inkMkLst>
        </pc:inkChg>
        <pc:inkChg chg="add mod">
          <ac:chgData name="Mahima Weerasinghe" userId="e11e3f55-42da-4e07-8ead-4d7a1d7ea1c6" providerId="ADAL" clId="{34BDDC3C-2AF4-4325-BEDB-C3E623CC2F40}" dt="2024-08-11T14:05:15.125" v="2257"/>
          <ac:inkMkLst>
            <pc:docMk/>
            <pc:sldMk cId="1076085907" sldId="372"/>
            <ac:inkMk id="124" creationId="{FE378608-8106-717C-9FBF-EF828CE60BEC}"/>
          </ac:inkMkLst>
        </pc:inkChg>
        <pc:inkChg chg="add mod">
          <ac:chgData name="Mahima Weerasinghe" userId="e11e3f55-42da-4e07-8ead-4d7a1d7ea1c6" providerId="ADAL" clId="{34BDDC3C-2AF4-4325-BEDB-C3E623CC2F40}" dt="2024-08-11T14:05:15.125" v="2257"/>
          <ac:inkMkLst>
            <pc:docMk/>
            <pc:sldMk cId="1076085907" sldId="372"/>
            <ac:inkMk id="125" creationId="{A3A2FCEA-D4AF-DC2A-E62F-5E6A8C23E454}"/>
          </ac:inkMkLst>
        </pc:inkChg>
        <pc:inkChg chg="add mod">
          <ac:chgData name="Mahima Weerasinghe" userId="e11e3f55-42da-4e07-8ead-4d7a1d7ea1c6" providerId="ADAL" clId="{34BDDC3C-2AF4-4325-BEDB-C3E623CC2F40}" dt="2024-08-11T14:05:15.125" v="2257"/>
          <ac:inkMkLst>
            <pc:docMk/>
            <pc:sldMk cId="1076085907" sldId="372"/>
            <ac:inkMk id="126" creationId="{4442797C-A56E-DC1E-CFF5-368A6A00F1F0}"/>
          </ac:inkMkLst>
        </pc:inkChg>
        <pc:inkChg chg="add mod">
          <ac:chgData name="Mahima Weerasinghe" userId="e11e3f55-42da-4e07-8ead-4d7a1d7ea1c6" providerId="ADAL" clId="{34BDDC3C-2AF4-4325-BEDB-C3E623CC2F40}" dt="2024-08-11T14:05:15.125" v="2257"/>
          <ac:inkMkLst>
            <pc:docMk/>
            <pc:sldMk cId="1076085907" sldId="372"/>
            <ac:inkMk id="127" creationId="{E7374F28-12E8-9AE2-DD46-5638E19F3CB5}"/>
          </ac:inkMkLst>
        </pc:inkChg>
        <pc:inkChg chg="add mod">
          <ac:chgData name="Mahima Weerasinghe" userId="e11e3f55-42da-4e07-8ead-4d7a1d7ea1c6" providerId="ADAL" clId="{34BDDC3C-2AF4-4325-BEDB-C3E623CC2F40}" dt="2024-08-11T14:05:15.125" v="2257"/>
          <ac:inkMkLst>
            <pc:docMk/>
            <pc:sldMk cId="1076085907" sldId="372"/>
            <ac:inkMk id="128" creationId="{9534A8E7-B193-D336-F0D5-EB68284C3722}"/>
          </ac:inkMkLst>
        </pc:inkChg>
        <pc:inkChg chg="add mod">
          <ac:chgData name="Mahima Weerasinghe" userId="e11e3f55-42da-4e07-8ead-4d7a1d7ea1c6" providerId="ADAL" clId="{34BDDC3C-2AF4-4325-BEDB-C3E623CC2F40}" dt="2024-08-11T14:05:15.125" v="2257"/>
          <ac:inkMkLst>
            <pc:docMk/>
            <pc:sldMk cId="1076085907" sldId="372"/>
            <ac:inkMk id="129" creationId="{F9A4DA32-0117-DCA2-CC1A-E20C1AE13407}"/>
          </ac:inkMkLst>
        </pc:inkChg>
        <pc:inkChg chg="add mod">
          <ac:chgData name="Mahima Weerasinghe" userId="e11e3f55-42da-4e07-8ead-4d7a1d7ea1c6" providerId="ADAL" clId="{34BDDC3C-2AF4-4325-BEDB-C3E623CC2F40}" dt="2024-08-11T14:05:15.125" v="2257"/>
          <ac:inkMkLst>
            <pc:docMk/>
            <pc:sldMk cId="1076085907" sldId="372"/>
            <ac:inkMk id="130" creationId="{7A90BB0E-9B34-9DB2-15EA-62AFA2457A0E}"/>
          </ac:inkMkLst>
        </pc:inkChg>
        <pc:inkChg chg="add mod">
          <ac:chgData name="Mahima Weerasinghe" userId="e11e3f55-42da-4e07-8ead-4d7a1d7ea1c6" providerId="ADAL" clId="{34BDDC3C-2AF4-4325-BEDB-C3E623CC2F40}" dt="2024-08-11T14:05:15.125" v="2257"/>
          <ac:inkMkLst>
            <pc:docMk/>
            <pc:sldMk cId="1076085907" sldId="372"/>
            <ac:inkMk id="131" creationId="{931807BF-7DF3-1FC6-32A2-D820A4604EA3}"/>
          </ac:inkMkLst>
        </pc:inkChg>
        <pc:inkChg chg="add mod">
          <ac:chgData name="Mahima Weerasinghe" userId="e11e3f55-42da-4e07-8ead-4d7a1d7ea1c6" providerId="ADAL" clId="{34BDDC3C-2AF4-4325-BEDB-C3E623CC2F40}" dt="2024-08-11T14:05:15.125" v="2257"/>
          <ac:inkMkLst>
            <pc:docMk/>
            <pc:sldMk cId="1076085907" sldId="372"/>
            <ac:inkMk id="133" creationId="{A304BCF8-CDA0-1E1D-09DB-6611A767D216}"/>
          </ac:inkMkLst>
        </pc:inkChg>
        <pc:inkChg chg="add mod">
          <ac:chgData name="Mahima Weerasinghe" userId="e11e3f55-42da-4e07-8ead-4d7a1d7ea1c6" providerId="ADAL" clId="{34BDDC3C-2AF4-4325-BEDB-C3E623CC2F40}" dt="2024-08-11T14:05:15.125" v="2257"/>
          <ac:inkMkLst>
            <pc:docMk/>
            <pc:sldMk cId="1076085907" sldId="372"/>
            <ac:inkMk id="134" creationId="{BEB5A2DD-9984-AAA3-7627-ABAD4497777E}"/>
          </ac:inkMkLst>
        </pc:inkChg>
        <pc:inkChg chg="add mod">
          <ac:chgData name="Mahima Weerasinghe" userId="e11e3f55-42da-4e07-8ead-4d7a1d7ea1c6" providerId="ADAL" clId="{34BDDC3C-2AF4-4325-BEDB-C3E623CC2F40}" dt="2024-08-11T14:05:15.125" v="2257"/>
          <ac:inkMkLst>
            <pc:docMk/>
            <pc:sldMk cId="1076085907" sldId="372"/>
            <ac:inkMk id="135" creationId="{9F75294A-357A-F8B1-8935-CC8690DAA304}"/>
          </ac:inkMkLst>
        </pc:inkChg>
        <pc:inkChg chg="add mod">
          <ac:chgData name="Mahima Weerasinghe" userId="e11e3f55-42da-4e07-8ead-4d7a1d7ea1c6" providerId="ADAL" clId="{34BDDC3C-2AF4-4325-BEDB-C3E623CC2F40}" dt="2024-08-11T14:05:15.125" v="2257"/>
          <ac:inkMkLst>
            <pc:docMk/>
            <pc:sldMk cId="1076085907" sldId="372"/>
            <ac:inkMk id="136" creationId="{FF0DEEC2-0245-BE42-2E82-84BAE2A3F9D1}"/>
          </ac:inkMkLst>
        </pc:inkChg>
        <pc:inkChg chg="add mod">
          <ac:chgData name="Mahima Weerasinghe" userId="e11e3f55-42da-4e07-8ead-4d7a1d7ea1c6" providerId="ADAL" clId="{34BDDC3C-2AF4-4325-BEDB-C3E623CC2F40}" dt="2024-08-11T14:05:15.125" v="2257"/>
          <ac:inkMkLst>
            <pc:docMk/>
            <pc:sldMk cId="1076085907" sldId="372"/>
            <ac:inkMk id="137" creationId="{B55CD30F-F910-2ABE-2A0C-54128C62236C}"/>
          </ac:inkMkLst>
        </pc:inkChg>
        <pc:inkChg chg="add mod">
          <ac:chgData name="Mahima Weerasinghe" userId="e11e3f55-42da-4e07-8ead-4d7a1d7ea1c6" providerId="ADAL" clId="{34BDDC3C-2AF4-4325-BEDB-C3E623CC2F40}" dt="2024-08-11T14:05:27.961" v="2277"/>
          <ac:inkMkLst>
            <pc:docMk/>
            <pc:sldMk cId="1076085907" sldId="372"/>
            <ac:inkMk id="139" creationId="{35BC9AC3-D70B-3AF3-54C6-89A1F619C54A}"/>
          </ac:inkMkLst>
        </pc:inkChg>
        <pc:inkChg chg="add mod">
          <ac:chgData name="Mahima Weerasinghe" userId="e11e3f55-42da-4e07-8ead-4d7a1d7ea1c6" providerId="ADAL" clId="{34BDDC3C-2AF4-4325-BEDB-C3E623CC2F40}" dt="2024-08-11T14:05:27.961" v="2277"/>
          <ac:inkMkLst>
            <pc:docMk/>
            <pc:sldMk cId="1076085907" sldId="372"/>
            <ac:inkMk id="140" creationId="{CAFFE0A8-A6C5-8904-9171-F039914981CB}"/>
          </ac:inkMkLst>
        </pc:inkChg>
        <pc:inkChg chg="add mod">
          <ac:chgData name="Mahima Weerasinghe" userId="e11e3f55-42da-4e07-8ead-4d7a1d7ea1c6" providerId="ADAL" clId="{34BDDC3C-2AF4-4325-BEDB-C3E623CC2F40}" dt="2024-08-11T14:04:16.309" v="2207"/>
          <ac:inkMkLst>
            <pc:docMk/>
            <pc:sldMk cId="1076085907" sldId="372"/>
            <ac:inkMk id="142" creationId="{C445ECBC-16E7-0DB5-8FB2-3115D5B812A8}"/>
          </ac:inkMkLst>
        </pc:inkChg>
        <pc:inkChg chg="add mod">
          <ac:chgData name="Mahima Weerasinghe" userId="e11e3f55-42da-4e07-8ead-4d7a1d7ea1c6" providerId="ADAL" clId="{34BDDC3C-2AF4-4325-BEDB-C3E623CC2F40}" dt="2024-08-11T14:05:15.125" v="2257"/>
          <ac:inkMkLst>
            <pc:docMk/>
            <pc:sldMk cId="1076085907" sldId="372"/>
            <ac:inkMk id="144" creationId="{60EC73DD-28CF-63F3-820D-B465CA16EB56}"/>
          </ac:inkMkLst>
        </pc:inkChg>
        <pc:inkChg chg="add mod">
          <ac:chgData name="Mahima Weerasinghe" userId="e11e3f55-42da-4e07-8ead-4d7a1d7ea1c6" providerId="ADAL" clId="{34BDDC3C-2AF4-4325-BEDB-C3E623CC2F40}" dt="2024-08-11T14:05:15.125" v="2257"/>
          <ac:inkMkLst>
            <pc:docMk/>
            <pc:sldMk cId="1076085907" sldId="372"/>
            <ac:inkMk id="145" creationId="{E0789626-1F50-E5D2-28B4-E74E157AA1D9}"/>
          </ac:inkMkLst>
        </pc:inkChg>
        <pc:inkChg chg="add mod">
          <ac:chgData name="Mahima Weerasinghe" userId="e11e3f55-42da-4e07-8ead-4d7a1d7ea1c6" providerId="ADAL" clId="{34BDDC3C-2AF4-4325-BEDB-C3E623CC2F40}" dt="2024-08-11T14:05:15.125" v="2257"/>
          <ac:inkMkLst>
            <pc:docMk/>
            <pc:sldMk cId="1076085907" sldId="372"/>
            <ac:inkMk id="146" creationId="{B7B5643D-616B-7971-E3C1-DE3BCAF116AD}"/>
          </ac:inkMkLst>
        </pc:inkChg>
        <pc:inkChg chg="add mod">
          <ac:chgData name="Mahima Weerasinghe" userId="e11e3f55-42da-4e07-8ead-4d7a1d7ea1c6" providerId="ADAL" clId="{34BDDC3C-2AF4-4325-BEDB-C3E623CC2F40}" dt="2024-08-11T14:05:15.125" v="2257"/>
          <ac:inkMkLst>
            <pc:docMk/>
            <pc:sldMk cId="1076085907" sldId="372"/>
            <ac:inkMk id="147" creationId="{5B336D1C-2B2A-675F-73F1-DEAC9D99CD0D}"/>
          </ac:inkMkLst>
        </pc:inkChg>
        <pc:inkChg chg="add mod">
          <ac:chgData name="Mahima Weerasinghe" userId="e11e3f55-42da-4e07-8ead-4d7a1d7ea1c6" providerId="ADAL" clId="{34BDDC3C-2AF4-4325-BEDB-C3E623CC2F40}" dt="2024-08-11T14:05:27.961" v="2277"/>
          <ac:inkMkLst>
            <pc:docMk/>
            <pc:sldMk cId="1076085907" sldId="372"/>
            <ac:inkMk id="149" creationId="{3BEFCC3C-2970-1CB1-1C14-6234276F8AD6}"/>
          </ac:inkMkLst>
        </pc:inkChg>
        <pc:inkChg chg="add mod">
          <ac:chgData name="Mahima Weerasinghe" userId="e11e3f55-42da-4e07-8ead-4d7a1d7ea1c6" providerId="ADAL" clId="{34BDDC3C-2AF4-4325-BEDB-C3E623CC2F40}" dt="2024-08-11T14:05:27.961" v="2277"/>
          <ac:inkMkLst>
            <pc:docMk/>
            <pc:sldMk cId="1076085907" sldId="372"/>
            <ac:inkMk id="150" creationId="{2BE17CE2-3330-6645-B498-65B3FED6BEE3}"/>
          </ac:inkMkLst>
        </pc:inkChg>
        <pc:inkChg chg="add mod">
          <ac:chgData name="Mahima Weerasinghe" userId="e11e3f55-42da-4e07-8ead-4d7a1d7ea1c6" providerId="ADAL" clId="{34BDDC3C-2AF4-4325-BEDB-C3E623CC2F40}" dt="2024-08-11T14:05:27.961" v="2277"/>
          <ac:inkMkLst>
            <pc:docMk/>
            <pc:sldMk cId="1076085907" sldId="372"/>
            <ac:inkMk id="152" creationId="{04E43273-3AE0-F353-C22C-B5D30161788C}"/>
          </ac:inkMkLst>
        </pc:inkChg>
        <pc:inkChg chg="add mod">
          <ac:chgData name="Mahima Weerasinghe" userId="e11e3f55-42da-4e07-8ead-4d7a1d7ea1c6" providerId="ADAL" clId="{34BDDC3C-2AF4-4325-BEDB-C3E623CC2F40}" dt="2024-08-11T14:05:27.961" v="2277"/>
          <ac:inkMkLst>
            <pc:docMk/>
            <pc:sldMk cId="1076085907" sldId="372"/>
            <ac:inkMk id="153" creationId="{A3300575-0C92-595B-545C-F0AD0DFFE4A5}"/>
          </ac:inkMkLst>
        </pc:inkChg>
        <pc:inkChg chg="add mod">
          <ac:chgData name="Mahima Weerasinghe" userId="e11e3f55-42da-4e07-8ead-4d7a1d7ea1c6" providerId="ADAL" clId="{34BDDC3C-2AF4-4325-BEDB-C3E623CC2F40}" dt="2024-08-11T14:05:15.125" v="2257"/>
          <ac:inkMkLst>
            <pc:docMk/>
            <pc:sldMk cId="1076085907" sldId="372"/>
            <ac:inkMk id="155" creationId="{B1309A25-4021-8FE6-D0B0-DB79A7C48F94}"/>
          </ac:inkMkLst>
        </pc:inkChg>
        <pc:inkChg chg="add mod">
          <ac:chgData name="Mahima Weerasinghe" userId="e11e3f55-42da-4e07-8ead-4d7a1d7ea1c6" providerId="ADAL" clId="{34BDDC3C-2AF4-4325-BEDB-C3E623CC2F40}" dt="2024-08-11T14:05:15.125" v="2257"/>
          <ac:inkMkLst>
            <pc:docMk/>
            <pc:sldMk cId="1076085907" sldId="372"/>
            <ac:inkMk id="156" creationId="{076545A0-794F-3445-23D8-6D7B6E8DF2D0}"/>
          </ac:inkMkLst>
        </pc:inkChg>
        <pc:inkChg chg="add mod">
          <ac:chgData name="Mahima Weerasinghe" userId="e11e3f55-42da-4e07-8ead-4d7a1d7ea1c6" providerId="ADAL" clId="{34BDDC3C-2AF4-4325-BEDB-C3E623CC2F40}" dt="2024-08-11T14:05:15.125" v="2257"/>
          <ac:inkMkLst>
            <pc:docMk/>
            <pc:sldMk cId="1076085907" sldId="372"/>
            <ac:inkMk id="157" creationId="{11CADB52-FC23-FE49-974D-160323471A16}"/>
          </ac:inkMkLst>
        </pc:inkChg>
        <pc:inkChg chg="add mod">
          <ac:chgData name="Mahima Weerasinghe" userId="e11e3f55-42da-4e07-8ead-4d7a1d7ea1c6" providerId="ADAL" clId="{34BDDC3C-2AF4-4325-BEDB-C3E623CC2F40}" dt="2024-08-11T14:05:15.125" v="2257"/>
          <ac:inkMkLst>
            <pc:docMk/>
            <pc:sldMk cId="1076085907" sldId="372"/>
            <ac:inkMk id="158" creationId="{BFC83965-1664-A601-3094-8C6E6DCBC8FA}"/>
          </ac:inkMkLst>
        </pc:inkChg>
        <pc:inkChg chg="add mod">
          <ac:chgData name="Mahima Weerasinghe" userId="e11e3f55-42da-4e07-8ead-4d7a1d7ea1c6" providerId="ADAL" clId="{34BDDC3C-2AF4-4325-BEDB-C3E623CC2F40}" dt="2024-08-11T14:05:15.125" v="2257"/>
          <ac:inkMkLst>
            <pc:docMk/>
            <pc:sldMk cId="1076085907" sldId="372"/>
            <ac:inkMk id="160" creationId="{F9A27E8F-9345-DB63-426D-DA173361F022}"/>
          </ac:inkMkLst>
        </pc:inkChg>
        <pc:inkChg chg="add mod">
          <ac:chgData name="Mahima Weerasinghe" userId="e11e3f55-42da-4e07-8ead-4d7a1d7ea1c6" providerId="ADAL" clId="{34BDDC3C-2AF4-4325-BEDB-C3E623CC2F40}" dt="2024-08-11T14:05:15.125" v="2257"/>
          <ac:inkMkLst>
            <pc:docMk/>
            <pc:sldMk cId="1076085907" sldId="372"/>
            <ac:inkMk id="161" creationId="{09ED4E5E-5DA7-AEF6-FDB9-289240D4FD88}"/>
          </ac:inkMkLst>
        </pc:inkChg>
        <pc:inkChg chg="add mod">
          <ac:chgData name="Mahima Weerasinghe" userId="e11e3f55-42da-4e07-8ead-4d7a1d7ea1c6" providerId="ADAL" clId="{34BDDC3C-2AF4-4325-BEDB-C3E623CC2F40}" dt="2024-08-11T14:05:15.125" v="2257"/>
          <ac:inkMkLst>
            <pc:docMk/>
            <pc:sldMk cId="1076085907" sldId="372"/>
            <ac:inkMk id="162" creationId="{DDA5F99A-DEA6-C107-A3DA-780B08F21343}"/>
          </ac:inkMkLst>
        </pc:inkChg>
        <pc:inkChg chg="add mod">
          <ac:chgData name="Mahima Weerasinghe" userId="e11e3f55-42da-4e07-8ead-4d7a1d7ea1c6" providerId="ADAL" clId="{34BDDC3C-2AF4-4325-BEDB-C3E623CC2F40}" dt="2024-08-11T14:05:15.125" v="2257"/>
          <ac:inkMkLst>
            <pc:docMk/>
            <pc:sldMk cId="1076085907" sldId="372"/>
            <ac:inkMk id="163" creationId="{98E7681B-C9F6-768F-6065-DA0748B54697}"/>
          </ac:inkMkLst>
        </pc:inkChg>
        <pc:inkChg chg="add mod">
          <ac:chgData name="Mahima Weerasinghe" userId="e11e3f55-42da-4e07-8ead-4d7a1d7ea1c6" providerId="ADAL" clId="{34BDDC3C-2AF4-4325-BEDB-C3E623CC2F40}" dt="2024-08-11T14:05:15.125" v="2257"/>
          <ac:inkMkLst>
            <pc:docMk/>
            <pc:sldMk cId="1076085907" sldId="372"/>
            <ac:inkMk id="165" creationId="{0AA96CE5-8B43-B3F8-7633-700248DD030C}"/>
          </ac:inkMkLst>
        </pc:inkChg>
        <pc:inkChg chg="add mod">
          <ac:chgData name="Mahima Weerasinghe" userId="e11e3f55-42da-4e07-8ead-4d7a1d7ea1c6" providerId="ADAL" clId="{34BDDC3C-2AF4-4325-BEDB-C3E623CC2F40}" dt="2024-08-11T14:05:15.125" v="2257"/>
          <ac:inkMkLst>
            <pc:docMk/>
            <pc:sldMk cId="1076085907" sldId="372"/>
            <ac:inkMk id="166" creationId="{C53B302C-4C44-B770-B7E8-2955962F2389}"/>
          </ac:inkMkLst>
        </pc:inkChg>
        <pc:inkChg chg="add mod">
          <ac:chgData name="Mahima Weerasinghe" userId="e11e3f55-42da-4e07-8ead-4d7a1d7ea1c6" providerId="ADAL" clId="{34BDDC3C-2AF4-4325-BEDB-C3E623CC2F40}" dt="2024-08-11T14:05:15.125" v="2257"/>
          <ac:inkMkLst>
            <pc:docMk/>
            <pc:sldMk cId="1076085907" sldId="372"/>
            <ac:inkMk id="167" creationId="{7C1BB6FF-39BA-8339-F65F-D41409BA9B8D}"/>
          </ac:inkMkLst>
        </pc:inkChg>
        <pc:inkChg chg="add mod">
          <ac:chgData name="Mahima Weerasinghe" userId="e11e3f55-42da-4e07-8ead-4d7a1d7ea1c6" providerId="ADAL" clId="{34BDDC3C-2AF4-4325-BEDB-C3E623CC2F40}" dt="2024-08-11T14:05:15.125" v="2257"/>
          <ac:inkMkLst>
            <pc:docMk/>
            <pc:sldMk cId="1076085907" sldId="372"/>
            <ac:inkMk id="169" creationId="{BC9A3244-188F-C6A5-B31E-FA2B571CEE92}"/>
          </ac:inkMkLst>
        </pc:inkChg>
        <pc:inkChg chg="add mod">
          <ac:chgData name="Mahima Weerasinghe" userId="e11e3f55-42da-4e07-8ead-4d7a1d7ea1c6" providerId="ADAL" clId="{34BDDC3C-2AF4-4325-BEDB-C3E623CC2F40}" dt="2024-08-11T14:04:53.864" v="2243"/>
          <ac:inkMkLst>
            <pc:docMk/>
            <pc:sldMk cId="1076085907" sldId="372"/>
            <ac:inkMk id="171" creationId="{6458B708-ADEC-FC64-06B5-F8D59CC19B79}"/>
          </ac:inkMkLst>
        </pc:inkChg>
        <pc:inkChg chg="add mod">
          <ac:chgData name="Mahima Weerasinghe" userId="e11e3f55-42da-4e07-8ead-4d7a1d7ea1c6" providerId="ADAL" clId="{34BDDC3C-2AF4-4325-BEDB-C3E623CC2F40}" dt="2024-08-11T14:04:53.864" v="2243"/>
          <ac:inkMkLst>
            <pc:docMk/>
            <pc:sldMk cId="1076085907" sldId="372"/>
            <ac:inkMk id="172" creationId="{A9824036-7C65-58CE-9518-FCF9310D4A5F}"/>
          </ac:inkMkLst>
        </pc:inkChg>
        <pc:inkChg chg="add mod">
          <ac:chgData name="Mahima Weerasinghe" userId="e11e3f55-42da-4e07-8ead-4d7a1d7ea1c6" providerId="ADAL" clId="{34BDDC3C-2AF4-4325-BEDB-C3E623CC2F40}" dt="2024-08-11T14:04:53.864" v="2243"/>
          <ac:inkMkLst>
            <pc:docMk/>
            <pc:sldMk cId="1076085907" sldId="372"/>
            <ac:inkMk id="173" creationId="{6EF0804D-D084-2AF0-720B-BE75E05D13CB}"/>
          </ac:inkMkLst>
        </pc:inkChg>
        <pc:inkChg chg="add mod">
          <ac:chgData name="Mahima Weerasinghe" userId="e11e3f55-42da-4e07-8ead-4d7a1d7ea1c6" providerId="ADAL" clId="{34BDDC3C-2AF4-4325-BEDB-C3E623CC2F40}" dt="2024-08-11T14:04:53.864" v="2243"/>
          <ac:inkMkLst>
            <pc:docMk/>
            <pc:sldMk cId="1076085907" sldId="372"/>
            <ac:inkMk id="174" creationId="{2D514E5B-5AD6-0E85-4C29-46012030EA0A}"/>
          </ac:inkMkLst>
        </pc:inkChg>
        <pc:inkChg chg="add mod">
          <ac:chgData name="Mahima Weerasinghe" userId="e11e3f55-42da-4e07-8ead-4d7a1d7ea1c6" providerId="ADAL" clId="{34BDDC3C-2AF4-4325-BEDB-C3E623CC2F40}" dt="2024-08-11T14:04:53.864" v="2243"/>
          <ac:inkMkLst>
            <pc:docMk/>
            <pc:sldMk cId="1076085907" sldId="372"/>
            <ac:inkMk id="175" creationId="{F85441B7-7CFD-B75D-D546-015553461866}"/>
          </ac:inkMkLst>
        </pc:inkChg>
        <pc:inkChg chg="add mod">
          <ac:chgData name="Mahima Weerasinghe" userId="e11e3f55-42da-4e07-8ead-4d7a1d7ea1c6" providerId="ADAL" clId="{34BDDC3C-2AF4-4325-BEDB-C3E623CC2F40}" dt="2024-08-11T14:04:53.864" v="2243"/>
          <ac:inkMkLst>
            <pc:docMk/>
            <pc:sldMk cId="1076085907" sldId="372"/>
            <ac:inkMk id="176" creationId="{667860A9-9AE4-B470-877F-656F450347F5}"/>
          </ac:inkMkLst>
        </pc:inkChg>
        <pc:inkChg chg="add mod">
          <ac:chgData name="Mahima Weerasinghe" userId="e11e3f55-42da-4e07-8ead-4d7a1d7ea1c6" providerId="ADAL" clId="{34BDDC3C-2AF4-4325-BEDB-C3E623CC2F40}" dt="2024-08-11T14:04:53.864" v="2243"/>
          <ac:inkMkLst>
            <pc:docMk/>
            <pc:sldMk cId="1076085907" sldId="372"/>
            <ac:inkMk id="177" creationId="{3506ADF8-05EF-A57F-B55C-CC3345271297}"/>
          </ac:inkMkLst>
        </pc:inkChg>
        <pc:inkChg chg="add mod">
          <ac:chgData name="Mahima Weerasinghe" userId="e11e3f55-42da-4e07-8ead-4d7a1d7ea1c6" providerId="ADAL" clId="{34BDDC3C-2AF4-4325-BEDB-C3E623CC2F40}" dt="2024-08-11T14:04:53.864" v="2243"/>
          <ac:inkMkLst>
            <pc:docMk/>
            <pc:sldMk cId="1076085907" sldId="372"/>
            <ac:inkMk id="178" creationId="{AAA517C4-69CB-C78B-906A-6E6DDDDF334E}"/>
          </ac:inkMkLst>
        </pc:inkChg>
        <pc:inkChg chg="add mod">
          <ac:chgData name="Mahima Weerasinghe" userId="e11e3f55-42da-4e07-8ead-4d7a1d7ea1c6" providerId="ADAL" clId="{34BDDC3C-2AF4-4325-BEDB-C3E623CC2F40}" dt="2024-08-11T14:04:53.864" v="2243"/>
          <ac:inkMkLst>
            <pc:docMk/>
            <pc:sldMk cId="1076085907" sldId="372"/>
            <ac:inkMk id="179" creationId="{060F6362-FEC9-AA8D-1FC3-3725B3D054E9}"/>
          </ac:inkMkLst>
        </pc:inkChg>
        <pc:inkChg chg="add mod">
          <ac:chgData name="Mahima Weerasinghe" userId="e11e3f55-42da-4e07-8ead-4d7a1d7ea1c6" providerId="ADAL" clId="{34BDDC3C-2AF4-4325-BEDB-C3E623CC2F40}" dt="2024-08-11T14:04:53.864" v="2243"/>
          <ac:inkMkLst>
            <pc:docMk/>
            <pc:sldMk cId="1076085907" sldId="372"/>
            <ac:inkMk id="180" creationId="{64F62CE9-CDAF-A585-FFCB-DD307FA3B288}"/>
          </ac:inkMkLst>
        </pc:inkChg>
        <pc:inkChg chg="add mod">
          <ac:chgData name="Mahima Weerasinghe" userId="e11e3f55-42da-4e07-8ead-4d7a1d7ea1c6" providerId="ADAL" clId="{34BDDC3C-2AF4-4325-BEDB-C3E623CC2F40}" dt="2024-08-11T14:04:53.864" v="2243"/>
          <ac:inkMkLst>
            <pc:docMk/>
            <pc:sldMk cId="1076085907" sldId="372"/>
            <ac:inkMk id="181" creationId="{C9383D5C-DA1F-98B6-2128-0DC8A9F4E047}"/>
          </ac:inkMkLst>
        </pc:inkChg>
        <pc:inkChg chg="add mod">
          <ac:chgData name="Mahima Weerasinghe" userId="e11e3f55-42da-4e07-8ead-4d7a1d7ea1c6" providerId="ADAL" clId="{34BDDC3C-2AF4-4325-BEDB-C3E623CC2F40}" dt="2024-08-11T14:04:53.864" v="2243"/>
          <ac:inkMkLst>
            <pc:docMk/>
            <pc:sldMk cId="1076085907" sldId="372"/>
            <ac:inkMk id="182" creationId="{B9E6E3CF-1F27-983C-ECFC-B70CC1F26AA5}"/>
          </ac:inkMkLst>
        </pc:inkChg>
        <pc:inkChg chg="add mod">
          <ac:chgData name="Mahima Weerasinghe" userId="e11e3f55-42da-4e07-8ead-4d7a1d7ea1c6" providerId="ADAL" clId="{34BDDC3C-2AF4-4325-BEDB-C3E623CC2F40}" dt="2024-08-11T14:04:53.864" v="2243"/>
          <ac:inkMkLst>
            <pc:docMk/>
            <pc:sldMk cId="1076085907" sldId="372"/>
            <ac:inkMk id="183" creationId="{973571B6-F3AC-1153-BB0F-D240D8558921}"/>
          </ac:inkMkLst>
        </pc:inkChg>
        <pc:inkChg chg="add mod">
          <ac:chgData name="Mahima Weerasinghe" userId="e11e3f55-42da-4e07-8ead-4d7a1d7ea1c6" providerId="ADAL" clId="{34BDDC3C-2AF4-4325-BEDB-C3E623CC2F40}" dt="2024-08-11T14:05:15.125" v="2257"/>
          <ac:inkMkLst>
            <pc:docMk/>
            <pc:sldMk cId="1076085907" sldId="372"/>
            <ac:inkMk id="185" creationId="{2955DE79-4D3F-59F7-D473-242F9C7D0BAB}"/>
          </ac:inkMkLst>
        </pc:inkChg>
        <pc:inkChg chg="add mod">
          <ac:chgData name="Mahima Weerasinghe" userId="e11e3f55-42da-4e07-8ead-4d7a1d7ea1c6" providerId="ADAL" clId="{34BDDC3C-2AF4-4325-BEDB-C3E623CC2F40}" dt="2024-08-11T14:05:27.961" v="2277"/>
          <ac:inkMkLst>
            <pc:docMk/>
            <pc:sldMk cId="1076085907" sldId="372"/>
            <ac:inkMk id="187" creationId="{5913422B-E1B5-FD34-A163-CAB905D15C0A}"/>
          </ac:inkMkLst>
        </pc:inkChg>
        <pc:inkChg chg="add mod">
          <ac:chgData name="Mahima Weerasinghe" userId="e11e3f55-42da-4e07-8ead-4d7a1d7ea1c6" providerId="ADAL" clId="{34BDDC3C-2AF4-4325-BEDB-C3E623CC2F40}" dt="2024-08-11T14:05:27.961" v="2277"/>
          <ac:inkMkLst>
            <pc:docMk/>
            <pc:sldMk cId="1076085907" sldId="372"/>
            <ac:inkMk id="188" creationId="{0095B6D1-3043-11EF-BC67-497C4F614F58}"/>
          </ac:inkMkLst>
        </pc:inkChg>
        <pc:inkChg chg="add mod">
          <ac:chgData name="Mahima Weerasinghe" userId="e11e3f55-42da-4e07-8ead-4d7a1d7ea1c6" providerId="ADAL" clId="{34BDDC3C-2AF4-4325-BEDB-C3E623CC2F40}" dt="2024-08-11T14:05:27.961" v="2277"/>
          <ac:inkMkLst>
            <pc:docMk/>
            <pc:sldMk cId="1076085907" sldId="372"/>
            <ac:inkMk id="189" creationId="{F7315534-46FD-9B95-B8DB-3F8B1BAA269E}"/>
          </ac:inkMkLst>
        </pc:inkChg>
        <pc:inkChg chg="add mod">
          <ac:chgData name="Mahima Weerasinghe" userId="e11e3f55-42da-4e07-8ead-4d7a1d7ea1c6" providerId="ADAL" clId="{34BDDC3C-2AF4-4325-BEDB-C3E623CC2F40}" dt="2024-08-11T14:05:27.961" v="2277"/>
          <ac:inkMkLst>
            <pc:docMk/>
            <pc:sldMk cId="1076085907" sldId="372"/>
            <ac:inkMk id="190" creationId="{C1599AE3-D1A0-3413-C78A-F4AC6420659E}"/>
          </ac:inkMkLst>
        </pc:inkChg>
        <pc:inkChg chg="add mod">
          <ac:chgData name="Mahima Weerasinghe" userId="e11e3f55-42da-4e07-8ead-4d7a1d7ea1c6" providerId="ADAL" clId="{34BDDC3C-2AF4-4325-BEDB-C3E623CC2F40}" dt="2024-08-11T14:05:27.961" v="2277"/>
          <ac:inkMkLst>
            <pc:docMk/>
            <pc:sldMk cId="1076085907" sldId="372"/>
            <ac:inkMk id="191" creationId="{BFCF5EC6-AD8B-C75A-D099-C10EE2185F13}"/>
          </ac:inkMkLst>
        </pc:inkChg>
        <pc:inkChg chg="add mod">
          <ac:chgData name="Mahima Weerasinghe" userId="e11e3f55-42da-4e07-8ead-4d7a1d7ea1c6" providerId="ADAL" clId="{34BDDC3C-2AF4-4325-BEDB-C3E623CC2F40}" dt="2024-08-11T14:05:27.961" v="2277"/>
          <ac:inkMkLst>
            <pc:docMk/>
            <pc:sldMk cId="1076085907" sldId="372"/>
            <ac:inkMk id="192" creationId="{D691462D-19E9-222F-23B5-E3F031341678}"/>
          </ac:inkMkLst>
        </pc:inkChg>
        <pc:inkChg chg="add mod">
          <ac:chgData name="Mahima Weerasinghe" userId="e11e3f55-42da-4e07-8ead-4d7a1d7ea1c6" providerId="ADAL" clId="{34BDDC3C-2AF4-4325-BEDB-C3E623CC2F40}" dt="2024-08-11T14:05:27.961" v="2277"/>
          <ac:inkMkLst>
            <pc:docMk/>
            <pc:sldMk cId="1076085907" sldId="372"/>
            <ac:inkMk id="193" creationId="{5CCF516F-AC88-CD8C-66D7-54F38EDE4070}"/>
          </ac:inkMkLst>
        </pc:inkChg>
        <pc:inkChg chg="add mod">
          <ac:chgData name="Mahima Weerasinghe" userId="e11e3f55-42da-4e07-8ead-4d7a1d7ea1c6" providerId="ADAL" clId="{34BDDC3C-2AF4-4325-BEDB-C3E623CC2F40}" dt="2024-08-11T14:05:27.961" v="2277"/>
          <ac:inkMkLst>
            <pc:docMk/>
            <pc:sldMk cId="1076085907" sldId="372"/>
            <ac:inkMk id="194" creationId="{15E68D16-62A7-FA00-3CBC-A20BC7FE0C55}"/>
          </ac:inkMkLst>
        </pc:inkChg>
        <pc:inkChg chg="add mod">
          <ac:chgData name="Mahima Weerasinghe" userId="e11e3f55-42da-4e07-8ead-4d7a1d7ea1c6" providerId="ADAL" clId="{34BDDC3C-2AF4-4325-BEDB-C3E623CC2F40}" dt="2024-08-11T14:05:27.961" v="2277"/>
          <ac:inkMkLst>
            <pc:docMk/>
            <pc:sldMk cId="1076085907" sldId="372"/>
            <ac:inkMk id="195" creationId="{46A86E67-1E8D-0661-72A3-11708B4EB5BF}"/>
          </ac:inkMkLst>
        </pc:inkChg>
        <pc:inkChg chg="add mod">
          <ac:chgData name="Mahima Weerasinghe" userId="e11e3f55-42da-4e07-8ead-4d7a1d7ea1c6" providerId="ADAL" clId="{34BDDC3C-2AF4-4325-BEDB-C3E623CC2F40}" dt="2024-08-11T14:05:27.961" v="2277"/>
          <ac:inkMkLst>
            <pc:docMk/>
            <pc:sldMk cId="1076085907" sldId="372"/>
            <ac:inkMk id="196" creationId="{99675256-313C-28CD-BBDC-0FBDB481D388}"/>
          </ac:inkMkLst>
        </pc:inkChg>
        <pc:inkChg chg="add mod">
          <ac:chgData name="Mahima Weerasinghe" userId="e11e3f55-42da-4e07-8ead-4d7a1d7ea1c6" providerId="ADAL" clId="{34BDDC3C-2AF4-4325-BEDB-C3E623CC2F40}" dt="2024-08-11T14:05:27.961" v="2277"/>
          <ac:inkMkLst>
            <pc:docMk/>
            <pc:sldMk cId="1076085907" sldId="372"/>
            <ac:inkMk id="197" creationId="{BC9AEFB6-14A3-2470-D87D-EC1568C7E97D}"/>
          </ac:inkMkLst>
        </pc:inkChg>
        <pc:inkChg chg="add mod">
          <ac:chgData name="Mahima Weerasinghe" userId="e11e3f55-42da-4e07-8ead-4d7a1d7ea1c6" providerId="ADAL" clId="{34BDDC3C-2AF4-4325-BEDB-C3E623CC2F40}" dt="2024-08-11T14:05:27.961" v="2277"/>
          <ac:inkMkLst>
            <pc:docMk/>
            <pc:sldMk cId="1076085907" sldId="372"/>
            <ac:inkMk id="199" creationId="{255AFE21-4A7B-A7DF-8866-B3FFAB615837}"/>
          </ac:inkMkLst>
        </pc:inkChg>
        <pc:inkChg chg="add mod">
          <ac:chgData name="Mahima Weerasinghe" userId="e11e3f55-42da-4e07-8ead-4d7a1d7ea1c6" providerId="ADAL" clId="{34BDDC3C-2AF4-4325-BEDB-C3E623CC2F40}" dt="2024-08-11T14:05:27.961" v="2277"/>
          <ac:inkMkLst>
            <pc:docMk/>
            <pc:sldMk cId="1076085907" sldId="372"/>
            <ac:inkMk id="200" creationId="{9D7A9506-AD5A-13EE-3CD0-FD7677B91520}"/>
          </ac:inkMkLst>
        </pc:inkChg>
        <pc:inkChg chg="add mod">
          <ac:chgData name="Mahima Weerasinghe" userId="e11e3f55-42da-4e07-8ead-4d7a1d7ea1c6" providerId="ADAL" clId="{34BDDC3C-2AF4-4325-BEDB-C3E623CC2F40}" dt="2024-08-11T14:05:27.961" v="2277"/>
          <ac:inkMkLst>
            <pc:docMk/>
            <pc:sldMk cId="1076085907" sldId="372"/>
            <ac:inkMk id="201" creationId="{EE5AA77F-0707-AF8C-0E0C-629A7A5D6CC4}"/>
          </ac:inkMkLst>
        </pc:inkChg>
        <pc:inkChg chg="add mod">
          <ac:chgData name="Mahima Weerasinghe" userId="e11e3f55-42da-4e07-8ead-4d7a1d7ea1c6" providerId="ADAL" clId="{34BDDC3C-2AF4-4325-BEDB-C3E623CC2F40}" dt="2024-08-11T14:05:27.961" v="2277"/>
          <ac:inkMkLst>
            <pc:docMk/>
            <pc:sldMk cId="1076085907" sldId="372"/>
            <ac:inkMk id="202" creationId="{4A551E54-562C-FDFE-723F-B37E3417EC57}"/>
          </ac:inkMkLst>
        </pc:inkChg>
        <pc:inkChg chg="add mod">
          <ac:chgData name="Mahima Weerasinghe" userId="e11e3f55-42da-4e07-8ead-4d7a1d7ea1c6" providerId="ADAL" clId="{34BDDC3C-2AF4-4325-BEDB-C3E623CC2F40}" dt="2024-08-11T14:05:27.961" v="2277"/>
          <ac:inkMkLst>
            <pc:docMk/>
            <pc:sldMk cId="1076085907" sldId="372"/>
            <ac:inkMk id="203" creationId="{32D3C63C-839C-5387-9A84-DE98496AF6D4}"/>
          </ac:inkMkLst>
        </pc:inkChg>
        <pc:inkChg chg="add mod">
          <ac:chgData name="Mahima Weerasinghe" userId="e11e3f55-42da-4e07-8ead-4d7a1d7ea1c6" providerId="ADAL" clId="{34BDDC3C-2AF4-4325-BEDB-C3E623CC2F40}" dt="2024-08-11T14:05:27.961" v="2277"/>
          <ac:inkMkLst>
            <pc:docMk/>
            <pc:sldMk cId="1076085907" sldId="372"/>
            <ac:inkMk id="204" creationId="{EFDEE668-55AF-9EA0-CB5E-2DAC3C28DF92}"/>
          </ac:inkMkLst>
        </pc:inkChg>
        <pc:inkChg chg="add mod">
          <ac:chgData name="Mahima Weerasinghe" userId="e11e3f55-42da-4e07-8ead-4d7a1d7ea1c6" providerId="ADAL" clId="{34BDDC3C-2AF4-4325-BEDB-C3E623CC2F40}" dt="2024-08-11T14:05:27.961" v="2277"/>
          <ac:inkMkLst>
            <pc:docMk/>
            <pc:sldMk cId="1076085907" sldId="372"/>
            <ac:inkMk id="205" creationId="{C7E36B90-BDEB-7255-9BA6-8D0F819226DF}"/>
          </ac:inkMkLst>
        </pc:inkChg>
        <pc:inkChg chg="add mod">
          <ac:chgData name="Mahima Weerasinghe" userId="e11e3f55-42da-4e07-8ead-4d7a1d7ea1c6" providerId="ADAL" clId="{34BDDC3C-2AF4-4325-BEDB-C3E623CC2F40}" dt="2024-08-11T14:05:27.961" v="2277"/>
          <ac:inkMkLst>
            <pc:docMk/>
            <pc:sldMk cId="1076085907" sldId="372"/>
            <ac:inkMk id="206" creationId="{A496D272-C412-AB55-D5C5-3CA60C45DA96}"/>
          </ac:inkMkLst>
        </pc:inkChg>
        <pc:inkChg chg="add mod">
          <ac:chgData name="Mahima Weerasinghe" userId="e11e3f55-42da-4e07-8ead-4d7a1d7ea1c6" providerId="ADAL" clId="{34BDDC3C-2AF4-4325-BEDB-C3E623CC2F40}" dt="2024-08-11T14:05:27.961" v="2277"/>
          <ac:inkMkLst>
            <pc:docMk/>
            <pc:sldMk cId="1076085907" sldId="372"/>
            <ac:inkMk id="207" creationId="{5BF59DCF-A913-0B9D-D5B0-B86D6FDA08E7}"/>
          </ac:inkMkLst>
        </pc:inkChg>
        <pc:inkChg chg="add mod">
          <ac:chgData name="Mahima Weerasinghe" userId="e11e3f55-42da-4e07-8ead-4d7a1d7ea1c6" providerId="ADAL" clId="{34BDDC3C-2AF4-4325-BEDB-C3E623CC2F40}" dt="2024-08-11T14:05:27.961" v="2277"/>
          <ac:inkMkLst>
            <pc:docMk/>
            <pc:sldMk cId="1076085907" sldId="372"/>
            <ac:inkMk id="208" creationId="{5F00B9CA-86E1-E85F-5E33-7CB3A839B2EA}"/>
          </ac:inkMkLst>
        </pc:inkChg>
        <pc:inkChg chg="add mod">
          <ac:chgData name="Mahima Weerasinghe" userId="e11e3f55-42da-4e07-8ead-4d7a1d7ea1c6" providerId="ADAL" clId="{34BDDC3C-2AF4-4325-BEDB-C3E623CC2F40}" dt="2024-08-11T14:05:27.961" v="2277"/>
          <ac:inkMkLst>
            <pc:docMk/>
            <pc:sldMk cId="1076085907" sldId="372"/>
            <ac:inkMk id="209" creationId="{67235839-A38B-BEE3-4634-4ACD9294BCFB}"/>
          </ac:inkMkLst>
        </pc:inkChg>
        <pc:inkChg chg="add mod">
          <ac:chgData name="Mahima Weerasinghe" userId="e11e3f55-42da-4e07-8ead-4d7a1d7ea1c6" providerId="ADAL" clId="{34BDDC3C-2AF4-4325-BEDB-C3E623CC2F40}" dt="2024-08-11T14:05:27.961" v="2277"/>
          <ac:inkMkLst>
            <pc:docMk/>
            <pc:sldMk cId="1076085907" sldId="372"/>
            <ac:inkMk id="211" creationId="{CB0E9731-5B95-5045-02C6-D0797F93B586}"/>
          </ac:inkMkLst>
        </pc:inkChg>
        <pc:inkChg chg="add mod">
          <ac:chgData name="Mahima Weerasinghe" userId="e11e3f55-42da-4e07-8ead-4d7a1d7ea1c6" providerId="ADAL" clId="{34BDDC3C-2AF4-4325-BEDB-C3E623CC2F40}" dt="2024-08-11T14:05:27.961" v="2277"/>
          <ac:inkMkLst>
            <pc:docMk/>
            <pc:sldMk cId="1076085907" sldId="372"/>
            <ac:inkMk id="212" creationId="{57A7B8FC-2452-B98C-E5C6-4618B0065986}"/>
          </ac:inkMkLst>
        </pc:inkChg>
        <pc:inkChg chg="add mod">
          <ac:chgData name="Mahima Weerasinghe" userId="e11e3f55-42da-4e07-8ead-4d7a1d7ea1c6" providerId="ADAL" clId="{34BDDC3C-2AF4-4325-BEDB-C3E623CC2F40}" dt="2024-08-11T14:05:27.961" v="2277"/>
          <ac:inkMkLst>
            <pc:docMk/>
            <pc:sldMk cId="1076085907" sldId="372"/>
            <ac:inkMk id="213" creationId="{A289B8A5-3EFD-211A-75E9-2236420D9134}"/>
          </ac:inkMkLst>
        </pc:inkChg>
        <pc:inkChg chg="add mod">
          <ac:chgData name="Mahima Weerasinghe" userId="e11e3f55-42da-4e07-8ead-4d7a1d7ea1c6" providerId="ADAL" clId="{34BDDC3C-2AF4-4325-BEDB-C3E623CC2F40}" dt="2024-08-11T14:05:27.961" v="2277"/>
          <ac:inkMkLst>
            <pc:docMk/>
            <pc:sldMk cId="1076085907" sldId="372"/>
            <ac:inkMk id="215" creationId="{754379A7-DE9F-CCDD-86CE-7D193D654A9B}"/>
          </ac:inkMkLst>
        </pc:inkChg>
        <pc:inkChg chg="add mod">
          <ac:chgData name="Mahima Weerasinghe" userId="e11e3f55-42da-4e07-8ead-4d7a1d7ea1c6" providerId="ADAL" clId="{34BDDC3C-2AF4-4325-BEDB-C3E623CC2F40}" dt="2024-08-11T14:05:27.961" v="2277"/>
          <ac:inkMkLst>
            <pc:docMk/>
            <pc:sldMk cId="1076085907" sldId="372"/>
            <ac:inkMk id="216" creationId="{E2ED7889-8A61-F71A-7270-0B50817BBADA}"/>
          </ac:inkMkLst>
        </pc:inkChg>
        <pc:inkChg chg="add mod">
          <ac:chgData name="Mahima Weerasinghe" userId="e11e3f55-42da-4e07-8ead-4d7a1d7ea1c6" providerId="ADAL" clId="{34BDDC3C-2AF4-4325-BEDB-C3E623CC2F40}" dt="2024-08-11T14:05:27.961" v="2277"/>
          <ac:inkMkLst>
            <pc:docMk/>
            <pc:sldMk cId="1076085907" sldId="372"/>
            <ac:inkMk id="217" creationId="{7244C590-4826-D278-715B-FC872EB44729}"/>
          </ac:inkMkLst>
        </pc:inkChg>
        <pc:inkChg chg="add">
          <ac:chgData name="Mahima Weerasinghe" userId="e11e3f55-42da-4e07-8ead-4d7a1d7ea1c6" providerId="ADAL" clId="{34BDDC3C-2AF4-4325-BEDB-C3E623CC2F40}" dt="2024-08-11T14:07:00.908" v="2278" actId="9405"/>
          <ac:inkMkLst>
            <pc:docMk/>
            <pc:sldMk cId="1076085907" sldId="372"/>
            <ac:inkMk id="219" creationId="{B5E3E426-5AA4-15D8-E759-FAB9D6BFFAA4}"/>
          </ac:inkMkLst>
        </pc:inkChg>
      </pc:sldChg>
      <pc:sldChg chg="addSp modSp new mod">
        <pc:chgData name="Mahima Weerasinghe" userId="e11e3f55-42da-4e07-8ead-4d7a1d7ea1c6" providerId="ADAL" clId="{34BDDC3C-2AF4-4325-BEDB-C3E623CC2F40}" dt="2024-08-11T03:15:26.949" v="982" actId="14100"/>
        <pc:sldMkLst>
          <pc:docMk/>
          <pc:sldMk cId="3536485390" sldId="373"/>
        </pc:sldMkLst>
        <pc:spChg chg="mod">
          <ac:chgData name="Mahima Weerasinghe" userId="e11e3f55-42da-4e07-8ead-4d7a1d7ea1c6" providerId="ADAL" clId="{34BDDC3C-2AF4-4325-BEDB-C3E623CC2F40}" dt="2024-08-11T03:14:38.183" v="979" actId="20577"/>
          <ac:spMkLst>
            <pc:docMk/>
            <pc:sldMk cId="3536485390" sldId="373"/>
            <ac:spMk id="2" creationId="{A6C15369-B8EF-63DB-41E5-B17E45592D4C}"/>
          </ac:spMkLst>
        </pc:spChg>
        <pc:picChg chg="add mod">
          <ac:chgData name="Mahima Weerasinghe" userId="e11e3f55-42da-4e07-8ead-4d7a1d7ea1c6" providerId="ADAL" clId="{34BDDC3C-2AF4-4325-BEDB-C3E623CC2F40}" dt="2024-08-11T03:15:26.949" v="982" actId="14100"/>
          <ac:picMkLst>
            <pc:docMk/>
            <pc:sldMk cId="3536485390" sldId="373"/>
            <ac:picMk id="4" creationId="{35522B5E-7693-E3AC-0EC5-C8FD45659B4B}"/>
          </ac:picMkLst>
        </pc:picChg>
      </pc:sldChg>
      <pc:sldChg chg="addSp delSp modSp new mod">
        <pc:chgData name="Mahima Weerasinghe" userId="e11e3f55-42da-4e07-8ead-4d7a1d7ea1c6" providerId="ADAL" clId="{34BDDC3C-2AF4-4325-BEDB-C3E623CC2F40}" dt="2024-08-11T14:10:09.215" v="2403"/>
        <pc:sldMkLst>
          <pc:docMk/>
          <pc:sldMk cId="1761336648" sldId="374"/>
        </pc:sldMkLst>
        <pc:spChg chg="mod">
          <ac:chgData name="Mahima Weerasinghe" userId="e11e3f55-42da-4e07-8ead-4d7a1d7ea1c6" providerId="ADAL" clId="{34BDDC3C-2AF4-4325-BEDB-C3E623CC2F40}" dt="2024-08-11T14:10:03.909" v="2397"/>
          <ac:spMkLst>
            <pc:docMk/>
            <pc:sldMk cId="1761336648" sldId="374"/>
            <ac:spMk id="2" creationId="{1221C5E8-7A6D-CEED-C5A5-955BE416D160}"/>
          </ac:spMkLst>
        </pc:spChg>
        <pc:grpChg chg="del mod">
          <ac:chgData name="Mahima Weerasinghe" userId="e11e3f55-42da-4e07-8ead-4d7a1d7ea1c6" providerId="ADAL" clId="{34BDDC3C-2AF4-4325-BEDB-C3E623CC2F40}" dt="2024-08-11T14:07:23.349" v="2301"/>
          <ac:grpSpMkLst>
            <pc:docMk/>
            <pc:sldMk cId="1761336648" sldId="374"/>
            <ac:grpSpMk id="11" creationId="{BD989BAF-0BC6-D204-FFCF-594C021FA83F}"/>
          </ac:grpSpMkLst>
        </pc:grpChg>
        <pc:grpChg chg="del mod">
          <ac:chgData name="Mahima Weerasinghe" userId="e11e3f55-42da-4e07-8ead-4d7a1d7ea1c6" providerId="ADAL" clId="{34BDDC3C-2AF4-4325-BEDB-C3E623CC2F40}" dt="2024-08-11T14:09:52.629" v="2388"/>
          <ac:grpSpMkLst>
            <pc:docMk/>
            <pc:sldMk cId="1761336648" sldId="374"/>
            <ac:grpSpMk id="24" creationId="{18E204A1-80FB-14D4-33F0-8C775EBF1423}"/>
          </ac:grpSpMkLst>
        </pc:grpChg>
        <pc:grpChg chg="del mod">
          <ac:chgData name="Mahima Weerasinghe" userId="e11e3f55-42da-4e07-8ead-4d7a1d7ea1c6" providerId="ADAL" clId="{34BDDC3C-2AF4-4325-BEDB-C3E623CC2F40}" dt="2024-08-11T14:07:33.200" v="2309"/>
          <ac:grpSpMkLst>
            <pc:docMk/>
            <pc:sldMk cId="1761336648" sldId="374"/>
            <ac:grpSpMk id="27" creationId="{CDECF9BD-DD49-27D1-5479-427854E60933}"/>
          </ac:grpSpMkLst>
        </pc:grpChg>
        <pc:grpChg chg="del mod">
          <ac:chgData name="Mahima Weerasinghe" userId="e11e3f55-42da-4e07-8ead-4d7a1d7ea1c6" providerId="ADAL" clId="{34BDDC3C-2AF4-4325-BEDB-C3E623CC2F40}" dt="2024-08-11T14:07:35.579" v="2314"/>
          <ac:grpSpMkLst>
            <pc:docMk/>
            <pc:sldMk cId="1761336648" sldId="374"/>
            <ac:grpSpMk id="32" creationId="{15F8FB4A-5E2C-C70B-96F2-9A4AFE0B29EA}"/>
          </ac:grpSpMkLst>
        </pc:grpChg>
        <pc:grpChg chg="del mod">
          <ac:chgData name="Mahima Weerasinghe" userId="e11e3f55-42da-4e07-8ead-4d7a1d7ea1c6" providerId="ADAL" clId="{34BDDC3C-2AF4-4325-BEDB-C3E623CC2F40}" dt="2024-08-11T14:09:52.629" v="2388"/>
          <ac:grpSpMkLst>
            <pc:docMk/>
            <pc:sldMk cId="1761336648" sldId="374"/>
            <ac:grpSpMk id="37" creationId="{6C0DF28E-A713-244B-2767-6BF88C5D489F}"/>
          </ac:grpSpMkLst>
        </pc:grpChg>
        <pc:grpChg chg="mod">
          <ac:chgData name="Mahima Weerasinghe" userId="e11e3f55-42da-4e07-8ead-4d7a1d7ea1c6" providerId="ADAL" clId="{34BDDC3C-2AF4-4325-BEDB-C3E623CC2F40}" dt="2024-08-11T14:07:40.037" v="2318"/>
          <ac:grpSpMkLst>
            <pc:docMk/>
            <pc:sldMk cId="1761336648" sldId="374"/>
            <ac:grpSpMk id="41" creationId="{E08FDC7F-2648-02E9-1455-8492E4B31452}"/>
          </ac:grpSpMkLst>
        </pc:grpChg>
        <pc:grpChg chg="mod">
          <ac:chgData name="Mahima Weerasinghe" userId="e11e3f55-42da-4e07-8ead-4d7a1d7ea1c6" providerId="ADAL" clId="{34BDDC3C-2AF4-4325-BEDB-C3E623CC2F40}" dt="2024-08-11T14:07:44.661" v="2326"/>
          <ac:grpSpMkLst>
            <pc:docMk/>
            <pc:sldMk cId="1761336648" sldId="374"/>
            <ac:grpSpMk id="49" creationId="{E560B21A-804B-6FCC-A6E4-9E4FC0EC532E}"/>
          </ac:grpSpMkLst>
        </pc:grpChg>
        <pc:grpChg chg="mod">
          <ac:chgData name="Mahima Weerasinghe" userId="e11e3f55-42da-4e07-8ead-4d7a1d7ea1c6" providerId="ADAL" clId="{34BDDC3C-2AF4-4325-BEDB-C3E623CC2F40}" dt="2024-08-11T14:07:55.873" v="2331"/>
          <ac:grpSpMkLst>
            <pc:docMk/>
            <pc:sldMk cId="1761336648" sldId="374"/>
            <ac:grpSpMk id="54" creationId="{5E8F229E-186E-9730-037A-AF8110752EF1}"/>
          </ac:grpSpMkLst>
        </pc:grpChg>
        <pc:grpChg chg="mod">
          <ac:chgData name="Mahima Weerasinghe" userId="e11e3f55-42da-4e07-8ead-4d7a1d7ea1c6" providerId="ADAL" clId="{34BDDC3C-2AF4-4325-BEDB-C3E623CC2F40}" dt="2024-08-11T14:07:59.772" v="2336"/>
          <ac:grpSpMkLst>
            <pc:docMk/>
            <pc:sldMk cId="1761336648" sldId="374"/>
            <ac:grpSpMk id="59" creationId="{52A1F41C-7DED-1B36-E5A2-98C1F48D779F}"/>
          </ac:grpSpMkLst>
        </pc:grpChg>
        <pc:grpChg chg="del mod">
          <ac:chgData name="Mahima Weerasinghe" userId="e11e3f55-42da-4e07-8ead-4d7a1d7ea1c6" providerId="ADAL" clId="{34BDDC3C-2AF4-4325-BEDB-C3E623CC2F40}" dt="2024-08-11T14:08:04.423" v="2342"/>
          <ac:grpSpMkLst>
            <pc:docMk/>
            <pc:sldMk cId="1761336648" sldId="374"/>
            <ac:grpSpMk id="63" creationId="{AB220D31-807E-142F-AB6A-F8E266AF030E}"/>
          </ac:grpSpMkLst>
        </pc:grpChg>
        <pc:grpChg chg="del mod">
          <ac:chgData name="Mahima Weerasinghe" userId="e11e3f55-42da-4e07-8ead-4d7a1d7ea1c6" providerId="ADAL" clId="{34BDDC3C-2AF4-4325-BEDB-C3E623CC2F40}" dt="2024-08-11T14:09:52.629" v="2388"/>
          <ac:grpSpMkLst>
            <pc:docMk/>
            <pc:sldMk cId="1761336648" sldId="374"/>
            <ac:grpSpMk id="65" creationId="{A3737EC9-6F79-601F-3CD3-E2D9BF7FCB3E}"/>
          </ac:grpSpMkLst>
        </pc:grpChg>
        <pc:grpChg chg="del mod">
          <ac:chgData name="Mahima Weerasinghe" userId="e11e3f55-42da-4e07-8ead-4d7a1d7ea1c6" providerId="ADAL" clId="{34BDDC3C-2AF4-4325-BEDB-C3E623CC2F40}" dt="2024-08-11T14:08:49.206" v="2353"/>
          <ac:grpSpMkLst>
            <pc:docMk/>
            <pc:sldMk cId="1761336648" sldId="374"/>
            <ac:grpSpMk id="72" creationId="{92475286-6604-3DFA-62C3-A3CF9535312F}"/>
          </ac:grpSpMkLst>
        </pc:grpChg>
        <pc:grpChg chg="del mod">
          <ac:chgData name="Mahima Weerasinghe" userId="e11e3f55-42da-4e07-8ead-4d7a1d7ea1c6" providerId="ADAL" clId="{34BDDC3C-2AF4-4325-BEDB-C3E623CC2F40}" dt="2024-08-11T14:09:15.284" v="2362"/>
          <ac:grpSpMkLst>
            <pc:docMk/>
            <pc:sldMk cId="1761336648" sldId="374"/>
            <ac:grpSpMk id="76" creationId="{BCDC7457-CF9E-34EE-1076-3F4F2B9839BE}"/>
          </ac:grpSpMkLst>
        </pc:grpChg>
        <pc:grpChg chg="del mod">
          <ac:chgData name="Mahima Weerasinghe" userId="e11e3f55-42da-4e07-8ead-4d7a1d7ea1c6" providerId="ADAL" clId="{34BDDC3C-2AF4-4325-BEDB-C3E623CC2F40}" dt="2024-08-11T14:09:15.284" v="2362"/>
          <ac:grpSpMkLst>
            <pc:docMk/>
            <pc:sldMk cId="1761336648" sldId="374"/>
            <ac:grpSpMk id="80" creationId="{2558001C-8663-BA63-F692-C0643BCB28CE}"/>
          </ac:grpSpMkLst>
        </pc:grpChg>
        <pc:grpChg chg="mod">
          <ac:chgData name="Mahima Weerasinghe" userId="e11e3f55-42da-4e07-8ead-4d7a1d7ea1c6" providerId="ADAL" clId="{34BDDC3C-2AF4-4325-BEDB-C3E623CC2F40}" dt="2024-08-11T14:09:15.284" v="2362"/>
          <ac:grpSpMkLst>
            <pc:docMk/>
            <pc:sldMk cId="1761336648" sldId="374"/>
            <ac:grpSpMk id="85" creationId="{D720C9F2-7CA7-B0E0-FD95-47D42B122860}"/>
          </ac:grpSpMkLst>
        </pc:grpChg>
        <pc:grpChg chg="del mod">
          <ac:chgData name="Mahima Weerasinghe" userId="e11e3f55-42da-4e07-8ead-4d7a1d7ea1c6" providerId="ADAL" clId="{34BDDC3C-2AF4-4325-BEDB-C3E623CC2F40}" dt="2024-08-11T14:10:00.347" v="2393"/>
          <ac:grpSpMkLst>
            <pc:docMk/>
            <pc:sldMk cId="1761336648" sldId="374"/>
            <ac:grpSpMk id="88" creationId="{30761117-4804-CCF2-3EB2-6CD9CA1E6E26}"/>
          </ac:grpSpMkLst>
        </pc:grpChg>
        <pc:grpChg chg="del mod">
          <ac:chgData name="Mahima Weerasinghe" userId="e11e3f55-42da-4e07-8ead-4d7a1d7ea1c6" providerId="ADAL" clId="{34BDDC3C-2AF4-4325-BEDB-C3E623CC2F40}" dt="2024-08-11T14:09:49.959" v="2384"/>
          <ac:grpSpMkLst>
            <pc:docMk/>
            <pc:sldMk cId="1761336648" sldId="374"/>
            <ac:grpSpMk id="93" creationId="{2C3BF290-E4B6-42CA-23DA-76188077D217}"/>
          </ac:grpSpMkLst>
        </pc:grpChg>
        <pc:grpChg chg="del mod">
          <ac:chgData name="Mahima Weerasinghe" userId="e11e3f55-42da-4e07-8ead-4d7a1d7ea1c6" providerId="ADAL" clId="{34BDDC3C-2AF4-4325-BEDB-C3E623CC2F40}" dt="2024-08-11T14:10:00.347" v="2393"/>
          <ac:grpSpMkLst>
            <pc:docMk/>
            <pc:sldMk cId="1761336648" sldId="374"/>
            <ac:grpSpMk id="94" creationId="{AC35AC94-24A4-6474-ADDA-1EC143C4F0E1}"/>
          </ac:grpSpMkLst>
        </pc:grpChg>
        <pc:grpChg chg="del mod">
          <ac:chgData name="Mahima Weerasinghe" userId="e11e3f55-42da-4e07-8ead-4d7a1d7ea1c6" providerId="ADAL" clId="{34BDDC3C-2AF4-4325-BEDB-C3E623CC2F40}" dt="2024-08-11T14:10:00.347" v="2393"/>
          <ac:grpSpMkLst>
            <pc:docMk/>
            <pc:sldMk cId="1761336648" sldId="374"/>
            <ac:grpSpMk id="97" creationId="{D9EBEC7D-DFC9-7A7A-B4EA-3F7FCF47643B}"/>
          </ac:grpSpMkLst>
        </pc:grpChg>
        <pc:grpChg chg="del mod">
          <ac:chgData name="Mahima Weerasinghe" userId="e11e3f55-42da-4e07-8ead-4d7a1d7ea1c6" providerId="ADAL" clId="{34BDDC3C-2AF4-4325-BEDB-C3E623CC2F40}" dt="2024-08-11T14:09:49.959" v="2384"/>
          <ac:grpSpMkLst>
            <pc:docMk/>
            <pc:sldMk cId="1761336648" sldId="374"/>
            <ac:grpSpMk id="105" creationId="{0B4FF7AA-CFE0-052D-7CD5-8965A149D1BB}"/>
          </ac:grpSpMkLst>
        </pc:grpChg>
        <pc:grpChg chg="del mod">
          <ac:chgData name="Mahima Weerasinghe" userId="e11e3f55-42da-4e07-8ead-4d7a1d7ea1c6" providerId="ADAL" clId="{34BDDC3C-2AF4-4325-BEDB-C3E623CC2F40}" dt="2024-08-11T14:10:00.347" v="2393"/>
          <ac:grpSpMkLst>
            <pc:docMk/>
            <pc:sldMk cId="1761336648" sldId="374"/>
            <ac:grpSpMk id="108" creationId="{AF3F0567-46BA-A0CA-7BEF-D0CDA0ECFAF0}"/>
          </ac:grpSpMkLst>
        </pc:grpChg>
        <pc:grpChg chg="mod">
          <ac:chgData name="Mahima Weerasinghe" userId="e11e3f55-42da-4e07-8ead-4d7a1d7ea1c6" providerId="ADAL" clId="{34BDDC3C-2AF4-4325-BEDB-C3E623CC2F40}" dt="2024-08-11T14:09:52.629" v="2388"/>
          <ac:grpSpMkLst>
            <pc:docMk/>
            <pc:sldMk cId="1761336648" sldId="374"/>
            <ac:grpSpMk id="112" creationId="{026C568F-389C-514F-32C3-8CDBB3DCC149}"/>
          </ac:grpSpMkLst>
        </pc:grpChg>
        <pc:grpChg chg="del mod">
          <ac:chgData name="Mahima Weerasinghe" userId="e11e3f55-42da-4e07-8ead-4d7a1d7ea1c6" providerId="ADAL" clId="{34BDDC3C-2AF4-4325-BEDB-C3E623CC2F40}" dt="2024-08-11T14:10:03.909" v="2397"/>
          <ac:grpSpMkLst>
            <pc:docMk/>
            <pc:sldMk cId="1761336648" sldId="374"/>
            <ac:grpSpMk id="116" creationId="{B3B4ADA9-040E-D23D-E5FE-7B717628C306}"/>
          </ac:grpSpMkLst>
        </pc:grpChg>
        <pc:grpChg chg="del mod">
          <ac:chgData name="Mahima Weerasinghe" userId="e11e3f55-42da-4e07-8ead-4d7a1d7ea1c6" providerId="ADAL" clId="{34BDDC3C-2AF4-4325-BEDB-C3E623CC2F40}" dt="2024-08-11T14:10:03.909" v="2397"/>
          <ac:grpSpMkLst>
            <pc:docMk/>
            <pc:sldMk cId="1761336648" sldId="374"/>
            <ac:grpSpMk id="120" creationId="{9732FD9F-8CB7-0428-12AA-5EF7EB946687}"/>
          </ac:grpSpMkLst>
        </pc:grpChg>
        <pc:grpChg chg="del mod">
          <ac:chgData name="Mahima Weerasinghe" userId="e11e3f55-42da-4e07-8ead-4d7a1d7ea1c6" providerId="ADAL" clId="{34BDDC3C-2AF4-4325-BEDB-C3E623CC2F40}" dt="2024-08-11T14:10:06.166" v="2400"/>
          <ac:grpSpMkLst>
            <pc:docMk/>
            <pc:sldMk cId="1761336648" sldId="374"/>
            <ac:grpSpMk id="121" creationId="{489D82A6-93B9-51B1-0F2C-8E4CE8336D58}"/>
          </ac:grpSpMkLst>
        </pc:grpChg>
        <pc:grpChg chg="del mod">
          <ac:chgData name="Mahima Weerasinghe" userId="e11e3f55-42da-4e07-8ead-4d7a1d7ea1c6" providerId="ADAL" clId="{34BDDC3C-2AF4-4325-BEDB-C3E623CC2F40}" dt="2024-08-11T14:10:09.215" v="2403"/>
          <ac:grpSpMkLst>
            <pc:docMk/>
            <pc:sldMk cId="1761336648" sldId="374"/>
            <ac:grpSpMk id="124" creationId="{254DF9CF-911B-5253-44F3-1F139C70C60A}"/>
          </ac:grpSpMkLst>
        </pc:grpChg>
        <pc:grpChg chg="mod">
          <ac:chgData name="Mahima Weerasinghe" userId="e11e3f55-42da-4e07-8ead-4d7a1d7ea1c6" providerId="ADAL" clId="{34BDDC3C-2AF4-4325-BEDB-C3E623CC2F40}" dt="2024-08-11T14:10:09.215" v="2403"/>
          <ac:grpSpMkLst>
            <pc:docMk/>
            <pc:sldMk cId="1761336648" sldId="374"/>
            <ac:grpSpMk id="127" creationId="{040D8824-D81E-5D48-FEBC-4F5862CA4EE1}"/>
          </ac:grpSpMkLst>
        </pc:grpChg>
        <pc:inkChg chg="add mod">
          <ac:chgData name="Mahima Weerasinghe" userId="e11e3f55-42da-4e07-8ead-4d7a1d7ea1c6" providerId="ADAL" clId="{34BDDC3C-2AF4-4325-BEDB-C3E623CC2F40}" dt="2024-08-11T14:09:52.629" v="2388"/>
          <ac:inkMkLst>
            <pc:docMk/>
            <pc:sldMk cId="1761336648" sldId="374"/>
            <ac:inkMk id="3" creationId="{E67C1B2A-8375-FA53-F640-820270A47A7E}"/>
          </ac:inkMkLst>
        </pc:inkChg>
        <pc:inkChg chg="add mod">
          <ac:chgData name="Mahima Weerasinghe" userId="e11e3f55-42da-4e07-8ead-4d7a1d7ea1c6" providerId="ADAL" clId="{34BDDC3C-2AF4-4325-BEDB-C3E623CC2F40}" dt="2024-08-11T14:09:52.629" v="2388"/>
          <ac:inkMkLst>
            <pc:docMk/>
            <pc:sldMk cId="1761336648" sldId="374"/>
            <ac:inkMk id="4" creationId="{EE191A68-DB14-30CE-8F57-222091882BE2}"/>
          </ac:inkMkLst>
        </pc:inkChg>
        <pc:inkChg chg="add mod">
          <ac:chgData name="Mahima Weerasinghe" userId="e11e3f55-42da-4e07-8ead-4d7a1d7ea1c6" providerId="ADAL" clId="{34BDDC3C-2AF4-4325-BEDB-C3E623CC2F40}" dt="2024-08-11T14:09:52.629" v="2388"/>
          <ac:inkMkLst>
            <pc:docMk/>
            <pc:sldMk cId="1761336648" sldId="374"/>
            <ac:inkMk id="5" creationId="{12285CF8-1BB1-2C4E-D531-A61E1E5096FC}"/>
          </ac:inkMkLst>
        </pc:inkChg>
        <pc:inkChg chg="add mod">
          <ac:chgData name="Mahima Weerasinghe" userId="e11e3f55-42da-4e07-8ead-4d7a1d7ea1c6" providerId="ADAL" clId="{34BDDC3C-2AF4-4325-BEDB-C3E623CC2F40}" dt="2024-08-11T14:09:52.629" v="2388"/>
          <ac:inkMkLst>
            <pc:docMk/>
            <pc:sldMk cId="1761336648" sldId="374"/>
            <ac:inkMk id="6" creationId="{50B0DE71-587C-5BCD-C570-64CD21500FC5}"/>
          </ac:inkMkLst>
        </pc:inkChg>
        <pc:inkChg chg="add mod">
          <ac:chgData name="Mahima Weerasinghe" userId="e11e3f55-42da-4e07-8ead-4d7a1d7ea1c6" providerId="ADAL" clId="{34BDDC3C-2AF4-4325-BEDB-C3E623CC2F40}" dt="2024-08-11T14:09:52.629" v="2388"/>
          <ac:inkMkLst>
            <pc:docMk/>
            <pc:sldMk cId="1761336648" sldId="374"/>
            <ac:inkMk id="7" creationId="{76A35766-B693-A249-FEC5-38D9D6C7DDE1}"/>
          </ac:inkMkLst>
        </pc:inkChg>
        <pc:inkChg chg="add mod">
          <ac:chgData name="Mahima Weerasinghe" userId="e11e3f55-42da-4e07-8ead-4d7a1d7ea1c6" providerId="ADAL" clId="{34BDDC3C-2AF4-4325-BEDB-C3E623CC2F40}" dt="2024-08-11T14:09:52.629" v="2388"/>
          <ac:inkMkLst>
            <pc:docMk/>
            <pc:sldMk cId="1761336648" sldId="374"/>
            <ac:inkMk id="8" creationId="{17CD40D4-7716-8DB0-FC5E-A585F4BB0F12}"/>
          </ac:inkMkLst>
        </pc:inkChg>
        <pc:inkChg chg="add mod">
          <ac:chgData name="Mahima Weerasinghe" userId="e11e3f55-42da-4e07-8ead-4d7a1d7ea1c6" providerId="ADAL" clId="{34BDDC3C-2AF4-4325-BEDB-C3E623CC2F40}" dt="2024-08-11T14:09:52.629" v="2388"/>
          <ac:inkMkLst>
            <pc:docMk/>
            <pc:sldMk cId="1761336648" sldId="374"/>
            <ac:inkMk id="9" creationId="{3390D008-E146-EF88-068D-ED895FAD8AD2}"/>
          </ac:inkMkLst>
        </pc:inkChg>
        <pc:inkChg chg="add mod">
          <ac:chgData name="Mahima Weerasinghe" userId="e11e3f55-42da-4e07-8ead-4d7a1d7ea1c6" providerId="ADAL" clId="{34BDDC3C-2AF4-4325-BEDB-C3E623CC2F40}" dt="2024-08-11T14:09:52.629" v="2388"/>
          <ac:inkMkLst>
            <pc:docMk/>
            <pc:sldMk cId="1761336648" sldId="374"/>
            <ac:inkMk id="10" creationId="{5273B251-AFFB-90A7-FCAE-8E41427F502A}"/>
          </ac:inkMkLst>
        </pc:inkChg>
        <pc:inkChg chg="add mod">
          <ac:chgData name="Mahima Weerasinghe" userId="e11e3f55-42da-4e07-8ead-4d7a1d7ea1c6" providerId="ADAL" clId="{34BDDC3C-2AF4-4325-BEDB-C3E623CC2F40}" dt="2024-08-11T14:09:52.629" v="2388"/>
          <ac:inkMkLst>
            <pc:docMk/>
            <pc:sldMk cId="1761336648" sldId="374"/>
            <ac:inkMk id="12" creationId="{E5CBDFEB-73BE-7E49-6D4C-C44631D7BADD}"/>
          </ac:inkMkLst>
        </pc:inkChg>
        <pc:inkChg chg="add mod">
          <ac:chgData name="Mahima Weerasinghe" userId="e11e3f55-42da-4e07-8ead-4d7a1d7ea1c6" providerId="ADAL" clId="{34BDDC3C-2AF4-4325-BEDB-C3E623CC2F40}" dt="2024-08-11T14:09:52.629" v="2388"/>
          <ac:inkMkLst>
            <pc:docMk/>
            <pc:sldMk cId="1761336648" sldId="374"/>
            <ac:inkMk id="13" creationId="{A12D0264-8E3B-6E84-97C1-A96A59C0ABBD}"/>
          </ac:inkMkLst>
        </pc:inkChg>
        <pc:inkChg chg="add mod">
          <ac:chgData name="Mahima Weerasinghe" userId="e11e3f55-42da-4e07-8ead-4d7a1d7ea1c6" providerId="ADAL" clId="{34BDDC3C-2AF4-4325-BEDB-C3E623CC2F40}" dt="2024-08-11T14:09:52.629" v="2388"/>
          <ac:inkMkLst>
            <pc:docMk/>
            <pc:sldMk cId="1761336648" sldId="374"/>
            <ac:inkMk id="14" creationId="{B465F0B4-99B4-98C5-2F65-C7470D39580C}"/>
          </ac:inkMkLst>
        </pc:inkChg>
        <pc:inkChg chg="add mod">
          <ac:chgData name="Mahima Weerasinghe" userId="e11e3f55-42da-4e07-8ead-4d7a1d7ea1c6" providerId="ADAL" clId="{34BDDC3C-2AF4-4325-BEDB-C3E623CC2F40}" dt="2024-08-11T14:09:52.629" v="2388"/>
          <ac:inkMkLst>
            <pc:docMk/>
            <pc:sldMk cId="1761336648" sldId="374"/>
            <ac:inkMk id="15" creationId="{0A72409E-1F31-CC7C-8EFB-42A52330CA25}"/>
          </ac:inkMkLst>
        </pc:inkChg>
        <pc:inkChg chg="add mod">
          <ac:chgData name="Mahima Weerasinghe" userId="e11e3f55-42da-4e07-8ead-4d7a1d7ea1c6" providerId="ADAL" clId="{34BDDC3C-2AF4-4325-BEDB-C3E623CC2F40}" dt="2024-08-11T14:09:52.629" v="2388"/>
          <ac:inkMkLst>
            <pc:docMk/>
            <pc:sldMk cId="1761336648" sldId="374"/>
            <ac:inkMk id="16" creationId="{B84600A3-4AE6-A7E5-C545-D3A07FDC1F9A}"/>
          </ac:inkMkLst>
        </pc:inkChg>
        <pc:inkChg chg="add mod">
          <ac:chgData name="Mahima Weerasinghe" userId="e11e3f55-42da-4e07-8ead-4d7a1d7ea1c6" providerId="ADAL" clId="{34BDDC3C-2AF4-4325-BEDB-C3E623CC2F40}" dt="2024-08-11T14:09:52.629" v="2388"/>
          <ac:inkMkLst>
            <pc:docMk/>
            <pc:sldMk cId="1761336648" sldId="374"/>
            <ac:inkMk id="17" creationId="{19DC4246-4BB9-9E40-B1AD-D23A3BB0F12E}"/>
          </ac:inkMkLst>
        </pc:inkChg>
        <pc:inkChg chg="add mod">
          <ac:chgData name="Mahima Weerasinghe" userId="e11e3f55-42da-4e07-8ead-4d7a1d7ea1c6" providerId="ADAL" clId="{34BDDC3C-2AF4-4325-BEDB-C3E623CC2F40}" dt="2024-08-11T14:09:52.629" v="2388"/>
          <ac:inkMkLst>
            <pc:docMk/>
            <pc:sldMk cId="1761336648" sldId="374"/>
            <ac:inkMk id="18" creationId="{DE763BBD-F6E5-FD27-0D53-CB4D3AB24860}"/>
          </ac:inkMkLst>
        </pc:inkChg>
        <pc:inkChg chg="add mod">
          <ac:chgData name="Mahima Weerasinghe" userId="e11e3f55-42da-4e07-8ead-4d7a1d7ea1c6" providerId="ADAL" clId="{34BDDC3C-2AF4-4325-BEDB-C3E623CC2F40}" dt="2024-08-11T14:09:52.629" v="2388"/>
          <ac:inkMkLst>
            <pc:docMk/>
            <pc:sldMk cId="1761336648" sldId="374"/>
            <ac:inkMk id="19" creationId="{50B26113-A75D-E0CB-F12F-F2ED094ACFE5}"/>
          </ac:inkMkLst>
        </pc:inkChg>
        <pc:inkChg chg="add mod">
          <ac:chgData name="Mahima Weerasinghe" userId="e11e3f55-42da-4e07-8ead-4d7a1d7ea1c6" providerId="ADAL" clId="{34BDDC3C-2AF4-4325-BEDB-C3E623CC2F40}" dt="2024-08-11T14:09:52.629" v="2388"/>
          <ac:inkMkLst>
            <pc:docMk/>
            <pc:sldMk cId="1761336648" sldId="374"/>
            <ac:inkMk id="20" creationId="{45443A51-CE65-70E6-53FB-2EA36518BDF2}"/>
          </ac:inkMkLst>
        </pc:inkChg>
        <pc:inkChg chg="add mod">
          <ac:chgData name="Mahima Weerasinghe" userId="e11e3f55-42da-4e07-8ead-4d7a1d7ea1c6" providerId="ADAL" clId="{34BDDC3C-2AF4-4325-BEDB-C3E623CC2F40}" dt="2024-08-11T14:09:52.629" v="2388"/>
          <ac:inkMkLst>
            <pc:docMk/>
            <pc:sldMk cId="1761336648" sldId="374"/>
            <ac:inkMk id="21" creationId="{484CA489-F5E9-D44A-7986-58948047887E}"/>
          </ac:inkMkLst>
        </pc:inkChg>
        <pc:inkChg chg="add mod">
          <ac:chgData name="Mahima Weerasinghe" userId="e11e3f55-42da-4e07-8ead-4d7a1d7ea1c6" providerId="ADAL" clId="{34BDDC3C-2AF4-4325-BEDB-C3E623CC2F40}" dt="2024-08-11T14:09:52.629" v="2388"/>
          <ac:inkMkLst>
            <pc:docMk/>
            <pc:sldMk cId="1761336648" sldId="374"/>
            <ac:inkMk id="22" creationId="{EB1CF487-1536-B7DB-36A4-3D1E1F1B98A7}"/>
          </ac:inkMkLst>
        </pc:inkChg>
        <pc:inkChg chg="add mod">
          <ac:chgData name="Mahima Weerasinghe" userId="e11e3f55-42da-4e07-8ead-4d7a1d7ea1c6" providerId="ADAL" clId="{34BDDC3C-2AF4-4325-BEDB-C3E623CC2F40}" dt="2024-08-11T14:09:52.629" v="2388"/>
          <ac:inkMkLst>
            <pc:docMk/>
            <pc:sldMk cId="1761336648" sldId="374"/>
            <ac:inkMk id="23" creationId="{11F49B7B-EC54-0FE7-CD17-88C728897AFD}"/>
          </ac:inkMkLst>
        </pc:inkChg>
        <pc:inkChg chg="add mod">
          <ac:chgData name="Mahima Weerasinghe" userId="e11e3f55-42da-4e07-8ead-4d7a1d7ea1c6" providerId="ADAL" clId="{34BDDC3C-2AF4-4325-BEDB-C3E623CC2F40}" dt="2024-08-11T14:09:52.629" v="2388"/>
          <ac:inkMkLst>
            <pc:docMk/>
            <pc:sldMk cId="1761336648" sldId="374"/>
            <ac:inkMk id="25" creationId="{05951008-04C2-DB8B-7884-BB1D8C1D7E52}"/>
          </ac:inkMkLst>
        </pc:inkChg>
        <pc:inkChg chg="add mod">
          <ac:chgData name="Mahima Weerasinghe" userId="e11e3f55-42da-4e07-8ead-4d7a1d7ea1c6" providerId="ADAL" clId="{34BDDC3C-2AF4-4325-BEDB-C3E623CC2F40}" dt="2024-08-11T14:09:52.629" v="2388"/>
          <ac:inkMkLst>
            <pc:docMk/>
            <pc:sldMk cId="1761336648" sldId="374"/>
            <ac:inkMk id="26" creationId="{B08FD076-0FFE-4179-4F1C-58D7227EFE45}"/>
          </ac:inkMkLst>
        </pc:inkChg>
        <pc:inkChg chg="add mod">
          <ac:chgData name="Mahima Weerasinghe" userId="e11e3f55-42da-4e07-8ead-4d7a1d7ea1c6" providerId="ADAL" clId="{34BDDC3C-2AF4-4325-BEDB-C3E623CC2F40}" dt="2024-08-11T14:09:52.629" v="2388"/>
          <ac:inkMkLst>
            <pc:docMk/>
            <pc:sldMk cId="1761336648" sldId="374"/>
            <ac:inkMk id="28" creationId="{54E397DE-FCEC-8A73-028F-DF9F9F4C9DA9}"/>
          </ac:inkMkLst>
        </pc:inkChg>
        <pc:inkChg chg="add mod">
          <ac:chgData name="Mahima Weerasinghe" userId="e11e3f55-42da-4e07-8ead-4d7a1d7ea1c6" providerId="ADAL" clId="{34BDDC3C-2AF4-4325-BEDB-C3E623CC2F40}" dt="2024-08-11T14:09:52.629" v="2388"/>
          <ac:inkMkLst>
            <pc:docMk/>
            <pc:sldMk cId="1761336648" sldId="374"/>
            <ac:inkMk id="29" creationId="{4C537821-E8C8-8A27-CBD1-B0F05254C27F}"/>
          </ac:inkMkLst>
        </pc:inkChg>
        <pc:inkChg chg="add mod">
          <ac:chgData name="Mahima Weerasinghe" userId="e11e3f55-42da-4e07-8ead-4d7a1d7ea1c6" providerId="ADAL" clId="{34BDDC3C-2AF4-4325-BEDB-C3E623CC2F40}" dt="2024-08-11T14:09:52.629" v="2388"/>
          <ac:inkMkLst>
            <pc:docMk/>
            <pc:sldMk cId="1761336648" sldId="374"/>
            <ac:inkMk id="30" creationId="{77B9BF02-6CF0-1C2C-FAEC-D8FFFE1CA653}"/>
          </ac:inkMkLst>
        </pc:inkChg>
        <pc:inkChg chg="add mod">
          <ac:chgData name="Mahima Weerasinghe" userId="e11e3f55-42da-4e07-8ead-4d7a1d7ea1c6" providerId="ADAL" clId="{34BDDC3C-2AF4-4325-BEDB-C3E623CC2F40}" dt="2024-08-11T14:09:52.629" v="2388"/>
          <ac:inkMkLst>
            <pc:docMk/>
            <pc:sldMk cId="1761336648" sldId="374"/>
            <ac:inkMk id="31" creationId="{994AA791-DD59-2558-DD61-11F7F39D2688}"/>
          </ac:inkMkLst>
        </pc:inkChg>
        <pc:inkChg chg="add mod">
          <ac:chgData name="Mahima Weerasinghe" userId="e11e3f55-42da-4e07-8ead-4d7a1d7ea1c6" providerId="ADAL" clId="{34BDDC3C-2AF4-4325-BEDB-C3E623CC2F40}" dt="2024-08-11T14:09:52.629" v="2388"/>
          <ac:inkMkLst>
            <pc:docMk/>
            <pc:sldMk cId="1761336648" sldId="374"/>
            <ac:inkMk id="33" creationId="{563A74BB-49F4-45DA-A4D1-DEF34BE3B2A1}"/>
          </ac:inkMkLst>
        </pc:inkChg>
        <pc:inkChg chg="add mod">
          <ac:chgData name="Mahima Weerasinghe" userId="e11e3f55-42da-4e07-8ead-4d7a1d7ea1c6" providerId="ADAL" clId="{34BDDC3C-2AF4-4325-BEDB-C3E623CC2F40}" dt="2024-08-11T14:09:52.629" v="2388"/>
          <ac:inkMkLst>
            <pc:docMk/>
            <pc:sldMk cId="1761336648" sldId="374"/>
            <ac:inkMk id="34" creationId="{7DD280C8-F2FC-7C43-2471-10FBB85306BA}"/>
          </ac:inkMkLst>
        </pc:inkChg>
        <pc:inkChg chg="add mod">
          <ac:chgData name="Mahima Weerasinghe" userId="e11e3f55-42da-4e07-8ead-4d7a1d7ea1c6" providerId="ADAL" clId="{34BDDC3C-2AF4-4325-BEDB-C3E623CC2F40}" dt="2024-08-11T14:09:52.629" v="2388"/>
          <ac:inkMkLst>
            <pc:docMk/>
            <pc:sldMk cId="1761336648" sldId="374"/>
            <ac:inkMk id="35" creationId="{AC38C0A0-B6DE-E02B-956E-0F873FDBA546}"/>
          </ac:inkMkLst>
        </pc:inkChg>
        <pc:inkChg chg="add mod">
          <ac:chgData name="Mahima Weerasinghe" userId="e11e3f55-42da-4e07-8ead-4d7a1d7ea1c6" providerId="ADAL" clId="{34BDDC3C-2AF4-4325-BEDB-C3E623CC2F40}" dt="2024-08-11T14:09:52.629" v="2388"/>
          <ac:inkMkLst>
            <pc:docMk/>
            <pc:sldMk cId="1761336648" sldId="374"/>
            <ac:inkMk id="36" creationId="{43C7C94B-65E4-0B5B-C550-287AEBC41162}"/>
          </ac:inkMkLst>
        </pc:inkChg>
        <pc:inkChg chg="add mod">
          <ac:chgData name="Mahima Weerasinghe" userId="e11e3f55-42da-4e07-8ead-4d7a1d7ea1c6" providerId="ADAL" clId="{34BDDC3C-2AF4-4325-BEDB-C3E623CC2F40}" dt="2024-08-11T14:07:40.037" v="2318"/>
          <ac:inkMkLst>
            <pc:docMk/>
            <pc:sldMk cId="1761336648" sldId="374"/>
            <ac:inkMk id="38" creationId="{DDDCC1B5-BBAE-2532-283A-17FF35AE3091}"/>
          </ac:inkMkLst>
        </pc:inkChg>
        <pc:inkChg chg="add mod">
          <ac:chgData name="Mahima Weerasinghe" userId="e11e3f55-42da-4e07-8ead-4d7a1d7ea1c6" providerId="ADAL" clId="{34BDDC3C-2AF4-4325-BEDB-C3E623CC2F40}" dt="2024-08-11T14:07:40.037" v="2318"/>
          <ac:inkMkLst>
            <pc:docMk/>
            <pc:sldMk cId="1761336648" sldId="374"/>
            <ac:inkMk id="39" creationId="{CCA1FCAF-4DA7-6525-713B-96D87F604A4B}"/>
          </ac:inkMkLst>
        </pc:inkChg>
        <pc:inkChg chg="add mod">
          <ac:chgData name="Mahima Weerasinghe" userId="e11e3f55-42da-4e07-8ead-4d7a1d7ea1c6" providerId="ADAL" clId="{34BDDC3C-2AF4-4325-BEDB-C3E623CC2F40}" dt="2024-08-11T14:07:40.037" v="2318"/>
          <ac:inkMkLst>
            <pc:docMk/>
            <pc:sldMk cId="1761336648" sldId="374"/>
            <ac:inkMk id="40" creationId="{E19DD6F3-017D-18AC-429C-BAAB77F5EF1C}"/>
          </ac:inkMkLst>
        </pc:inkChg>
        <pc:inkChg chg="add mod">
          <ac:chgData name="Mahima Weerasinghe" userId="e11e3f55-42da-4e07-8ead-4d7a1d7ea1c6" providerId="ADAL" clId="{34BDDC3C-2AF4-4325-BEDB-C3E623CC2F40}" dt="2024-08-11T14:07:44.661" v="2326"/>
          <ac:inkMkLst>
            <pc:docMk/>
            <pc:sldMk cId="1761336648" sldId="374"/>
            <ac:inkMk id="42" creationId="{C9708147-0CD4-CB49-13F5-9E96293E8878}"/>
          </ac:inkMkLst>
        </pc:inkChg>
        <pc:inkChg chg="add mod">
          <ac:chgData name="Mahima Weerasinghe" userId="e11e3f55-42da-4e07-8ead-4d7a1d7ea1c6" providerId="ADAL" clId="{34BDDC3C-2AF4-4325-BEDB-C3E623CC2F40}" dt="2024-08-11T14:07:44.661" v="2326"/>
          <ac:inkMkLst>
            <pc:docMk/>
            <pc:sldMk cId="1761336648" sldId="374"/>
            <ac:inkMk id="43" creationId="{D5BAC2BC-544A-F977-E6D8-71A83C9A09CD}"/>
          </ac:inkMkLst>
        </pc:inkChg>
        <pc:inkChg chg="add mod">
          <ac:chgData name="Mahima Weerasinghe" userId="e11e3f55-42da-4e07-8ead-4d7a1d7ea1c6" providerId="ADAL" clId="{34BDDC3C-2AF4-4325-BEDB-C3E623CC2F40}" dt="2024-08-11T14:07:44.661" v="2326"/>
          <ac:inkMkLst>
            <pc:docMk/>
            <pc:sldMk cId="1761336648" sldId="374"/>
            <ac:inkMk id="44" creationId="{BD6BBB46-2585-5C16-20F0-745A04C7FB98}"/>
          </ac:inkMkLst>
        </pc:inkChg>
        <pc:inkChg chg="add mod">
          <ac:chgData name="Mahima Weerasinghe" userId="e11e3f55-42da-4e07-8ead-4d7a1d7ea1c6" providerId="ADAL" clId="{34BDDC3C-2AF4-4325-BEDB-C3E623CC2F40}" dt="2024-08-11T14:07:44.661" v="2326"/>
          <ac:inkMkLst>
            <pc:docMk/>
            <pc:sldMk cId="1761336648" sldId="374"/>
            <ac:inkMk id="45" creationId="{BF5F36A6-64F5-D5A4-DCC0-4845FD8E73B8}"/>
          </ac:inkMkLst>
        </pc:inkChg>
        <pc:inkChg chg="add mod">
          <ac:chgData name="Mahima Weerasinghe" userId="e11e3f55-42da-4e07-8ead-4d7a1d7ea1c6" providerId="ADAL" clId="{34BDDC3C-2AF4-4325-BEDB-C3E623CC2F40}" dt="2024-08-11T14:07:44.661" v="2326"/>
          <ac:inkMkLst>
            <pc:docMk/>
            <pc:sldMk cId="1761336648" sldId="374"/>
            <ac:inkMk id="46" creationId="{038E61DB-9BA3-9E51-8FF5-EDD858102236}"/>
          </ac:inkMkLst>
        </pc:inkChg>
        <pc:inkChg chg="add mod">
          <ac:chgData name="Mahima Weerasinghe" userId="e11e3f55-42da-4e07-8ead-4d7a1d7ea1c6" providerId="ADAL" clId="{34BDDC3C-2AF4-4325-BEDB-C3E623CC2F40}" dt="2024-08-11T14:07:44.661" v="2326"/>
          <ac:inkMkLst>
            <pc:docMk/>
            <pc:sldMk cId="1761336648" sldId="374"/>
            <ac:inkMk id="47" creationId="{20C8C210-8859-856C-F02C-31665C767046}"/>
          </ac:inkMkLst>
        </pc:inkChg>
        <pc:inkChg chg="add mod">
          <ac:chgData name="Mahima Weerasinghe" userId="e11e3f55-42da-4e07-8ead-4d7a1d7ea1c6" providerId="ADAL" clId="{34BDDC3C-2AF4-4325-BEDB-C3E623CC2F40}" dt="2024-08-11T14:07:44.661" v="2326"/>
          <ac:inkMkLst>
            <pc:docMk/>
            <pc:sldMk cId="1761336648" sldId="374"/>
            <ac:inkMk id="48" creationId="{D87D5C46-EE39-D7C1-90F8-43527628794A}"/>
          </ac:inkMkLst>
        </pc:inkChg>
        <pc:inkChg chg="add mod">
          <ac:chgData name="Mahima Weerasinghe" userId="e11e3f55-42da-4e07-8ead-4d7a1d7ea1c6" providerId="ADAL" clId="{34BDDC3C-2AF4-4325-BEDB-C3E623CC2F40}" dt="2024-08-11T14:07:55.873" v="2331"/>
          <ac:inkMkLst>
            <pc:docMk/>
            <pc:sldMk cId="1761336648" sldId="374"/>
            <ac:inkMk id="50" creationId="{C678B110-83E7-B171-9749-9938E69D5BFB}"/>
          </ac:inkMkLst>
        </pc:inkChg>
        <pc:inkChg chg="add mod">
          <ac:chgData name="Mahima Weerasinghe" userId="e11e3f55-42da-4e07-8ead-4d7a1d7ea1c6" providerId="ADAL" clId="{34BDDC3C-2AF4-4325-BEDB-C3E623CC2F40}" dt="2024-08-11T14:07:55.873" v="2331"/>
          <ac:inkMkLst>
            <pc:docMk/>
            <pc:sldMk cId="1761336648" sldId="374"/>
            <ac:inkMk id="51" creationId="{75CC45E7-8A25-30FD-C065-501B6A774FBA}"/>
          </ac:inkMkLst>
        </pc:inkChg>
        <pc:inkChg chg="add mod">
          <ac:chgData name="Mahima Weerasinghe" userId="e11e3f55-42da-4e07-8ead-4d7a1d7ea1c6" providerId="ADAL" clId="{34BDDC3C-2AF4-4325-BEDB-C3E623CC2F40}" dt="2024-08-11T14:07:55.873" v="2331"/>
          <ac:inkMkLst>
            <pc:docMk/>
            <pc:sldMk cId="1761336648" sldId="374"/>
            <ac:inkMk id="52" creationId="{DFC63C87-1152-2DD2-CD8A-79F5D73A6396}"/>
          </ac:inkMkLst>
        </pc:inkChg>
        <pc:inkChg chg="add mod">
          <ac:chgData name="Mahima Weerasinghe" userId="e11e3f55-42da-4e07-8ead-4d7a1d7ea1c6" providerId="ADAL" clId="{34BDDC3C-2AF4-4325-BEDB-C3E623CC2F40}" dt="2024-08-11T14:07:55.873" v="2331"/>
          <ac:inkMkLst>
            <pc:docMk/>
            <pc:sldMk cId="1761336648" sldId="374"/>
            <ac:inkMk id="53" creationId="{BE2CA8DF-BCD1-AFE5-DF6C-391149F9107D}"/>
          </ac:inkMkLst>
        </pc:inkChg>
        <pc:inkChg chg="add mod">
          <ac:chgData name="Mahima Weerasinghe" userId="e11e3f55-42da-4e07-8ead-4d7a1d7ea1c6" providerId="ADAL" clId="{34BDDC3C-2AF4-4325-BEDB-C3E623CC2F40}" dt="2024-08-11T14:07:59.772" v="2336"/>
          <ac:inkMkLst>
            <pc:docMk/>
            <pc:sldMk cId="1761336648" sldId="374"/>
            <ac:inkMk id="55" creationId="{778A1F74-FDD5-C2E8-85A3-3EF2A9BA6C1F}"/>
          </ac:inkMkLst>
        </pc:inkChg>
        <pc:inkChg chg="add mod">
          <ac:chgData name="Mahima Weerasinghe" userId="e11e3f55-42da-4e07-8ead-4d7a1d7ea1c6" providerId="ADAL" clId="{34BDDC3C-2AF4-4325-BEDB-C3E623CC2F40}" dt="2024-08-11T14:07:59.772" v="2336"/>
          <ac:inkMkLst>
            <pc:docMk/>
            <pc:sldMk cId="1761336648" sldId="374"/>
            <ac:inkMk id="56" creationId="{2268E7B8-DBFE-45FE-30A6-70FA353A2577}"/>
          </ac:inkMkLst>
        </pc:inkChg>
        <pc:inkChg chg="add mod">
          <ac:chgData name="Mahima Weerasinghe" userId="e11e3f55-42da-4e07-8ead-4d7a1d7ea1c6" providerId="ADAL" clId="{34BDDC3C-2AF4-4325-BEDB-C3E623CC2F40}" dt="2024-08-11T14:07:59.772" v="2336"/>
          <ac:inkMkLst>
            <pc:docMk/>
            <pc:sldMk cId="1761336648" sldId="374"/>
            <ac:inkMk id="57" creationId="{1E2169F1-AC51-ABC1-1E31-4A29CE87F587}"/>
          </ac:inkMkLst>
        </pc:inkChg>
        <pc:inkChg chg="add mod">
          <ac:chgData name="Mahima Weerasinghe" userId="e11e3f55-42da-4e07-8ead-4d7a1d7ea1c6" providerId="ADAL" clId="{34BDDC3C-2AF4-4325-BEDB-C3E623CC2F40}" dt="2024-08-11T14:07:59.772" v="2336"/>
          <ac:inkMkLst>
            <pc:docMk/>
            <pc:sldMk cId="1761336648" sldId="374"/>
            <ac:inkMk id="58" creationId="{19CABE3A-F4C6-9883-3CA0-165B80D02752}"/>
          </ac:inkMkLst>
        </pc:inkChg>
        <pc:inkChg chg="add mod">
          <ac:chgData name="Mahima Weerasinghe" userId="e11e3f55-42da-4e07-8ead-4d7a1d7ea1c6" providerId="ADAL" clId="{34BDDC3C-2AF4-4325-BEDB-C3E623CC2F40}" dt="2024-08-11T14:09:52.629" v="2388"/>
          <ac:inkMkLst>
            <pc:docMk/>
            <pc:sldMk cId="1761336648" sldId="374"/>
            <ac:inkMk id="60" creationId="{7AC7D046-AB7B-C8F1-A515-A2237FC958B2}"/>
          </ac:inkMkLst>
        </pc:inkChg>
        <pc:inkChg chg="add mod">
          <ac:chgData name="Mahima Weerasinghe" userId="e11e3f55-42da-4e07-8ead-4d7a1d7ea1c6" providerId="ADAL" clId="{34BDDC3C-2AF4-4325-BEDB-C3E623CC2F40}" dt="2024-08-11T14:09:52.629" v="2388"/>
          <ac:inkMkLst>
            <pc:docMk/>
            <pc:sldMk cId="1761336648" sldId="374"/>
            <ac:inkMk id="61" creationId="{62C9A0A5-A7D2-D519-D02D-E0C6D9791716}"/>
          </ac:inkMkLst>
        </pc:inkChg>
        <pc:inkChg chg="add mod">
          <ac:chgData name="Mahima Weerasinghe" userId="e11e3f55-42da-4e07-8ead-4d7a1d7ea1c6" providerId="ADAL" clId="{34BDDC3C-2AF4-4325-BEDB-C3E623CC2F40}" dt="2024-08-11T14:09:52.629" v="2388"/>
          <ac:inkMkLst>
            <pc:docMk/>
            <pc:sldMk cId="1761336648" sldId="374"/>
            <ac:inkMk id="62" creationId="{F7C4D9EE-0632-1AAF-E71B-1A7D11D2684D}"/>
          </ac:inkMkLst>
        </pc:inkChg>
        <pc:inkChg chg="add mod">
          <ac:chgData name="Mahima Weerasinghe" userId="e11e3f55-42da-4e07-8ead-4d7a1d7ea1c6" providerId="ADAL" clId="{34BDDC3C-2AF4-4325-BEDB-C3E623CC2F40}" dt="2024-08-11T14:09:52.629" v="2388"/>
          <ac:inkMkLst>
            <pc:docMk/>
            <pc:sldMk cId="1761336648" sldId="374"/>
            <ac:inkMk id="64" creationId="{EE3BA371-1F3B-9620-486F-1811FDBB7F6B}"/>
          </ac:inkMkLst>
        </pc:inkChg>
        <pc:inkChg chg="add mod">
          <ac:chgData name="Mahima Weerasinghe" userId="e11e3f55-42da-4e07-8ead-4d7a1d7ea1c6" providerId="ADAL" clId="{34BDDC3C-2AF4-4325-BEDB-C3E623CC2F40}" dt="2024-08-11T14:09:15.284" v="2362"/>
          <ac:inkMkLst>
            <pc:docMk/>
            <pc:sldMk cId="1761336648" sldId="374"/>
            <ac:inkMk id="66" creationId="{3F627989-B770-939B-592A-43C5B1A9EB65}"/>
          </ac:inkMkLst>
        </pc:inkChg>
        <pc:inkChg chg="add mod">
          <ac:chgData name="Mahima Weerasinghe" userId="e11e3f55-42da-4e07-8ead-4d7a1d7ea1c6" providerId="ADAL" clId="{34BDDC3C-2AF4-4325-BEDB-C3E623CC2F40}" dt="2024-08-11T14:09:15.284" v="2362"/>
          <ac:inkMkLst>
            <pc:docMk/>
            <pc:sldMk cId="1761336648" sldId="374"/>
            <ac:inkMk id="67" creationId="{38B483CA-570B-297B-33B0-FC200D0231F2}"/>
          </ac:inkMkLst>
        </pc:inkChg>
        <pc:inkChg chg="add mod">
          <ac:chgData name="Mahima Weerasinghe" userId="e11e3f55-42da-4e07-8ead-4d7a1d7ea1c6" providerId="ADAL" clId="{34BDDC3C-2AF4-4325-BEDB-C3E623CC2F40}" dt="2024-08-11T14:09:15.284" v="2362"/>
          <ac:inkMkLst>
            <pc:docMk/>
            <pc:sldMk cId="1761336648" sldId="374"/>
            <ac:inkMk id="68" creationId="{3D4846A7-6EA7-6FF0-65B4-F43731965CE0}"/>
          </ac:inkMkLst>
        </pc:inkChg>
        <pc:inkChg chg="add mod">
          <ac:chgData name="Mahima Weerasinghe" userId="e11e3f55-42da-4e07-8ead-4d7a1d7ea1c6" providerId="ADAL" clId="{34BDDC3C-2AF4-4325-BEDB-C3E623CC2F40}" dt="2024-08-11T14:09:15.284" v="2362"/>
          <ac:inkMkLst>
            <pc:docMk/>
            <pc:sldMk cId="1761336648" sldId="374"/>
            <ac:inkMk id="69" creationId="{E7C69F36-C656-8A92-4FAD-6BB9E671DC0F}"/>
          </ac:inkMkLst>
        </pc:inkChg>
        <pc:inkChg chg="add mod">
          <ac:chgData name="Mahima Weerasinghe" userId="e11e3f55-42da-4e07-8ead-4d7a1d7ea1c6" providerId="ADAL" clId="{34BDDC3C-2AF4-4325-BEDB-C3E623CC2F40}" dt="2024-08-11T14:09:15.284" v="2362"/>
          <ac:inkMkLst>
            <pc:docMk/>
            <pc:sldMk cId="1761336648" sldId="374"/>
            <ac:inkMk id="70" creationId="{7E37E8EB-D1F6-D39E-9A47-E4F6F3304FF1}"/>
          </ac:inkMkLst>
        </pc:inkChg>
        <pc:inkChg chg="add mod">
          <ac:chgData name="Mahima Weerasinghe" userId="e11e3f55-42da-4e07-8ead-4d7a1d7ea1c6" providerId="ADAL" clId="{34BDDC3C-2AF4-4325-BEDB-C3E623CC2F40}" dt="2024-08-11T14:09:15.284" v="2362"/>
          <ac:inkMkLst>
            <pc:docMk/>
            <pc:sldMk cId="1761336648" sldId="374"/>
            <ac:inkMk id="71" creationId="{5D7CF23D-E276-043D-331E-6782D6A44E30}"/>
          </ac:inkMkLst>
        </pc:inkChg>
        <pc:inkChg chg="add mod">
          <ac:chgData name="Mahima Weerasinghe" userId="e11e3f55-42da-4e07-8ead-4d7a1d7ea1c6" providerId="ADAL" clId="{34BDDC3C-2AF4-4325-BEDB-C3E623CC2F40}" dt="2024-08-11T14:09:15.284" v="2362"/>
          <ac:inkMkLst>
            <pc:docMk/>
            <pc:sldMk cId="1761336648" sldId="374"/>
            <ac:inkMk id="73" creationId="{1702744E-766A-1027-4D67-F5F807E999E1}"/>
          </ac:inkMkLst>
        </pc:inkChg>
        <pc:inkChg chg="add mod">
          <ac:chgData name="Mahima Weerasinghe" userId="e11e3f55-42da-4e07-8ead-4d7a1d7ea1c6" providerId="ADAL" clId="{34BDDC3C-2AF4-4325-BEDB-C3E623CC2F40}" dt="2024-08-11T14:09:15.284" v="2362"/>
          <ac:inkMkLst>
            <pc:docMk/>
            <pc:sldMk cId="1761336648" sldId="374"/>
            <ac:inkMk id="74" creationId="{CAF440A2-6620-30A9-23A8-E10DE809D3CC}"/>
          </ac:inkMkLst>
        </pc:inkChg>
        <pc:inkChg chg="add mod">
          <ac:chgData name="Mahima Weerasinghe" userId="e11e3f55-42da-4e07-8ead-4d7a1d7ea1c6" providerId="ADAL" clId="{34BDDC3C-2AF4-4325-BEDB-C3E623CC2F40}" dt="2024-08-11T14:09:15.284" v="2362"/>
          <ac:inkMkLst>
            <pc:docMk/>
            <pc:sldMk cId="1761336648" sldId="374"/>
            <ac:inkMk id="75" creationId="{E89F2284-2770-C1F4-86AF-EFC4E8E61EBF}"/>
          </ac:inkMkLst>
        </pc:inkChg>
        <pc:inkChg chg="add mod">
          <ac:chgData name="Mahima Weerasinghe" userId="e11e3f55-42da-4e07-8ead-4d7a1d7ea1c6" providerId="ADAL" clId="{34BDDC3C-2AF4-4325-BEDB-C3E623CC2F40}" dt="2024-08-11T14:09:15.284" v="2362"/>
          <ac:inkMkLst>
            <pc:docMk/>
            <pc:sldMk cId="1761336648" sldId="374"/>
            <ac:inkMk id="77" creationId="{89E8750F-F512-E6ED-0109-F2349C0A26A0}"/>
          </ac:inkMkLst>
        </pc:inkChg>
        <pc:inkChg chg="add mod">
          <ac:chgData name="Mahima Weerasinghe" userId="e11e3f55-42da-4e07-8ead-4d7a1d7ea1c6" providerId="ADAL" clId="{34BDDC3C-2AF4-4325-BEDB-C3E623CC2F40}" dt="2024-08-11T14:09:15.284" v="2362"/>
          <ac:inkMkLst>
            <pc:docMk/>
            <pc:sldMk cId="1761336648" sldId="374"/>
            <ac:inkMk id="78" creationId="{8847B6C1-0CDD-0D2F-C4D5-1CF501AC18FA}"/>
          </ac:inkMkLst>
        </pc:inkChg>
        <pc:inkChg chg="add mod">
          <ac:chgData name="Mahima Weerasinghe" userId="e11e3f55-42da-4e07-8ead-4d7a1d7ea1c6" providerId="ADAL" clId="{34BDDC3C-2AF4-4325-BEDB-C3E623CC2F40}" dt="2024-08-11T14:09:15.284" v="2362"/>
          <ac:inkMkLst>
            <pc:docMk/>
            <pc:sldMk cId="1761336648" sldId="374"/>
            <ac:inkMk id="79" creationId="{A6C58535-3550-2FE6-60F0-16C967851699}"/>
          </ac:inkMkLst>
        </pc:inkChg>
        <pc:inkChg chg="add mod">
          <ac:chgData name="Mahima Weerasinghe" userId="e11e3f55-42da-4e07-8ead-4d7a1d7ea1c6" providerId="ADAL" clId="{34BDDC3C-2AF4-4325-BEDB-C3E623CC2F40}" dt="2024-08-11T14:09:15.284" v="2362"/>
          <ac:inkMkLst>
            <pc:docMk/>
            <pc:sldMk cId="1761336648" sldId="374"/>
            <ac:inkMk id="81" creationId="{8D3EECDB-D74A-ECE1-9E37-5A160D826A7F}"/>
          </ac:inkMkLst>
        </pc:inkChg>
        <pc:inkChg chg="add mod">
          <ac:chgData name="Mahima Weerasinghe" userId="e11e3f55-42da-4e07-8ead-4d7a1d7ea1c6" providerId="ADAL" clId="{34BDDC3C-2AF4-4325-BEDB-C3E623CC2F40}" dt="2024-08-11T14:09:15.284" v="2362"/>
          <ac:inkMkLst>
            <pc:docMk/>
            <pc:sldMk cId="1761336648" sldId="374"/>
            <ac:inkMk id="82" creationId="{FB9D38FC-A5D4-371F-09C0-D97EED654A67}"/>
          </ac:inkMkLst>
        </pc:inkChg>
        <pc:inkChg chg="add mod">
          <ac:chgData name="Mahima Weerasinghe" userId="e11e3f55-42da-4e07-8ead-4d7a1d7ea1c6" providerId="ADAL" clId="{34BDDC3C-2AF4-4325-BEDB-C3E623CC2F40}" dt="2024-08-11T14:09:15.284" v="2362"/>
          <ac:inkMkLst>
            <pc:docMk/>
            <pc:sldMk cId="1761336648" sldId="374"/>
            <ac:inkMk id="83" creationId="{7D9C1B25-3DDE-08EF-4C84-09A268B39CDE}"/>
          </ac:inkMkLst>
        </pc:inkChg>
        <pc:inkChg chg="add mod">
          <ac:chgData name="Mahima Weerasinghe" userId="e11e3f55-42da-4e07-8ead-4d7a1d7ea1c6" providerId="ADAL" clId="{34BDDC3C-2AF4-4325-BEDB-C3E623CC2F40}" dt="2024-08-11T14:09:15.284" v="2362"/>
          <ac:inkMkLst>
            <pc:docMk/>
            <pc:sldMk cId="1761336648" sldId="374"/>
            <ac:inkMk id="84" creationId="{3C2EC821-D95E-B3D2-9CF4-F74D75E94758}"/>
          </ac:inkMkLst>
        </pc:inkChg>
        <pc:inkChg chg="add mod">
          <ac:chgData name="Mahima Weerasinghe" userId="e11e3f55-42da-4e07-8ead-4d7a1d7ea1c6" providerId="ADAL" clId="{34BDDC3C-2AF4-4325-BEDB-C3E623CC2F40}" dt="2024-08-11T14:10:09.215" v="2403"/>
          <ac:inkMkLst>
            <pc:docMk/>
            <pc:sldMk cId="1761336648" sldId="374"/>
            <ac:inkMk id="86" creationId="{B31E1E96-77B6-D5D1-B35E-D5A1BF8714F0}"/>
          </ac:inkMkLst>
        </pc:inkChg>
        <pc:inkChg chg="add mod">
          <ac:chgData name="Mahima Weerasinghe" userId="e11e3f55-42da-4e07-8ead-4d7a1d7ea1c6" providerId="ADAL" clId="{34BDDC3C-2AF4-4325-BEDB-C3E623CC2F40}" dt="2024-08-11T14:10:09.215" v="2403"/>
          <ac:inkMkLst>
            <pc:docMk/>
            <pc:sldMk cId="1761336648" sldId="374"/>
            <ac:inkMk id="87" creationId="{2E837388-324F-FCE1-AB19-A3B83C9413B6}"/>
          </ac:inkMkLst>
        </pc:inkChg>
        <pc:inkChg chg="add mod">
          <ac:chgData name="Mahima Weerasinghe" userId="e11e3f55-42da-4e07-8ead-4d7a1d7ea1c6" providerId="ADAL" clId="{34BDDC3C-2AF4-4325-BEDB-C3E623CC2F40}" dt="2024-08-11T14:10:09.215" v="2403"/>
          <ac:inkMkLst>
            <pc:docMk/>
            <pc:sldMk cId="1761336648" sldId="374"/>
            <ac:inkMk id="89" creationId="{913A1EDF-D7B6-E228-EC42-611C2A3EEEFE}"/>
          </ac:inkMkLst>
        </pc:inkChg>
        <pc:inkChg chg="add mod">
          <ac:chgData name="Mahima Weerasinghe" userId="e11e3f55-42da-4e07-8ead-4d7a1d7ea1c6" providerId="ADAL" clId="{34BDDC3C-2AF4-4325-BEDB-C3E623CC2F40}" dt="2024-08-11T14:10:09.215" v="2403"/>
          <ac:inkMkLst>
            <pc:docMk/>
            <pc:sldMk cId="1761336648" sldId="374"/>
            <ac:inkMk id="90" creationId="{A830111A-1329-6B48-8C43-93D9120087C7}"/>
          </ac:inkMkLst>
        </pc:inkChg>
        <pc:inkChg chg="add mod">
          <ac:chgData name="Mahima Weerasinghe" userId="e11e3f55-42da-4e07-8ead-4d7a1d7ea1c6" providerId="ADAL" clId="{34BDDC3C-2AF4-4325-BEDB-C3E623CC2F40}" dt="2024-08-11T14:10:09.215" v="2403"/>
          <ac:inkMkLst>
            <pc:docMk/>
            <pc:sldMk cId="1761336648" sldId="374"/>
            <ac:inkMk id="91" creationId="{66A368CD-C5B9-01C3-BA70-ABC5D3071677}"/>
          </ac:inkMkLst>
        </pc:inkChg>
        <pc:inkChg chg="add mod">
          <ac:chgData name="Mahima Weerasinghe" userId="e11e3f55-42da-4e07-8ead-4d7a1d7ea1c6" providerId="ADAL" clId="{34BDDC3C-2AF4-4325-BEDB-C3E623CC2F40}" dt="2024-08-11T14:10:09.215" v="2403"/>
          <ac:inkMkLst>
            <pc:docMk/>
            <pc:sldMk cId="1761336648" sldId="374"/>
            <ac:inkMk id="92" creationId="{6E31DE68-4930-71E6-A9D4-0266438B43C9}"/>
          </ac:inkMkLst>
        </pc:inkChg>
        <pc:inkChg chg="add mod">
          <ac:chgData name="Mahima Weerasinghe" userId="e11e3f55-42da-4e07-8ead-4d7a1d7ea1c6" providerId="ADAL" clId="{34BDDC3C-2AF4-4325-BEDB-C3E623CC2F40}" dt="2024-08-11T14:10:09.215" v="2403"/>
          <ac:inkMkLst>
            <pc:docMk/>
            <pc:sldMk cId="1761336648" sldId="374"/>
            <ac:inkMk id="95" creationId="{98500934-977B-8C43-32BC-5CC130118890}"/>
          </ac:inkMkLst>
        </pc:inkChg>
        <pc:inkChg chg="add mod">
          <ac:chgData name="Mahima Weerasinghe" userId="e11e3f55-42da-4e07-8ead-4d7a1d7ea1c6" providerId="ADAL" clId="{34BDDC3C-2AF4-4325-BEDB-C3E623CC2F40}" dt="2024-08-11T14:10:09.215" v="2403"/>
          <ac:inkMkLst>
            <pc:docMk/>
            <pc:sldMk cId="1761336648" sldId="374"/>
            <ac:inkMk id="96" creationId="{AA0CE4B0-21F2-5CB3-EB60-84090788BDB9}"/>
          </ac:inkMkLst>
        </pc:inkChg>
        <pc:inkChg chg="add mod">
          <ac:chgData name="Mahima Weerasinghe" userId="e11e3f55-42da-4e07-8ead-4d7a1d7ea1c6" providerId="ADAL" clId="{34BDDC3C-2AF4-4325-BEDB-C3E623CC2F40}" dt="2024-08-11T14:10:00.347" v="2393"/>
          <ac:inkMkLst>
            <pc:docMk/>
            <pc:sldMk cId="1761336648" sldId="374"/>
            <ac:inkMk id="98" creationId="{E6910AAA-B8B3-78AB-950C-E52CFDBDABDA}"/>
          </ac:inkMkLst>
        </pc:inkChg>
        <pc:inkChg chg="add mod">
          <ac:chgData name="Mahima Weerasinghe" userId="e11e3f55-42da-4e07-8ead-4d7a1d7ea1c6" providerId="ADAL" clId="{34BDDC3C-2AF4-4325-BEDB-C3E623CC2F40}" dt="2024-08-11T14:10:00.347" v="2393"/>
          <ac:inkMkLst>
            <pc:docMk/>
            <pc:sldMk cId="1761336648" sldId="374"/>
            <ac:inkMk id="99" creationId="{7480810D-CB21-CD4F-28F1-05EACC48D2C8}"/>
          </ac:inkMkLst>
        </pc:inkChg>
        <pc:inkChg chg="add mod">
          <ac:chgData name="Mahima Weerasinghe" userId="e11e3f55-42da-4e07-8ead-4d7a1d7ea1c6" providerId="ADAL" clId="{34BDDC3C-2AF4-4325-BEDB-C3E623CC2F40}" dt="2024-08-11T14:10:00.347" v="2393"/>
          <ac:inkMkLst>
            <pc:docMk/>
            <pc:sldMk cId="1761336648" sldId="374"/>
            <ac:inkMk id="100" creationId="{10763844-392C-8806-603B-7FA043FFE523}"/>
          </ac:inkMkLst>
        </pc:inkChg>
        <pc:inkChg chg="add mod">
          <ac:chgData name="Mahima Weerasinghe" userId="e11e3f55-42da-4e07-8ead-4d7a1d7ea1c6" providerId="ADAL" clId="{34BDDC3C-2AF4-4325-BEDB-C3E623CC2F40}" dt="2024-08-11T14:10:00.347" v="2393"/>
          <ac:inkMkLst>
            <pc:docMk/>
            <pc:sldMk cId="1761336648" sldId="374"/>
            <ac:inkMk id="101" creationId="{239E5D6D-7F48-E10B-95DC-46FC2141AC84}"/>
          </ac:inkMkLst>
        </pc:inkChg>
        <pc:inkChg chg="add mod">
          <ac:chgData name="Mahima Weerasinghe" userId="e11e3f55-42da-4e07-8ead-4d7a1d7ea1c6" providerId="ADAL" clId="{34BDDC3C-2AF4-4325-BEDB-C3E623CC2F40}" dt="2024-08-11T14:10:00.347" v="2393"/>
          <ac:inkMkLst>
            <pc:docMk/>
            <pc:sldMk cId="1761336648" sldId="374"/>
            <ac:inkMk id="102" creationId="{91715BAA-AD92-A0E1-F574-33EB606597A4}"/>
          </ac:inkMkLst>
        </pc:inkChg>
        <pc:inkChg chg="add mod">
          <ac:chgData name="Mahima Weerasinghe" userId="e11e3f55-42da-4e07-8ead-4d7a1d7ea1c6" providerId="ADAL" clId="{34BDDC3C-2AF4-4325-BEDB-C3E623CC2F40}" dt="2024-08-11T14:10:00.347" v="2393"/>
          <ac:inkMkLst>
            <pc:docMk/>
            <pc:sldMk cId="1761336648" sldId="374"/>
            <ac:inkMk id="103" creationId="{BA7E8351-84C6-5872-4AA7-871442496C5F}"/>
          </ac:inkMkLst>
        </pc:inkChg>
        <pc:inkChg chg="add mod">
          <ac:chgData name="Mahima Weerasinghe" userId="e11e3f55-42da-4e07-8ead-4d7a1d7ea1c6" providerId="ADAL" clId="{34BDDC3C-2AF4-4325-BEDB-C3E623CC2F40}" dt="2024-08-11T14:10:00.347" v="2393"/>
          <ac:inkMkLst>
            <pc:docMk/>
            <pc:sldMk cId="1761336648" sldId="374"/>
            <ac:inkMk id="104" creationId="{CEFF7617-F588-C680-B9F3-569924230ED5}"/>
          </ac:inkMkLst>
        </pc:inkChg>
        <pc:inkChg chg="add mod">
          <ac:chgData name="Mahima Weerasinghe" userId="e11e3f55-42da-4e07-8ead-4d7a1d7ea1c6" providerId="ADAL" clId="{34BDDC3C-2AF4-4325-BEDB-C3E623CC2F40}" dt="2024-08-11T14:10:00.347" v="2393"/>
          <ac:inkMkLst>
            <pc:docMk/>
            <pc:sldMk cId="1761336648" sldId="374"/>
            <ac:inkMk id="106" creationId="{6DBAA9E2-7ECA-7E6A-16DE-F2901D9B1DAE}"/>
          </ac:inkMkLst>
        </pc:inkChg>
        <pc:inkChg chg="add mod">
          <ac:chgData name="Mahima Weerasinghe" userId="e11e3f55-42da-4e07-8ead-4d7a1d7ea1c6" providerId="ADAL" clId="{34BDDC3C-2AF4-4325-BEDB-C3E623CC2F40}" dt="2024-08-11T14:10:00.347" v="2393"/>
          <ac:inkMkLst>
            <pc:docMk/>
            <pc:sldMk cId="1761336648" sldId="374"/>
            <ac:inkMk id="107" creationId="{F9086F78-601C-1F9B-35DD-64EEE67F863E}"/>
          </ac:inkMkLst>
        </pc:inkChg>
        <pc:inkChg chg="add mod">
          <ac:chgData name="Mahima Weerasinghe" userId="e11e3f55-42da-4e07-8ead-4d7a1d7ea1c6" providerId="ADAL" clId="{34BDDC3C-2AF4-4325-BEDB-C3E623CC2F40}" dt="2024-08-11T14:09:52.629" v="2388"/>
          <ac:inkMkLst>
            <pc:docMk/>
            <pc:sldMk cId="1761336648" sldId="374"/>
            <ac:inkMk id="109" creationId="{0C072D9E-624D-ECB3-0CC7-90A82F4F6F02}"/>
          </ac:inkMkLst>
        </pc:inkChg>
        <pc:inkChg chg="add mod">
          <ac:chgData name="Mahima Weerasinghe" userId="e11e3f55-42da-4e07-8ead-4d7a1d7ea1c6" providerId="ADAL" clId="{34BDDC3C-2AF4-4325-BEDB-C3E623CC2F40}" dt="2024-08-11T14:09:52.629" v="2388"/>
          <ac:inkMkLst>
            <pc:docMk/>
            <pc:sldMk cId="1761336648" sldId="374"/>
            <ac:inkMk id="110" creationId="{C883E017-C600-5045-332E-6113DBC8B4CA}"/>
          </ac:inkMkLst>
        </pc:inkChg>
        <pc:inkChg chg="add mod">
          <ac:chgData name="Mahima Weerasinghe" userId="e11e3f55-42da-4e07-8ead-4d7a1d7ea1c6" providerId="ADAL" clId="{34BDDC3C-2AF4-4325-BEDB-C3E623CC2F40}" dt="2024-08-11T14:09:52.629" v="2388"/>
          <ac:inkMkLst>
            <pc:docMk/>
            <pc:sldMk cId="1761336648" sldId="374"/>
            <ac:inkMk id="111" creationId="{61FB4AEE-5343-8246-712D-9CE0B73E866E}"/>
          </ac:inkMkLst>
        </pc:inkChg>
        <pc:inkChg chg="add mod">
          <ac:chgData name="Mahima Weerasinghe" userId="e11e3f55-42da-4e07-8ead-4d7a1d7ea1c6" providerId="ADAL" clId="{34BDDC3C-2AF4-4325-BEDB-C3E623CC2F40}" dt="2024-08-11T14:10:09.215" v="2403"/>
          <ac:inkMkLst>
            <pc:docMk/>
            <pc:sldMk cId="1761336648" sldId="374"/>
            <ac:inkMk id="113" creationId="{0A40E554-7E1C-1539-EC4C-58476B41026F}"/>
          </ac:inkMkLst>
        </pc:inkChg>
        <pc:inkChg chg="add mod">
          <ac:chgData name="Mahima Weerasinghe" userId="e11e3f55-42da-4e07-8ead-4d7a1d7ea1c6" providerId="ADAL" clId="{34BDDC3C-2AF4-4325-BEDB-C3E623CC2F40}" dt="2024-08-11T14:10:09.215" v="2403"/>
          <ac:inkMkLst>
            <pc:docMk/>
            <pc:sldMk cId="1761336648" sldId="374"/>
            <ac:inkMk id="114" creationId="{DCEDE139-5284-C5DE-C87C-EAF537E8A39F}"/>
          </ac:inkMkLst>
        </pc:inkChg>
        <pc:inkChg chg="add mod">
          <ac:chgData name="Mahima Weerasinghe" userId="e11e3f55-42da-4e07-8ead-4d7a1d7ea1c6" providerId="ADAL" clId="{34BDDC3C-2AF4-4325-BEDB-C3E623CC2F40}" dt="2024-08-11T14:10:09.215" v="2403"/>
          <ac:inkMkLst>
            <pc:docMk/>
            <pc:sldMk cId="1761336648" sldId="374"/>
            <ac:inkMk id="115" creationId="{4175BB72-7216-D3C7-3955-A605A246D134}"/>
          </ac:inkMkLst>
        </pc:inkChg>
        <pc:inkChg chg="add mod">
          <ac:chgData name="Mahima Weerasinghe" userId="e11e3f55-42da-4e07-8ead-4d7a1d7ea1c6" providerId="ADAL" clId="{34BDDC3C-2AF4-4325-BEDB-C3E623CC2F40}" dt="2024-08-11T14:10:09.215" v="2403"/>
          <ac:inkMkLst>
            <pc:docMk/>
            <pc:sldMk cId="1761336648" sldId="374"/>
            <ac:inkMk id="117" creationId="{5E71BF4E-76C4-6494-F639-84BBE62A5777}"/>
          </ac:inkMkLst>
        </pc:inkChg>
        <pc:inkChg chg="add mod">
          <ac:chgData name="Mahima Weerasinghe" userId="e11e3f55-42da-4e07-8ead-4d7a1d7ea1c6" providerId="ADAL" clId="{34BDDC3C-2AF4-4325-BEDB-C3E623CC2F40}" dt="2024-08-11T14:10:09.215" v="2403"/>
          <ac:inkMkLst>
            <pc:docMk/>
            <pc:sldMk cId="1761336648" sldId="374"/>
            <ac:inkMk id="118" creationId="{B2C0B9FD-33B2-FB89-1704-16F78675F4A5}"/>
          </ac:inkMkLst>
        </pc:inkChg>
        <pc:inkChg chg="add mod">
          <ac:chgData name="Mahima Weerasinghe" userId="e11e3f55-42da-4e07-8ead-4d7a1d7ea1c6" providerId="ADAL" clId="{34BDDC3C-2AF4-4325-BEDB-C3E623CC2F40}" dt="2024-08-11T14:10:09.215" v="2403"/>
          <ac:inkMkLst>
            <pc:docMk/>
            <pc:sldMk cId="1761336648" sldId="374"/>
            <ac:inkMk id="119" creationId="{937C4A77-63DD-7976-918C-CBF1EA9E831A}"/>
          </ac:inkMkLst>
        </pc:inkChg>
        <pc:inkChg chg="add mod">
          <ac:chgData name="Mahima Weerasinghe" userId="e11e3f55-42da-4e07-8ead-4d7a1d7ea1c6" providerId="ADAL" clId="{34BDDC3C-2AF4-4325-BEDB-C3E623CC2F40}" dt="2024-08-11T14:10:09.215" v="2403"/>
          <ac:inkMkLst>
            <pc:docMk/>
            <pc:sldMk cId="1761336648" sldId="374"/>
            <ac:inkMk id="122" creationId="{58092388-96F9-AC7B-6BBC-7CB6E7DA7501}"/>
          </ac:inkMkLst>
        </pc:inkChg>
        <pc:inkChg chg="add mod">
          <ac:chgData name="Mahima Weerasinghe" userId="e11e3f55-42da-4e07-8ead-4d7a1d7ea1c6" providerId="ADAL" clId="{34BDDC3C-2AF4-4325-BEDB-C3E623CC2F40}" dt="2024-08-11T14:10:09.215" v="2403"/>
          <ac:inkMkLst>
            <pc:docMk/>
            <pc:sldMk cId="1761336648" sldId="374"/>
            <ac:inkMk id="123" creationId="{763EB3D7-6B5F-E95B-0EEC-5160547CF7EF}"/>
          </ac:inkMkLst>
        </pc:inkChg>
        <pc:inkChg chg="add mod">
          <ac:chgData name="Mahima Weerasinghe" userId="e11e3f55-42da-4e07-8ead-4d7a1d7ea1c6" providerId="ADAL" clId="{34BDDC3C-2AF4-4325-BEDB-C3E623CC2F40}" dt="2024-08-11T14:10:09.215" v="2403"/>
          <ac:inkMkLst>
            <pc:docMk/>
            <pc:sldMk cId="1761336648" sldId="374"/>
            <ac:inkMk id="125" creationId="{C9DB4672-8C41-AE07-44B8-B95430CB5443}"/>
          </ac:inkMkLst>
        </pc:inkChg>
        <pc:inkChg chg="add mod">
          <ac:chgData name="Mahima Weerasinghe" userId="e11e3f55-42da-4e07-8ead-4d7a1d7ea1c6" providerId="ADAL" clId="{34BDDC3C-2AF4-4325-BEDB-C3E623CC2F40}" dt="2024-08-11T14:10:09.215" v="2403"/>
          <ac:inkMkLst>
            <pc:docMk/>
            <pc:sldMk cId="1761336648" sldId="374"/>
            <ac:inkMk id="126" creationId="{45676FBA-BCA8-9D25-0C9B-B8425AFE86CB}"/>
          </ac:inkMkLst>
        </pc:inkChg>
      </pc:sldChg>
    </pc:docChg>
  </pc:docChgLst>
  <pc:docChgLst>
    <pc:chgData name="Mahima Weerasinghe" userId="e11e3f55-42da-4e07-8ead-4d7a1d7ea1c6" providerId="ADAL" clId="{0087169D-3364-4DC2-A634-52797A54CD4F}"/>
    <pc:docChg chg="undo custSel addSld delSld modSld">
      <pc:chgData name="Mahima Weerasinghe" userId="e11e3f55-42da-4e07-8ead-4d7a1d7ea1c6" providerId="ADAL" clId="{0087169D-3364-4DC2-A634-52797A54CD4F}" dt="2024-10-20T14:06:07.566" v="1477"/>
      <pc:docMkLst>
        <pc:docMk/>
      </pc:docMkLst>
      <pc:sldChg chg="modSp mod">
        <pc:chgData name="Mahima Weerasinghe" userId="e11e3f55-42da-4e07-8ead-4d7a1d7ea1c6" providerId="ADAL" clId="{0087169D-3364-4DC2-A634-52797A54CD4F}" dt="2024-10-20T10:09:30.057" v="45" actId="20577"/>
        <pc:sldMkLst>
          <pc:docMk/>
          <pc:sldMk cId="0" sldId="256"/>
        </pc:sldMkLst>
        <pc:spChg chg="mod">
          <ac:chgData name="Mahima Weerasinghe" userId="e11e3f55-42da-4e07-8ead-4d7a1d7ea1c6" providerId="ADAL" clId="{0087169D-3364-4DC2-A634-52797A54CD4F}" dt="2024-10-20T10:09:30.057" v="45" actId="20577"/>
          <ac:spMkLst>
            <pc:docMk/>
            <pc:sldMk cId="0" sldId="256"/>
            <ac:spMk id="2" creationId="{00000000-0000-0000-0000-000000000000}"/>
          </ac:spMkLst>
        </pc:spChg>
      </pc:sldChg>
      <pc:sldChg chg="addSp delSp modSp new mod">
        <pc:chgData name="Mahima Weerasinghe" userId="e11e3f55-42da-4e07-8ead-4d7a1d7ea1c6" providerId="ADAL" clId="{0087169D-3364-4DC2-A634-52797A54CD4F}" dt="2024-10-20T14:06:07.566" v="1477"/>
        <pc:sldMkLst>
          <pc:docMk/>
          <pc:sldMk cId="1333804254" sldId="257"/>
        </pc:sldMkLst>
        <pc:spChg chg="mod">
          <ac:chgData name="Mahima Weerasinghe" userId="e11e3f55-42da-4e07-8ead-4d7a1d7ea1c6" providerId="ADAL" clId="{0087169D-3364-4DC2-A634-52797A54CD4F}" dt="2024-10-20T10:17:46.983" v="70" actId="20577"/>
          <ac:spMkLst>
            <pc:docMk/>
            <pc:sldMk cId="1333804254" sldId="257"/>
            <ac:spMk id="2" creationId="{CD723835-7853-1987-E469-498E62C5A931}"/>
          </ac:spMkLst>
        </pc:spChg>
        <pc:spChg chg="add mod">
          <ac:chgData name="Mahima Weerasinghe" userId="e11e3f55-42da-4e07-8ead-4d7a1d7ea1c6" providerId="ADAL" clId="{0087169D-3364-4DC2-A634-52797A54CD4F}" dt="2024-10-20T10:37:14.612" v="888" actId="20577"/>
          <ac:spMkLst>
            <pc:docMk/>
            <pc:sldMk cId="1333804254" sldId="257"/>
            <ac:spMk id="4" creationId="{DC9A2FDE-0364-B4B8-F5B8-4CD9AFF10A38}"/>
          </ac:spMkLst>
        </pc:spChg>
        <pc:spChg chg="add del">
          <ac:chgData name="Mahima Weerasinghe" userId="e11e3f55-42da-4e07-8ead-4d7a1d7ea1c6" providerId="ADAL" clId="{0087169D-3364-4DC2-A634-52797A54CD4F}" dt="2024-10-20T10:33:57.278" v="813" actId="478"/>
          <ac:spMkLst>
            <pc:docMk/>
            <pc:sldMk cId="1333804254" sldId="257"/>
            <ac:spMk id="5" creationId="{7081BBD4-3133-2A52-2825-B80E0DF0B70C}"/>
          </ac:spMkLst>
        </pc:spChg>
        <pc:spChg chg="add mod">
          <ac:chgData name="Mahima Weerasinghe" userId="e11e3f55-42da-4e07-8ead-4d7a1d7ea1c6" providerId="ADAL" clId="{0087169D-3364-4DC2-A634-52797A54CD4F}" dt="2024-10-20T10:45:32.780" v="917" actId="20577"/>
          <ac:spMkLst>
            <pc:docMk/>
            <pc:sldMk cId="1333804254" sldId="257"/>
            <ac:spMk id="9" creationId="{01657F11-56E0-04B1-952E-398C494DFAAD}"/>
          </ac:spMkLst>
        </pc:spChg>
        <pc:spChg chg="add mod">
          <ac:chgData name="Mahima Weerasinghe" userId="e11e3f55-42da-4e07-8ead-4d7a1d7ea1c6" providerId="ADAL" clId="{0087169D-3364-4DC2-A634-52797A54CD4F}" dt="2024-10-20T10:45:46.617" v="924" actId="20577"/>
          <ac:spMkLst>
            <pc:docMk/>
            <pc:sldMk cId="1333804254" sldId="257"/>
            <ac:spMk id="11" creationId="{436E05E4-9A4F-29ED-B314-3DD063D4DB75}"/>
          </ac:spMkLst>
        </pc:spChg>
        <pc:grpChg chg="mod">
          <ac:chgData name="Mahima Weerasinghe" userId="e11e3f55-42da-4e07-8ead-4d7a1d7ea1c6" providerId="ADAL" clId="{0087169D-3364-4DC2-A634-52797A54CD4F}" dt="2024-10-20T13:48:35.588" v="1233"/>
          <ac:grpSpMkLst>
            <pc:docMk/>
            <pc:sldMk cId="1333804254" sldId="257"/>
            <ac:grpSpMk id="16" creationId="{8D05A23C-F167-0B34-660F-76C0F1DD1FAE}"/>
          </ac:grpSpMkLst>
        </pc:grpChg>
        <pc:grpChg chg="mod">
          <ac:chgData name="Mahima Weerasinghe" userId="e11e3f55-42da-4e07-8ead-4d7a1d7ea1c6" providerId="ADAL" clId="{0087169D-3364-4DC2-A634-52797A54CD4F}" dt="2024-10-20T13:48:38.922" v="1239"/>
          <ac:grpSpMkLst>
            <pc:docMk/>
            <pc:sldMk cId="1333804254" sldId="257"/>
            <ac:grpSpMk id="22" creationId="{C94F7D47-7483-482E-2A4F-A5889357AF49}"/>
          </ac:grpSpMkLst>
        </pc:grpChg>
        <pc:grpChg chg="mod">
          <ac:chgData name="Mahima Weerasinghe" userId="e11e3f55-42da-4e07-8ead-4d7a1d7ea1c6" providerId="ADAL" clId="{0087169D-3364-4DC2-A634-52797A54CD4F}" dt="2024-10-20T13:48:38.922" v="1239"/>
          <ac:grpSpMkLst>
            <pc:docMk/>
            <pc:sldMk cId="1333804254" sldId="257"/>
            <ac:grpSpMk id="23" creationId="{7C734BB2-37F0-8884-E86A-3F3AC08AC67B}"/>
          </ac:grpSpMkLst>
        </pc:grpChg>
        <pc:grpChg chg="del mod">
          <ac:chgData name="Mahima Weerasinghe" userId="e11e3f55-42da-4e07-8ead-4d7a1d7ea1c6" providerId="ADAL" clId="{0087169D-3364-4DC2-A634-52797A54CD4F}" dt="2024-10-20T13:50:26.916" v="1266"/>
          <ac:grpSpMkLst>
            <pc:docMk/>
            <pc:sldMk cId="1333804254" sldId="257"/>
            <ac:grpSpMk id="31" creationId="{513FE0DD-5794-DCF3-CDE4-02D5DF61B19A}"/>
          </ac:grpSpMkLst>
        </pc:grpChg>
        <pc:grpChg chg="del mod">
          <ac:chgData name="Mahima Weerasinghe" userId="e11e3f55-42da-4e07-8ead-4d7a1d7ea1c6" providerId="ADAL" clId="{0087169D-3364-4DC2-A634-52797A54CD4F}" dt="2024-10-20T13:50:26.916" v="1266"/>
          <ac:grpSpMkLst>
            <pc:docMk/>
            <pc:sldMk cId="1333804254" sldId="257"/>
            <ac:grpSpMk id="39" creationId="{76346134-767A-78AE-CD61-085521C3DBDE}"/>
          </ac:grpSpMkLst>
        </pc:grpChg>
        <pc:grpChg chg="del mod">
          <ac:chgData name="Mahima Weerasinghe" userId="e11e3f55-42da-4e07-8ead-4d7a1d7ea1c6" providerId="ADAL" clId="{0087169D-3364-4DC2-A634-52797A54CD4F}" dt="2024-10-20T13:50:26.916" v="1266"/>
          <ac:grpSpMkLst>
            <pc:docMk/>
            <pc:sldMk cId="1333804254" sldId="257"/>
            <ac:grpSpMk id="47" creationId="{EA5A88F2-3C66-1C28-A04B-CDC358D9398A}"/>
          </ac:grpSpMkLst>
        </pc:grpChg>
        <pc:grpChg chg="del mod">
          <ac:chgData name="Mahima Weerasinghe" userId="e11e3f55-42da-4e07-8ead-4d7a1d7ea1c6" providerId="ADAL" clId="{0087169D-3364-4DC2-A634-52797A54CD4F}" dt="2024-10-20T13:51:57.105" v="1287"/>
          <ac:grpSpMkLst>
            <pc:docMk/>
            <pc:sldMk cId="1333804254" sldId="257"/>
            <ac:grpSpMk id="50" creationId="{61892CC4-1CB5-6DF6-0D8C-848F7C915A15}"/>
          </ac:grpSpMkLst>
        </pc:grpChg>
        <pc:grpChg chg="del mod">
          <ac:chgData name="Mahima Weerasinghe" userId="e11e3f55-42da-4e07-8ead-4d7a1d7ea1c6" providerId="ADAL" clId="{0087169D-3364-4DC2-A634-52797A54CD4F}" dt="2024-10-20T13:51:57.105" v="1287"/>
          <ac:grpSpMkLst>
            <pc:docMk/>
            <pc:sldMk cId="1333804254" sldId="257"/>
            <ac:grpSpMk id="58" creationId="{0A15A8A8-FB4C-82AE-0E16-C82380EAA2AA}"/>
          </ac:grpSpMkLst>
        </pc:grpChg>
        <pc:grpChg chg="del mod">
          <ac:chgData name="Mahima Weerasinghe" userId="e11e3f55-42da-4e07-8ead-4d7a1d7ea1c6" providerId="ADAL" clId="{0087169D-3364-4DC2-A634-52797A54CD4F}" dt="2024-10-20T13:51:57.105" v="1287"/>
          <ac:grpSpMkLst>
            <pc:docMk/>
            <pc:sldMk cId="1333804254" sldId="257"/>
            <ac:grpSpMk id="71" creationId="{4023F33C-3166-5002-395D-CF1543DE730F}"/>
          </ac:grpSpMkLst>
        </pc:grpChg>
        <pc:grpChg chg="mod">
          <ac:chgData name="Mahima Weerasinghe" userId="e11e3f55-42da-4e07-8ead-4d7a1d7ea1c6" providerId="ADAL" clId="{0087169D-3364-4DC2-A634-52797A54CD4F}" dt="2024-10-20T13:51:57.105" v="1287"/>
          <ac:grpSpMkLst>
            <pc:docMk/>
            <pc:sldMk cId="1333804254" sldId="257"/>
            <ac:grpSpMk id="72" creationId="{1A0D6620-82B1-7AA9-2D8C-1A4576FB0F39}"/>
          </ac:grpSpMkLst>
        </pc:grpChg>
        <pc:grpChg chg="mod">
          <ac:chgData name="Mahima Weerasinghe" userId="e11e3f55-42da-4e07-8ead-4d7a1d7ea1c6" providerId="ADAL" clId="{0087169D-3364-4DC2-A634-52797A54CD4F}" dt="2024-10-20T13:52:12.638" v="1292"/>
          <ac:grpSpMkLst>
            <pc:docMk/>
            <pc:sldMk cId="1333804254" sldId="257"/>
            <ac:grpSpMk id="77" creationId="{350E115B-1EB8-C2E7-5E2C-B6D7ED66368C}"/>
          </ac:grpSpMkLst>
        </pc:grpChg>
        <pc:grpChg chg="mod">
          <ac:chgData name="Mahima Weerasinghe" userId="e11e3f55-42da-4e07-8ead-4d7a1d7ea1c6" providerId="ADAL" clId="{0087169D-3364-4DC2-A634-52797A54CD4F}" dt="2024-10-20T13:52:23.425" v="1310"/>
          <ac:grpSpMkLst>
            <pc:docMk/>
            <pc:sldMk cId="1333804254" sldId="257"/>
            <ac:grpSpMk id="95" creationId="{AD65BFE0-7DE5-EF43-AC54-57D967216B58}"/>
          </ac:grpSpMkLst>
        </pc:grpChg>
        <pc:grpChg chg="mod">
          <ac:chgData name="Mahima Weerasinghe" userId="e11e3f55-42da-4e07-8ead-4d7a1d7ea1c6" providerId="ADAL" clId="{0087169D-3364-4DC2-A634-52797A54CD4F}" dt="2024-10-20T13:52:40.982" v="1317"/>
          <ac:grpSpMkLst>
            <pc:docMk/>
            <pc:sldMk cId="1333804254" sldId="257"/>
            <ac:grpSpMk id="102" creationId="{C808E7B5-9D6B-BD53-35D5-3B81166C2736}"/>
          </ac:grpSpMkLst>
        </pc:grpChg>
        <pc:grpChg chg="del mod">
          <ac:chgData name="Mahima Weerasinghe" userId="e11e3f55-42da-4e07-8ead-4d7a1d7ea1c6" providerId="ADAL" clId="{0087169D-3364-4DC2-A634-52797A54CD4F}" dt="2024-10-20T14:01:29.643" v="1462"/>
          <ac:grpSpMkLst>
            <pc:docMk/>
            <pc:sldMk cId="1333804254" sldId="257"/>
            <ac:grpSpMk id="105" creationId="{7FED380F-38C9-D630-C371-340BF10FCDB2}"/>
          </ac:grpSpMkLst>
        </pc:grpChg>
        <pc:grpChg chg="del mod">
          <ac:chgData name="Mahima Weerasinghe" userId="e11e3f55-42da-4e07-8ead-4d7a1d7ea1c6" providerId="ADAL" clId="{0087169D-3364-4DC2-A634-52797A54CD4F}" dt="2024-10-20T14:01:29.643" v="1462"/>
          <ac:grpSpMkLst>
            <pc:docMk/>
            <pc:sldMk cId="1333804254" sldId="257"/>
            <ac:grpSpMk id="114" creationId="{2D0F41D8-E465-7937-D3D6-2F5B93E5C0A4}"/>
          </ac:grpSpMkLst>
        </pc:grpChg>
        <pc:grpChg chg="del mod">
          <ac:chgData name="Mahima Weerasinghe" userId="e11e3f55-42da-4e07-8ead-4d7a1d7ea1c6" providerId="ADAL" clId="{0087169D-3364-4DC2-A634-52797A54CD4F}" dt="2024-10-20T14:01:29.643" v="1462"/>
          <ac:grpSpMkLst>
            <pc:docMk/>
            <pc:sldMk cId="1333804254" sldId="257"/>
            <ac:grpSpMk id="115" creationId="{D1E548D0-BB43-D2C6-7CBD-54D496DEDDBF}"/>
          </ac:grpSpMkLst>
        </pc:grpChg>
        <pc:grpChg chg="del mod">
          <ac:chgData name="Mahima Weerasinghe" userId="e11e3f55-42da-4e07-8ead-4d7a1d7ea1c6" providerId="ADAL" clId="{0087169D-3364-4DC2-A634-52797A54CD4F}" dt="2024-10-20T14:01:29.643" v="1462"/>
          <ac:grpSpMkLst>
            <pc:docMk/>
            <pc:sldMk cId="1333804254" sldId="257"/>
            <ac:grpSpMk id="125" creationId="{D78A321A-4723-0326-73FA-919423502961}"/>
          </ac:grpSpMkLst>
        </pc:grpChg>
        <pc:grpChg chg="del mod">
          <ac:chgData name="Mahima Weerasinghe" userId="e11e3f55-42da-4e07-8ead-4d7a1d7ea1c6" providerId="ADAL" clId="{0087169D-3364-4DC2-A634-52797A54CD4F}" dt="2024-10-20T14:01:29.643" v="1462"/>
          <ac:grpSpMkLst>
            <pc:docMk/>
            <pc:sldMk cId="1333804254" sldId="257"/>
            <ac:grpSpMk id="126" creationId="{91915CE6-E4AA-A0BA-C6F1-460BBE918075}"/>
          </ac:grpSpMkLst>
        </pc:grpChg>
        <pc:grpChg chg="del mod">
          <ac:chgData name="Mahima Weerasinghe" userId="e11e3f55-42da-4e07-8ead-4d7a1d7ea1c6" providerId="ADAL" clId="{0087169D-3364-4DC2-A634-52797A54CD4F}" dt="2024-10-20T14:01:29.643" v="1462"/>
          <ac:grpSpMkLst>
            <pc:docMk/>
            <pc:sldMk cId="1333804254" sldId="257"/>
            <ac:grpSpMk id="133" creationId="{9DC1011F-2BAF-B145-19BE-C029B47BF571}"/>
          </ac:grpSpMkLst>
        </pc:grpChg>
        <pc:grpChg chg="del mod">
          <ac:chgData name="Mahima Weerasinghe" userId="e11e3f55-42da-4e07-8ead-4d7a1d7ea1c6" providerId="ADAL" clId="{0087169D-3364-4DC2-A634-52797A54CD4F}" dt="2024-10-20T13:57:10.374" v="1382"/>
          <ac:grpSpMkLst>
            <pc:docMk/>
            <pc:sldMk cId="1333804254" sldId="257"/>
            <ac:grpSpMk id="137" creationId="{F6D3C80D-4DD2-4F6D-3277-D0F76AE6C499}"/>
          </ac:grpSpMkLst>
        </pc:grpChg>
        <pc:grpChg chg="mod">
          <ac:chgData name="Mahima Weerasinghe" userId="e11e3f55-42da-4e07-8ead-4d7a1d7ea1c6" providerId="ADAL" clId="{0087169D-3364-4DC2-A634-52797A54CD4F}" dt="2024-10-20T13:56:42.181" v="1354"/>
          <ac:grpSpMkLst>
            <pc:docMk/>
            <pc:sldMk cId="1333804254" sldId="257"/>
            <ac:grpSpMk id="141" creationId="{D5EE18DF-16B0-B051-B733-EA3664BCA807}"/>
          </ac:grpSpMkLst>
        </pc:grpChg>
        <pc:grpChg chg="mod">
          <ac:chgData name="Mahima Weerasinghe" userId="e11e3f55-42da-4e07-8ead-4d7a1d7ea1c6" providerId="ADAL" clId="{0087169D-3364-4DC2-A634-52797A54CD4F}" dt="2024-10-20T13:56:48.787" v="1358"/>
          <ac:grpSpMkLst>
            <pc:docMk/>
            <pc:sldMk cId="1333804254" sldId="257"/>
            <ac:grpSpMk id="145" creationId="{6A4B7729-D884-63CC-E4FE-4E53B8A566A8}"/>
          </ac:grpSpMkLst>
        </pc:grpChg>
        <pc:grpChg chg="del mod">
          <ac:chgData name="Mahima Weerasinghe" userId="e11e3f55-42da-4e07-8ead-4d7a1d7ea1c6" providerId="ADAL" clId="{0087169D-3364-4DC2-A634-52797A54CD4F}" dt="2024-10-20T13:57:04.517" v="1377"/>
          <ac:grpSpMkLst>
            <pc:docMk/>
            <pc:sldMk cId="1333804254" sldId="257"/>
            <ac:grpSpMk id="160" creationId="{1912DA58-C2ED-B228-4EA8-51BF54408385}"/>
          </ac:grpSpMkLst>
        </pc:grpChg>
        <pc:grpChg chg="del mod">
          <ac:chgData name="Mahima Weerasinghe" userId="e11e3f55-42da-4e07-8ead-4d7a1d7ea1c6" providerId="ADAL" clId="{0087169D-3364-4DC2-A634-52797A54CD4F}" dt="2024-10-20T14:05:54.554" v="1474"/>
          <ac:grpSpMkLst>
            <pc:docMk/>
            <pc:sldMk cId="1333804254" sldId="257"/>
            <ac:grpSpMk id="164" creationId="{1B1AC415-DF50-4A09-1867-ED08795E44C8}"/>
          </ac:grpSpMkLst>
        </pc:grpChg>
        <pc:grpChg chg="del mod">
          <ac:chgData name="Mahima Weerasinghe" userId="e11e3f55-42da-4e07-8ead-4d7a1d7ea1c6" providerId="ADAL" clId="{0087169D-3364-4DC2-A634-52797A54CD4F}" dt="2024-10-20T13:57:14.800" v="1388"/>
          <ac:grpSpMkLst>
            <pc:docMk/>
            <pc:sldMk cId="1333804254" sldId="257"/>
            <ac:grpSpMk id="169" creationId="{F1D7E178-8271-6BE6-AD21-69EFF3444CAB}"/>
          </ac:grpSpMkLst>
        </pc:grpChg>
        <pc:grpChg chg="del mod">
          <ac:chgData name="Mahima Weerasinghe" userId="e11e3f55-42da-4e07-8ead-4d7a1d7ea1c6" providerId="ADAL" clId="{0087169D-3364-4DC2-A634-52797A54CD4F}" dt="2024-10-20T13:57:18.653" v="1390"/>
          <ac:grpSpMkLst>
            <pc:docMk/>
            <pc:sldMk cId="1333804254" sldId="257"/>
            <ac:grpSpMk id="175" creationId="{0A062F8E-EF76-2C17-D78F-E7D679ED6DF5}"/>
          </ac:grpSpMkLst>
        </pc:grpChg>
        <pc:grpChg chg="mod">
          <ac:chgData name="Mahima Weerasinghe" userId="e11e3f55-42da-4e07-8ead-4d7a1d7ea1c6" providerId="ADAL" clId="{0087169D-3364-4DC2-A634-52797A54CD4F}" dt="2024-10-20T13:57:18.653" v="1390"/>
          <ac:grpSpMkLst>
            <pc:docMk/>
            <pc:sldMk cId="1333804254" sldId="257"/>
            <ac:grpSpMk id="177" creationId="{EA846249-708A-407B-B3BB-26FBF465C360}"/>
          </ac:grpSpMkLst>
        </pc:grpChg>
        <pc:grpChg chg="del mod">
          <ac:chgData name="Mahima Weerasinghe" userId="e11e3f55-42da-4e07-8ead-4d7a1d7ea1c6" providerId="ADAL" clId="{0087169D-3364-4DC2-A634-52797A54CD4F}" dt="2024-10-20T13:58:57.107" v="1409"/>
          <ac:grpSpMkLst>
            <pc:docMk/>
            <pc:sldMk cId="1333804254" sldId="257"/>
            <ac:grpSpMk id="185" creationId="{63AA16EB-1770-D135-BB0A-E4FEB0ECD002}"/>
          </ac:grpSpMkLst>
        </pc:grpChg>
        <pc:grpChg chg="del mod">
          <ac:chgData name="Mahima Weerasinghe" userId="e11e3f55-42da-4e07-8ead-4d7a1d7ea1c6" providerId="ADAL" clId="{0087169D-3364-4DC2-A634-52797A54CD4F}" dt="2024-10-20T13:58:59.073" v="1413"/>
          <ac:grpSpMkLst>
            <pc:docMk/>
            <pc:sldMk cId="1333804254" sldId="257"/>
            <ac:grpSpMk id="196" creationId="{A0862137-1A02-88E2-1909-FD2A4ECBAF8F}"/>
          </ac:grpSpMkLst>
        </pc:grpChg>
        <pc:grpChg chg="del mod">
          <ac:chgData name="Mahima Weerasinghe" userId="e11e3f55-42da-4e07-8ead-4d7a1d7ea1c6" providerId="ADAL" clId="{0087169D-3364-4DC2-A634-52797A54CD4F}" dt="2024-10-20T14:00:20.299" v="1446"/>
          <ac:grpSpMkLst>
            <pc:docMk/>
            <pc:sldMk cId="1333804254" sldId="257"/>
            <ac:grpSpMk id="200" creationId="{63B984E8-78BA-F434-0BE3-3EE0F77D9211}"/>
          </ac:grpSpMkLst>
        </pc:grpChg>
        <pc:grpChg chg="mod">
          <ac:chgData name="Mahima Weerasinghe" userId="e11e3f55-42da-4e07-8ead-4d7a1d7ea1c6" providerId="ADAL" clId="{0087169D-3364-4DC2-A634-52797A54CD4F}" dt="2024-10-20T13:59:22.702" v="1418"/>
          <ac:grpSpMkLst>
            <pc:docMk/>
            <pc:sldMk cId="1333804254" sldId="257"/>
            <ac:grpSpMk id="205" creationId="{DD1B55A5-BB20-CEAE-F21F-16709C47F3AC}"/>
          </ac:grpSpMkLst>
        </pc:grpChg>
        <pc:grpChg chg="del mod">
          <ac:chgData name="Mahima Weerasinghe" userId="e11e3f55-42da-4e07-8ead-4d7a1d7ea1c6" providerId="ADAL" clId="{0087169D-3364-4DC2-A634-52797A54CD4F}" dt="2024-10-20T13:59:46.901" v="1434"/>
          <ac:grpSpMkLst>
            <pc:docMk/>
            <pc:sldMk cId="1333804254" sldId="257"/>
            <ac:grpSpMk id="211" creationId="{376029A8-FED0-9997-0BE1-2778D7FB12E2}"/>
          </ac:grpSpMkLst>
        </pc:grpChg>
        <pc:grpChg chg="del mod">
          <ac:chgData name="Mahima Weerasinghe" userId="e11e3f55-42da-4e07-8ead-4d7a1d7ea1c6" providerId="ADAL" clId="{0087169D-3364-4DC2-A634-52797A54CD4F}" dt="2024-10-20T13:59:31.767" v="1432"/>
          <ac:grpSpMkLst>
            <pc:docMk/>
            <pc:sldMk cId="1333804254" sldId="257"/>
            <ac:grpSpMk id="215" creationId="{67C4AD1E-3822-9201-D5F9-47DFD7501867}"/>
          </ac:grpSpMkLst>
        </pc:grpChg>
        <pc:grpChg chg="mod">
          <ac:chgData name="Mahima Weerasinghe" userId="e11e3f55-42da-4e07-8ead-4d7a1d7ea1c6" providerId="ADAL" clId="{0087169D-3364-4DC2-A634-52797A54CD4F}" dt="2024-10-20T13:59:31.767" v="1432"/>
          <ac:grpSpMkLst>
            <pc:docMk/>
            <pc:sldMk cId="1333804254" sldId="257"/>
            <ac:grpSpMk id="219" creationId="{0B4174FB-87FB-7961-75F6-DDF01BCBBF83}"/>
          </ac:grpSpMkLst>
        </pc:grpChg>
        <pc:grpChg chg="del mod">
          <ac:chgData name="Mahima Weerasinghe" userId="e11e3f55-42da-4e07-8ead-4d7a1d7ea1c6" providerId="ADAL" clId="{0087169D-3364-4DC2-A634-52797A54CD4F}" dt="2024-10-20T13:59:54.897" v="1440"/>
          <ac:grpSpMkLst>
            <pc:docMk/>
            <pc:sldMk cId="1333804254" sldId="257"/>
            <ac:grpSpMk id="221" creationId="{307817E2-5BE9-2A03-8038-2DE8EC46F1CC}"/>
          </ac:grpSpMkLst>
        </pc:grpChg>
        <pc:grpChg chg="mod">
          <ac:chgData name="Mahima Weerasinghe" userId="e11e3f55-42da-4e07-8ead-4d7a1d7ea1c6" providerId="ADAL" clId="{0087169D-3364-4DC2-A634-52797A54CD4F}" dt="2024-10-20T13:59:54.897" v="1440"/>
          <ac:grpSpMkLst>
            <pc:docMk/>
            <pc:sldMk cId="1333804254" sldId="257"/>
            <ac:grpSpMk id="227" creationId="{540537E2-2885-56AF-7DB3-943E8F7AFCCD}"/>
          </ac:grpSpMkLst>
        </pc:grpChg>
        <pc:grpChg chg="mod">
          <ac:chgData name="Mahima Weerasinghe" userId="e11e3f55-42da-4e07-8ead-4d7a1d7ea1c6" providerId="ADAL" clId="{0087169D-3364-4DC2-A634-52797A54CD4F}" dt="2024-10-20T13:59:54.897" v="1440"/>
          <ac:grpSpMkLst>
            <pc:docMk/>
            <pc:sldMk cId="1333804254" sldId="257"/>
            <ac:grpSpMk id="228" creationId="{80AD9004-939E-64D0-C56E-276204501B51}"/>
          </ac:grpSpMkLst>
        </pc:grpChg>
        <pc:grpChg chg="del mod">
          <ac:chgData name="Mahima Weerasinghe" userId="e11e3f55-42da-4e07-8ead-4d7a1d7ea1c6" providerId="ADAL" clId="{0087169D-3364-4DC2-A634-52797A54CD4F}" dt="2024-10-20T14:00:20.299" v="1446"/>
          <ac:grpSpMkLst>
            <pc:docMk/>
            <pc:sldMk cId="1333804254" sldId="257"/>
            <ac:grpSpMk id="231" creationId="{588B90C8-93F3-2CD2-7341-2E4C4741A084}"/>
          </ac:grpSpMkLst>
        </pc:grpChg>
        <pc:grpChg chg="del mod">
          <ac:chgData name="Mahima Weerasinghe" userId="e11e3f55-42da-4e07-8ead-4d7a1d7ea1c6" providerId="ADAL" clId="{0087169D-3364-4DC2-A634-52797A54CD4F}" dt="2024-10-20T14:01:29.643" v="1462"/>
          <ac:grpSpMkLst>
            <pc:docMk/>
            <pc:sldMk cId="1333804254" sldId="257"/>
            <ac:grpSpMk id="234" creationId="{B97DEB64-D62D-E640-51B8-61EAC4E9E7EF}"/>
          </ac:grpSpMkLst>
        </pc:grpChg>
        <pc:grpChg chg="del mod">
          <ac:chgData name="Mahima Weerasinghe" userId="e11e3f55-42da-4e07-8ead-4d7a1d7ea1c6" providerId="ADAL" clId="{0087169D-3364-4DC2-A634-52797A54CD4F}" dt="2024-10-20T14:01:29.643" v="1462"/>
          <ac:grpSpMkLst>
            <pc:docMk/>
            <pc:sldMk cId="1333804254" sldId="257"/>
            <ac:grpSpMk id="238" creationId="{4652F66A-0B44-D56D-3032-4E6FA471F46D}"/>
          </ac:grpSpMkLst>
        </pc:grpChg>
        <pc:grpChg chg="mod">
          <ac:chgData name="Mahima Weerasinghe" userId="e11e3f55-42da-4e07-8ead-4d7a1d7ea1c6" providerId="ADAL" clId="{0087169D-3364-4DC2-A634-52797A54CD4F}" dt="2024-10-20T14:00:36.283" v="1455"/>
          <ac:grpSpMkLst>
            <pc:docMk/>
            <pc:sldMk cId="1333804254" sldId="257"/>
            <ac:grpSpMk id="243" creationId="{B123276C-4E68-6261-4175-BF056614E9C6}"/>
          </ac:grpSpMkLst>
        </pc:grpChg>
        <pc:grpChg chg="del mod">
          <ac:chgData name="Mahima Weerasinghe" userId="e11e3f55-42da-4e07-8ead-4d7a1d7ea1c6" providerId="ADAL" clId="{0087169D-3364-4DC2-A634-52797A54CD4F}" dt="2024-10-20T14:02:06.624" v="1465"/>
          <ac:grpSpMkLst>
            <pc:docMk/>
            <pc:sldMk cId="1333804254" sldId="257"/>
            <ac:grpSpMk id="250" creationId="{4EA06175-04B1-94F3-B004-F634327415AF}"/>
          </ac:grpSpMkLst>
        </pc:grpChg>
        <pc:grpChg chg="del mod">
          <ac:chgData name="Mahima Weerasinghe" userId="e11e3f55-42da-4e07-8ead-4d7a1d7ea1c6" providerId="ADAL" clId="{0087169D-3364-4DC2-A634-52797A54CD4F}" dt="2024-10-20T14:02:08.036" v="1467"/>
          <ac:grpSpMkLst>
            <pc:docMk/>
            <pc:sldMk cId="1333804254" sldId="257"/>
            <ac:grpSpMk id="253" creationId="{424D452C-8713-477D-719A-E0C394482C0E}"/>
          </ac:grpSpMkLst>
        </pc:grpChg>
        <pc:grpChg chg="mod">
          <ac:chgData name="Mahima Weerasinghe" userId="e11e3f55-42da-4e07-8ead-4d7a1d7ea1c6" providerId="ADAL" clId="{0087169D-3364-4DC2-A634-52797A54CD4F}" dt="2024-10-20T14:02:08.036" v="1467"/>
          <ac:grpSpMkLst>
            <pc:docMk/>
            <pc:sldMk cId="1333804254" sldId="257"/>
            <ac:grpSpMk id="255" creationId="{B7528D1F-2C75-4FCF-70BB-0E3C926B0FBB}"/>
          </ac:grpSpMkLst>
        </pc:grpChg>
        <pc:grpChg chg="del mod">
          <ac:chgData name="Mahima Weerasinghe" userId="e11e3f55-42da-4e07-8ead-4d7a1d7ea1c6" providerId="ADAL" clId="{0087169D-3364-4DC2-A634-52797A54CD4F}" dt="2024-10-20T14:06:07.566" v="1477"/>
          <ac:grpSpMkLst>
            <pc:docMk/>
            <pc:sldMk cId="1333804254" sldId="257"/>
            <ac:grpSpMk id="262" creationId="{60344438-9B62-6073-65D2-BED5DC07FE5E}"/>
          </ac:grpSpMkLst>
        </pc:grpChg>
        <pc:grpChg chg="mod">
          <ac:chgData name="Mahima Weerasinghe" userId="e11e3f55-42da-4e07-8ead-4d7a1d7ea1c6" providerId="ADAL" clId="{0087169D-3364-4DC2-A634-52797A54CD4F}" dt="2024-10-20T14:06:07.566" v="1477"/>
          <ac:grpSpMkLst>
            <pc:docMk/>
            <pc:sldMk cId="1333804254" sldId="257"/>
            <ac:grpSpMk id="265" creationId="{138A3214-C148-D024-17B9-DDEFAD621324}"/>
          </ac:grpSpMkLst>
        </pc:grpChg>
        <pc:picChg chg="add mod">
          <ac:chgData name="Mahima Weerasinghe" userId="e11e3f55-42da-4e07-8ead-4d7a1d7ea1c6" providerId="ADAL" clId="{0087169D-3364-4DC2-A634-52797A54CD4F}" dt="2024-10-20T10:34:26.389" v="816" actId="1076"/>
          <ac:picMkLst>
            <pc:docMk/>
            <pc:sldMk cId="1333804254" sldId="257"/>
            <ac:picMk id="7" creationId="{923280F0-A187-76AD-5E1A-AC2418F4B057}"/>
          </ac:picMkLst>
        </pc:picChg>
        <pc:inkChg chg="add">
          <ac:chgData name="Mahima Weerasinghe" userId="e11e3f55-42da-4e07-8ead-4d7a1d7ea1c6" providerId="ADAL" clId="{0087169D-3364-4DC2-A634-52797A54CD4F}" dt="2024-10-20T13:46:33.405" v="1229" actId="9405"/>
          <ac:inkMkLst>
            <pc:docMk/>
            <pc:sldMk cId="1333804254" sldId="257"/>
            <ac:inkMk id="12" creationId="{8873EA2A-432D-7296-041B-470D2DA03E69}"/>
          </ac:inkMkLst>
        </pc:inkChg>
        <pc:inkChg chg="add mod">
          <ac:chgData name="Mahima Weerasinghe" userId="e11e3f55-42da-4e07-8ead-4d7a1d7ea1c6" providerId="ADAL" clId="{0087169D-3364-4DC2-A634-52797A54CD4F}" dt="2024-10-20T13:48:35.588" v="1233"/>
          <ac:inkMkLst>
            <pc:docMk/>
            <pc:sldMk cId="1333804254" sldId="257"/>
            <ac:inkMk id="13" creationId="{819BDD5C-316F-0C0F-C9FA-47A1F142AABB}"/>
          </ac:inkMkLst>
        </pc:inkChg>
        <pc:inkChg chg="add mod">
          <ac:chgData name="Mahima Weerasinghe" userId="e11e3f55-42da-4e07-8ead-4d7a1d7ea1c6" providerId="ADAL" clId="{0087169D-3364-4DC2-A634-52797A54CD4F}" dt="2024-10-20T13:48:35.588" v="1233"/>
          <ac:inkMkLst>
            <pc:docMk/>
            <pc:sldMk cId="1333804254" sldId="257"/>
            <ac:inkMk id="14" creationId="{23579F87-BEF0-EC3A-6303-8F25A8DAE039}"/>
          </ac:inkMkLst>
        </pc:inkChg>
        <pc:inkChg chg="add mod">
          <ac:chgData name="Mahima Weerasinghe" userId="e11e3f55-42da-4e07-8ead-4d7a1d7ea1c6" providerId="ADAL" clId="{0087169D-3364-4DC2-A634-52797A54CD4F}" dt="2024-10-20T13:48:35.588" v="1233"/>
          <ac:inkMkLst>
            <pc:docMk/>
            <pc:sldMk cId="1333804254" sldId="257"/>
            <ac:inkMk id="15" creationId="{DD1D38E1-5760-BB2E-CFCA-66EF699D5534}"/>
          </ac:inkMkLst>
        </pc:inkChg>
        <pc:inkChg chg="add mod">
          <ac:chgData name="Mahima Weerasinghe" userId="e11e3f55-42da-4e07-8ead-4d7a1d7ea1c6" providerId="ADAL" clId="{0087169D-3364-4DC2-A634-52797A54CD4F}" dt="2024-10-20T13:48:38.922" v="1239"/>
          <ac:inkMkLst>
            <pc:docMk/>
            <pc:sldMk cId="1333804254" sldId="257"/>
            <ac:inkMk id="17" creationId="{D23F1F22-3CFD-7037-FDDC-7106CBC6D026}"/>
          </ac:inkMkLst>
        </pc:inkChg>
        <pc:inkChg chg="add mod">
          <ac:chgData name="Mahima Weerasinghe" userId="e11e3f55-42da-4e07-8ead-4d7a1d7ea1c6" providerId="ADAL" clId="{0087169D-3364-4DC2-A634-52797A54CD4F}" dt="2024-10-20T13:48:38.922" v="1239"/>
          <ac:inkMkLst>
            <pc:docMk/>
            <pc:sldMk cId="1333804254" sldId="257"/>
            <ac:inkMk id="18" creationId="{109C1916-067D-DC20-68A2-13165D55095C}"/>
          </ac:inkMkLst>
        </pc:inkChg>
        <pc:inkChg chg="add">
          <ac:chgData name="Mahima Weerasinghe" userId="e11e3f55-42da-4e07-8ead-4d7a1d7ea1c6" providerId="ADAL" clId="{0087169D-3364-4DC2-A634-52797A54CD4F}" dt="2024-10-20T13:48:37.091" v="1236" actId="9405"/>
          <ac:inkMkLst>
            <pc:docMk/>
            <pc:sldMk cId="1333804254" sldId="257"/>
            <ac:inkMk id="19" creationId="{B9F71FFC-3A42-35C4-0208-1B07E4270D6E}"/>
          </ac:inkMkLst>
        </pc:inkChg>
        <pc:inkChg chg="add mod">
          <ac:chgData name="Mahima Weerasinghe" userId="e11e3f55-42da-4e07-8ead-4d7a1d7ea1c6" providerId="ADAL" clId="{0087169D-3364-4DC2-A634-52797A54CD4F}" dt="2024-10-20T13:48:38.922" v="1239"/>
          <ac:inkMkLst>
            <pc:docMk/>
            <pc:sldMk cId="1333804254" sldId="257"/>
            <ac:inkMk id="20" creationId="{7698F49E-D07F-4610-6AE9-A776EBD13D7C}"/>
          </ac:inkMkLst>
        </pc:inkChg>
        <pc:inkChg chg="add mod">
          <ac:chgData name="Mahima Weerasinghe" userId="e11e3f55-42da-4e07-8ead-4d7a1d7ea1c6" providerId="ADAL" clId="{0087169D-3364-4DC2-A634-52797A54CD4F}" dt="2024-10-20T13:48:38.922" v="1239"/>
          <ac:inkMkLst>
            <pc:docMk/>
            <pc:sldMk cId="1333804254" sldId="257"/>
            <ac:inkMk id="21" creationId="{A483C567-35B6-BF48-93A0-5A2B12282791}"/>
          </ac:inkMkLst>
        </pc:inkChg>
        <pc:inkChg chg="add">
          <ac:chgData name="Mahima Weerasinghe" userId="e11e3f55-42da-4e07-8ead-4d7a1d7ea1c6" providerId="ADAL" clId="{0087169D-3364-4DC2-A634-52797A54CD4F}" dt="2024-10-20T13:49:07.729" v="1240" actId="9405"/>
          <ac:inkMkLst>
            <pc:docMk/>
            <pc:sldMk cId="1333804254" sldId="257"/>
            <ac:inkMk id="24" creationId="{ECB24159-B5BE-D33F-BA1D-56F6011BDA1B}"/>
          </ac:inkMkLst>
        </pc:inkChg>
        <pc:inkChg chg="add">
          <ac:chgData name="Mahima Weerasinghe" userId="e11e3f55-42da-4e07-8ead-4d7a1d7ea1c6" providerId="ADAL" clId="{0087169D-3364-4DC2-A634-52797A54CD4F}" dt="2024-10-20T13:49:09.093" v="1241" actId="9405"/>
          <ac:inkMkLst>
            <pc:docMk/>
            <pc:sldMk cId="1333804254" sldId="257"/>
            <ac:inkMk id="25" creationId="{6E154A7E-2E38-235B-8E68-DB25AC2E3F92}"/>
          </ac:inkMkLst>
        </pc:inkChg>
        <pc:inkChg chg="add mod">
          <ac:chgData name="Mahima Weerasinghe" userId="e11e3f55-42da-4e07-8ead-4d7a1d7ea1c6" providerId="ADAL" clId="{0087169D-3364-4DC2-A634-52797A54CD4F}" dt="2024-10-20T13:51:57.105" v="1287"/>
          <ac:inkMkLst>
            <pc:docMk/>
            <pc:sldMk cId="1333804254" sldId="257"/>
            <ac:inkMk id="26" creationId="{CA0C5D50-6EF0-6F5B-B0CB-3BDC906A7511}"/>
          </ac:inkMkLst>
        </pc:inkChg>
        <pc:inkChg chg="add mod">
          <ac:chgData name="Mahima Weerasinghe" userId="e11e3f55-42da-4e07-8ead-4d7a1d7ea1c6" providerId="ADAL" clId="{0087169D-3364-4DC2-A634-52797A54CD4F}" dt="2024-10-20T13:51:57.105" v="1287"/>
          <ac:inkMkLst>
            <pc:docMk/>
            <pc:sldMk cId="1333804254" sldId="257"/>
            <ac:inkMk id="27" creationId="{4DD851A9-C016-5D8A-98F1-25E4D18D2BA3}"/>
          </ac:inkMkLst>
        </pc:inkChg>
        <pc:inkChg chg="add mod">
          <ac:chgData name="Mahima Weerasinghe" userId="e11e3f55-42da-4e07-8ead-4d7a1d7ea1c6" providerId="ADAL" clId="{0087169D-3364-4DC2-A634-52797A54CD4F}" dt="2024-10-20T13:51:57.105" v="1287"/>
          <ac:inkMkLst>
            <pc:docMk/>
            <pc:sldMk cId="1333804254" sldId="257"/>
            <ac:inkMk id="28" creationId="{539BF824-AEF5-C05E-461C-B8D77350B45C}"/>
          </ac:inkMkLst>
        </pc:inkChg>
        <pc:inkChg chg="add mod">
          <ac:chgData name="Mahima Weerasinghe" userId="e11e3f55-42da-4e07-8ead-4d7a1d7ea1c6" providerId="ADAL" clId="{0087169D-3364-4DC2-A634-52797A54CD4F}" dt="2024-10-20T13:51:57.105" v="1287"/>
          <ac:inkMkLst>
            <pc:docMk/>
            <pc:sldMk cId="1333804254" sldId="257"/>
            <ac:inkMk id="29" creationId="{937D5F76-7C1D-9EC1-BFE4-75AF080EF97A}"/>
          </ac:inkMkLst>
        </pc:inkChg>
        <pc:inkChg chg="add mod">
          <ac:chgData name="Mahima Weerasinghe" userId="e11e3f55-42da-4e07-8ead-4d7a1d7ea1c6" providerId="ADAL" clId="{0087169D-3364-4DC2-A634-52797A54CD4F}" dt="2024-10-20T13:51:57.105" v="1287"/>
          <ac:inkMkLst>
            <pc:docMk/>
            <pc:sldMk cId="1333804254" sldId="257"/>
            <ac:inkMk id="30" creationId="{0565FD5E-664F-50AA-DCE8-F2395A199B3B}"/>
          </ac:inkMkLst>
        </pc:inkChg>
        <pc:inkChg chg="add mod">
          <ac:chgData name="Mahima Weerasinghe" userId="e11e3f55-42da-4e07-8ead-4d7a1d7ea1c6" providerId="ADAL" clId="{0087169D-3364-4DC2-A634-52797A54CD4F}" dt="2024-10-20T13:51:57.105" v="1287"/>
          <ac:inkMkLst>
            <pc:docMk/>
            <pc:sldMk cId="1333804254" sldId="257"/>
            <ac:inkMk id="32" creationId="{8B760AFD-B91B-0B4F-859E-4E68558F17CC}"/>
          </ac:inkMkLst>
        </pc:inkChg>
        <pc:inkChg chg="add mod">
          <ac:chgData name="Mahima Weerasinghe" userId="e11e3f55-42da-4e07-8ead-4d7a1d7ea1c6" providerId="ADAL" clId="{0087169D-3364-4DC2-A634-52797A54CD4F}" dt="2024-10-20T13:51:57.105" v="1287"/>
          <ac:inkMkLst>
            <pc:docMk/>
            <pc:sldMk cId="1333804254" sldId="257"/>
            <ac:inkMk id="33" creationId="{66B4EFCC-C035-9654-CE89-C9B51D452BD8}"/>
          </ac:inkMkLst>
        </pc:inkChg>
        <pc:inkChg chg="add mod">
          <ac:chgData name="Mahima Weerasinghe" userId="e11e3f55-42da-4e07-8ead-4d7a1d7ea1c6" providerId="ADAL" clId="{0087169D-3364-4DC2-A634-52797A54CD4F}" dt="2024-10-20T13:51:57.105" v="1287"/>
          <ac:inkMkLst>
            <pc:docMk/>
            <pc:sldMk cId="1333804254" sldId="257"/>
            <ac:inkMk id="34" creationId="{CF981D53-54E6-3664-D69A-B8301166A4AA}"/>
          </ac:inkMkLst>
        </pc:inkChg>
        <pc:inkChg chg="add mod">
          <ac:chgData name="Mahima Weerasinghe" userId="e11e3f55-42da-4e07-8ead-4d7a1d7ea1c6" providerId="ADAL" clId="{0087169D-3364-4DC2-A634-52797A54CD4F}" dt="2024-10-20T13:51:57.105" v="1287"/>
          <ac:inkMkLst>
            <pc:docMk/>
            <pc:sldMk cId="1333804254" sldId="257"/>
            <ac:inkMk id="35" creationId="{5B36F1E4-C803-7AA1-CCDE-90FD06F1A478}"/>
          </ac:inkMkLst>
        </pc:inkChg>
        <pc:inkChg chg="add mod">
          <ac:chgData name="Mahima Weerasinghe" userId="e11e3f55-42da-4e07-8ead-4d7a1d7ea1c6" providerId="ADAL" clId="{0087169D-3364-4DC2-A634-52797A54CD4F}" dt="2024-10-20T13:51:57.105" v="1287"/>
          <ac:inkMkLst>
            <pc:docMk/>
            <pc:sldMk cId="1333804254" sldId="257"/>
            <ac:inkMk id="36" creationId="{E96D56D8-3D52-9947-C5E2-FD6B39F336D5}"/>
          </ac:inkMkLst>
        </pc:inkChg>
        <pc:inkChg chg="add mod">
          <ac:chgData name="Mahima Weerasinghe" userId="e11e3f55-42da-4e07-8ead-4d7a1d7ea1c6" providerId="ADAL" clId="{0087169D-3364-4DC2-A634-52797A54CD4F}" dt="2024-10-20T13:51:57.105" v="1287"/>
          <ac:inkMkLst>
            <pc:docMk/>
            <pc:sldMk cId="1333804254" sldId="257"/>
            <ac:inkMk id="37" creationId="{CA8F4DC2-2B52-FEAD-655D-2BB0D47D4DF0}"/>
          </ac:inkMkLst>
        </pc:inkChg>
        <pc:inkChg chg="add mod">
          <ac:chgData name="Mahima Weerasinghe" userId="e11e3f55-42da-4e07-8ead-4d7a1d7ea1c6" providerId="ADAL" clId="{0087169D-3364-4DC2-A634-52797A54CD4F}" dt="2024-10-20T13:51:57.105" v="1287"/>
          <ac:inkMkLst>
            <pc:docMk/>
            <pc:sldMk cId="1333804254" sldId="257"/>
            <ac:inkMk id="38" creationId="{38889CD6-6E52-24DA-E003-368846175078}"/>
          </ac:inkMkLst>
        </pc:inkChg>
        <pc:inkChg chg="add mod">
          <ac:chgData name="Mahima Weerasinghe" userId="e11e3f55-42da-4e07-8ead-4d7a1d7ea1c6" providerId="ADAL" clId="{0087169D-3364-4DC2-A634-52797A54CD4F}" dt="2024-10-20T13:51:57.105" v="1287"/>
          <ac:inkMkLst>
            <pc:docMk/>
            <pc:sldMk cId="1333804254" sldId="257"/>
            <ac:inkMk id="40" creationId="{62F2D15F-F67E-FC1D-7EDE-D6B66A0B26C4}"/>
          </ac:inkMkLst>
        </pc:inkChg>
        <pc:inkChg chg="add mod">
          <ac:chgData name="Mahima Weerasinghe" userId="e11e3f55-42da-4e07-8ead-4d7a1d7ea1c6" providerId="ADAL" clId="{0087169D-3364-4DC2-A634-52797A54CD4F}" dt="2024-10-20T13:51:57.105" v="1287"/>
          <ac:inkMkLst>
            <pc:docMk/>
            <pc:sldMk cId="1333804254" sldId="257"/>
            <ac:inkMk id="41" creationId="{8EB24E32-1EA5-C352-6A98-CBD1473D86FB}"/>
          </ac:inkMkLst>
        </pc:inkChg>
        <pc:inkChg chg="add mod">
          <ac:chgData name="Mahima Weerasinghe" userId="e11e3f55-42da-4e07-8ead-4d7a1d7ea1c6" providerId="ADAL" clId="{0087169D-3364-4DC2-A634-52797A54CD4F}" dt="2024-10-20T13:51:57.105" v="1287"/>
          <ac:inkMkLst>
            <pc:docMk/>
            <pc:sldMk cId="1333804254" sldId="257"/>
            <ac:inkMk id="42" creationId="{F0CFD37C-203F-5C0D-2FA3-D0BFADD2615F}"/>
          </ac:inkMkLst>
        </pc:inkChg>
        <pc:inkChg chg="add mod">
          <ac:chgData name="Mahima Weerasinghe" userId="e11e3f55-42da-4e07-8ead-4d7a1d7ea1c6" providerId="ADAL" clId="{0087169D-3364-4DC2-A634-52797A54CD4F}" dt="2024-10-20T13:51:57.105" v="1287"/>
          <ac:inkMkLst>
            <pc:docMk/>
            <pc:sldMk cId="1333804254" sldId="257"/>
            <ac:inkMk id="43" creationId="{3A1C21E3-5CEE-4C61-C763-94956E7D7898}"/>
          </ac:inkMkLst>
        </pc:inkChg>
        <pc:inkChg chg="add mod">
          <ac:chgData name="Mahima Weerasinghe" userId="e11e3f55-42da-4e07-8ead-4d7a1d7ea1c6" providerId="ADAL" clId="{0087169D-3364-4DC2-A634-52797A54CD4F}" dt="2024-10-20T13:51:57.105" v="1287"/>
          <ac:inkMkLst>
            <pc:docMk/>
            <pc:sldMk cId="1333804254" sldId="257"/>
            <ac:inkMk id="44" creationId="{57AB2160-4C2D-C8DD-86FB-07A70BF6805E}"/>
          </ac:inkMkLst>
        </pc:inkChg>
        <pc:inkChg chg="add mod">
          <ac:chgData name="Mahima Weerasinghe" userId="e11e3f55-42da-4e07-8ead-4d7a1d7ea1c6" providerId="ADAL" clId="{0087169D-3364-4DC2-A634-52797A54CD4F}" dt="2024-10-20T13:51:57.105" v="1287"/>
          <ac:inkMkLst>
            <pc:docMk/>
            <pc:sldMk cId="1333804254" sldId="257"/>
            <ac:inkMk id="45" creationId="{F5E19846-26F4-0132-C3FC-EE89F681A8F3}"/>
          </ac:inkMkLst>
        </pc:inkChg>
        <pc:inkChg chg="add mod">
          <ac:chgData name="Mahima Weerasinghe" userId="e11e3f55-42da-4e07-8ead-4d7a1d7ea1c6" providerId="ADAL" clId="{0087169D-3364-4DC2-A634-52797A54CD4F}" dt="2024-10-20T13:51:57.105" v="1287"/>
          <ac:inkMkLst>
            <pc:docMk/>
            <pc:sldMk cId="1333804254" sldId="257"/>
            <ac:inkMk id="46" creationId="{413D2499-D670-A495-6BEB-C870FE760E2F}"/>
          </ac:inkMkLst>
        </pc:inkChg>
        <pc:inkChg chg="add mod">
          <ac:chgData name="Mahima Weerasinghe" userId="e11e3f55-42da-4e07-8ead-4d7a1d7ea1c6" providerId="ADAL" clId="{0087169D-3364-4DC2-A634-52797A54CD4F}" dt="2024-10-20T13:51:57.105" v="1287"/>
          <ac:inkMkLst>
            <pc:docMk/>
            <pc:sldMk cId="1333804254" sldId="257"/>
            <ac:inkMk id="48" creationId="{434029F0-2637-9CDD-CC67-7566A472556A}"/>
          </ac:inkMkLst>
        </pc:inkChg>
        <pc:inkChg chg="add mod">
          <ac:chgData name="Mahima Weerasinghe" userId="e11e3f55-42da-4e07-8ead-4d7a1d7ea1c6" providerId="ADAL" clId="{0087169D-3364-4DC2-A634-52797A54CD4F}" dt="2024-10-20T13:51:57.105" v="1287"/>
          <ac:inkMkLst>
            <pc:docMk/>
            <pc:sldMk cId="1333804254" sldId="257"/>
            <ac:inkMk id="49" creationId="{37B903F3-2CA3-E304-6EF6-6D4607088E45}"/>
          </ac:inkMkLst>
        </pc:inkChg>
        <pc:inkChg chg="add mod">
          <ac:chgData name="Mahima Weerasinghe" userId="e11e3f55-42da-4e07-8ead-4d7a1d7ea1c6" providerId="ADAL" clId="{0087169D-3364-4DC2-A634-52797A54CD4F}" dt="2024-10-20T13:51:57.105" v="1287"/>
          <ac:inkMkLst>
            <pc:docMk/>
            <pc:sldMk cId="1333804254" sldId="257"/>
            <ac:inkMk id="51" creationId="{DAF8CC02-96C6-300B-FB7F-B60EE672E7A8}"/>
          </ac:inkMkLst>
        </pc:inkChg>
        <pc:inkChg chg="add mod">
          <ac:chgData name="Mahima Weerasinghe" userId="e11e3f55-42da-4e07-8ead-4d7a1d7ea1c6" providerId="ADAL" clId="{0087169D-3364-4DC2-A634-52797A54CD4F}" dt="2024-10-20T13:51:57.105" v="1287"/>
          <ac:inkMkLst>
            <pc:docMk/>
            <pc:sldMk cId="1333804254" sldId="257"/>
            <ac:inkMk id="52" creationId="{08C98CE4-AB12-D1DC-639E-2E16991F40FE}"/>
          </ac:inkMkLst>
        </pc:inkChg>
        <pc:inkChg chg="add mod">
          <ac:chgData name="Mahima Weerasinghe" userId="e11e3f55-42da-4e07-8ead-4d7a1d7ea1c6" providerId="ADAL" clId="{0087169D-3364-4DC2-A634-52797A54CD4F}" dt="2024-10-20T13:51:57.105" v="1287"/>
          <ac:inkMkLst>
            <pc:docMk/>
            <pc:sldMk cId="1333804254" sldId="257"/>
            <ac:inkMk id="53" creationId="{A367B523-1540-55B9-C273-E33766855598}"/>
          </ac:inkMkLst>
        </pc:inkChg>
        <pc:inkChg chg="add mod">
          <ac:chgData name="Mahima Weerasinghe" userId="e11e3f55-42da-4e07-8ead-4d7a1d7ea1c6" providerId="ADAL" clId="{0087169D-3364-4DC2-A634-52797A54CD4F}" dt="2024-10-20T13:51:57.105" v="1287"/>
          <ac:inkMkLst>
            <pc:docMk/>
            <pc:sldMk cId="1333804254" sldId="257"/>
            <ac:inkMk id="54" creationId="{E99363F3-E766-25A4-2D49-BD07032308C8}"/>
          </ac:inkMkLst>
        </pc:inkChg>
        <pc:inkChg chg="add mod">
          <ac:chgData name="Mahima Weerasinghe" userId="e11e3f55-42da-4e07-8ead-4d7a1d7ea1c6" providerId="ADAL" clId="{0087169D-3364-4DC2-A634-52797A54CD4F}" dt="2024-10-20T13:51:57.105" v="1287"/>
          <ac:inkMkLst>
            <pc:docMk/>
            <pc:sldMk cId="1333804254" sldId="257"/>
            <ac:inkMk id="55" creationId="{8E7DDC32-4DB9-164F-DC60-F133820D913B}"/>
          </ac:inkMkLst>
        </pc:inkChg>
        <pc:inkChg chg="add mod">
          <ac:chgData name="Mahima Weerasinghe" userId="e11e3f55-42da-4e07-8ead-4d7a1d7ea1c6" providerId="ADAL" clId="{0087169D-3364-4DC2-A634-52797A54CD4F}" dt="2024-10-20T13:51:57.105" v="1287"/>
          <ac:inkMkLst>
            <pc:docMk/>
            <pc:sldMk cId="1333804254" sldId="257"/>
            <ac:inkMk id="56" creationId="{9CDD97AA-79B3-1F8A-780B-1F8FB6205CB9}"/>
          </ac:inkMkLst>
        </pc:inkChg>
        <pc:inkChg chg="add mod">
          <ac:chgData name="Mahima Weerasinghe" userId="e11e3f55-42da-4e07-8ead-4d7a1d7ea1c6" providerId="ADAL" clId="{0087169D-3364-4DC2-A634-52797A54CD4F}" dt="2024-10-20T13:51:57.105" v="1287"/>
          <ac:inkMkLst>
            <pc:docMk/>
            <pc:sldMk cId="1333804254" sldId="257"/>
            <ac:inkMk id="57" creationId="{02B0A8A8-0A05-5B30-7E8C-E188565127BF}"/>
          </ac:inkMkLst>
        </pc:inkChg>
        <pc:inkChg chg="add mod">
          <ac:chgData name="Mahima Weerasinghe" userId="e11e3f55-42da-4e07-8ead-4d7a1d7ea1c6" providerId="ADAL" clId="{0087169D-3364-4DC2-A634-52797A54CD4F}" dt="2024-10-20T13:51:57.105" v="1287"/>
          <ac:inkMkLst>
            <pc:docMk/>
            <pc:sldMk cId="1333804254" sldId="257"/>
            <ac:inkMk id="59" creationId="{A959E581-E953-4F95-6B06-D1CA94DF6129}"/>
          </ac:inkMkLst>
        </pc:inkChg>
        <pc:inkChg chg="add mod">
          <ac:chgData name="Mahima Weerasinghe" userId="e11e3f55-42da-4e07-8ead-4d7a1d7ea1c6" providerId="ADAL" clId="{0087169D-3364-4DC2-A634-52797A54CD4F}" dt="2024-10-20T13:51:57.105" v="1287"/>
          <ac:inkMkLst>
            <pc:docMk/>
            <pc:sldMk cId="1333804254" sldId="257"/>
            <ac:inkMk id="60" creationId="{C7107397-692A-1B6E-C6A8-4D62BE8DF029}"/>
          </ac:inkMkLst>
        </pc:inkChg>
        <pc:inkChg chg="add mod">
          <ac:chgData name="Mahima Weerasinghe" userId="e11e3f55-42da-4e07-8ead-4d7a1d7ea1c6" providerId="ADAL" clId="{0087169D-3364-4DC2-A634-52797A54CD4F}" dt="2024-10-20T13:51:57.105" v="1287"/>
          <ac:inkMkLst>
            <pc:docMk/>
            <pc:sldMk cId="1333804254" sldId="257"/>
            <ac:inkMk id="61" creationId="{01C84C7C-B230-92EB-9104-7E14A5FDB8F1}"/>
          </ac:inkMkLst>
        </pc:inkChg>
        <pc:inkChg chg="add mod">
          <ac:chgData name="Mahima Weerasinghe" userId="e11e3f55-42da-4e07-8ead-4d7a1d7ea1c6" providerId="ADAL" clId="{0087169D-3364-4DC2-A634-52797A54CD4F}" dt="2024-10-20T13:51:57.105" v="1287"/>
          <ac:inkMkLst>
            <pc:docMk/>
            <pc:sldMk cId="1333804254" sldId="257"/>
            <ac:inkMk id="62" creationId="{D1E57EF4-DFC3-9A7A-E400-CC7C3F33D8C9}"/>
          </ac:inkMkLst>
        </pc:inkChg>
        <pc:inkChg chg="add mod">
          <ac:chgData name="Mahima Weerasinghe" userId="e11e3f55-42da-4e07-8ead-4d7a1d7ea1c6" providerId="ADAL" clId="{0087169D-3364-4DC2-A634-52797A54CD4F}" dt="2024-10-20T13:51:57.105" v="1287"/>
          <ac:inkMkLst>
            <pc:docMk/>
            <pc:sldMk cId="1333804254" sldId="257"/>
            <ac:inkMk id="63" creationId="{F82F9D7C-DCB9-3BD3-55FF-BE1EAD6BBE67}"/>
          </ac:inkMkLst>
        </pc:inkChg>
        <pc:inkChg chg="add mod">
          <ac:chgData name="Mahima Weerasinghe" userId="e11e3f55-42da-4e07-8ead-4d7a1d7ea1c6" providerId="ADAL" clId="{0087169D-3364-4DC2-A634-52797A54CD4F}" dt="2024-10-20T13:51:57.105" v="1287"/>
          <ac:inkMkLst>
            <pc:docMk/>
            <pc:sldMk cId="1333804254" sldId="257"/>
            <ac:inkMk id="64" creationId="{3A031F9E-FED8-3CBA-F2B9-ABD82415D7CF}"/>
          </ac:inkMkLst>
        </pc:inkChg>
        <pc:inkChg chg="add mod">
          <ac:chgData name="Mahima Weerasinghe" userId="e11e3f55-42da-4e07-8ead-4d7a1d7ea1c6" providerId="ADAL" clId="{0087169D-3364-4DC2-A634-52797A54CD4F}" dt="2024-10-20T13:51:57.105" v="1287"/>
          <ac:inkMkLst>
            <pc:docMk/>
            <pc:sldMk cId="1333804254" sldId="257"/>
            <ac:inkMk id="65" creationId="{C2204E9B-47C0-13E6-96F6-294993A2D8F1}"/>
          </ac:inkMkLst>
        </pc:inkChg>
        <pc:inkChg chg="add mod">
          <ac:chgData name="Mahima Weerasinghe" userId="e11e3f55-42da-4e07-8ead-4d7a1d7ea1c6" providerId="ADAL" clId="{0087169D-3364-4DC2-A634-52797A54CD4F}" dt="2024-10-20T13:51:57.105" v="1287"/>
          <ac:inkMkLst>
            <pc:docMk/>
            <pc:sldMk cId="1333804254" sldId="257"/>
            <ac:inkMk id="66" creationId="{D4B1C36F-5C63-2C68-D5B5-B395F724295D}"/>
          </ac:inkMkLst>
        </pc:inkChg>
        <pc:inkChg chg="add mod">
          <ac:chgData name="Mahima Weerasinghe" userId="e11e3f55-42da-4e07-8ead-4d7a1d7ea1c6" providerId="ADAL" clId="{0087169D-3364-4DC2-A634-52797A54CD4F}" dt="2024-10-20T13:51:57.105" v="1287"/>
          <ac:inkMkLst>
            <pc:docMk/>
            <pc:sldMk cId="1333804254" sldId="257"/>
            <ac:inkMk id="67" creationId="{7AECDD18-0E41-125B-F88E-AECAF9E82BBB}"/>
          </ac:inkMkLst>
        </pc:inkChg>
        <pc:inkChg chg="add mod">
          <ac:chgData name="Mahima Weerasinghe" userId="e11e3f55-42da-4e07-8ead-4d7a1d7ea1c6" providerId="ADAL" clId="{0087169D-3364-4DC2-A634-52797A54CD4F}" dt="2024-10-20T13:51:57.105" v="1287"/>
          <ac:inkMkLst>
            <pc:docMk/>
            <pc:sldMk cId="1333804254" sldId="257"/>
            <ac:inkMk id="68" creationId="{3AC7AF7D-7732-AF7A-858D-676E4E3B4173}"/>
          </ac:inkMkLst>
        </pc:inkChg>
        <pc:inkChg chg="add">
          <ac:chgData name="Mahima Weerasinghe" userId="e11e3f55-42da-4e07-8ead-4d7a1d7ea1c6" providerId="ADAL" clId="{0087169D-3364-4DC2-A634-52797A54CD4F}" dt="2024-10-20T13:51:55.966" v="1285" actId="9405"/>
          <ac:inkMkLst>
            <pc:docMk/>
            <pc:sldMk cId="1333804254" sldId="257"/>
            <ac:inkMk id="69" creationId="{A33E27F6-D00B-B8A9-D59E-4A8A609E4D5F}"/>
          </ac:inkMkLst>
        </pc:inkChg>
        <pc:inkChg chg="add mod">
          <ac:chgData name="Mahima Weerasinghe" userId="e11e3f55-42da-4e07-8ead-4d7a1d7ea1c6" providerId="ADAL" clId="{0087169D-3364-4DC2-A634-52797A54CD4F}" dt="2024-10-20T13:51:57.105" v="1287"/>
          <ac:inkMkLst>
            <pc:docMk/>
            <pc:sldMk cId="1333804254" sldId="257"/>
            <ac:inkMk id="70" creationId="{E0201BC8-F1D6-3608-C8D5-731D341EB93E}"/>
          </ac:inkMkLst>
        </pc:inkChg>
        <pc:inkChg chg="add">
          <ac:chgData name="Mahima Weerasinghe" userId="e11e3f55-42da-4e07-8ead-4d7a1d7ea1c6" providerId="ADAL" clId="{0087169D-3364-4DC2-A634-52797A54CD4F}" dt="2024-10-20T13:52:01.667" v="1288" actId="9405"/>
          <ac:inkMkLst>
            <pc:docMk/>
            <pc:sldMk cId="1333804254" sldId="257"/>
            <ac:inkMk id="73" creationId="{4C9979DE-59CB-2C07-E45F-BD7E5F4EF4E0}"/>
          </ac:inkMkLst>
        </pc:inkChg>
        <pc:inkChg chg="add mod">
          <ac:chgData name="Mahima Weerasinghe" userId="e11e3f55-42da-4e07-8ead-4d7a1d7ea1c6" providerId="ADAL" clId="{0087169D-3364-4DC2-A634-52797A54CD4F}" dt="2024-10-20T13:52:12.638" v="1292"/>
          <ac:inkMkLst>
            <pc:docMk/>
            <pc:sldMk cId="1333804254" sldId="257"/>
            <ac:inkMk id="74" creationId="{1B68FD94-341B-B3D5-C0CE-B6FA5F657F63}"/>
          </ac:inkMkLst>
        </pc:inkChg>
        <pc:inkChg chg="add mod">
          <ac:chgData name="Mahima Weerasinghe" userId="e11e3f55-42da-4e07-8ead-4d7a1d7ea1c6" providerId="ADAL" clId="{0087169D-3364-4DC2-A634-52797A54CD4F}" dt="2024-10-20T13:52:12.638" v="1292"/>
          <ac:inkMkLst>
            <pc:docMk/>
            <pc:sldMk cId="1333804254" sldId="257"/>
            <ac:inkMk id="75" creationId="{8C1D5973-7BCA-53B7-BF3D-5917D68A3853}"/>
          </ac:inkMkLst>
        </pc:inkChg>
        <pc:inkChg chg="add mod">
          <ac:chgData name="Mahima Weerasinghe" userId="e11e3f55-42da-4e07-8ead-4d7a1d7ea1c6" providerId="ADAL" clId="{0087169D-3364-4DC2-A634-52797A54CD4F}" dt="2024-10-20T13:52:12.638" v="1292"/>
          <ac:inkMkLst>
            <pc:docMk/>
            <pc:sldMk cId="1333804254" sldId="257"/>
            <ac:inkMk id="76" creationId="{B6144206-117B-CEAD-E770-DE04E40EB418}"/>
          </ac:inkMkLst>
        </pc:inkChg>
        <pc:inkChg chg="add mod">
          <ac:chgData name="Mahima Weerasinghe" userId="e11e3f55-42da-4e07-8ead-4d7a1d7ea1c6" providerId="ADAL" clId="{0087169D-3364-4DC2-A634-52797A54CD4F}" dt="2024-10-20T13:52:23.425" v="1310"/>
          <ac:inkMkLst>
            <pc:docMk/>
            <pc:sldMk cId="1333804254" sldId="257"/>
            <ac:inkMk id="78" creationId="{17AA58D0-3D7E-2589-5510-33E2097D5E88}"/>
          </ac:inkMkLst>
        </pc:inkChg>
        <pc:inkChg chg="add mod">
          <ac:chgData name="Mahima Weerasinghe" userId="e11e3f55-42da-4e07-8ead-4d7a1d7ea1c6" providerId="ADAL" clId="{0087169D-3364-4DC2-A634-52797A54CD4F}" dt="2024-10-20T13:52:23.425" v="1310"/>
          <ac:inkMkLst>
            <pc:docMk/>
            <pc:sldMk cId="1333804254" sldId="257"/>
            <ac:inkMk id="79" creationId="{DA52A9AA-6F3B-B349-FD0D-22C464028E83}"/>
          </ac:inkMkLst>
        </pc:inkChg>
        <pc:inkChg chg="add mod">
          <ac:chgData name="Mahima Weerasinghe" userId="e11e3f55-42da-4e07-8ead-4d7a1d7ea1c6" providerId="ADAL" clId="{0087169D-3364-4DC2-A634-52797A54CD4F}" dt="2024-10-20T13:52:23.425" v="1310"/>
          <ac:inkMkLst>
            <pc:docMk/>
            <pc:sldMk cId="1333804254" sldId="257"/>
            <ac:inkMk id="80" creationId="{D1370B62-076C-B4FC-195F-D0E989699128}"/>
          </ac:inkMkLst>
        </pc:inkChg>
        <pc:inkChg chg="add mod">
          <ac:chgData name="Mahima Weerasinghe" userId="e11e3f55-42da-4e07-8ead-4d7a1d7ea1c6" providerId="ADAL" clId="{0087169D-3364-4DC2-A634-52797A54CD4F}" dt="2024-10-20T13:52:23.425" v="1310"/>
          <ac:inkMkLst>
            <pc:docMk/>
            <pc:sldMk cId="1333804254" sldId="257"/>
            <ac:inkMk id="81" creationId="{F40B8B67-03E9-1157-172D-BE5862A18D5D}"/>
          </ac:inkMkLst>
        </pc:inkChg>
        <pc:inkChg chg="add mod">
          <ac:chgData name="Mahima Weerasinghe" userId="e11e3f55-42da-4e07-8ead-4d7a1d7ea1c6" providerId="ADAL" clId="{0087169D-3364-4DC2-A634-52797A54CD4F}" dt="2024-10-20T13:52:23.425" v="1310"/>
          <ac:inkMkLst>
            <pc:docMk/>
            <pc:sldMk cId="1333804254" sldId="257"/>
            <ac:inkMk id="82" creationId="{2932C8D7-B78F-EC49-7942-F193D61E4656}"/>
          </ac:inkMkLst>
        </pc:inkChg>
        <pc:inkChg chg="add mod">
          <ac:chgData name="Mahima Weerasinghe" userId="e11e3f55-42da-4e07-8ead-4d7a1d7ea1c6" providerId="ADAL" clId="{0087169D-3364-4DC2-A634-52797A54CD4F}" dt="2024-10-20T13:52:23.425" v="1310"/>
          <ac:inkMkLst>
            <pc:docMk/>
            <pc:sldMk cId="1333804254" sldId="257"/>
            <ac:inkMk id="83" creationId="{E296994D-6E1A-00E8-1B29-DF1494735BD0}"/>
          </ac:inkMkLst>
        </pc:inkChg>
        <pc:inkChg chg="add mod">
          <ac:chgData name="Mahima Weerasinghe" userId="e11e3f55-42da-4e07-8ead-4d7a1d7ea1c6" providerId="ADAL" clId="{0087169D-3364-4DC2-A634-52797A54CD4F}" dt="2024-10-20T13:52:23.425" v="1310"/>
          <ac:inkMkLst>
            <pc:docMk/>
            <pc:sldMk cId="1333804254" sldId="257"/>
            <ac:inkMk id="84" creationId="{60232EA7-F71E-C370-1FC4-F83FD27C4142}"/>
          </ac:inkMkLst>
        </pc:inkChg>
        <pc:inkChg chg="add mod">
          <ac:chgData name="Mahima Weerasinghe" userId="e11e3f55-42da-4e07-8ead-4d7a1d7ea1c6" providerId="ADAL" clId="{0087169D-3364-4DC2-A634-52797A54CD4F}" dt="2024-10-20T13:52:23.425" v="1310"/>
          <ac:inkMkLst>
            <pc:docMk/>
            <pc:sldMk cId="1333804254" sldId="257"/>
            <ac:inkMk id="85" creationId="{4FE6B171-3630-BE27-CC92-A769CCF5C9C1}"/>
          </ac:inkMkLst>
        </pc:inkChg>
        <pc:inkChg chg="add mod">
          <ac:chgData name="Mahima Weerasinghe" userId="e11e3f55-42da-4e07-8ead-4d7a1d7ea1c6" providerId="ADAL" clId="{0087169D-3364-4DC2-A634-52797A54CD4F}" dt="2024-10-20T13:52:23.425" v="1310"/>
          <ac:inkMkLst>
            <pc:docMk/>
            <pc:sldMk cId="1333804254" sldId="257"/>
            <ac:inkMk id="86" creationId="{95EACB83-9B4F-7EDC-8BBB-ACA0441994FA}"/>
          </ac:inkMkLst>
        </pc:inkChg>
        <pc:inkChg chg="add mod">
          <ac:chgData name="Mahima Weerasinghe" userId="e11e3f55-42da-4e07-8ead-4d7a1d7ea1c6" providerId="ADAL" clId="{0087169D-3364-4DC2-A634-52797A54CD4F}" dt="2024-10-20T13:52:23.425" v="1310"/>
          <ac:inkMkLst>
            <pc:docMk/>
            <pc:sldMk cId="1333804254" sldId="257"/>
            <ac:inkMk id="87" creationId="{D4841C75-9F00-35F4-2B19-CB9020BA786F}"/>
          </ac:inkMkLst>
        </pc:inkChg>
        <pc:inkChg chg="add mod">
          <ac:chgData name="Mahima Weerasinghe" userId="e11e3f55-42da-4e07-8ead-4d7a1d7ea1c6" providerId="ADAL" clId="{0087169D-3364-4DC2-A634-52797A54CD4F}" dt="2024-10-20T13:52:23.425" v="1310"/>
          <ac:inkMkLst>
            <pc:docMk/>
            <pc:sldMk cId="1333804254" sldId="257"/>
            <ac:inkMk id="88" creationId="{B08B164E-B9FA-4B35-1AB7-99D74598BB37}"/>
          </ac:inkMkLst>
        </pc:inkChg>
        <pc:inkChg chg="add mod">
          <ac:chgData name="Mahima Weerasinghe" userId="e11e3f55-42da-4e07-8ead-4d7a1d7ea1c6" providerId="ADAL" clId="{0087169D-3364-4DC2-A634-52797A54CD4F}" dt="2024-10-20T13:52:23.425" v="1310"/>
          <ac:inkMkLst>
            <pc:docMk/>
            <pc:sldMk cId="1333804254" sldId="257"/>
            <ac:inkMk id="89" creationId="{D00F1ED5-0FB5-AE22-C769-EEE45F23EBEC}"/>
          </ac:inkMkLst>
        </pc:inkChg>
        <pc:inkChg chg="add mod">
          <ac:chgData name="Mahima Weerasinghe" userId="e11e3f55-42da-4e07-8ead-4d7a1d7ea1c6" providerId="ADAL" clId="{0087169D-3364-4DC2-A634-52797A54CD4F}" dt="2024-10-20T13:52:23.425" v="1310"/>
          <ac:inkMkLst>
            <pc:docMk/>
            <pc:sldMk cId="1333804254" sldId="257"/>
            <ac:inkMk id="90" creationId="{5D903072-51F4-4F5D-ED25-B1D521176CF1}"/>
          </ac:inkMkLst>
        </pc:inkChg>
        <pc:inkChg chg="add mod">
          <ac:chgData name="Mahima Weerasinghe" userId="e11e3f55-42da-4e07-8ead-4d7a1d7ea1c6" providerId="ADAL" clId="{0087169D-3364-4DC2-A634-52797A54CD4F}" dt="2024-10-20T13:52:23.425" v="1310"/>
          <ac:inkMkLst>
            <pc:docMk/>
            <pc:sldMk cId="1333804254" sldId="257"/>
            <ac:inkMk id="91" creationId="{7077A47D-BF35-943A-ED93-B34AF681FB08}"/>
          </ac:inkMkLst>
        </pc:inkChg>
        <pc:inkChg chg="add mod">
          <ac:chgData name="Mahima Weerasinghe" userId="e11e3f55-42da-4e07-8ead-4d7a1d7ea1c6" providerId="ADAL" clId="{0087169D-3364-4DC2-A634-52797A54CD4F}" dt="2024-10-20T13:52:23.425" v="1310"/>
          <ac:inkMkLst>
            <pc:docMk/>
            <pc:sldMk cId="1333804254" sldId="257"/>
            <ac:inkMk id="92" creationId="{394F9200-FD1F-3B22-9379-8EAF0829C0F6}"/>
          </ac:inkMkLst>
        </pc:inkChg>
        <pc:inkChg chg="add mod">
          <ac:chgData name="Mahima Weerasinghe" userId="e11e3f55-42da-4e07-8ead-4d7a1d7ea1c6" providerId="ADAL" clId="{0087169D-3364-4DC2-A634-52797A54CD4F}" dt="2024-10-20T13:52:23.425" v="1310"/>
          <ac:inkMkLst>
            <pc:docMk/>
            <pc:sldMk cId="1333804254" sldId="257"/>
            <ac:inkMk id="93" creationId="{52998C41-042A-DA06-9763-34BE9A723542}"/>
          </ac:inkMkLst>
        </pc:inkChg>
        <pc:inkChg chg="add mod">
          <ac:chgData name="Mahima Weerasinghe" userId="e11e3f55-42da-4e07-8ead-4d7a1d7ea1c6" providerId="ADAL" clId="{0087169D-3364-4DC2-A634-52797A54CD4F}" dt="2024-10-20T13:52:23.425" v="1310"/>
          <ac:inkMkLst>
            <pc:docMk/>
            <pc:sldMk cId="1333804254" sldId="257"/>
            <ac:inkMk id="94" creationId="{A0F5C4B3-DA84-8BCB-2896-CAFBE84CDEB5}"/>
          </ac:inkMkLst>
        </pc:inkChg>
        <pc:inkChg chg="add mod">
          <ac:chgData name="Mahima Weerasinghe" userId="e11e3f55-42da-4e07-8ead-4d7a1d7ea1c6" providerId="ADAL" clId="{0087169D-3364-4DC2-A634-52797A54CD4F}" dt="2024-10-20T13:52:40.982" v="1317"/>
          <ac:inkMkLst>
            <pc:docMk/>
            <pc:sldMk cId="1333804254" sldId="257"/>
            <ac:inkMk id="96" creationId="{11E067B7-81EA-813F-417E-45B081627354}"/>
          </ac:inkMkLst>
        </pc:inkChg>
        <pc:inkChg chg="add mod">
          <ac:chgData name="Mahima Weerasinghe" userId="e11e3f55-42da-4e07-8ead-4d7a1d7ea1c6" providerId="ADAL" clId="{0087169D-3364-4DC2-A634-52797A54CD4F}" dt="2024-10-20T13:52:40.982" v="1317"/>
          <ac:inkMkLst>
            <pc:docMk/>
            <pc:sldMk cId="1333804254" sldId="257"/>
            <ac:inkMk id="97" creationId="{5ACDFAD5-CAB1-8837-CD79-7337E448640D}"/>
          </ac:inkMkLst>
        </pc:inkChg>
        <pc:inkChg chg="add mod">
          <ac:chgData name="Mahima Weerasinghe" userId="e11e3f55-42da-4e07-8ead-4d7a1d7ea1c6" providerId="ADAL" clId="{0087169D-3364-4DC2-A634-52797A54CD4F}" dt="2024-10-20T13:52:40.982" v="1317"/>
          <ac:inkMkLst>
            <pc:docMk/>
            <pc:sldMk cId="1333804254" sldId="257"/>
            <ac:inkMk id="98" creationId="{8AB83EA6-AD65-C2F1-6529-CB63DE0935A6}"/>
          </ac:inkMkLst>
        </pc:inkChg>
        <pc:inkChg chg="add mod">
          <ac:chgData name="Mahima Weerasinghe" userId="e11e3f55-42da-4e07-8ead-4d7a1d7ea1c6" providerId="ADAL" clId="{0087169D-3364-4DC2-A634-52797A54CD4F}" dt="2024-10-20T13:52:40.982" v="1317"/>
          <ac:inkMkLst>
            <pc:docMk/>
            <pc:sldMk cId="1333804254" sldId="257"/>
            <ac:inkMk id="99" creationId="{A962F231-B39C-D61E-3A17-F291EAD5B401}"/>
          </ac:inkMkLst>
        </pc:inkChg>
        <pc:inkChg chg="add mod">
          <ac:chgData name="Mahima Weerasinghe" userId="e11e3f55-42da-4e07-8ead-4d7a1d7ea1c6" providerId="ADAL" clId="{0087169D-3364-4DC2-A634-52797A54CD4F}" dt="2024-10-20T13:52:40.982" v="1317"/>
          <ac:inkMkLst>
            <pc:docMk/>
            <pc:sldMk cId="1333804254" sldId="257"/>
            <ac:inkMk id="100" creationId="{B2E1403D-EAB0-4EA3-DD0A-4F83DE31DA93}"/>
          </ac:inkMkLst>
        </pc:inkChg>
        <pc:inkChg chg="add mod">
          <ac:chgData name="Mahima Weerasinghe" userId="e11e3f55-42da-4e07-8ead-4d7a1d7ea1c6" providerId="ADAL" clId="{0087169D-3364-4DC2-A634-52797A54CD4F}" dt="2024-10-20T13:52:40.982" v="1317"/>
          <ac:inkMkLst>
            <pc:docMk/>
            <pc:sldMk cId="1333804254" sldId="257"/>
            <ac:inkMk id="101" creationId="{0FF526D2-B9C1-0F5C-1777-C5BF7DD74FB3}"/>
          </ac:inkMkLst>
        </pc:inkChg>
        <pc:inkChg chg="add mod">
          <ac:chgData name="Mahima Weerasinghe" userId="e11e3f55-42da-4e07-8ead-4d7a1d7ea1c6" providerId="ADAL" clId="{0087169D-3364-4DC2-A634-52797A54CD4F}" dt="2024-10-20T14:02:06.624" v="1465"/>
          <ac:inkMkLst>
            <pc:docMk/>
            <pc:sldMk cId="1333804254" sldId="257"/>
            <ac:inkMk id="103" creationId="{C0F39523-00EE-7F22-7AF7-A555F7475887}"/>
          </ac:inkMkLst>
        </pc:inkChg>
        <pc:inkChg chg="add mod">
          <ac:chgData name="Mahima Weerasinghe" userId="e11e3f55-42da-4e07-8ead-4d7a1d7ea1c6" providerId="ADAL" clId="{0087169D-3364-4DC2-A634-52797A54CD4F}" dt="2024-10-20T14:02:06.624" v="1465"/>
          <ac:inkMkLst>
            <pc:docMk/>
            <pc:sldMk cId="1333804254" sldId="257"/>
            <ac:inkMk id="104" creationId="{C79C0863-046B-9208-3FEF-C3D1541B5BFC}"/>
          </ac:inkMkLst>
        </pc:inkChg>
        <pc:inkChg chg="add mod">
          <ac:chgData name="Mahima Weerasinghe" userId="e11e3f55-42da-4e07-8ead-4d7a1d7ea1c6" providerId="ADAL" clId="{0087169D-3364-4DC2-A634-52797A54CD4F}" dt="2024-10-20T14:02:06.624" v="1465"/>
          <ac:inkMkLst>
            <pc:docMk/>
            <pc:sldMk cId="1333804254" sldId="257"/>
            <ac:inkMk id="106" creationId="{F75649DA-41F2-1C93-0910-CE9F8DC66E0D}"/>
          </ac:inkMkLst>
        </pc:inkChg>
        <pc:inkChg chg="add mod">
          <ac:chgData name="Mahima Weerasinghe" userId="e11e3f55-42da-4e07-8ead-4d7a1d7ea1c6" providerId="ADAL" clId="{0087169D-3364-4DC2-A634-52797A54CD4F}" dt="2024-10-20T14:02:06.624" v="1465"/>
          <ac:inkMkLst>
            <pc:docMk/>
            <pc:sldMk cId="1333804254" sldId="257"/>
            <ac:inkMk id="107" creationId="{D30B54E1-E159-D7E6-2CF2-68EA50675578}"/>
          </ac:inkMkLst>
        </pc:inkChg>
        <pc:inkChg chg="add mod">
          <ac:chgData name="Mahima Weerasinghe" userId="e11e3f55-42da-4e07-8ead-4d7a1d7ea1c6" providerId="ADAL" clId="{0087169D-3364-4DC2-A634-52797A54CD4F}" dt="2024-10-20T14:02:06.624" v="1465"/>
          <ac:inkMkLst>
            <pc:docMk/>
            <pc:sldMk cId="1333804254" sldId="257"/>
            <ac:inkMk id="108" creationId="{ED4F99EB-66D6-0039-7AD2-36A4F43C72FD}"/>
          </ac:inkMkLst>
        </pc:inkChg>
        <pc:inkChg chg="add mod">
          <ac:chgData name="Mahima Weerasinghe" userId="e11e3f55-42da-4e07-8ead-4d7a1d7ea1c6" providerId="ADAL" clId="{0087169D-3364-4DC2-A634-52797A54CD4F}" dt="2024-10-20T14:02:06.624" v="1465"/>
          <ac:inkMkLst>
            <pc:docMk/>
            <pc:sldMk cId="1333804254" sldId="257"/>
            <ac:inkMk id="109" creationId="{77B08DF3-0974-B80F-FE3D-8B2FBD25D21F}"/>
          </ac:inkMkLst>
        </pc:inkChg>
        <pc:inkChg chg="add mod">
          <ac:chgData name="Mahima Weerasinghe" userId="e11e3f55-42da-4e07-8ead-4d7a1d7ea1c6" providerId="ADAL" clId="{0087169D-3364-4DC2-A634-52797A54CD4F}" dt="2024-10-20T14:02:06.624" v="1465"/>
          <ac:inkMkLst>
            <pc:docMk/>
            <pc:sldMk cId="1333804254" sldId="257"/>
            <ac:inkMk id="110" creationId="{51C1B293-78E9-95FB-A772-203BA2A34451}"/>
          </ac:inkMkLst>
        </pc:inkChg>
        <pc:inkChg chg="add mod">
          <ac:chgData name="Mahima Weerasinghe" userId="e11e3f55-42da-4e07-8ead-4d7a1d7ea1c6" providerId="ADAL" clId="{0087169D-3364-4DC2-A634-52797A54CD4F}" dt="2024-10-20T14:02:06.624" v="1465"/>
          <ac:inkMkLst>
            <pc:docMk/>
            <pc:sldMk cId="1333804254" sldId="257"/>
            <ac:inkMk id="111" creationId="{AC1328CB-F176-5866-CDEC-33927503FD6C}"/>
          </ac:inkMkLst>
        </pc:inkChg>
        <pc:inkChg chg="add mod">
          <ac:chgData name="Mahima Weerasinghe" userId="e11e3f55-42da-4e07-8ead-4d7a1d7ea1c6" providerId="ADAL" clId="{0087169D-3364-4DC2-A634-52797A54CD4F}" dt="2024-10-20T14:02:06.624" v="1465"/>
          <ac:inkMkLst>
            <pc:docMk/>
            <pc:sldMk cId="1333804254" sldId="257"/>
            <ac:inkMk id="112" creationId="{0F689E19-0602-5E14-A6CF-B31C527F44B8}"/>
          </ac:inkMkLst>
        </pc:inkChg>
        <pc:inkChg chg="add mod">
          <ac:chgData name="Mahima Weerasinghe" userId="e11e3f55-42da-4e07-8ead-4d7a1d7ea1c6" providerId="ADAL" clId="{0087169D-3364-4DC2-A634-52797A54CD4F}" dt="2024-10-20T14:02:06.624" v="1465"/>
          <ac:inkMkLst>
            <pc:docMk/>
            <pc:sldMk cId="1333804254" sldId="257"/>
            <ac:inkMk id="113" creationId="{CE067536-A694-8700-0CC7-58BA6AB6209C}"/>
          </ac:inkMkLst>
        </pc:inkChg>
        <pc:inkChg chg="add mod">
          <ac:chgData name="Mahima Weerasinghe" userId="e11e3f55-42da-4e07-8ead-4d7a1d7ea1c6" providerId="ADAL" clId="{0087169D-3364-4DC2-A634-52797A54CD4F}" dt="2024-10-20T14:02:06.624" v="1465"/>
          <ac:inkMkLst>
            <pc:docMk/>
            <pc:sldMk cId="1333804254" sldId="257"/>
            <ac:inkMk id="116" creationId="{338C7DC5-99F3-6EDD-EAB3-15403B8FB680}"/>
          </ac:inkMkLst>
        </pc:inkChg>
        <pc:inkChg chg="add mod">
          <ac:chgData name="Mahima Weerasinghe" userId="e11e3f55-42da-4e07-8ead-4d7a1d7ea1c6" providerId="ADAL" clId="{0087169D-3364-4DC2-A634-52797A54CD4F}" dt="2024-10-20T14:02:06.624" v="1465"/>
          <ac:inkMkLst>
            <pc:docMk/>
            <pc:sldMk cId="1333804254" sldId="257"/>
            <ac:inkMk id="117" creationId="{F61EA82F-48A2-8850-FB25-349EDCFA0563}"/>
          </ac:inkMkLst>
        </pc:inkChg>
        <pc:inkChg chg="add mod">
          <ac:chgData name="Mahima Weerasinghe" userId="e11e3f55-42da-4e07-8ead-4d7a1d7ea1c6" providerId="ADAL" clId="{0087169D-3364-4DC2-A634-52797A54CD4F}" dt="2024-10-20T14:02:06.624" v="1465"/>
          <ac:inkMkLst>
            <pc:docMk/>
            <pc:sldMk cId="1333804254" sldId="257"/>
            <ac:inkMk id="118" creationId="{E4E77DA7-51C6-612E-6B23-1B9FF8B05BC8}"/>
          </ac:inkMkLst>
        </pc:inkChg>
        <pc:inkChg chg="add mod">
          <ac:chgData name="Mahima Weerasinghe" userId="e11e3f55-42da-4e07-8ead-4d7a1d7ea1c6" providerId="ADAL" clId="{0087169D-3364-4DC2-A634-52797A54CD4F}" dt="2024-10-20T14:02:06.624" v="1465"/>
          <ac:inkMkLst>
            <pc:docMk/>
            <pc:sldMk cId="1333804254" sldId="257"/>
            <ac:inkMk id="119" creationId="{606D6179-4157-F608-5EB4-84864805C038}"/>
          </ac:inkMkLst>
        </pc:inkChg>
        <pc:inkChg chg="add mod">
          <ac:chgData name="Mahima Weerasinghe" userId="e11e3f55-42da-4e07-8ead-4d7a1d7ea1c6" providerId="ADAL" clId="{0087169D-3364-4DC2-A634-52797A54CD4F}" dt="2024-10-20T14:02:06.624" v="1465"/>
          <ac:inkMkLst>
            <pc:docMk/>
            <pc:sldMk cId="1333804254" sldId="257"/>
            <ac:inkMk id="120" creationId="{9ABF23F8-609E-C42C-C346-7116F7FE2899}"/>
          </ac:inkMkLst>
        </pc:inkChg>
        <pc:inkChg chg="add mod">
          <ac:chgData name="Mahima Weerasinghe" userId="e11e3f55-42da-4e07-8ead-4d7a1d7ea1c6" providerId="ADAL" clId="{0087169D-3364-4DC2-A634-52797A54CD4F}" dt="2024-10-20T14:02:06.624" v="1465"/>
          <ac:inkMkLst>
            <pc:docMk/>
            <pc:sldMk cId="1333804254" sldId="257"/>
            <ac:inkMk id="121" creationId="{B54109B8-5756-FB0F-E1A1-A169A1BB068F}"/>
          </ac:inkMkLst>
        </pc:inkChg>
        <pc:inkChg chg="add mod">
          <ac:chgData name="Mahima Weerasinghe" userId="e11e3f55-42da-4e07-8ead-4d7a1d7ea1c6" providerId="ADAL" clId="{0087169D-3364-4DC2-A634-52797A54CD4F}" dt="2024-10-20T14:02:06.624" v="1465"/>
          <ac:inkMkLst>
            <pc:docMk/>
            <pc:sldMk cId="1333804254" sldId="257"/>
            <ac:inkMk id="122" creationId="{5F44821F-C7F7-3E87-6202-93BAE3CB54B7}"/>
          </ac:inkMkLst>
        </pc:inkChg>
        <pc:inkChg chg="add mod">
          <ac:chgData name="Mahima Weerasinghe" userId="e11e3f55-42da-4e07-8ead-4d7a1d7ea1c6" providerId="ADAL" clId="{0087169D-3364-4DC2-A634-52797A54CD4F}" dt="2024-10-20T14:02:06.624" v="1465"/>
          <ac:inkMkLst>
            <pc:docMk/>
            <pc:sldMk cId="1333804254" sldId="257"/>
            <ac:inkMk id="123" creationId="{C4A0315E-FA89-ED04-7DF7-931A8C60A4A7}"/>
          </ac:inkMkLst>
        </pc:inkChg>
        <pc:inkChg chg="add mod">
          <ac:chgData name="Mahima Weerasinghe" userId="e11e3f55-42da-4e07-8ead-4d7a1d7ea1c6" providerId="ADAL" clId="{0087169D-3364-4DC2-A634-52797A54CD4F}" dt="2024-10-20T14:02:06.624" v="1465"/>
          <ac:inkMkLst>
            <pc:docMk/>
            <pc:sldMk cId="1333804254" sldId="257"/>
            <ac:inkMk id="124" creationId="{265BD5B1-C9BA-2A48-E6CE-6A889551860E}"/>
          </ac:inkMkLst>
        </pc:inkChg>
        <pc:inkChg chg="add mod">
          <ac:chgData name="Mahima Weerasinghe" userId="e11e3f55-42da-4e07-8ead-4d7a1d7ea1c6" providerId="ADAL" clId="{0087169D-3364-4DC2-A634-52797A54CD4F}" dt="2024-10-20T14:02:06.624" v="1465"/>
          <ac:inkMkLst>
            <pc:docMk/>
            <pc:sldMk cId="1333804254" sldId="257"/>
            <ac:inkMk id="127" creationId="{7CB213A4-E7D2-EC15-0136-6BFBB1917D16}"/>
          </ac:inkMkLst>
        </pc:inkChg>
        <pc:inkChg chg="add mod">
          <ac:chgData name="Mahima Weerasinghe" userId="e11e3f55-42da-4e07-8ead-4d7a1d7ea1c6" providerId="ADAL" clId="{0087169D-3364-4DC2-A634-52797A54CD4F}" dt="2024-10-20T14:02:06.624" v="1465"/>
          <ac:inkMkLst>
            <pc:docMk/>
            <pc:sldMk cId="1333804254" sldId="257"/>
            <ac:inkMk id="128" creationId="{EA75F616-DBC7-4EB6-CF9F-95136E04F862}"/>
          </ac:inkMkLst>
        </pc:inkChg>
        <pc:inkChg chg="add mod">
          <ac:chgData name="Mahima Weerasinghe" userId="e11e3f55-42da-4e07-8ead-4d7a1d7ea1c6" providerId="ADAL" clId="{0087169D-3364-4DC2-A634-52797A54CD4F}" dt="2024-10-20T14:02:06.624" v="1465"/>
          <ac:inkMkLst>
            <pc:docMk/>
            <pc:sldMk cId="1333804254" sldId="257"/>
            <ac:inkMk id="129" creationId="{38BEB5B7-ACA9-6F50-16A0-9B0442D5EC3D}"/>
          </ac:inkMkLst>
        </pc:inkChg>
        <pc:inkChg chg="add mod">
          <ac:chgData name="Mahima Weerasinghe" userId="e11e3f55-42da-4e07-8ead-4d7a1d7ea1c6" providerId="ADAL" clId="{0087169D-3364-4DC2-A634-52797A54CD4F}" dt="2024-10-20T14:02:06.624" v="1465"/>
          <ac:inkMkLst>
            <pc:docMk/>
            <pc:sldMk cId="1333804254" sldId="257"/>
            <ac:inkMk id="130" creationId="{DBB14B3E-05DA-307A-04F6-2B99157AB7C7}"/>
          </ac:inkMkLst>
        </pc:inkChg>
        <pc:inkChg chg="add mod">
          <ac:chgData name="Mahima Weerasinghe" userId="e11e3f55-42da-4e07-8ead-4d7a1d7ea1c6" providerId="ADAL" clId="{0087169D-3364-4DC2-A634-52797A54CD4F}" dt="2024-10-20T14:02:06.624" v="1465"/>
          <ac:inkMkLst>
            <pc:docMk/>
            <pc:sldMk cId="1333804254" sldId="257"/>
            <ac:inkMk id="131" creationId="{9A3AF666-87C1-9676-AD1E-3F1DE7C79E66}"/>
          </ac:inkMkLst>
        </pc:inkChg>
        <pc:inkChg chg="add mod">
          <ac:chgData name="Mahima Weerasinghe" userId="e11e3f55-42da-4e07-8ead-4d7a1d7ea1c6" providerId="ADAL" clId="{0087169D-3364-4DC2-A634-52797A54CD4F}" dt="2024-10-20T14:02:06.624" v="1465"/>
          <ac:inkMkLst>
            <pc:docMk/>
            <pc:sldMk cId="1333804254" sldId="257"/>
            <ac:inkMk id="132" creationId="{6E515393-1341-1F81-904F-B43C7606FF00}"/>
          </ac:inkMkLst>
        </pc:inkChg>
        <pc:inkChg chg="add mod">
          <ac:chgData name="Mahima Weerasinghe" userId="e11e3f55-42da-4e07-8ead-4d7a1d7ea1c6" providerId="ADAL" clId="{0087169D-3364-4DC2-A634-52797A54CD4F}" dt="2024-10-20T13:57:18.653" v="1390"/>
          <ac:inkMkLst>
            <pc:docMk/>
            <pc:sldMk cId="1333804254" sldId="257"/>
            <ac:inkMk id="134" creationId="{BF32E5D8-AA1C-19DF-298D-0E841D5EFF73}"/>
          </ac:inkMkLst>
        </pc:inkChg>
        <pc:inkChg chg="add mod">
          <ac:chgData name="Mahima Weerasinghe" userId="e11e3f55-42da-4e07-8ead-4d7a1d7ea1c6" providerId="ADAL" clId="{0087169D-3364-4DC2-A634-52797A54CD4F}" dt="2024-10-20T13:57:18.653" v="1390"/>
          <ac:inkMkLst>
            <pc:docMk/>
            <pc:sldMk cId="1333804254" sldId="257"/>
            <ac:inkMk id="135" creationId="{D900D61A-5442-25F8-025A-97439DDD1AE4}"/>
          </ac:inkMkLst>
        </pc:inkChg>
        <pc:inkChg chg="add mod">
          <ac:chgData name="Mahima Weerasinghe" userId="e11e3f55-42da-4e07-8ead-4d7a1d7ea1c6" providerId="ADAL" clId="{0087169D-3364-4DC2-A634-52797A54CD4F}" dt="2024-10-20T13:57:18.653" v="1390"/>
          <ac:inkMkLst>
            <pc:docMk/>
            <pc:sldMk cId="1333804254" sldId="257"/>
            <ac:inkMk id="136" creationId="{F699D263-09E3-D3F7-F258-9FCD5B338775}"/>
          </ac:inkMkLst>
        </pc:inkChg>
        <pc:inkChg chg="add">
          <ac:chgData name="Mahima Weerasinghe" userId="e11e3f55-42da-4e07-8ead-4d7a1d7ea1c6" providerId="ADAL" clId="{0087169D-3364-4DC2-A634-52797A54CD4F}" dt="2024-10-20T13:56:18.948" v="1351" actId="9405"/>
          <ac:inkMkLst>
            <pc:docMk/>
            <pc:sldMk cId="1333804254" sldId="257"/>
            <ac:inkMk id="138" creationId="{7FFCFBE8-7A78-9335-48F8-E79EE5B6B158}"/>
          </ac:inkMkLst>
        </pc:inkChg>
        <pc:inkChg chg="add mod">
          <ac:chgData name="Mahima Weerasinghe" userId="e11e3f55-42da-4e07-8ead-4d7a1d7ea1c6" providerId="ADAL" clId="{0087169D-3364-4DC2-A634-52797A54CD4F}" dt="2024-10-20T13:56:42.181" v="1354"/>
          <ac:inkMkLst>
            <pc:docMk/>
            <pc:sldMk cId="1333804254" sldId="257"/>
            <ac:inkMk id="139" creationId="{543D62EA-5D72-953B-16BA-618F27C990BC}"/>
          </ac:inkMkLst>
        </pc:inkChg>
        <pc:inkChg chg="add mod">
          <ac:chgData name="Mahima Weerasinghe" userId="e11e3f55-42da-4e07-8ead-4d7a1d7ea1c6" providerId="ADAL" clId="{0087169D-3364-4DC2-A634-52797A54CD4F}" dt="2024-10-20T13:56:42.181" v="1354"/>
          <ac:inkMkLst>
            <pc:docMk/>
            <pc:sldMk cId="1333804254" sldId="257"/>
            <ac:inkMk id="140" creationId="{804636E3-3414-5532-0E45-95F035563198}"/>
          </ac:inkMkLst>
        </pc:inkChg>
        <pc:inkChg chg="add">
          <ac:chgData name="Mahima Weerasinghe" userId="e11e3f55-42da-4e07-8ead-4d7a1d7ea1c6" providerId="ADAL" clId="{0087169D-3364-4DC2-A634-52797A54CD4F}" dt="2024-10-20T13:56:44.337" v="1355" actId="9405"/>
          <ac:inkMkLst>
            <pc:docMk/>
            <pc:sldMk cId="1333804254" sldId="257"/>
            <ac:inkMk id="142" creationId="{C47BA30D-9766-08AD-41B1-E25FD6D24F6E}"/>
          </ac:inkMkLst>
        </pc:inkChg>
        <pc:inkChg chg="add mod">
          <ac:chgData name="Mahima Weerasinghe" userId="e11e3f55-42da-4e07-8ead-4d7a1d7ea1c6" providerId="ADAL" clId="{0087169D-3364-4DC2-A634-52797A54CD4F}" dt="2024-10-20T13:56:48.787" v="1358"/>
          <ac:inkMkLst>
            <pc:docMk/>
            <pc:sldMk cId="1333804254" sldId="257"/>
            <ac:inkMk id="143" creationId="{EE2FE322-034B-8684-356A-02F4A2229FF8}"/>
          </ac:inkMkLst>
        </pc:inkChg>
        <pc:inkChg chg="add mod">
          <ac:chgData name="Mahima Weerasinghe" userId="e11e3f55-42da-4e07-8ead-4d7a1d7ea1c6" providerId="ADAL" clId="{0087169D-3364-4DC2-A634-52797A54CD4F}" dt="2024-10-20T13:56:48.787" v="1358"/>
          <ac:inkMkLst>
            <pc:docMk/>
            <pc:sldMk cId="1333804254" sldId="257"/>
            <ac:inkMk id="144" creationId="{DB358E49-C98C-BC64-8933-93A9CF8509CB}"/>
          </ac:inkMkLst>
        </pc:inkChg>
        <pc:inkChg chg="add mod">
          <ac:chgData name="Mahima Weerasinghe" userId="e11e3f55-42da-4e07-8ead-4d7a1d7ea1c6" providerId="ADAL" clId="{0087169D-3364-4DC2-A634-52797A54CD4F}" dt="2024-10-20T14:06:07.566" v="1477"/>
          <ac:inkMkLst>
            <pc:docMk/>
            <pc:sldMk cId="1333804254" sldId="257"/>
            <ac:inkMk id="146" creationId="{1207DDD0-75EF-687E-C52C-E0B7824A4648}"/>
          </ac:inkMkLst>
        </pc:inkChg>
        <pc:inkChg chg="add mod">
          <ac:chgData name="Mahima Weerasinghe" userId="e11e3f55-42da-4e07-8ead-4d7a1d7ea1c6" providerId="ADAL" clId="{0087169D-3364-4DC2-A634-52797A54CD4F}" dt="2024-10-20T14:06:07.566" v="1477"/>
          <ac:inkMkLst>
            <pc:docMk/>
            <pc:sldMk cId="1333804254" sldId="257"/>
            <ac:inkMk id="147" creationId="{84537592-8CFD-9656-F3D0-E466C3286181}"/>
          </ac:inkMkLst>
        </pc:inkChg>
        <pc:inkChg chg="add mod">
          <ac:chgData name="Mahima Weerasinghe" userId="e11e3f55-42da-4e07-8ead-4d7a1d7ea1c6" providerId="ADAL" clId="{0087169D-3364-4DC2-A634-52797A54CD4F}" dt="2024-10-20T14:06:07.566" v="1477"/>
          <ac:inkMkLst>
            <pc:docMk/>
            <pc:sldMk cId="1333804254" sldId="257"/>
            <ac:inkMk id="148" creationId="{5888727D-21FB-FC2F-F090-8EC99C2A759F}"/>
          </ac:inkMkLst>
        </pc:inkChg>
        <pc:inkChg chg="add mod">
          <ac:chgData name="Mahima Weerasinghe" userId="e11e3f55-42da-4e07-8ead-4d7a1d7ea1c6" providerId="ADAL" clId="{0087169D-3364-4DC2-A634-52797A54CD4F}" dt="2024-10-20T14:06:07.566" v="1477"/>
          <ac:inkMkLst>
            <pc:docMk/>
            <pc:sldMk cId="1333804254" sldId="257"/>
            <ac:inkMk id="149" creationId="{D639C9C5-8C94-C8EC-F32A-76181AB6C60D}"/>
          </ac:inkMkLst>
        </pc:inkChg>
        <pc:inkChg chg="add mod">
          <ac:chgData name="Mahima Weerasinghe" userId="e11e3f55-42da-4e07-8ead-4d7a1d7ea1c6" providerId="ADAL" clId="{0087169D-3364-4DC2-A634-52797A54CD4F}" dt="2024-10-20T14:06:07.566" v="1477"/>
          <ac:inkMkLst>
            <pc:docMk/>
            <pc:sldMk cId="1333804254" sldId="257"/>
            <ac:inkMk id="150" creationId="{8B4C8009-5026-5918-72B5-9F1B2143C466}"/>
          </ac:inkMkLst>
        </pc:inkChg>
        <pc:inkChg chg="add mod">
          <ac:chgData name="Mahima Weerasinghe" userId="e11e3f55-42da-4e07-8ead-4d7a1d7ea1c6" providerId="ADAL" clId="{0087169D-3364-4DC2-A634-52797A54CD4F}" dt="2024-10-20T14:06:07.566" v="1477"/>
          <ac:inkMkLst>
            <pc:docMk/>
            <pc:sldMk cId="1333804254" sldId="257"/>
            <ac:inkMk id="151" creationId="{BD65017E-5BF1-E04E-FA98-D4C1A31D86C1}"/>
          </ac:inkMkLst>
        </pc:inkChg>
        <pc:inkChg chg="add mod">
          <ac:chgData name="Mahima Weerasinghe" userId="e11e3f55-42da-4e07-8ead-4d7a1d7ea1c6" providerId="ADAL" clId="{0087169D-3364-4DC2-A634-52797A54CD4F}" dt="2024-10-20T14:06:07.566" v="1477"/>
          <ac:inkMkLst>
            <pc:docMk/>
            <pc:sldMk cId="1333804254" sldId="257"/>
            <ac:inkMk id="152" creationId="{47BA5917-4CFB-7850-DC7E-AF71BFA3BB7A}"/>
          </ac:inkMkLst>
        </pc:inkChg>
        <pc:inkChg chg="add mod">
          <ac:chgData name="Mahima Weerasinghe" userId="e11e3f55-42da-4e07-8ead-4d7a1d7ea1c6" providerId="ADAL" clId="{0087169D-3364-4DC2-A634-52797A54CD4F}" dt="2024-10-20T14:06:07.566" v="1477"/>
          <ac:inkMkLst>
            <pc:docMk/>
            <pc:sldMk cId="1333804254" sldId="257"/>
            <ac:inkMk id="153" creationId="{C0B8A08A-792B-CA66-4C0F-9850BE493F4A}"/>
          </ac:inkMkLst>
        </pc:inkChg>
        <pc:inkChg chg="add mod">
          <ac:chgData name="Mahima Weerasinghe" userId="e11e3f55-42da-4e07-8ead-4d7a1d7ea1c6" providerId="ADAL" clId="{0087169D-3364-4DC2-A634-52797A54CD4F}" dt="2024-10-20T14:06:07.566" v="1477"/>
          <ac:inkMkLst>
            <pc:docMk/>
            <pc:sldMk cId="1333804254" sldId="257"/>
            <ac:inkMk id="154" creationId="{71D5FF16-ABDB-1773-63F5-9F482E9BD969}"/>
          </ac:inkMkLst>
        </pc:inkChg>
        <pc:inkChg chg="add mod">
          <ac:chgData name="Mahima Weerasinghe" userId="e11e3f55-42da-4e07-8ead-4d7a1d7ea1c6" providerId="ADAL" clId="{0087169D-3364-4DC2-A634-52797A54CD4F}" dt="2024-10-20T14:06:07.566" v="1477"/>
          <ac:inkMkLst>
            <pc:docMk/>
            <pc:sldMk cId="1333804254" sldId="257"/>
            <ac:inkMk id="155" creationId="{612ACF10-7F91-07FA-C491-6A59804B8F14}"/>
          </ac:inkMkLst>
        </pc:inkChg>
        <pc:inkChg chg="add mod">
          <ac:chgData name="Mahima Weerasinghe" userId="e11e3f55-42da-4e07-8ead-4d7a1d7ea1c6" providerId="ADAL" clId="{0087169D-3364-4DC2-A634-52797A54CD4F}" dt="2024-10-20T14:06:07.566" v="1477"/>
          <ac:inkMkLst>
            <pc:docMk/>
            <pc:sldMk cId="1333804254" sldId="257"/>
            <ac:inkMk id="156" creationId="{694BF997-E1C1-927E-D222-F3AD78D4AB26}"/>
          </ac:inkMkLst>
        </pc:inkChg>
        <pc:inkChg chg="add mod">
          <ac:chgData name="Mahima Weerasinghe" userId="e11e3f55-42da-4e07-8ead-4d7a1d7ea1c6" providerId="ADAL" clId="{0087169D-3364-4DC2-A634-52797A54CD4F}" dt="2024-10-20T14:06:07.566" v="1477"/>
          <ac:inkMkLst>
            <pc:docMk/>
            <pc:sldMk cId="1333804254" sldId="257"/>
            <ac:inkMk id="157" creationId="{3B02E771-B9F1-1CB0-CF7A-2E4727E8936A}"/>
          </ac:inkMkLst>
        </pc:inkChg>
        <pc:inkChg chg="add mod">
          <ac:chgData name="Mahima Weerasinghe" userId="e11e3f55-42da-4e07-8ead-4d7a1d7ea1c6" providerId="ADAL" clId="{0087169D-3364-4DC2-A634-52797A54CD4F}" dt="2024-10-20T14:06:07.566" v="1477"/>
          <ac:inkMkLst>
            <pc:docMk/>
            <pc:sldMk cId="1333804254" sldId="257"/>
            <ac:inkMk id="158" creationId="{010D9FEB-6D77-6C57-0E1C-AD29D47ABF0B}"/>
          </ac:inkMkLst>
        </pc:inkChg>
        <pc:inkChg chg="add mod">
          <ac:chgData name="Mahima Weerasinghe" userId="e11e3f55-42da-4e07-8ead-4d7a1d7ea1c6" providerId="ADAL" clId="{0087169D-3364-4DC2-A634-52797A54CD4F}" dt="2024-10-20T14:06:07.566" v="1477"/>
          <ac:inkMkLst>
            <pc:docMk/>
            <pc:sldMk cId="1333804254" sldId="257"/>
            <ac:inkMk id="159" creationId="{C114322C-B0E0-E891-E3B1-94ED0DF734CD}"/>
          </ac:inkMkLst>
        </pc:inkChg>
        <pc:inkChg chg="add mod">
          <ac:chgData name="Mahima Weerasinghe" userId="e11e3f55-42da-4e07-8ead-4d7a1d7ea1c6" providerId="ADAL" clId="{0087169D-3364-4DC2-A634-52797A54CD4F}" dt="2024-10-20T14:06:07.566" v="1477"/>
          <ac:inkMkLst>
            <pc:docMk/>
            <pc:sldMk cId="1333804254" sldId="257"/>
            <ac:inkMk id="161" creationId="{F9E668D8-81E4-2052-F15A-1212096EB6A0}"/>
          </ac:inkMkLst>
        </pc:inkChg>
        <pc:inkChg chg="add mod">
          <ac:chgData name="Mahima Weerasinghe" userId="e11e3f55-42da-4e07-8ead-4d7a1d7ea1c6" providerId="ADAL" clId="{0087169D-3364-4DC2-A634-52797A54CD4F}" dt="2024-10-20T14:06:07.566" v="1477"/>
          <ac:inkMkLst>
            <pc:docMk/>
            <pc:sldMk cId="1333804254" sldId="257"/>
            <ac:inkMk id="162" creationId="{6DF9C5E1-FE10-1CF1-A5AB-CA2E94F04EE1}"/>
          </ac:inkMkLst>
        </pc:inkChg>
        <pc:inkChg chg="add mod">
          <ac:chgData name="Mahima Weerasinghe" userId="e11e3f55-42da-4e07-8ead-4d7a1d7ea1c6" providerId="ADAL" clId="{0087169D-3364-4DC2-A634-52797A54CD4F}" dt="2024-10-20T14:06:07.566" v="1477"/>
          <ac:inkMkLst>
            <pc:docMk/>
            <pc:sldMk cId="1333804254" sldId="257"/>
            <ac:inkMk id="163" creationId="{017B199F-1CD7-1D81-C790-1827B4DD34C1}"/>
          </ac:inkMkLst>
        </pc:inkChg>
        <pc:inkChg chg="add">
          <ac:chgData name="Mahima Weerasinghe" userId="e11e3f55-42da-4e07-8ead-4d7a1d7ea1c6" providerId="ADAL" clId="{0087169D-3364-4DC2-A634-52797A54CD4F}" dt="2024-10-20T13:57:05.647" v="1378" actId="9405"/>
          <ac:inkMkLst>
            <pc:docMk/>
            <pc:sldMk cId="1333804254" sldId="257"/>
            <ac:inkMk id="165" creationId="{E2723462-FBCF-03B2-5334-D44C8E730D32}"/>
          </ac:inkMkLst>
        </pc:inkChg>
        <pc:inkChg chg="add mod">
          <ac:chgData name="Mahima Weerasinghe" userId="e11e3f55-42da-4e07-8ead-4d7a1d7ea1c6" providerId="ADAL" clId="{0087169D-3364-4DC2-A634-52797A54CD4F}" dt="2024-10-20T13:57:18.653" v="1390"/>
          <ac:inkMkLst>
            <pc:docMk/>
            <pc:sldMk cId="1333804254" sldId="257"/>
            <ac:inkMk id="166" creationId="{DA84A0DA-3FDA-A5DD-BBAC-6DCA1F20E523}"/>
          </ac:inkMkLst>
        </pc:inkChg>
        <pc:inkChg chg="add mod">
          <ac:chgData name="Mahima Weerasinghe" userId="e11e3f55-42da-4e07-8ead-4d7a1d7ea1c6" providerId="ADAL" clId="{0087169D-3364-4DC2-A634-52797A54CD4F}" dt="2024-10-20T13:57:18.653" v="1390"/>
          <ac:inkMkLst>
            <pc:docMk/>
            <pc:sldMk cId="1333804254" sldId="257"/>
            <ac:inkMk id="167" creationId="{50BB8E27-862B-51BA-9008-64AA861B2EF5}"/>
          </ac:inkMkLst>
        </pc:inkChg>
        <pc:inkChg chg="add mod">
          <ac:chgData name="Mahima Weerasinghe" userId="e11e3f55-42da-4e07-8ead-4d7a1d7ea1c6" providerId="ADAL" clId="{0087169D-3364-4DC2-A634-52797A54CD4F}" dt="2024-10-20T13:57:18.653" v="1390"/>
          <ac:inkMkLst>
            <pc:docMk/>
            <pc:sldMk cId="1333804254" sldId="257"/>
            <ac:inkMk id="168" creationId="{D3B94984-FCAA-7F88-8FAE-2B44112DBBE2}"/>
          </ac:inkMkLst>
        </pc:inkChg>
        <pc:inkChg chg="add mod">
          <ac:chgData name="Mahima Weerasinghe" userId="e11e3f55-42da-4e07-8ead-4d7a1d7ea1c6" providerId="ADAL" clId="{0087169D-3364-4DC2-A634-52797A54CD4F}" dt="2024-10-20T13:57:18.653" v="1390"/>
          <ac:inkMkLst>
            <pc:docMk/>
            <pc:sldMk cId="1333804254" sldId="257"/>
            <ac:inkMk id="170" creationId="{C4199DA5-8C31-AF6A-D99B-E0B0EDEE4E34}"/>
          </ac:inkMkLst>
        </pc:inkChg>
        <pc:inkChg chg="add mod">
          <ac:chgData name="Mahima Weerasinghe" userId="e11e3f55-42da-4e07-8ead-4d7a1d7ea1c6" providerId="ADAL" clId="{0087169D-3364-4DC2-A634-52797A54CD4F}" dt="2024-10-20T13:57:18.653" v="1390"/>
          <ac:inkMkLst>
            <pc:docMk/>
            <pc:sldMk cId="1333804254" sldId="257"/>
            <ac:inkMk id="171" creationId="{E6E6AEA5-5A98-9A77-6EA0-E5C64BD17525}"/>
          </ac:inkMkLst>
        </pc:inkChg>
        <pc:inkChg chg="add mod">
          <ac:chgData name="Mahima Weerasinghe" userId="e11e3f55-42da-4e07-8ead-4d7a1d7ea1c6" providerId="ADAL" clId="{0087169D-3364-4DC2-A634-52797A54CD4F}" dt="2024-10-20T13:57:18.653" v="1390"/>
          <ac:inkMkLst>
            <pc:docMk/>
            <pc:sldMk cId="1333804254" sldId="257"/>
            <ac:inkMk id="172" creationId="{14724760-EECE-42CF-45D8-B8A649991700}"/>
          </ac:inkMkLst>
        </pc:inkChg>
        <pc:inkChg chg="add mod">
          <ac:chgData name="Mahima Weerasinghe" userId="e11e3f55-42da-4e07-8ead-4d7a1d7ea1c6" providerId="ADAL" clId="{0087169D-3364-4DC2-A634-52797A54CD4F}" dt="2024-10-20T13:57:18.653" v="1390"/>
          <ac:inkMkLst>
            <pc:docMk/>
            <pc:sldMk cId="1333804254" sldId="257"/>
            <ac:inkMk id="173" creationId="{BB0F1162-3F63-4850-A9A0-8972DEA11B4D}"/>
          </ac:inkMkLst>
        </pc:inkChg>
        <pc:inkChg chg="add mod">
          <ac:chgData name="Mahima Weerasinghe" userId="e11e3f55-42da-4e07-8ead-4d7a1d7ea1c6" providerId="ADAL" clId="{0087169D-3364-4DC2-A634-52797A54CD4F}" dt="2024-10-20T13:57:18.653" v="1390"/>
          <ac:inkMkLst>
            <pc:docMk/>
            <pc:sldMk cId="1333804254" sldId="257"/>
            <ac:inkMk id="174" creationId="{FC91E8FF-471C-417E-1CD7-FBA3F067A96D}"/>
          </ac:inkMkLst>
        </pc:inkChg>
        <pc:inkChg chg="add mod">
          <ac:chgData name="Mahima Weerasinghe" userId="e11e3f55-42da-4e07-8ead-4d7a1d7ea1c6" providerId="ADAL" clId="{0087169D-3364-4DC2-A634-52797A54CD4F}" dt="2024-10-20T13:57:18.653" v="1390"/>
          <ac:inkMkLst>
            <pc:docMk/>
            <pc:sldMk cId="1333804254" sldId="257"/>
            <ac:inkMk id="176" creationId="{242B34F2-AF2C-06DD-1278-31D99441DFB4}"/>
          </ac:inkMkLst>
        </pc:inkChg>
        <pc:inkChg chg="add mod">
          <ac:chgData name="Mahima Weerasinghe" userId="e11e3f55-42da-4e07-8ead-4d7a1d7ea1c6" providerId="ADAL" clId="{0087169D-3364-4DC2-A634-52797A54CD4F}" dt="2024-10-20T14:02:08.036" v="1467"/>
          <ac:inkMkLst>
            <pc:docMk/>
            <pc:sldMk cId="1333804254" sldId="257"/>
            <ac:inkMk id="178" creationId="{629D7016-0F86-FF8D-CC51-115B0F514395}"/>
          </ac:inkMkLst>
        </pc:inkChg>
        <pc:inkChg chg="add mod">
          <ac:chgData name="Mahima Weerasinghe" userId="e11e3f55-42da-4e07-8ead-4d7a1d7ea1c6" providerId="ADAL" clId="{0087169D-3364-4DC2-A634-52797A54CD4F}" dt="2024-10-20T14:02:08.036" v="1467"/>
          <ac:inkMkLst>
            <pc:docMk/>
            <pc:sldMk cId="1333804254" sldId="257"/>
            <ac:inkMk id="179" creationId="{6E60F4EB-6535-3DAF-D1B6-F5A823760E77}"/>
          </ac:inkMkLst>
        </pc:inkChg>
        <pc:inkChg chg="add mod">
          <ac:chgData name="Mahima Weerasinghe" userId="e11e3f55-42da-4e07-8ead-4d7a1d7ea1c6" providerId="ADAL" clId="{0087169D-3364-4DC2-A634-52797A54CD4F}" dt="2024-10-20T14:02:08.036" v="1467"/>
          <ac:inkMkLst>
            <pc:docMk/>
            <pc:sldMk cId="1333804254" sldId="257"/>
            <ac:inkMk id="180" creationId="{669A07C7-581B-6312-2F96-88A9E284AF6D}"/>
          </ac:inkMkLst>
        </pc:inkChg>
        <pc:inkChg chg="add mod">
          <ac:chgData name="Mahima Weerasinghe" userId="e11e3f55-42da-4e07-8ead-4d7a1d7ea1c6" providerId="ADAL" clId="{0087169D-3364-4DC2-A634-52797A54CD4F}" dt="2024-10-20T14:02:08.036" v="1467"/>
          <ac:inkMkLst>
            <pc:docMk/>
            <pc:sldMk cId="1333804254" sldId="257"/>
            <ac:inkMk id="181" creationId="{D0274092-BC97-27AF-C7A8-B0770A13B739}"/>
          </ac:inkMkLst>
        </pc:inkChg>
        <pc:inkChg chg="add mod">
          <ac:chgData name="Mahima Weerasinghe" userId="e11e3f55-42da-4e07-8ead-4d7a1d7ea1c6" providerId="ADAL" clId="{0087169D-3364-4DC2-A634-52797A54CD4F}" dt="2024-10-20T14:02:08.036" v="1467"/>
          <ac:inkMkLst>
            <pc:docMk/>
            <pc:sldMk cId="1333804254" sldId="257"/>
            <ac:inkMk id="182" creationId="{B84AAEBE-D014-8207-D1D6-46F25E2C51E9}"/>
          </ac:inkMkLst>
        </pc:inkChg>
        <pc:inkChg chg="add mod">
          <ac:chgData name="Mahima Weerasinghe" userId="e11e3f55-42da-4e07-8ead-4d7a1d7ea1c6" providerId="ADAL" clId="{0087169D-3364-4DC2-A634-52797A54CD4F}" dt="2024-10-20T14:02:08.036" v="1467"/>
          <ac:inkMkLst>
            <pc:docMk/>
            <pc:sldMk cId="1333804254" sldId="257"/>
            <ac:inkMk id="183" creationId="{D985BB33-46E5-8749-8713-762EBF190E8D}"/>
          </ac:inkMkLst>
        </pc:inkChg>
        <pc:inkChg chg="add mod">
          <ac:chgData name="Mahima Weerasinghe" userId="e11e3f55-42da-4e07-8ead-4d7a1d7ea1c6" providerId="ADAL" clId="{0087169D-3364-4DC2-A634-52797A54CD4F}" dt="2024-10-20T14:02:08.036" v="1467"/>
          <ac:inkMkLst>
            <pc:docMk/>
            <pc:sldMk cId="1333804254" sldId="257"/>
            <ac:inkMk id="184" creationId="{B8DCCA56-BB97-3CD6-0366-36AA99E40DDD}"/>
          </ac:inkMkLst>
        </pc:inkChg>
        <pc:inkChg chg="add mod">
          <ac:chgData name="Mahima Weerasinghe" userId="e11e3f55-42da-4e07-8ead-4d7a1d7ea1c6" providerId="ADAL" clId="{0087169D-3364-4DC2-A634-52797A54CD4F}" dt="2024-10-20T14:02:08.036" v="1467"/>
          <ac:inkMkLst>
            <pc:docMk/>
            <pc:sldMk cId="1333804254" sldId="257"/>
            <ac:inkMk id="186" creationId="{AE4F37A4-4B32-84AE-F9E1-7FEFF2F2751B}"/>
          </ac:inkMkLst>
        </pc:inkChg>
        <pc:inkChg chg="add mod">
          <ac:chgData name="Mahima Weerasinghe" userId="e11e3f55-42da-4e07-8ead-4d7a1d7ea1c6" providerId="ADAL" clId="{0087169D-3364-4DC2-A634-52797A54CD4F}" dt="2024-10-20T14:02:08.036" v="1467"/>
          <ac:inkMkLst>
            <pc:docMk/>
            <pc:sldMk cId="1333804254" sldId="257"/>
            <ac:inkMk id="187" creationId="{2E7691F8-6B05-FD7B-B82D-E1FDD390DB1E}"/>
          </ac:inkMkLst>
        </pc:inkChg>
        <pc:inkChg chg="add mod">
          <ac:chgData name="Mahima Weerasinghe" userId="e11e3f55-42da-4e07-8ead-4d7a1d7ea1c6" providerId="ADAL" clId="{0087169D-3364-4DC2-A634-52797A54CD4F}" dt="2024-10-20T14:02:08.036" v="1467"/>
          <ac:inkMkLst>
            <pc:docMk/>
            <pc:sldMk cId="1333804254" sldId="257"/>
            <ac:inkMk id="188" creationId="{C4403B11-4686-148B-7561-07EF1034C951}"/>
          </ac:inkMkLst>
        </pc:inkChg>
        <pc:inkChg chg="add mod">
          <ac:chgData name="Mahima Weerasinghe" userId="e11e3f55-42da-4e07-8ead-4d7a1d7ea1c6" providerId="ADAL" clId="{0087169D-3364-4DC2-A634-52797A54CD4F}" dt="2024-10-20T14:02:08.036" v="1467"/>
          <ac:inkMkLst>
            <pc:docMk/>
            <pc:sldMk cId="1333804254" sldId="257"/>
            <ac:inkMk id="189" creationId="{173AEED2-08A4-F322-5F9E-3A23B1271EA7}"/>
          </ac:inkMkLst>
        </pc:inkChg>
        <pc:inkChg chg="add mod">
          <ac:chgData name="Mahima Weerasinghe" userId="e11e3f55-42da-4e07-8ead-4d7a1d7ea1c6" providerId="ADAL" clId="{0087169D-3364-4DC2-A634-52797A54CD4F}" dt="2024-10-20T14:02:08.036" v="1467"/>
          <ac:inkMkLst>
            <pc:docMk/>
            <pc:sldMk cId="1333804254" sldId="257"/>
            <ac:inkMk id="190" creationId="{AD3B01F9-E1C0-5B47-810C-2598648ECBEF}"/>
          </ac:inkMkLst>
        </pc:inkChg>
        <pc:inkChg chg="add mod">
          <ac:chgData name="Mahima Weerasinghe" userId="e11e3f55-42da-4e07-8ead-4d7a1d7ea1c6" providerId="ADAL" clId="{0087169D-3364-4DC2-A634-52797A54CD4F}" dt="2024-10-20T14:02:08.036" v="1467"/>
          <ac:inkMkLst>
            <pc:docMk/>
            <pc:sldMk cId="1333804254" sldId="257"/>
            <ac:inkMk id="191" creationId="{EEB51380-6076-52B8-00E6-F47CF0349E81}"/>
          </ac:inkMkLst>
        </pc:inkChg>
        <pc:inkChg chg="add mod">
          <ac:chgData name="Mahima Weerasinghe" userId="e11e3f55-42da-4e07-8ead-4d7a1d7ea1c6" providerId="ADAL" clId="{0087169D-3364-4DC2-A634-52797A54CD4F}" dt="2024-10-20T14:02:08.036" v="1467"/>
          <ac:inkMkLst>
            <pc:docMk/>
            <pc:sldMk cId="1333804254" sldId="257"/>
            <ac:inkMk id="192" creationId="{5F078B29-8B71-E1D5-1A36-41DB18CF4CB1}"/>
          </ac:inkMkLst>
        </pc:inkChg>
        <pc:inkChg chg="add mod">
          <ac:chgData name="Mahima Weerasinghe" userId="e11e3f55-42da-4e07-8ead-4d7a1d7ea1c6" providerId="ADAL" clId="{0087169D-3364-4DC2-A634-52797A54CD4F}" dt="2024-10-20T14:02:08.036" v="1467"/>
          <ac:inkMkLst>
            <pc:docMk/>
            <pc:sldMk cId="1333804254" sldId="257"/>
            <ac:inkMk id="193" creationId="{52F498D5-13AB-7069-4E18-C7FE23E5CCF2}"/>
          </ac:inkMkLst>
        </pc:inkChg>
        <pc:inkChg chg="add mod">
          <ac:chgData name="Mahima Weerasinghe" userId="e11e3f55-42da-4e07-8ead-4d7a1d7ea1c6" providerId="ADAL" clId="{0087169D-3364-4DC2-A634-52797A54CD4F}" dt="2024-10-20T14:02:08.036" v="1467"/>
          <ac:inkMkLst>
            <pc:docMk/>
            <pc:sldMk cId="1333804254" sldId="257"/>
            <ac:inkMk id="194" creationId="{71690A99-2A33-F33F-F6DE-21A5106FD052}"/>
          </ac:inkMkLst>
        </pc:inkChg>
        <pc:inkChg chg="add mod">
          <ac:chgData name="Mahima Weerasinghe" userId="e11e3f55-42da-4e07-8ead-4d7a1d7ea1c6" providerId="ADAL" clId="{0087169D-3364-4DC2-A634-52797A54CD4F}" dt="2024-10-20T14:02:08.036" v="1467"/>
          <ac:inkMkLst>
            <pc:docMk/>
            <pc:sldMk cId="1333804254" sldId="257"/>
            <ac:inkMk id="195" creationId="{1EBA307C-8CAC-5363-4370-7F0B0496B789}"/>
          </ac:inkMkLst>
        </pc:inkChg>
        <pc:inkChg chg="add mod">
          <ac:chgData name="Mahima Weerasinghe" userId="e11e3f55-42da-4e07-8ead-4d7a1d7ea1c6" providerId="ADAL" clId="{0087169D-3364-4DC2-A634-52797A54CD4F}" dt="2024-10-20T14:02:08.036" v="1467"/>
          <ac:inkMkLst>
            <pc:docMk/>
            <pc:sldMk cId="1333804254" sldId="257"/>
            <ac:inkMk id="197" creationId="{B4E754A4-C5FE-9205-941D-1C312513999C}"/>
          </ac:inkMkLst>
        </pc:inkChg>
        <pc:inkChg chg="add mod">
          <ac:chgData name="Mahima Weerasinghe" userId="e11e3f55-42da-4e07-8ead-4d7a1d7ea1c6" providerId="ADAL" clId="{0087169D-3364-4DC2-A634-52797A54CD4F}" dt="2024-10-20T14:02:08.036" v="1467"/>
          <ac:inkMkLst>
            <pc:docMk/>
            <pc:sldMk cId="1333804254" sldId="257"/>
            <ac:inkMk id="198" creationId="{E6D7D584-E347-5D40-E430-E98A4184BD54}"/>
          </ac:inkMkLst>
        </pc:inkChg>
        <pc:inkChg chg="add mod">
          <ac:chgData name="Mahima Weerasinghe" userId="e11e3f55-42da-4e07-8ead-4d7a1d7ea1c6" providerId="ADAL" clId="{0087169D-3364-4DC2-A634-52797A54CD4F}" dt="2024-10-20T14:02:08.036" v="1467"/>
          <ac:inkMkLst>
            <pc:docMk/>
            <pc:sldMk cId="1333804254" sldId="257"/>
            <ac:inkMk id="199" creationId="{3120CDF6-4AA5-C256-F6FC-0929ED70C329}"/>
          </ac:inkMkLst>
        </pc:inkChg>
        <pc:inkChg chg="add mod">
          <ac:chgData name="Mahima Weerasinghe" userId="e11e3f55-42da-4e07-8ead-4d7a1d7ea1c6" providerId="ADAL" clId="{0087169D-3364-4DC2-A634-52797A54CD4F}" dt="2024-10-20T13:59:22.702" v="1418"/>
          <ac:inkMkLst>
            <pc:docMk/>
            <pc:sldMk cId="1333804254" sldId="257"/>
            <ac:inkMk id="201" creationId="{096B01C0-7059-C286-C9B6-171312584DEE}"/>
          </ac:inkMkLst>
        </pc:inkChg>
        <pc:inkChg chg="add mod">
          <ac:chgData name="Mahima Weerasinghe" userId="e11e3f55-42da-4e07-8ead-4d7a1d7ea1c6" providerId="ADAL" clId="{0087169D-3364-4DC2-A634-52797A54CD4F}" dt="2024-10-20T13:59:22.702" v="1418"/>
          <ac:inkMkLst>
            <pc:docMk/>
            <pc:sldMk cId="1333804254" sldId="257"/>
            <ac:inkMk id="202" creationId="{66726E47-555C-A8BF-4100-F2C261F0650C}"/>
          </ac:inkMkLst>
        </pc:inkChg>
        <pc:inkChg chg="add mod">
          <ac:chgData name="Mahima Weerasinghe" userId="e11e3f55-42da-4e07-8ead-4d7a1d7ea1c6" providerId="ADAL" clId="{0087169D-3364-4DC2-A634-52797A54CD4F}" dt="2024-10-20T13:59:22.702" v="1418"/>
          <ac:inkMkLst>
            <pc:docMk/>
            <pc:sldMk cId="1333804254" sldId="257"/>
            <ac:inkMk id="203" creationId="{FC7914B6-6695-0F62-2607-20B842A1C99A}"/>
          </ac:inkMkLst>
        </pc:inkChg>
        <pc:inkChg chg="add mod">
          <ac:chgData name="Mahima Weerasinghe" userId="e11e3f55-42da-4e07-8ead-4d7a1d7ea1c6" providerId="ADAL" clId="{0087169D-3364-4DC2-A634-52797A54CD4F}" dt="2024-10-20T13:59:22.702" v="1418"/>
          <ac:inkMkLst>
            <pc:docMk/>
            <pc:sldMk cId="1333804254" sldId="257"/>
            <ac:inkMk id="204" creationId="{AF182FCE-9F14-EFDA-7E7D-2DF49464A7B0}"/>
          </ac:inkMkLst>
        </pc:inkChg>
        <pc:inkChg chg="add mod">
          <ac:chgData name="Mahima Weerasinghe" userId="e11e3f55-42da-4e07-8ead-4d7a1d7ea1c6" providerId="ADAL" clId="{0087169D-3364-4DC2-A634-52797A54CD4F}" dt="2024-10-20T13:59:54.897" v="1440"/>
          <ac:inkMkLst>
            <pc:docMk/>
            <pc:sldMk cId="1333804254" sldId="257"/>
            <ac:inkMk id="206" creationId="{014CFCCB-6B30-F99F-31C9-890EDC59BA78}"/>
          </ac:inkMkLst>
        </pc:inkChg>
        <pc:inkChg chg="add mod">
          <ac:chgData name="Mahima Weerasinghe" userId="e11e3f55-42da-4e07-8ead-4d7a1d7ea1c6" providerId="ADAL" clId="{0087169D-3364-4DC2-A634-52797A54CD4F}" dt="2024-10-20T13:59:54.897" v="1440"/>
          <ac:inkMkLst>
            <pc:docMk/>
            <pc:sldMk cId="1333804254" sldId="257"/>
            <ac:inkMk id="207" creationId="{97AA7D53-35E5-649C-E571-0068AF475657}"/>
          </ac:inkMkLst>
        </pc:inkChg>
        <pc:inkChg chg="add mod">
          <ac:chgData name="Mahima Weerasinghe" userId="e11e3f55-42da-4e07-8ead-4d7a1d7ea1c6" providerId="ADAL" clId="{0087169D-3364-4DC2-A634-52797A54CD4F}" dt="2024-10-20T13:59:54.897" v="1440"/>
          <ac:inkMkLst>
            <pc:docMk/>
            <pc:sldMk cId="1333804254" sldId="257"/>
            <ac:inkMk id="208" creationId="{9EC17428-43BE-2D6D-9CAC-7A449C54E199}"/>
          </ac:inkMkLst>
        </pc:inkChg>
        <pc:inkChg chg="add mod">
          <ac:chgData name="Mahima Weerasinghe" userId="e11e3f55-42da-4e07-8ead-4d7a1d7ea1c6" providerId="ADAL" clId="{0087169D-3364-4DC2-A634-52797A54CD4F}" dt="2024-10-20T13:59:54.897" v="1440"/>
          <ac:inkMkLst>
            <pc:docMk/>
            <pc:sldMk cId="1333804254" sldId="257"/>
            <ac:inkMk id="209" creationId="{2D0F1764-3CAA-4D59-D2FA-33463BD4BC39}"/>
          </ac:inkMkLst>
        </pc:inkChg>
        <pc:inkChg chg="add">
          <ac:chgData name="Mahima Weerasinghe" userId="e11e3f55-42da-4e07-8ead-4d7a1d7ea1c6" providerId="ADAL" clId="{0087169D-3364-4DC2-A634-52797A54CD4F}" dt="2024-10-20T13:59:25.100" v="1423" actId="9405"/>
          <ac:inkMkLst>
            <pc:docMk/>
            <pc:sldMk cId="1333804254" sldId="257"/>
            <ac:inkMk id="210" creationId="{FB1B9D45-32E5-2264-981F-C0C4318EAB80}"/>
          </ac:inkMkLst>
        </pc:inkChg>
        <pc:inkChg chg="add mod">
          <ac:chgData name="Mahima Weerasinghe" userId="e11e3f55-42da-4e07-8ead-4d7a1d7ea1c6" providerId="ADAL" clId="{0087169D-3364-4DC2-A634-52797A54CD4F}" dt="2024-10-20T13:59:31.767" v="1432"/>
          <ac:inkMkLst>
            <pc:docMk/>
            <pc:sldMk cId="1333804254" sldId="257"/>
            <ac:inkMk id="212" creationId="{127F12E4-8306-A3AB-FA68-F7A0BFAE212D}"/>
          </ac:inkMkLst>
        </pc:inkChg>
        <pc:inkChg chg="add mod">
          <ac:chgData name="Mahima Weerasinghe" userId="e11e3f55-42da-4e07-8ead-4d7a1d7ea1c6" providerId="ADAL" clId="{0087169D-3364-4DC2-A634-52797A54CD4F}" dt="2024-10-20T13:59:31.767" v="1432"/>
          <ac:inkMkLst>
            <pc:docMk/>
            <pc:sldMk cId="1333804254" sldId="257"/>
            <ac:inkMk id="213" creationId="{E5B7A608-068E-385A-359E-E7B70D869C5D}"/>
          </ac:inkMkLst>
        </pc:inkChg>
        <pc:inkChg chg="add mod">
          <ac:chgData name="Mahima Weerasinghe" userId="e11e3f55-42da-4e07-8ead-4d7a1d7ea1c6" providerId="ADAL" clId="{0087169D-3364-4DC2-A634-52797A54CD4F}" dt="2024-10-20T13:59:31.767" v="1432"/>
          <ac:inkMkLst>
            <pc:docMk/>
            <pc:sldMk cId="1333804254" sldId="257"/>
            <ac:inkMk id="214" creationId="{5AEF5A6D-AC05-A74A-1479-6CBB13964E89}"/>
          </ac:inkMkLst>
        </pc:inkChg>
        <pc:inkChg chg="add mod">
          <ac:chgData name="Mahima Weerasinghe" userId="e11e3f55-42da-4e07-8ead-4d7a1d7ea1c6" providerId="ADAL" clId="{0087169D-3364-4DC2-A634-52797A54CD4F}" dt="2024-10-20T13:59:31.767" v="1432"/>
          <ac:inkMkLst>
            <pc:docMk/>
            <pc:sldMk cId="1333804254" sldId="257"/>
            <ac:inkMk id="216" creationId="{CEA7DB3F-B966-101C-3A9F-12187CEA9253}"/>
          </ac:inkMkLst>
        </pc:inkChg>
        <pc:inkChg chg="add mod">
          <ac:chgData name="Mahima Weerasinghe" userId="e11e3f55-42da-4e07-8ead-4d7a1d7ea1c6" providerId="ADAL" clId="{0087169D-3364-4DC2-A634-52797A54CD4F}" dt="2024-10-20T13:59:31.767" v="1432"/>
          <ac:inkMkLst>
            <pc:docMk/>
            <pc:sldMk cId="1333804254" sldId="257"/>
            <ac:inkMk id="217" creationId="{722B68A1-F157-67F1-1F8B-47038F79DCAF}"/>
          </ac:inkMkLst>
        </pc:inkChg>
        <pc:inkChg chg="add mod">
          <ac:chgData name="Mahima Weerasinghe" userId="e11e3f55-42da-4e07-8ead-4d7a1d7ea1c6" providerId="ADAL" clId="{0087169D-3364-4DC2-A634-52797A54CD4F}" dt="2024-10-20T13:59:31.767" v="1432"/>
          <ac:inkMkLst>
            <pc:docMk/>
            <pc:sldMk cId="1333804254" sldId="257"/>
            <ac:inkMk id="218" creationId="{B0EB4215-B4D7-42A9-C021-3E054CCF0730}"/>
          </ac:inkMkLst>
        </pc:inkChg>
        <pc:inkChg chg="add mod">
          <ac:chgData name="Mahima Weerasinghe" userId="e11e3f55-42da-4e07-8ead-4d7a1d7ea1c6" providerId="ADAL" clId="{0087169D-3364-4DC2-A634-52797A54CD4F}" dt="2024-10-20T13:59:54.897" v="1440"/>
          <ac:inkMkLst>
            <pc:docMk/>
            <pc:sldMk cId="1333804254" sldId="257"/>
            <ac:inkMk id="220" creationId="{845B70C7-CEF2-9D8A-D8E9-4BFB22800B11}"/>
          </ac:inkMkLst>
        </pc:inkChg>
        <pc:inkChg chg="add">
          <ac:chgData name="Mahima Weerasinghe" userId="e11e3f55-42da-4e07-8ead-4d7a1d7ea1c6" providerId="ADAL" clId="{0087169D-3364-4DC2-A634-52797A54CD4F}" dt="2024-10-20T13:59:50.718" v="1435" actId="9405"/>
          <ac:inkMkLst>
            <pc:docMk/>
            <pc:sldMk cId="1333804254" sldId="257"/>
            <ac:inkMk id="222" creationId="{D41A6EFE-ACA0-C733-DFF6-F49E7B90C395}"/>
          </ac:inkMkLst>
        </pc:inkChg>
        <pc:inkChg chg="add mod">
          <ac:chgData name="Mahima Weerasinghe" userId="e11e3f55-42da-4e07-8ead-4d7a1d7ea1c6" providerId="ADAL" clId="{0087169D-3364-4DC2-A634-52797A54CD4F}" dt="2024-10-20T13:59:54.897" v="1440"/>
          <ac:inkMkLst>
            <pc:docMk/>
            <pc:sldMk cId="1333804254" sldId="257"/>
            <ac:inkMk id="223" creationId="{D36F73CF-4B1E-D1C4-D2F3-210B21A92927}"/>
          </ac:inkMkLst>
        </pc:inkChg>
        <pc:inkChg chg="add mod">
          <ac:chgData name="Mahima Weerasinghe" userId="e11e3f55-42da-4e07-8ead-4d7a1d7ea1c6" providerId="ADAL" clId="{0087169D-3364-4DC2-A634-52797A54CD4F}" dt="2024-10-20T13:59:54.897" v="1440"/>
          <ac:inkMkLst>
            <pc:docMk/>
            <pc:sldMk cId="1333804254" sldId="257"/>
            <ac:inkMk id="224" creationId="{83609E30-B258-20C9-BB9A-C24BDB8CD199}"/>
          </ac:inkMkLst>
        </pc:inkChg>
        <pc:inkChg chg="add mod">
          <ac:chgData name="Mahima Weerasinghe" userId="e11e3f55-42da-4e07-8ead-4d7a1d7ea1c6" providerId="ADAL" clId="{0087169D-3364-4DC2-A634-52797A54CD4F}" dt="2024-10-20T13:59:54.897" v="1440"/>
          <ac:inkMkLst>
            <pc:docMk/>
            <pc:sldMk cId="1333804254" sldId="257"/>
            <ac:inkMk id="225" creationId="{FA11FAF8-91FF-469E-6CAB-AF93DB2B78C9}"/>
          </ac:inkMkLst>
        </pc:inkChg>
        <pc:inkChg chg="add mod">
          <ac:chgData name="Mahima Weerasinghe" userId="e11e3f55-42da-4e07-8ead-4d7a1d7ea1c6" providerId="ADAL" clId="{0087169D-3364-4DC2-A634-52797A54CD4F}" dt="2024-10-20T13:59:54.897" v="1440"/>
          <ac:inkMkLst>
            <pc:docMk/>
            <pc:sldMk cId="1333804254" sldId="257"/>
            <ac:inkMk id="226" creationId="{C0038640-C2F2-3E41-CF74-075424240A17}"/>
          </ac:inkMkLst>
        </pc:inkChg>
        <pc:inkChg chg="add mod">
          <ac:chgData name="Mahima Weerasinghe" userId="e11e3f55-42da-4e07-8ead-4d7a1d7ea1c6" providerId="ADAL" clId="{0087169D-3364-4DC2-A634-52797A54CD4F}" dt="2024-10-20T14:02:08.036" v="1467"/>
          <ac:inkMkLst>
            <pc:docMk/>
            <pc:sldMk cId="1333804254" sldId="257"/>
            <ac:inkMk id="229" creationId="{23498652-2EF7-294E-6B45-E4A6CB37A898}"/>
          </ac:inkMkLst>
        </pc:inkChg>
        <pc:inkChg chg="add mod">
          <ac:chgData name="Mahima Weerasinghe" userId="e11e3f55-42da-4e07-8ead-4d7a1d7ea1c6" providerId="ADAL" clId="{0087169D-3364-4DC2-A634-52797A54CD4F}" dt="2024-10-20T14:02:08.036" v="1467"/>
          <ac:inkMkLst>
            <pc:docMk/>
            <pc:sldMk cId="1333804254" sldId="257"/>
            <ac:inkMk id="230" creationId="{2FCD5E27-AE62-37F2-A50E-AD35A3172E2C}"/>
          </ac:inkMkLst>
        </pc:inkChg>
        <pc:inkChg chg="add mod">
          <ac:chgData name="Mahima Weerasinghe" userId="e11e3f55-42da-4e07-8ead-4d7a1d7ea1c6" providerId="ADAL" clId="{0087169D-3364-4DC2-A634-52797A54CD4F}" dt="2024-10-20T14:02:08.036" v="1467"/>
          <ac:inkMkLst>
            <pc:docMk/>
            <pc:sldMk cId="1333804254" sldId="257"/>
            <ac:inkMk id="232" creationId="{0D6C3A3A-1248-8D53-CC84-ACCE063A2DE7}"/>
          </ac:inkMkLst>
        </pc:inkChg>
        <pc:inkChg chg="add mod">
          <ac:chgData name="Mahima Weerasinghe" userId="e11e3f55-42da-4e07-8ead-4d7a1d7ea1c6" providerId="ADAL" clId="{0087169D-3364-4DC2-A634-52797A54CD4F}" dt="2024-10-20T14:02:08.036" v="1467"/>
          <ac:inkMkLst>
            <pc:docMk/>
            <pc:sldMk cId="1333804254" sldId="257"/>
            <ac:inkMk id="233" creationId="{3B609184-FF94-E64C-54D0-E5DE4BCAA4F9}"/>
          </ac:inkMkLst>
        </pc:inkChg>
        <pc:inkChg chg="add mod">
          <ac:chgData name="Mahima Weerasinghe" userId="e11e3f55-42da-4e07-8ead-4d7a1d7ea1c6" providerId="ADAL" clId="{0087169D-3364-4DC2-A634-52797A54CD4F}" dt="2024-10-20T14:02:08.036" v="1467"/>
          <ac:inkMkLst>
            <pc:docMk/>
            <pc:sldMk cId="1333804254" sldId="257"/>
            <ac:inkMk id="235" creationId="{287CD3E6-EC88-C51C-A4C9-0400E3F9B1FA}"/>
          </ac:inkMkLst>
        </pc:inkChg>
        <pc:inkChg chg="add mod">
          <ac:chgData name="Mahima Weerasinghe" userId="e11e3f55-42da-4e07-8ead-4d7a1d7ea1c6" providerId="ADAL" clId="{0087169D-3364-4DC2-A634-52797A54CD4F}" dt="2024-10-20T14:02:08.036" v="1467"/>
          <ac:inkMkLst>
            <pc:docMk/>
            <pc:sldMk cId="1333804254" sldId="257"/>
            <ac:inkMk id="236" creationId="{7E1F19B5-1B2C-F32F-2BC9-145AB9FB520A}"/>
          </ac:inkMkLst>
        </pc:inkChg>
        <pc:inkChg chg="add mod">
          <ac:chgData name="Mahima Weerasinghe" userId="e11e3f55-42da-4e07-8ead-4d7a1d7ea1c6" providerId="ADAL" clId="{0087169D-3364-4DC2-A634-52797A54CD4F}" dt="2024-10-20T14:02:08.036" v="1467"/>
          <ac:inkMkLst>
            <pc:docMk/>
            <pc:sldMk cId="1333804254" sldId="257"/>
            <ac:inkMk id="237" creationId="{A9D182F6-6EAD-69DF-1BA5-16F9A03CFFCD}"/>
          </ac:inkMkLst>
        </pc:inkChg>
        <pc:inkChg chg="add mod">
          <ac:chgData name="Mahima Weerasinghe" userId="e11e3f55-42da-4e07-8ead-4d7a1d7ea1c6" providerId="ADAL" clId="{0087169D-3364-4DC2-A634-52797A54CD4F}" dt="2024-10-20T14:00:36.283" v="1455"/>
          <ac:inkMkLst>
            <pc:docMk/>
            <pc:sldMk cId="1333804254" sldId="257"/>
            <ac:inkMk id="239" creationId="{A366EB75-E8EC-2DD1-6739-1AE69A10DB7E}"/>
          </ac:inkMkLst>
        </pc:inkChg>
        <pc:inkChg chg="add mod">
          <ac:chgData name="Mahima Weerasinghe" userId="e11e3f55-42da-4e07-8ead-4d7a1d7ea1c6" providerId="ADAL" clId="{0087169D-3364-4DC2-A634-52797A54CD4F}" dt="2024-10-20T14:00:36.283" v="1455"/>
          <ac:inkMkLst>
            <pc:docMk/>
            <pc:sldMk cId="1333804254" sldId="257"/>
            <ac:inkMk id="240" creationId="{C8ABE21E-1B53-489A-B447-7BDCCFC9AE18}"/>
          </ac:inkMkLst>
        </pc:inkChg>
        <pc:inkChg chg="add mod">
          <ac:chgData name="Mahima Weerasinghe" userId="e11e3f55-42da-4e07-8ead-4d7a1d7ea1c6" providerId="ADAL" clId="{0087169D-3364-4DC2-A634-52797A54CD4F}" dt="2024-10-20T14:00:36.283" v="1455"/>
          <ac:inkMkLst>
            <pc:docMk/>
            <pc:sldMk cId="1333804254" sldId="257"/>
            <ac:inkMk id="241" creationId="{8645793A-E7CB-3D5B-F992-5B2B24B5B00F}"/>
          </ac:inkMkLst>
        </pc:inkChg>
        <pc:inkChg chg="add mod">
          <ac:chgData name="Mahima Weerasinghe" userId="e11e3f55-42da-4e07-8ead-4d7a1d7ea1c6" providerId="ADAL" clId="{0087169D-3364-4DC2-A634-52797A54CD4F}" dt="2024-10-20T14:00:36.283" v="1455"/>
          <ac:inkMkLst>
            <pc:docMk/>
            <pc:sldMk cId="1333804254" sldId="257"/>
            <ac:inkMk id="242" creationId="{5CAC867F-7586-F4D9-EA6D-D5646897FEB0}"/>
          </ac:inkMkLst>
        </pc:inkChg>
        <pc:inkChg chg="add mod">
          <ac:chgData name="Mahima Weerasinghe" userId="e11e3f55-42da-4e07-8ead-4d7a1d7ea1c6" providerId="ADAL" clId="{0087169D-3364-4DC2-A634-52797A54CD4F}" dt="2024-10-20T14:02:06.624" v="1465"/>
          <ac:inkMkLst>
            <pc:docMk/>
            <pc:sldMk cId="1333804254" sldId="257"/>
            <ac:inkMk id="244" creationId="{058C3328-A920-6E33-9DA8-7002D8B25259}"/>
          </ac:inkMkLst>
        </pc:inkChg>
        <pc:inkChg chg="add mod">
          <ac:chgData name="Mahima Weerasinghe" userId="e11e3f55-42da-4e07-8ead-4d7a1d7ea1c6" providerId="ADAL" clId="{0087169D-3364-4DC2-A634-52797A54CD4F}" dt="2024-10-20T14:02:06.624" v="1465"/>
          <ac:inkMkLst>
            <pc:docMk/>
            <pc:sldMk cId="1333804254" sldId="257"/>
            <ac:inkMk id="245" creationId="{EF225A37-C585-5B62-B017-56E47B201EC0}"/>
          </ac:inkMkLst>
        </pc:inkChg>
        <pc:inkChg chg="add mod">
          <ac:chgData name="Mahima Weerasinghe" userId="e11e3f55-42da-4e07-8ead-4d7a1d7ea1c6" providerId="ADAL" clId="{0087169D-3364-4DC2-A634-52797A54CD4F}" dt="2024-10-20T14:02:06.624" v="1465"/>
          <ac:inkMkLst>
            <pc:docMk/>
            <pc:sldMk cId="1333804254" sldId="257"/>
            <ac:inkMk id="246" creationId="{45BD03C9-DAC2-5429-FF19-C1D16E163186}"/>
          </ac:inkMkLst>
        </pc:inkChg>
        <pc:inkChg chg="add mod">
          <ac:chgData name="Mahima Weerasinghe" userId="e11e3f55-42da-4e07-8ead-4d7a1d7ea1c6" providerId="ADAL" clId="{0087169D-3364-4DC2-A634-52797A54CD4F}" dt="2024-10-20T14:02:06.624" v="1465"/>
          <ac:inkMkLst>
            <pc:docMk/>
            <pc:sldMk cId="1333804254" sldId="257"/>
            <ac:inkMk id="247" creationId="{0EFA774D-53DD-3DF3-095C-41E907DD7FD7}"/>
          </ac:inkMkLst>
        </pc:inkChg>
        <pc:inkChg chg="add mod">
          <ac:chgData name="Mahima Weerasinghe" userId="e11e3f55-42da-4e07-8ead-4d7a1d7ea1c6" providerId="ADAL" clId="{0087169D-3364-4DC2-A634-52797A54CD4F}" dt="2024-10-20T14:02:06.624" v="1465"/>
          <ac:inkMkLst>
            <pc:docMk/>
            <pc:sldMk cId="1333804254" sldId="257"/>
            <ac:inkMk id="248" creationId="{AF144718-91C3-5CA6-8E99-ADF94ED9872D}"/>
          </ac:inkMkLst>
        </pc:inkChg>
        <pc:inkChg chg="add mod">
          <ac:chgData name="Mahima Weerasinghe" userId="e11e3f55-42da-4e07-8ead-4d7a1d7ea1c6" providerId="ADAL" clId="{0087169D-3364-4DC2-A634-52797A54CD4F}" dt="2024-10-20T14:02:06.624" v="1465"/>
          <ac:inkMkLst>
            <pc:docMk/>
            <pc:sldMk cId="1333804254" sldId="257"/>
            <ac:inkMk id="249" creationId="{B5AFC17A-BBE2-A0D6-0162-34E34676AF0A}"/>
          </ac:inkMkLst>
        </pc:inkChg>
        <pc:inkChg chg="add mod">
          <ac:chgData name="Mahima Weerasinghe" userId="e11e3f55-42da-4e07-8ead-4d7a1d7ea1c6" providerId="ADAL" clId="{0087169D-3364-4DC2-A634-52797A54CD4F}" dt="2024-10-20T14:02:08.036" v="1467"/>
          <ac:inkMkLst>
            <pc:docMk/>
            <pc:sldMk cId="1333804254" sldId="257"/>
            <ac:inkMk id="251" creationId="{2B067D4A-3355-732C-68A8-EBB9FE30AC7B}"/>
          </ac:inkMkLst>
        </pc:inkChg>
        <pc:inkChg chg="add mod">
          <ac:chgData name="Mahima Weerasinghe" userId="e11e3f55-42da-4e07-8ead-4d7a1d7ea1c6" providerId="ADAL" clId="{0087169D-3364-4DC2-A634-52797A54CD4F}" dt="2024-10-20T14:02:08.036" v="1467"/>
          <ac:inkMkLst>
            <pc:docMk/>
            <pc:sldMk cId="1333804254" sldId="257"/>
            <ac:inkMk id="252" creationId="{D499B9DE-E4F0-02CA-0A85-98E656563322}"/>
          </ac:inkMkLst>
        </pc:inkChg>
        <pc:inkChg chg="add mod">
          <ac:chgData name="Mahima Weerasinghe" userId="e11e3f55-42da-4e07-8ead-4d7a1d7ea1c6" providerId="ADAL" clId="{0087169D-3364-4DC2-A634-52797A54CD4F}" dt="2024-10-20T14:02:08.036" v="1467"/>
          <ac:inkMkLst>
            <pc:docMk/>
            <pc:sldMk cId="1333804254" sldId="257"/>
            <ac:inkMk id="254" creationId="{0EA6D6E6-C7D1-8B8D-956C-8B11F6130251}"/>
          </ac:inkMkLst>
        </pc:inkChg>
        <pc:inkChg chg="add">
          <ac:chgData name="Mahima Weerasinghe" userId="e11e3f55-42da-4e07-8ead-4d7a1d7ea1c6" providerId="ADAL" clId="{0087169D-3364-4DC2-A634-52797A54CD4F}" dt="2024-10-20T14:05:47.375" v="1468" actId="9405"/>
          <ac:inkMkLst>
            <pc:docMk/>
            <pc:sldMk cId="1333804254" sldId="257"/>
            <ac:inkMk id="256" creationId="{4FDBCFD2-0835-7738-D06A-DA369CE13581}"/>
          </ac:inkMkLst>
        </pc:inkChg>
        <pc:inkChg chg="add mod">
          <ac:chgData name="Mahima Weerasinghe" userId="e11e3f55-42da-4e07-8ead-4d7a1d7ea1c6" providerId="ADAL" clId="{0087169D-3364-4DC2-A634-52797A54CD4F}" dt="2024-10-20T14:06:07.566" v="1477"/>
          <ac:inkMkLst>
            <pc:docMk/>
            <pc:sldMk cId="1333804254" sldId="257"/>
            <ac:inkMk id="257" creationId="{96E07800-2D73-B5AC-E0F2-826700DA5E06}"/>
          </ac:inkMkLst>
        </pc:inkChg>
        <pc:inkChg chg="add mod">
          <ac:chgData name="Mahima Weerasinghe" userId="e11e3f55-42da-4e07-8ead-4d7a1d7ea1c6" providerId="ADAL" clId="{0087169D-3364-4DC2-A634-52797A54CD4F}" dt="2024-10-20T14:06:07.566" v="1477"/>
          <ac:inkMkLst>
            <pc:docMk/>
            <pc:sldMk cId="1333804254" sldId="257"/>
            <ac:inkMk id="258" creationId="{6B76DE64-8B56-8ED9-08FC-AAD88BCFCF14}"/>
          </ac:inkMkLst>
        </pc:inkChg>
        <pc:inkChg chg="add mod">
          <ac:chgData name="Mahima Weerasinghe" userId="e11e3f55-42da-4e07-8ead-4d7a1d7ea1c6" providerId="ADAL" clId="{0087169D-3364-4DC2-A634-52797A54CD4F}" dt="2024-10-20T14:06:07.566" v="1477"/>
          <ac:inkMkLst>
            <pc:docMk/>
            <pc:sldMk cId="1333804254" sldId="257"/>
            <ac:inkMk id="259" creationId="{9E89CB56-50A0-278C-FDD4-6FA9E4446A86}"/>
          </ac:inkMkLst>
        </pc:inkChg>
        <pc:inkChg chg="add mod">
          <ac:chgData name="Mahima Weerasinghe" userId="e11e3f55-42da-4e07-8ead-4d7a1d7ea1c6" providerId="ADAL" clId="{0087169D-3364-4DC2-A634-52797A54CD4F}" dt="2024-10-20T14:06:07.566" v="1477"/>
          <ac:inkMkLst>
            <pc:docMk/>
            <pc:sldMk cId="1333804254" sldId="257"/>
            <ac:inkMk id="260" creationId="{600187F9-C603-0B8C-AF61-76BE7A421B49}"/>
          </ac:inkMkLst>
        </pc:inkChg>
        <pc:inkChg chg="add mod">
          <ac:chgData name="Mahima Weerasinghe" userId="e11e3f55-42da-4e07-8ead-4d7a1d7ea1c6" providerId="ADAL" clId="{0087169D-3364-4DC2-A634-52797A54CD4F}" dt="2024-10-20T14:06:07.566" v="1477"/>
          <ac:inkMkLst>
            <pc:docMk/>
            <pc:sldMk cId="1333804254" sldId="257"/>
            <ac:inkMk id="261" creationId="{E09D48AE-ABD0-3A53-1544-2444EB74AEF8}"/>
          </ac:inkMkLst>
        </pc:inkChg>
        <pc:inkChg chg="add">
          <ac:chgData name="Mahima Weerasinghe" userId="e11e3f55-42da-4e07-8ead-4d7a1d7ea1c6" providerId="ADAL" clId="{0087169D-3364-4DC2-A634-52797A54CD4F}" dt="2024-10-20T14:05:57.983" v="1475" actId="9405"/>
          <ac:inkMkLst>
            <pc:docMk/>
            <pc:sldMk cId="1333804254" sldId="257"/>
            <ac:inkMk id="263" creationId="{6A7640E2-CA34-F5E5-18AC-653D66F08947}"/>
          </ac:inkMkLst>
        </pc:inkChg>
        <pc:inkChg chg="add mod">
          <ac:chgData name="Mahima Weerasinghe" userId="e11e3f55-42da-4e07-8ead-4d7a1d7ea1c6" providerId="ADAL" clId="{0087169D-3364-4DC2-A634-52797A54CD4F}" dt="2024-10-20T14:06:07.566" v="1477"/>
          <ac:inkMkLst>
            <pc:docMk/>
            <pc:sldMk cId="1333804254" sldId="257"/>
            <ac:inkMk id="264" creationId="{12954A7E-57EC-82BE-1C9C-223560D30636}"/>
          </ac:inkMkLst>
        </pc:inkChg>
      </pc:sldChg>
      <pc:sldChg chg="addSp delSp modSp new mod">
        <pc:chgData name="Mahima Weerasinghe" userId="e11e3f55-42da-4e07-8ead-4d7a1d7ea1c6" providerId="ADAL" clId="{0087169D-3364-4DC2-A634-52797A54CD4F}" dt="2024-10-20T13:12:27.201" v="1228"/>
        <pc:sldMkLst>
          <pc:docMk/>
          <pc:sldMk cId="40152530" sldId="258"/>
        </pc:sldMkLst>
        <pc:spChg chg="mod">
          <ac:chgData name="Mahima Weerasinghe" userId="e11e3f55-42da-4e07-8ead-4d7a1d7ea1c6" providerId="ADAL" clId="{0087169D-3364-4DC2-A634-52797A54CD4F}" dt="2024-10-20T10:19:11.215" v="110" actId="20577"/>
          <ac:spMkLst>
            <pc:docMk/>
            <pc:sldMk cId="40152530" sldId="258"/>
            <ac:spMk id="2" creationId="{FED183E9-F61E-B6B6-04F8-38DE6BC27735}"/>
          </ac:spMkLst>
        </pc:spChg>
        <pc:spChg chg="add del mod">
          <ac:chgData name="Mahima Weerasinghe" userId="e11e3f55-42da-4e07-8ead-4d7a1d7ea1c6" providerId="ADAL" clId="{0087169D-3364-4DC2-A634-52797A54CD4F}" dt="2024-10-20T10:20:51.483" v="115"/>
          <ac:spMkLst>
            <pc:docMk/>
            <pc:sldMk cId="40152530" sldId="258"/>
            <ac:spMk id="3" creationId="{CE296CE0-1DD3-6361-5E83-9FC92C72D306}"/>
          </ac:spMkLst>
        </pc:spChg>
        <pc:spChg chg="add mod">
          <ac:chgData name="Mahima Weerasinghe" userId="e11e3f55-42da-4e07-8ead-4d7a1d7ea1c6" providerId="ADAL" clId="{0087169D-3364-4DC2-A634-52797A54CD4F}" dt="2024-10-20T10:26:06.514" v="465" actId="20577"/>
          <ac:spMkLst>
            <pc:docMk/>
            <pc:sldMk cId="40152530" sldId="258"/>
            <ac:spMk id="4" creationId="{F0CB50ED-584B-5893-C291-571F3E259309}"/>
          </ac:spMkLst>
        </pc:spChg>
        <pc:grpChg chg="del mod">
          <ac:chgData name="Mahima Weerasinghe" userId="e11e3f55-42da-4e07-8ead-4d7a1d7ea1c6" providerId="ADAL" clId="{0087169D-3364-4DC2-A634-52797A54CD4F}" dt="2024-10-20T12:55:50.401" v="1122"/>
          <ac:grpSpMkLst>
            <pc:docMk/>
            <pc:sldMk cId="40152530" sldId="258"/>
            <ac:grpSpMk id="10" creationId="{F2F7A00A-65EA-F868-26CD-1E9FC76C94AD}"/>
          </ac:grpSpMkLst>
        </pc:grpChg>
        <pc:grpChg chg="del mod">
          <ac:chgData name="Mahima Weerasinghe" userId="e11e3f55-42da-4e07-8ead-4d7a1d7ea1c6" providerId="ADAL" clId="{0087169D-3364-4DC2-A634-52797A54CD4F}" dt="2024-10-20T12:53:47.191" v="1093"/>
          <ac:grpSpMkLst>
            <pc:docMk/>
            <pc:sldMk cId="40152530" sldId="258"/>
            <ac:grpSpMk id="25" creationId="{BFFF9171-00CE-4F32-8D1A-BC7F5B5FA741}"/>
          </ac:grpSpMkLst>
        </pc:grpChg>
        <pc:grpChg chg="mod">
          <ac:chgData name="Mahima Weerasinghe" userId="e11e3f55-42da-4e07-8ead-4d7a1d7ea1c6" providerId="ADAL" clId="{0087169D-3364-4DC2-A634-52797A54CD4F}" dt="2024-10-20T12:53:42.830" v="1088"/>
          <ac:grpSpMkLst>
            <pc:docMk/>
            <pc:sldMk cId="40152530" sldId="258"/>
            <ac:grpSpMk id="26" creationId="{763BC4B6-1D69-E6F4-0B12-8765C834387A}"/>
          </ac:grpSpMkLst>
        </pc:grpChg>
        <pc:grpChg chg="del mod">
          <ac:chgData name="Mahima Weerasinghe" userId="e11e3f55-42da-4e07-8ead-4d7a1d7ea1c6" providerId="ADAL" clId="{0087169D-3364-4DC2-A634-52797A54CD4F}" dt="2024-10-20T12:55:50.401" v="1122"/>
          <ac:grpSpMkLst>
            <pc:docMk/>
            <pc:sldMk cId="40152530" sldId="258"/>
            <ac:grpSpMk id="27" creationId="{326CB3C6-E263-226C-1EBE-1986E7DE6642}"/>
          </ac:grpSpMkLst>
        </pc:grpChg>
        <pc:grpChg chg="del mod">
          <ac:chgData name="Mahima Weerasinghe" userId="e11e3f55-42da-4e07-8ead-4d7a1d7ea1c6" providerId="ADAL" clId="{0087169D-3364-4DC2-A634-52797A54CD4F}" dt="2024-10-20T12:55:46.133" v="1116"/>
          <ac:grpSpMkLst>
            <pc:docMk/>
            <pc:sldMk cId="40152530" sldId="258"/>
            <ac:grpSpMk id="32" creationId="{810C7EC4-0E64-EDF7-E833-1BF060234EBC}"/>
          </ac:grpSpMkLst>
        </pc:grpChg>
        <pc:grpChg chg="del mod">
          <ac:chgData name="Mahima Weerasinghe" userId="e11e3f55-42da-4e07-8ead-4d7a1d7ea1c6" providerId="ADAL" clId="{0087169D-3364-4DC2-A634-52797A54CD4F}" dt="2024-10-20T13:01:13.267" v="1141"/>
          <ac:grpSpMkLst>
            <pc:docMk/>
            <pc:sldMk cId="40152530" sldId="258"/>
            <ac:grpSpMk id="44" creationId="{7CAAA768-C2D8-249E-8160-61BD6154DD78}"/>
          </ac:grpSpMkLst>
        </pc:grpChg>
        <pc:grpChg chg="del mod">
          <ac:chgData name="Mahima Weerasinghe" userId="e11e3f55-42da-4e07-8ead-4d7a1d7ea1c6" providerId="ADAL" clId="{0087169D-3364-4DC2-A634-52797A54CD4F}" dt="2024-10-20T12:54:42.444" v="1114"/>
          <ac:grpSpMkLst>
            <pc:docMk/>
            <pc:sldMk cId="40152530" sldId="258"/>
            <ac:grpSpMk id="47" creationId="{A19C8633-0F16-E312-F626-77597E47381F}"/>
          </ac:grpSpMkLst>
        </pc:grpChg>
        <pc:grpChg chg="mod">
          <ac:chgData name="Mahima Weerasinghe" userId="e11e3f55-42da-4e07-8ead-4d7a1d7ea1c6" providerId="ADAL" clId="{0087169D-3364-4DC2-A634-52797A54CD4F}" dt="2024-10-20T12:54:42.444" v="1114"/>
          <ac:grpSpMkLst>
            <pc:docMk/>
            <pc:sldMk cId="40152530" sldId="258"/>
            <ac:grpSpMk id="53" creationId="{07E20C97-CED4-2F3D-EEE5-1DE102550707}"/>
          </ac:grpSpMkLst>
        </pc:grpChg>
        <pc:grpChg chg="del mod">
          <ac:chgData name="Mahima Weerasinghe" userId="e11e3f55-42da-4e07-8ead-4d7a1d7ea1c6" providerId="ADAL" clId="{0087169D-3364-4DC2-A634-52797A54CD4F}" dt="2024-10-20T12:55:50.401" v="1122"/>
          <ac:grpSpMkLst>
            <pc:docMk/>
            <pc:sldMk cId="40152530" sldId="258"/>
            <ac:grpSpMk id="55" creationId="{5EC03506-77E2-3A9D-77BD-CA90D8735A1F}"/>
          </ac:grpSpMkLst>
        </pc:grpChg>
        <pc:grpChg chg="del mod">
          <ac:chgData name="Mahima Weerasinghe" userId="e11e3f55-42da-4e07-8ead-4d7a1d7ea1c6" providerId="ADAL" clId="{0087169D-3364-4DC2-A634-52797A54CD4F}" dt="2024-10-20T12:55:52.370" v="1127"/>
          <ac:grpSpMkLst>
            <pc:docMk/>
            <pc:sldMk cId="40152530" sldId="258"/>
            <ac:grpSpMk id="61" creationId="{4D4C32BF-FF0A-8770-AAD9-F496E7FE59DD}"/>
          </ac:grpSpMkLst>
        </pc:grpChg>
        <pc:grpChg chg="del mod">
          <ac:chgData name="Mahima Weerasinghe" userId="e11e3f55-42da-4e07-8ead-4d7a1d7ea1c6" providerId="ADAL" clId="{0087169D-3364-4DC2-A634-52797A54CD4F}" dt="2024-10-20T12:57:39.529" v="1130"/>
          <ac:grpSpMkLst>
            <pc:docMk/>
            <pc:sldMk cId="40152530" sldId="258"/>
            <ac:grpSpMk id="66" creationId="{BCEB8825-DCF1-B20C-3F7F-0F69DCB70E6E}"/>
          </ac:grpSpMkLst>
        </pc:grpChg>
        <pc:grpChg chg="mod">
          <ac:chgData name="Mahima Weerasinghe" userId="e11e3f55-42da-4e07-8ead-4d7a1d7ea1c6" providerId="ADAL" clId="{0087169D-3364-4DC2-A634-52797A54CD4F}" dt="2024-10-20T12:57:39.529" v="1130"/>
          <ac:grpSpMkLst>
            <pc:docMk/>
            <pc:sldMk cId="40152530" sldId="258"/>
            <ac:grpSpMk id="69" creationId="{7DF98288-EEAE-56F7-AC48-07B66E34129D}"/>
          </ac:grpSpMkLst>
        </pc:grpChg>
        <pc:grpChg chg="del mod">
          <ac:chgData name="Mahima Weerasinghe" userId="e11e3f55-42da-4e07-8ead-4d7a1d7ea1c6" providerId="ADAL" clId="{0087169D-3364-4DC2-A634-52797A54CD4F}" dt="2024-10-20T13:01:19.131" v="1147"/>
          <ac:grpSpMkLst>
            <pc:docMk/>
            <pc:sldMk cId="40152530" sldId="258"/>
            <ac:grpSpMk id="80" creationId="{6FF24377-F10E-5607-F365-2F9148397423}"/>
          </ac:grpSpMkLst>
        </pc:grpChg>
        <pc:grpChg chg="mod">
          <ac:chgData name="Mahima Weerasinghe" userId="e11e3f55-42da-4e07-8ead-4d7a1d7ea1c6" providerId="ADAL" clId="{0087169D-3364-4DC2-A634-52797A54CD4F}" dt="2024-10-20T13:01:19.131" v="1147"/>
          <ac:grpSpMkLst>
            <pc:docMk/>
            <pc:sldMk cId="40152530" sldId="258"/>
            <ac:grpSpMk id="86" creationId="{2DBE5F60-51EA-BBE1-2F22-E06578405D94}"/>
          </ac:grpSpMkLst>
        </pc:grpChg>
        <pc:grpChg chg="mod">
          <ac:chgData name="Mahima Weerasinghe" userId="e11e3f55-42da-4e07-8ead-4d7a1d7ea1c6" providerId="ADAL" clId="{0087169D-3364-4DC2-A634-52797A54CD4F}" dt="2024-10-20T13:01:27.424" v="1154"/>
          <ac:grpSpMkLst>
            <pc:docMk/>
            <pc:sldMk cId="40152530" sldId="258"/>
            <ac:grpSpMk id="93" creationId="{74B254C6-AA50-4F20-4002-BFA3050B8733}"/>
          </ac:grpSpMkLst>
        </pc:grpChg>
        <pc:grpChg chg="mod">
          <ac:chgData name="Mahima Weerasinghe" userId="e11e3f55-42da-4e07-8ead-4d7a1d7ea1c6" providerId="ADAL" clId="{0087169D-3364-4DC2-A634-52797A54CD4F}" dt="2024-10-20T13:01:37.481" v="1163"/>
          <ac:grpSpMkLst>
            <pc:docMk/>
            <pc:sldMk cId="40152530" sldId="258"/>
            <ac:grpSpMk id="102" creationId="{42275556-EF5D-A708-B81A-139FBE35C28A}"/>
          </ac:grpSpMkLst>
        </pc:grpChg>
        <pc:grpChg chg="mod">
          <ac:chgData name="Mahima Weerasinghe" userId="e11e3f55-42da-4e07-8ead-4d7a1d7ea1c6" providerId="ADAL" clId="{0087169D-3364-4DC2-A634-52797A54CD4F}" dt="2024-10-20T13:02:08.787" v="1187"/>
          <ac:grpSpMkLst>
            <pc:docMk/>
            <pc:sldMk cId="40152530" sldId="258"/>
            <ac:grpSpMk id="126" creationId="{9EF402A0-7EF6-EAFF-E750-382617C278F5}"/>
          </ac:grpSpMkLst>
        </pc:grpChg>
        <pc:grpChg chg="mod">
          <ac:chgData name="Mahima Weerasinghe" userId="e11e3f55-42da-4e07-8ead-4d7a1d7ea1c6" providerId="ADAL" clId="{0087169D-3364-4DC2-A634-52797A54CD4F}" dt="2024-10-20T13:11:57.625" v="1196"/>
          <ac:grpSpMkLst>
            <pc:docMk/>
            <pc:sldMk cId="40152530" sldId="258"/>
            <ac:grpSpMk id="135" creationId="{18048C34-E588-C7D1-EAB7-B09CDF20C603}"/>
          </ac:grpSpMkLst>
        </pc:grpChg>
        <pc:grpChg chg="mod">
          <ac:chgData name="Mahima Weerasinghe" userId="e11e3f55-42da-4e07-8ead-4d7a1d7ea1c6" providerId="ADAL" clId="{0087169D-3364-4DC2-A634-52797A54CD4F}" dt="2024-10-20T13:11:57.625" v="1196"/>
          <ac:grpSpMkLst>
            <pc:docMk/>
            <pc:sldMk cId="40152530" sldId="258"/>
            <ac:grpSpMk id="136" creationId="{C6C84100-AFFD-4ECD-5895-F2215BFD2C76}"/>
          </ac:grpSpMkLst>
        </pc:grpChg>
        <pc:grpChg chg="mod">
          <ac:chgData name="Mahima Weerasinghe" userId="e11e3f55-42da-4e07-8ead-4d7a1d7ea1c6" providerId="ADAL" clId="{0087169D-3364-4DC2-A634-52797A54CD4F}" dt="2024-10-20T13:12:03.968" v="1202"/>
          <ac:grpSpMkLst>
            <pc:docMk/>
            <pc:sldMk cId="40152530" sldId="258"/>
            <ac:grpSpMk id="142" creationId="{776BEAD0-DE6D-048B-335E-ED1F18D59BBE}"/>
          </ac:grpSpMkLst>
        </pc:grpChg>
        <pc:grpChg chg="del mod">
          <ac:chgData name="Mahima Weerasinghe" userId="e11e3f55-42da-4e07-8ead-4d7a1d7ea1c6" providerId="ADAL" clId="{0087169D-3364-4DC2-A634-52797A54CD4F}" dt="2024-10-20T13:12:09.911" v="1207"/>
          <ac:grpSpMkLst>
            <pc:docMk/>
            <pc:sldMk cId="40152530" sldId="258"/>
            <ac:grpSpMk id="145" creationId="{71E8E902-C481-B3CA-48A7-680F44F37489}"/>
          </ac:grpSpMkLst>
        </pc:grpChg>
        <pc:grpChg chg="mod">
          <ac:chgData name="Mahima Weerasinghe" userId="e11e3f55-42da-4e07-8ead-4d7a1d7ea1c6" providerId="ADAL" clId="{0087169D-3364-4DC2-A634-52797A54CD4F}" dt="2024-10-20T13:12:09.911" v="1207"/>
          <ac:grpSpMkLst>
            <pc:docMk/>
            <pc:sldMk cId="40152530" sldId="258"/>
            <ac:grpSpMk id="147" creationId="{C36A7709-EB33-80DE-42A7-E1E2ECA40F4F}"/>
          </ac:grpSpMkLst>
        </pc:grpChg>
        <pc:grpChg chg="mod">
          <ac:chgData name="Mahima Weerasinghe" userId="e11e3f55-42da-4e07-8ead-4d7a1d7ea1c6" providerId="ADAL" clId="{0087169D-3364-4DC2-A634-52797A54CD4F}" dt="2024-10-20T13:12:11.165" v="1210"/>
          <ac:grpSpMkLst>
            <pc:docMk/>
            <pc:sldMk cId="40152530" sldId="258"/>
            <ac:grpSpMk id="150" creationId="{22AA8FAE-7A2C-FDE8-616C-A8F5C0242481}"/>
          </ac:grpSpMkLst>
        </pc:grpChg>
        <pc:grpChg chg="mod">
          <ac:chgData name="Mahima Weerasinghe" userId="e11e3f55-42da-4e07-8ead-4d7a1d7ea1c6" providerId="ADAL" clId="{0087169D-3364-4DC2-A634-52797A54CD4F}" dt="2024-10-20T13:12:17.942" v="1219"/>
          <ac:grpSpMkLst>
            <pc:docMk/>
            <pc:sldMk cId="40152530" sldId="258"/>
            <ac:grpSpMk id="159" creationId="{3C24AF58-425C-193B-DFC4-DDD55E943FAD}"/>
          </ac:grpSpMkLst>
        </pc:grpChg>
        <pc:grpChg chg="mod">
          <ac:chgData name="Mahima Weerasinghe" userId="e11e3f55-42da-4e07-8ead-4d7a1d7ea1c6" providerId="ADAL" clId="{0087169D-3364-4DC2-A634-52797A54CD4F}" dt="2024-10-20T13:12:27.201" v="1228"/>
          <ac:grpSpMkLst>
            <pc:docMk/>
            <pc:sldMk cId="40152530" sldId="258"/>
            <ac:grpSpMk id="168" creationId="{BAFCD9B2-54CF-D938-8471-6BFA67E8AFB6}"/>
          </ac:grpSpMkLst>
        </pc:grpChg>
        <pc:grpChg chg="mod">
          <ac:chgData name="Mahima Weerasinghe" userId="e11e3f55-42da-4e07-8ead-4d7a1d7ea1c6" providerId="ADAL" clId="{0087169D-3364-4DC2-A634-52797A54CD4F}" dt="2024-10-20T13:12:27.201" v="1228"/>
          <ac:grpSpMkLst>
            <pc:docMk/>
            <pc:sldMk cId="40152530" sldId="258"/>
            <ac:grpSpMk id="169" creationId="{56203588-70E9-69CA-193F-16C0D1CD130B}"/>
          </ac:grpSpMkLst>
        </pc:grpChg>
        <pc:inkChg chg="add mod">
          <ac:chgData name="Mahima Weerasinghe" userId="e11e3f55-42da-4e07-8ead-4d7a1d7ea1c6" providerId="ADAL" clId="{0087169D-3364-4DC2-A634-52797A54CD4F}" dt="2024-10-20T12:57:39.529" v="1130"/>
          <ac:inkMkLst>
            <pc:docMk/>
            <pc:sldMk cId="40152530" sldId="258"/>
            <ac:inkMk id="5" creationId="{0966874E-0B0B-A949-199E-8A365036F346}"/>
          </ac:inkMkLst>
        </pc:inkChg>
        <pc:inkChg chg="add mod">
          <ac:chgData name="Mahima Weerasinghe" userId="e11e3f55-42da-4e07-8ead-4d7a1d7ea1c6" providerId="ADAL" clId="{0087169D-3364-4DC2-A634-52797A54CD4F}" dt="2024-10-20T12:57:39.529" v="1130"/>
          <ac:inkMkLst>
            <pc:docMk/>
            <pc:sldMk cId="40152530" sldId="258"/>
            <ac:inkMk id="6" creationId="{FDD9241F-9F84-38F0-F398-485FB56FB12D}"/>
          </ac:inkMkLst>
        </pc:inkChg>
        <pc:inkChg chg="add mod">
          <ac:chgData name="Mahima Weerasinghe" userId="e11e3f55-42da-4e07-8ead-4d7a1d7ea1c6" providerId="ADAL" clId="{0087169D-3364-4DC2-A634-52797A54CD4F}" dt="2024-10-20T12:57:39.529" v="1130"/>
          <ac:inkMkLst>
            <pc:docMk/>
            <pc:sldMk cId="40152530" sldId="258"/>
            <ac:inkMk id="7" creationId="{95F8C8FA-A6ED-9C80-35BB-A9AF555B0F68}"/>
          </ac:inkMkLst>
        </pc:inkChg>
        <pc:inkChg chg="add mod">
          <ac:chgData name="Mahima Weerasinghe" userId="e11e3f55-42da-4e07-8ead-4d7a1d7ea1c6" providerId="ADAL" clId="{0087169D-3364-4DC2-A634-52797A54CD4F}" dt="2024-10-20T12:57:39.529" v="1130"/>
          <ac:inkMkLst>
            <pc:docMk/>
            <pc:sldMk cId="40152530" sldId="258"/>
            <ac:inkMk id="8" creationId="{FBA65DE5-56F6-926D-D6D9-436F15C39FFE}"/>
          </ac:inkMkLst>
        </pc:inkChg>
        <pc:inkChg chg="add mod">
          <ac:chgData name="Mahima Weerasinghe" userId="e11e3f55-42da-4e07-8ead-4d7a1d7ea1c6" providerId="ADAL" clId="{0087169D-3364-4DC2-A634-52797A54CD4F}" dt="2024-10-20T12:57:39.529" v="1130"/>
          <ac:inkMkLst>
            <pc:docMk/>
            <pc:sldMk cId="40152530" sldId="258"/>
            <ac:inkMk id="9" creationId="{42EE6751-1CF0-AC99-39B0-537F9EC24EA7}"/>
          </ac:inkMkLst>
        </pc:inkChg>
        <pc:inkChg chg="add mod">
          <ac:chgData name="Mahima Weerasinghe" userId="e11e3f55-42da-4e07-8ead-4d7a1d7ea1c6" providerId="ADAL" clId="{0087169D-3364-4DC2-A634-52797A54CD4F}" dt="2024-10-20T12:57:39.529" v="1130"/>
          <ac:inkMkLst>
            <pc:docMk/>
            <pc:sldMk cId="40152530" sldId="258"/>
            <ac:inkMk id="11" creationId="{B255F63D-4BD1-5FE7-46DE-4699E312049D}"/>
          </ac:inkMkLst>
        </pc:inkChg>
        <pc:inkChg chg="add mod">
          <ac:chgData name="Mahima Weerasinghe" userId="e11e3f55-42da-4e07-8ead-4d7a1d7ea1c6" providerId="ADAL" clId="{0087169D-3364-4DC2-A634-52797A54CD4F}" dt="2024-10-20T12:57:39.529" v="1130"/>
          <ac:inkMkLst>
            <pc:docMk/>
            <pc:sldMk cId="40152530" sldId="258"/>
            <ac:inkMk id="12" creationId="{39FFBC62-656C-8FCE-5963-FB9F4A39005C}"/>
          </ac:inkMkLst>
        </pc:inkChg>
        <pc:inkChg chg="add mod">
          <ac:chgData name="Mahima Weerasinghe" userId="e11e3f55-42da-4e07-8ead-4d7a1d7ea1c6" providerId="ADAL" clId="{0087169D-3364-4DC2-A634-52797A54CD4F}" dt="2024-10-20T12:53:42.830" v="1088"/>
          <ac:inkMkLst>
            <pc:docMk/>
            <pc:sldMk cId="40152530" sldId="258"/>
            <ac:inkMk id="13" creationId="{3F93F590-007D-5B8B-D3EE-F7DDBDC54C0B}"/>
          </ac:inkMkLst>
        </pc:inkChg>
        <pc:inkChg chg="add mod">
          <ac:chgData name="Mahima Weerasinghe" userId="e11e3f55-42da-4e07-8ead-4d7a1d7ea1c6" providerId="ADAL" clId="{0087169D-3364-4DC2-A634-52797A54CD4F}" dt="2024-10-20T12:53:42.830" v="1088"/>
          <ac:inkMkLst>
            <pc:docMk/>
            <pc:sldMk cId="40152530" sldId="258"/>
            <ac:inkMk id="14" creationId="{F2F36076-D33F-D7E9-4E57-F6BF0C933CA6}"/>
          </ac:inkMkLst>
        </pc:inkChg>
        <pc:inkChg chg="add mod">
          <ac:chgData name="Mahima Weerasinghe" userId="e11e3f55-42da-4e07-8ead-4d7a1d7ea1c6" providerId="ADAL" clId="{0087169D-3364-4DC2-A634-52797A54CD4F}" dt="2024-10-20T12:53:42.830" v="1088"/>
          <ac:inkMkLst>
            <pc:docMk/>
            <pc:sldMk cId="40152530" sldId="258"/>
            <ac:inkMk id="15" creationId="{83375056-7493-873A-0035-72ED075BB3E8}"/>
          </ac:inkMkLst>
        </pc:inkChg>
        <pc:inkChg chg="add mod">
          <ac:chgData name="Mahima Weerasinghe" userId="e11e3f55-42da-4e07-8ead-4d7a1d7ea1c6" providerId="ADAL" clId="{0087169D-3364-4DC2-A634-52797A54CD4F}" dt="2024-10-20T12:53:42.830" v="1088"/>
          <ac:inkMkLst>
            <pc:docMk/>
            <pc:sldMk cId="40152530" sldId="258"/>
            <ac:inkMk id="16" creationId="{E3259CC9-0398-8E12-070B-2D1B16DB262D}"/>
          </ac:inkMkLst>
        </pc:inkChg>
        <pc:inkChg chg="add mod">
          <ac:chgData name="Mahima Weerasinghe" userId="e11e3f55-42da-4e07-8ead-4d7a1d7ea1c6" providerId="ADAL" clId="{0087169D-3364-4DC2-A634-52797A54CD4F}" dt="2024-10-20T12:53:42.830" v="1088"/>
          <ac:inkMkLst>
            <pc:docMk/>
            <pc:sldMk cId="40152530" sldId="258"/>
            <ac:inkMk id="17" creationId="{04247AB9-85CC-5D22-CD63-2D1FFA2C8306}"/>
          </ac:inkMkLst>
        </pc:inkChg>
        <pc:inkChg chg="add mod">
          <ac:chgData name="Mahima Weerasinghe" userId="e11e3f55-42da-4e07-8ead-4d7a1d7ea1c6" providerId="ADAL" clId="{0087169D-3364-4DC2-A634-52797A54CD4F}" dt="2024-10-20T12:53:42.830" v="1088"/>
          <ac:inkMkLst>
            <pc:docMk/>
            <pc:sldMk cId="40152530" sldId="258"/>
            <ac:inkMk id="18" creationId="{2776B508-8988-3A1F-90B2-E000179FB730}"/>
          </ac:inkMkLst>
        </pc:inkChg>
        <pc:inkChg chg="add mod">
          <ac:chgData name="Mahima Weerasinghe" userId="e11e3f55-42da-4e07-8ead-4d7a1d7ea1c6" providerId="ADAL" clId="{0087169D-3364-4DC2-A634-52797A54CD4F}" dt="2024-10-20T12:53:42.830" v="1088"/>
          <ac:inkMkLst>
            <pc:docMk/>
            <pc:sldMk cId="40152530" sldId="258"/>
            <ac:inkMk id="19" creationId="{CD7DDF64-2871-81A7-2D74-90E141722494}"/>
          </ac:inkMkLst>
        </pc:inkChg>
        <pc:inkChg chg="add mod">
          <ac:chgData name="Mahima Weerasinghe" userId="e11e3f55-42da-4e07-8ead-4d7a1d7ea1c6" providerId="ADAL" clId="{0087169D-3364-4DC2-A634-52797A54CD4F}" dt="2024-10-20T12:53:42.830" v="1088"/>
          <ac:inkMkLst>
            <pc:docMk/>
            <pc:sldMk cId="40152530" sldId="258"/>
            <ac:inkMk id="20" creationId="{C20DFEDB-947F-7BFE-FFB7-77AE898EFDEA}"/>
          </ac:inkMkLst>
        </pc:inkChg>
        <pc:inkChg chg="add mod">
          <ac:chgData name="Mahima Weerasinghe" userId="e11e3f55-42da-4e07-8ead-4d7a1d7ea1c6" providerId="ADAL" clId="{0087169D-3364-4DC2-A634-52797A54CD4F}" dt="2024-10-20T12:53:42.830" v="1088"/>
          <ac:inkMkLst>
            <pc:docMk/>
            <pc:sldMk cId="40152530" sldId="258"/>
            <ac:inkMk id="21" creationId="{C2D11FAF-4490-0B03-43E2-E1F9E250DF86}"/>
          </ac:inkMkLst>
        </pc:inkChg>
        <pc:inkChg chg="add mod">
          <ac:chgData name="Mahima Weerasinghe" userId="e11e3f55-42da-4e07-8ead-4d7a1d7ea1c6" providerId="ADAL" clId="{0087169D-3364-4DC2-A634-52797A54CD4F}" dt="2024-10-20T12:53:42.830" v="1088"/>
          <ac:inkMkLst>
            <pc:docMk/>
            <pc:sldMk cId="40152530" sldId="258"/>
            <ac:inkMk id="22" creationId="{904BABB9-C234-DEA2-6B29-51D91FCFC60A}"/>
          </ac:inkMkLst>
        </pc:inkChg>
        <pc:inkChg chg="add mod">
          <ac:chgData name="Mahima Weerasinghe" userId="e11e3f55-42da-4e07-8ead-4d7a1d7ea1c6" providerId="ADAL" clId="{0087169D-3364-4DC2-A634-52797A54CD4F}" dt="2024-10-20T12:57:39.529" v="1130"/>
          <ac:inkMkLst>
            <pc:docMk/>
            <pc:sldMk cId="40152530" sldId="258"/>
            <ac:inkMk id="23" creationId="{34010FC6-F689-4017-5D00-60A5C70071D3}"/>
          </ac:inkMkLst>
        </pc:inkChg>
        <pc:inkChg chg="add mod">
          <ac:chgData name="Mahima Weerasinghe" userId="e11e3f55-42da-4e07-8ead-4d7a1d7ea1c6" providerId="ADAL" clId="{0087169D-3364-4DC2-A634-52797A54CD4F}" dt="2024-10-20T12:57:39.529" v="1130"/>
          <ac:inkMkLst>
            <pc:docMk/>
            <pc:sldMk cId="40152530" sldId="258"/>
            <ac:inkMk id="24" creationId="{E02382CC-43C1-FDE1-EAE7-BA3900D7739B}"/>
          </ac:inkMkLst>
        </pc:inkChg>
        <pc:inkChg chg="add mod">
          <ac:chgData name="Mahima Weerasinghe" userId="e11e3f55-42da-4e07-8ead-4d7a1d7ea1c6" providerId="ADAL" clId="{0087169D-3364-4DC2-A634-52797A54CD4F}" dt="2024-10-20T12:57:39.529" v="1130"/>
          <ac:inkMkLst>
            <pc:docMk/>
            <pc:sldMk cId="40152530" sldId="258"/>
            <ac:inkMk id="28" creationId="{0BE8E786-74C4-B790-A16B-92058BE9237C}"/>
          </ac:inkMkLst>
        </pc:inkChg>
        <pc:inkChg chg="add mod">
          <ac:chgData name="Mahima Weerasinghe" userId="e11e3f55-42da-4e07-8ead-4d7a1d7ea1c6" providerId="ADAL" clId="{0087169D-3364-4DC2-A634-52797A54CD4F}" dt="2024-10-20T12:57:39.529" v="1130"/>
          <ac:inkMkLst>
            <pc:docMk/>
            <pc:sldMk cId="40152530" sldId="258"/>
            <ac:inkMk id="29" creationId="{E6DB1F80-AF33-D4E8-E7BF-03C21279B6B6}"/>
          </ac:inkMkLst>
        </pc:inkChg>
        <pc:inkChg chg="add mod">
          <ac:chgData name="Mahima Weerasinghe" userId="e11e3f55-42da-4e07-8ead-4d7a1d7ea1c6" providerId="ADAL" clId="{0087169D-3364-4DC2-A634-52797A54CD4F}" dt="2024-10-20T12:57:39.529" v="1130"/>
          <ac:inkMkLst>
            <pc:docMk/>
            <pc:sldMk cId="40152530" sldId="258"/>
            <ac:inkMk id="30" creationId="{A5A6A7C9-A5D4-88F2-F747-EAC786D6A866}"/>
          </ac:inkMkLst>
        </pc:inkChg>
        <pc:inkChg chg="add mod">
          <ac:chgData name="Mahima Weerasinghe" userId="e11e3f55-42da-4e07-8ead-4d7a1d7ea1c6" providerId="ADAL" clId="{0087169D-3364-4DC2-A634-52797A54CD4F}" dt="2024-10-20T12:57:39.529" v="1130"/>
          <ac:inkMkLst>
            <pc:docMk/>
            <pc:sldMk cId="40152530" sldId="258"/>
            <ac:inkMk id="31" creationId="{D7A3C6AA-34F8-1891-886A-029ECFDA8F2A}"/>
          </ac:inkMkLst>
        </pc:inkChg>
        <pc:inkChg chg="add">
          <ac:chgData name="Mahima Weerasinghe" userId="e11e3f55-42da-4e07-8ead-4d7a1d7ea1c6" providerId="ADAL" clId="{0087169D-3364-4DC2-A634-52797A54CD4F}" dt="2024-10-20T12:53:51.645" v="1094" actId="9405"/>
          <ac:inkMkLst>
            <pc:docMk/>
            <pc:sldMk cId="40152530" sldId="258"/>
            <ac:inkMk id="33" creationId="{A4E3F723-E4EA-7073-3A00-166AE3B3AB4D}"/>
          </ac:inkMkLst>
        </pc:inkChg>
        <pc:inkChg chg="add mod">
          <ac:chgData name="Mahima Weerasinghe" userId="e11e3f55-42da-4e07-8ead-4d7a1d7ea1c6" providerId="ADAL" clId="{0087169D-3364-4DC2-A634-52797A54CD4F}" dt="2024-10-20T13:01:19.131" v="1147"/>
          <ac:inkMkLst>
            <pc:docMk/>
            <pc:sldMk cId="40152530" sldId="258"/>
            <ac:inkMk id="34" creationId="{47DD4C72-1145-26F4-CB6E-1EE9760D7E5D}"/>
          </ac:inkMkLst>
        </pc:inkChg>
        <pc:inkChg chg="add mod">
          <ac:chgData name="Mahima Weerasinghe" userId="e11e3f55-42da-4e07-8ead-4d7a1d7ea1c6" providerId="ADAL" clId="{0087169D-3364-4DC2-A634-52797A54CD4F}" dt="2024-10-20T13:01:19.131" v="1147"/>
          <ac:inkMkLst>
            <pc:docMk/>
            <pc:sldMk cId="40152530" sldId="258"/>
            <ac:inkMk id="35" creationId="{1C6C34A4-7A35-4468-EB06-0142A3471E88}"/>
          </ac:inkMkLst>
        </pc:inkChg>
        <pc:inkChg chg="add mod">
          <ac:chgData name="Mahima Weerasinghe" userId="e11e3f55-42da-4e07-8ead-4d7a1d7ea1c6" providerId="ADAL" clId="{0087169D-3364-4DC2-A634-52797A54CD4F}" dt="2024-10-20T13:01:19.131" v="1147"/>
          <ac:inkMkLst>
            <pc:docMk/>
            <pc:sldMk cId="40152530" sldId="258"/>
            <ac:inkMk id="36" creationId="{86CEF8AC-34D1-64DE-CB82-7B65C46D7F3E}"/>
          </ac:inkMkLst>
        </pc:inkChg>
        <pc:inkChg chg="add mod">
          <ac:chgData name="Mahima Weerasinghe" userId="e11e3f55-42da-4e07-8ead-4d7a1d7ea1c6" providerId="ADAL" clId="{0087169D-3364-4DC2-A634-52797A54CD4F}" dt="2024-10-20T13:01:19.131" v="1147"/>
          <ac:inkMkLst>
            <pc:docMk/>
            <pc:sldMk cId="40152530" sldId="258"/>
            <ac:inkMk id="37" creationId="{74DEC37C-B6BC-9AB2-04BA-842409BEC4B5}"/>
          </ac:inkMkLst>
        </pc:inkChg>
        <pc:inkChg chg="add mod">
          <ac:chgData name="Mahima Weerasinghe" userId="e11e3f55-42da-4e07-8ead-4d7a1d7ea1c6" providerId="ADAL" clId="{0087169D-3364-4DC2-A634-52797A54CD4F}" dt="2024-10-20T13:01:19.131" v="1147"/>
          <ac:inkMkLst>
            <pc:docMk/>
            <pc:sldMk cId="40152530" sldId="258"/>
            <ac:inkMk id="38" creationId="{FC5A563C-45F0-FC77-29FE-C318E6C2A93B}"/>
          </ac:inkMkLst>
        </pc:inkChg>
        <pc:inkChg chg="add mod">
          <ac:chgData name="Mahima Weerasinghe" userId="e11e3f55-42da-4e07-8ead-4d7a1d7ea1c6" providerId="ADAL" clId="{0087169D-3364-4DC2-A634-52797A54CD4F}" dt="2024-10-20T13:01:19.131" v="1147"/>
          <ac:inkMkLst>
            <pc:docMk/>
            <pc:sldMk cId="40152530" sldId="258"/>
            <ac:inkMk id="39" creationId="{E015AC77-49BF-91FA-E679-02BECE427A4C}"/>
          </ac:inkMkLst>
        </pc:inkChg>
        <pc:inkChg chg="add mod">
          <ac:chgData name="Mahima Weerasinghe" userId="e11e3f55-42da-4e07-8ead-4d7a1d7ea1c6" providerId="ADAL" clId="{0087169D-3364-4DC2-A634-52797A54CD4F}" dt="2024-10-20T13:01:19.131" v="1147"/>
          <ac:inkMkLst>
            <pc:docMk/>
            <pc:sldMk cId="40152530" sldId="258"/>
            <ac:inkMk id="40" creationId="{A491A7D4-6669-79F0-F2CB-81D27469714A}"/>
          </ac:inkMkLst>
        </pc:inkChg>
        <pc:inkChg chg="add mod">
          <ac:chgData name="Mahima Weerasinghe" userId="e11e3f55-42da-4e07-8ead-4d7a1d7ea1c6" providerId="ADAL" clId="{0087169D-3364-4DC2-A634-52797A54CD4F}" dt="2024-10-20T13:01:19.131" v="1147"/>
          <ac:inkMkLst>
            <pc:docMk/>
            <pc:sldMk cId="40152530" sldId="258"/>
            <ac:inkMk id="41" creationId="{32ACB5CD-A6BD-8DC0-9CF7-2C8F13C8E935}"/>
          </ac:inkMkLst>
        </pc:inkChg>
        <pc:inkChg chg="add mod">
          <ac:chgData name="Mahima Weerasinghe" userId="e11e3f55-42da-4e07-8ead-4d7a1d7ea1c6" providerId="ADAL" clId="{0087169D-3364-4DC2-A634-52797A54CD4F}" dt="2024-10-20T13:01:19.131" v="1147"/>
          <ac:inkMkLst>
            <pc:docMk/>
            <pc:sldMk cId="40152530" sldId="258"/>
            <ac:inkMk id="42" creationId="{05A3A591-0DF1-1B84-89A4-7FFD54A695B9}"/>
          </ac:inkMkLst>
        </pc:inkChg>
        <pc:inkChg chg="add mod">
          <ac:chgData name="Mahima Weerasinghe" userId="e11e3f55-42da-4e07-8ead-4d7a1d7ea1c6" providerId="ADAL" clId="{0087169D-3364-4DC2-A634-52797A54CD4F}" dt="2024-10-20T13:01:19.131" v="1147"/>
          <ac:inkMkLst>
            <pc:docMk/>
            <pc:sldMk cId="40152530" sldId="258"/>
            <ac:inkMk id="43" creationId="{8557B822-E1CD-2742-5FBB-532C09655609}"/>
          </ac:inkMkLst>
        </pc:inkChg>
        <pc:inkChg chg="add mod">
          <ac:chgData name="Mahima Weerasinghe" userId="e11e3f55-42da-4e07-8ead-4d7a1d7ea1c6" providerId="ADAL" clId="{0087169D-3364-4DC2-A634-52797A54CD4F}" dt="2024-10-20T12:54:42.444" v="1114"/>
          <ac:inkMkLst>
            <pc:docMk/>
            <pc:sldMk cId="40152530" sldId="258"/>
            <ac:inkMk id="45" creationId="{ABDC0992-6731-D771-0880-68AACF2A45D8}"/>
          </ac:inkMkLst>
        </pc:inkChg>
        <pc:inkChg chg="add mod">
          <ac:chgData name="Mahima Weerasinghe" userId="e11e3f55-42da-4e07-8ead-4d7a1d7ea1c6" providerId="ADAL" clId="{0087169D-3364-4DC2-A634-52797A54CD4F}" dt="2024-10-20T12:54:42.444" v="1114"/>
          <ac:inkMkLst>
            <pc:docMk/>
            <pc:sldMk cId="40152530" sldId="258"/>
            <ac:inkMk id="46" creationId="{70881F7D-B8A9-694E-0A0F-13FC48363C0B}"/>
          </ac:inkMkLst>
        </pc:inkChg>
        <pc:inkChg chg="add mod">
          <ac:chgData name="Mahima Weerasinghe" userId="e11e3f55-42da-4e07-8ead-4d7a1d7ea1c6" providerId="ADAL" clId="{0087169D-3364-4DC2-A634-52797A54CD4F}" dt="2024-10-20T12:54:42.444" v="1114"/>
          <ac:inkMkLst>
            <pc:docMk/>
            <pc:sldMk cId="40152530" sldId="258"/>
            <ac:inkMk id="48" creationId="{2B6E499D-B3D5-515C-EAFC-86001EE59401}"/>
          </ac:inkMkLst>
        </pc:inkChg>
        <pc:inkChg chg="add mod">
          <ac:chgData name="Mahima Weerasinghe" userId="e11e3f55-42da-4e07-8ead-4d7a1d7ea1c6" providerId="ADAL" clId="{0087169D-3364-4DC2-A634-52797A54CD4F}" dt="2024-10-20T12:54:42.444" v="1114"/>
          <ac:inkMkLst>
            <pc:docMk/>
            <pc:sldMk cId="40152530" sldId="258"/>
            <ac:inkMk id="49" creationId="{C1493FF5-2498-0E1E-5672-5C54BE057166}"/>
          </ac:inkMkLst>
        </pc:inkChg>
        <pc:inkChg chg="add mod">
          <ac:chgData name="Mahima Weerasinghe" userId="e11e3f55-42da-4e07-8ead-4d7a1d7ea1c6" providerId="ADAL" clId="{0087169D-3364-4DC2-A634-52797A54CD4F}" dt="2024-10-20T12:54:42.444" v="1114"/>
          <ac:inkMkLst>
            <pc:docMk/>
            <pc:sldMk cId="40152530" sldId="258"/>
            <ac:inkMk id="50" creationId="{565AE3D4-393D-317F-9BE5-22E8F7831A95}"/>
          </ac:inkMkLst>
        </pc:inkChg>
        <pc:inkChg chg="add mod">
          <ac:chgData name="Mahima Weerasinghe" userId="e11e3f55-42da-4e07-8ead-4d7a1d7ea1c6" providerId="ADAL" clId="{0087169D-3364-4DC2-A634-52797A54CD4F}" dt="2024-10-20T12:54:42.444" v="1114"/>
          <ac:inkMkLst>
            <pc:docMk/>
            <pc:sldMk cId="40152530" sldId="258"/>
            <ac:inkMk id="51" creationId="{459030A7-C2A7-D086-A8C8-B8F6C13939BC}"/>
          </ac:inkMkLst>
        </pc:inkChg>
        <pc:inkChg chg="add mod">
          <ac:chgData name="Mahima Weerasinghe" userId="e11e3f55-42da-4e07-8ead-4d7a1d7ea1c6" providerId="ADAL" clId="{0087169D-3364-4DC2-A634-52797A54CD4F}" dt="2024-10-20T12:54:42.444" v="1114"/>
          <ac:inkMkLst>
            <pc:docMk/>
            <pc:sldMk cId="40152530" sldId="258"/>
            <ac:inkMk id="52" creationId="{0BDF67B1-D882-56FF-79A7-AD39FCEEC490}"/>
          </ac:inkMkLst>
        </pc:inkChg>
        <pc:inkChg chg="add mod">
          <ac:chgData name="Mahima Weerasinghe" userId="e11e3f55-42da-4e07-8ead-4d7a1d7ea1c6" providerId="ADAL" clId="{0087169D-3364-4DC2-A634-52797A54CD4F}" dt="2024-10-20T12:57:39.529" v="1130"/>
          <ac:inkMkLst>
            <pc:docMk/>
            <pc:sldMk cId="40152530" sldId="258"/>
            <ac:inkMk id="54" creationId="{66D05027-BA55-2293-A09A-E92CF4FB927D}"/>
          </ac:inkMkLst>
        </pc:inkChg>
        <pc:inkChg chg="add mod">
          <ac:chgData name="Mahima Weerasinghe" userId="e11e3f55-42da-4e07-8ead-4d7a1d7ea1c6" providerId="ADAL" clId="{0087169D-3364-4DC2-A634-52797A54CD4F}" dt="2024-10-20T12:57:39.529" v="1130"/>
          <ac:inkMkLst>
            <pc:docMk/>
            <pc:sldMk cId="40152530" sldId="258"/>
            <ac:inkMk id="56" creationId="{4831D4EB-4742-9E87-DAAB-8128B1C2F3CC}"/>
          </ac:inkMkLst>
        </pc:inkChg>
        <pc:inkChg chg="add mod">
          <ac:chgData name="Mahima Weerasinghe" userId="e11e3f55-42da-4e07-8ead-4d7a1d7ea1c6" providerId="ADAL" clId="{0087169D-3364-4DC2-A634-52797A54CD4F}" dt="2024-10-20T12:57:39.529" v="1130"/>
          <ac:inkMkLst>
            <pc:docMk/>
            <pc:sldMk cId="40152530" sldId="258"/>
            <ac:inkMk id="57" creationId="{323CC55C-C8DB-7255-BA56-B298D04C94ED}"/>
          </ac:inkMkLst>
        </pc:inkChg>
        <pc:inkChg chg="add mod">
          <ac:chgData name="Mahima Weerasinghe" userId="e11e3f55-42da-4e07-8ead-4d7a1d7ea1c6" providerId="ADAL" clId="{0087169D-3364-4DC2-A634-52797A54CD4F}" dt="2024-10-20T12:57:39.529" v="1130"/>
          <ac:inkMkLst>
            <pc:docMk/>
            <pc:sldMk cId="40152530" sldId="258"/>
            <ac:inkMk id="58" creationId="{18B4D2BB-24E6-B02C-1AD8-E542D6AFBCC6}"/>
          </ac:inkMkLst>
        </pc:inkChg>
        <pc:inkChg chg="add mod">
          <ac:chgData name="Mahima Weerasinghe" userId="e11e3f55-42da-4e07-8ead-4d7a1d7ea1c6" providerId="ADAL" clId="{0087169D-3364-4DC2-A634-52797A54CD4F}" dt="2024-10-20T12:57:39.529" v="1130"/>
          <ac:inkMkLst>
            <pc:docMk/>
            <pc:sldMk cId="40152530" sldId="258"/>
            <ac:inkMk id="59" creationId="{60A5BECE-779E-EF2D-9CF3-9D6E4A75965B}"/>
          </ac:inkMkLst>
        </pc:inkChg>
        <pc:inkChg chg="add mod">
          <ac:chgData name="Mahima Weerasinghe" userId="e11e3f55-42da-4e07-8ead-4d7a1d7ea1c6" providerId="ADAL" clId="{0087169D-3364-4DC2-A634-52797A54CD4F}" dt="2024-10-20T12:57:39.529" v="1130"/>
          <ac:inkMkLst>
            <pc:docMk/>
            <pc:sldMk cId="40152530" sldId="258"/>
            <ac:inkMk id="60" creationId="{F6BB9D71-4EF0-2CC1-7AA4-19129823422E}"/>
          </ac:inkMkLst>
        </pc:inkChg>
        <pc:inkChg chg="add mod">
          <ac:chgData name="Mahima Weerasinghe" userId="e11e3f55-42da-4e07-8ead-4d7a1d7ea1c6" providerId="ADAL" clId="{0087169D-3364-4DC2-A634-52797A54CD4F}" dt="2024-10-20T12:57:39.529" v="1130"/>
          <ac:inkMkLst>
            <pc:docMk/>
            <pc:sldMk cId="40152530" sldId="258"/>
            <ac:inkMk id="62" creationId="{52E4BE4E-59EA-A285-5B7C-27D28E991355}"/>
          </ac:inkMkLst>
        </pc:inkChg>
        <pc:inkChg chg="add mod">
          <ac:chgData name="Mahima Weerasinghe" userId="e11e3f55-42da-4e07-8ead-4d7a1d7ea1c6" providerId="ADAL" clId="{0087169D-3364-4DC2-A634-52797A54CD4F}" dt="2024-10-20T12:57:39.529" v="1130"/>
          <ac:inkMkLst>
            <pc:docMk/>
            <pc:sldMk cId="40152530" sldId="258"/>
            <ac:inkMk id="63" creationId="{998B6713-256F-E9D6-308F-8B902F03FCE7}"/>
          </ac:inkMkLst>
        </pc:inkChg>
        <pc:inkChg chg="add mod">
          <ac:chgData name="Mahima Weerasinghe" userId="e11e3f55-42da-4e07-8ead-4d7a1d7ea1c6" providerId="ADAL" clId="{0087169D-3364-4DC2-A634-52797A54CD4F}" dt="2024-10-20T12:57:39.529" v="1130"/>
          <ac:inkMkLst>
            <pc:docMk/>
            <pc:sldMk cId="40152530" sldId="258"/>
            <ac:inkMk id="64" creationId="{EE9D83A5-CC9A-80F8-297C-FC2523787777}"/>
          </ac:inkMkLst>
        </pc:inkChg>
        <pc:inkChg chg="add mod">
          <ac:chgData name="Mahima Weerasinghe" userId="e11e3f55-42da-4e07-8ead-4d7a1d7ea1c6" providerId="ADAL" clId="{0087169D-3364-4DC2-A634-52797A54CD4F}" dt="2024-10-20T12:57:39.529" v="1130"/>
          <ac:inkMkLst>
            <pc:docMk/>
            <pc:sldMk cId="40152530" sldId="258"/>
            <ac:inkMk id="65" creationId="{0A331698-2D7E-BEC2-2547-48D6813D79AE}"/>
          </ac:inkMkLst>
        </pc:inkChg>
        <pc:inkChg chg="add mod">
          <ac:chgData name="Mahima Weerasinghe" userId="e11e3f55-42da-4e07-8ead-4d7a1d7ea1c6" providerId="ADAL" clId="{0087169D-3364-4DC2-A634-52797A54CD4F}" dt="2024-10-20T12:57:39.529" v="1130"/>
          <ac:inkMkLst>
            <pc:docMk/>
            <pc:sldMk cId="40152530" sldId="258"/>
            <ac:inkMk id="67" creationId="{D9BE5E72-3556-C9D4-053A-5E6BA0A3719C}"/>
          </ac:inkMkLst>
        </pc:inkChg>
        <pc:inkChg chg="add mod">
          <ac:chgData name="Mahima Weerasinghe" userId="e11e3f55-42da-4e07-8ead-4d7a1d7ea1c6" providerId="ADAL" clId="{0087169D-3364-4DC2-A634-52797A54CD4F}" dt="2024-10-20T12:57:39.529" v="1130"/>
          <ac:inkMkLst>
            <pc:docMk/>
            <pc:sldMk cId="40152530" sldId="258"/>
            <ac:inkMk id="68" creationId="{DF566EB6-E6A7-2903-F72F-D760E79FE74A}"/>
          </ac:inkMkLst>
        </pc:inkChg>
        <pc:inkChg chg="add mod">
          <ac:chgData name="Mahima Weerasinghe" userId="e11e3f55-42da-4e07-8ead-4d7a1d7ea1c6" providerId="ADAL" clId="{0087169D-3364-4DC2-A634-52797A54CD4F}" dt="2024-10-20T13:01:19.131" v="1147"/>
          <ac:inkMkLst>
            <pc:docMk/>
            <pc:sldMk cId="40152530" sldId="258"/>
            <ac:inkMk id="70" creationId="{936A469A-1DF4-FBEA-0B99-E4FE70D55A7A}"/>
          </ac:inkMkLst>
        </pc:inkChg>
        <pc:inkChg chg="add mod">
          <ac:chgData name="Mahima Weerasinghe" userId="e11e3f55-42da-4e07-8ead-4d7a1d7ea1c6" providerId="ADAL" clId="{0087169D-3364-4DC2-A634-52797A54CD4F}" dt="2024-10-20T13:01:19.131" v="1147"/>
          <ac:inkMkLst>
            <pc:docMk/>
            <pc:sldMk cId="40152530" sldId="258"/>
            <ac:inkMk id="71" creationId="{12F88594-6B05-BA62-3E47-805AC5EF4BE9}"/>
          </ac:inkMkLst>
        </pc:inkChg>
        <pc:inkChg chg="add mod">
          <ac:chgData name="Mahima Weerasinghe" userId="e11e3f55-42da-4e07-8ead-4d7a1d7ea1c6" providerId="ADAL" clId="{0087169D-3364-4DC2-A634-52797A54CD4F}" dt="2024-10-20T13:01:19.131" v="1147"/>
          <ac:inkMkLst>
            <pc:docMk/>
            <pc:sldMk cId="40152530" sldId="258"/>
            <ac:inkMk id="72" creationId="{E6BCAE7E-64E9-027C-BAE1-3789AA1A9925}"/>
          </ac:inkMkLst>
        </pc:inkChg>
        <pc:inkChg chg="add mod">
          <ac:chgData name="Mahima Weerasinghe" userId="e11e3f55-42da-4e07-8ead-4d7a1d7ea1c6" providerId="ADAL" clId="{0087169D-3364-4DC2-A634-52797A54CD4F}" dt="2024-10-20T13:01:19.131" v="1147"/>
          <ac:inkMkLst>
            <pc:docMk/>
            <pc:sldMk cId="40152530" sldId="258"/>
            <ac:inkMk id="73" creationId="{D6436694-3612-AAC1-68E1-41B2311021C7}"/>
          </ac:inkMkLst>
        </pc:inkChg>
        <pc:inkChg chg="add mod">
          <ac:chgData name="Mahima Weerasinghe" userId="e11e3f55-42da-4e07-8ead-4d7a1d7ea1c6" providerId="ADAL" clId="{0087169D-3364-4DC2-A634-52797A54CD4F}" dt="2024-10-20T13:01:19.131" v="1147"/>
          <ac:inkMkLst>
            <pc:docMk/>
            <pc:sldMk cId="40152530" sldId="258"/>
            <ac:inkMk id="74" creationId="{87B344A2-B5BA-80A4-350E-A9608D37008C}"/>
          </ac:inkMkLst>
        </pc:inkChg>
        <pc:inkChg chg="add mod">
          <ac:chgData name="Mahima Weerasinghe" userId="e11e3f55-42da-4e07-8ead-4d7a1d7ea1c6" providerId="ADAL" clId="{0087169D-3364-4DC2-A634-52797A54CD4F}" dt="2024-10-20T13:01:19.131" v="1147"/>
          <ac:inkMkLst>
            <pc:docMk/>
            <pc:sldMk cId="40152530" sldId="258"/>
            <ac:inkMk id="75" creationId="{6F2A79B3-2A37-87D5-98EA-F856BA67494E}"/>
          </ac:inkMkLst>
        </pc:inkChg>
        <pc:inkChg chg="add mod">
          <ac:chgData name="Mahima Weerasinghe" userId="e11e3f55-42da-4e07-8ead-4d7a1d7ea1c6" providerId="ADAL" clId="{0087169D-3364-4DC2-A634-52797A54CD4F}" dt="2024-10-20T13:01:19.131" v="1147"/>
          <ac:inkMkLst>
            <pc:docMk/>
            <pc:sldMk cId="40152530" sldId="258"/>
            <ac:inkMk id="76" creationId="{43E86030-28E7-1ACC-40D9-E91377B1FEC0}"/>
          </ac:inkMkLst>
        </pc:inkChg>
        <pc:inkChg chg="add mod">
          <ac:chgData name="Mahima Weerasinghe" userId="e11e3f55-42da-4e07-8ead-4d7a1d7ea1c6" providerId="ADAL" clId="{0087169D-3364-4DC2-A634-52797A54CD4F}" dt="2024-10-20T13:01:19.131" v="1147"/>
          <ac:inkMkLst>
            <pc:docMk/>
            <pc:sldMk cId="40152530" sldId="258"/>
            <ac:inkMk id="77" creationId="{C93CD6AF-31F0-A20E-E4B7-7E9854C57DA9}"/>
          </ac:inkMkLst>
        </pc:inkChg>
        <pc:inkChg chg="add mod">
          <ac:chgData name="Mahima Weerasinghe" userId="e11e3f55-42da-4e07-8ead-4d7a1d7ea1c6" providerId="ADAL" clId="{0087169D-3364-4DC2-A634-52797A54CD4F}" dt="2024-10-20T13:01:19.131" v="1147"/>
          <ac:inkMkLst>
            <pc:docMk/>
            <pc:sldMk cId="40152530" sldId="258"/>
            <ac:inkMk id="78" creationId="{0C6F569F-11BF-4370-6E1B-E40D10886C59}"/>
          </ac:inkMkLst>
        </pc:inkChg>
        <pc:inkChg chg="add mod">
          <ac:chgData name="Mahima Weerasinghe" userId="e11e3f55-42da-4e07-8ead-4d7a1d7ea1c6" providerId="ADAL" clId="{0087169D-3364-4DC2-A634-52797A54CD4F}" dt="2024-10-20T13:01:19.131" v="1147"/>
          <ac:inkMkLst>
            <pc:docMk/>
            <pc:sldMk cId="40152530" sldId="258"/>
            <ac:inkMk id="79" creationId="{3966CC2B-1F7E-A30A-7C85-F5CE509FD37E}"/>
          </ac:inkMkLst>
        </pc:inkChg>
        <pc:inkChg chg="add mod">
          <ac:chgData name="Mahima Weerasinghe" userId="e11e3f55-42da-4e07-8ead-4d7a1d7ea1c6" providerId="ADAL" clId="{0087169D-3364-4DC2-A634-52797A54CD4F}" dt="2024-10-20T13:01:19.131" v="1147"/>
          <ac:inkMkLst>
            <pc:docMk/>
            <pc:sldMk cId="40152530" sldId="258"/>
            <ac:inkMk id="81" creationId="{9D526DFA-22AB-F5D2-1FAA-8EC905DC32F9}"/>
          </ac:inkMkLst>
        </pc:inkChg>
        <pc:inkChg chg="add mod">
          <ac:chgData name="Mahima Weerasinghe" userId="e11e3f55-42da-4e07-8ead-4d7a1d7ea1c6" providerId="ADAL" clId="{0087169D-3364-4DC2-A634-52797A54CD4F}" dt="2024-10-20T13:01:19.131" v="1147"/>
          <ac:inkMkLst>
            <pc:docMk/>
            <pc:sldMk cId="40152530" sldId="258"/>
            <ac:inkMk id="82" creationId="{8F64DC99-3020-8F17-67E0-3C125C4A981B}"/>
          </ac:inkMkLst>
        </pc:inkChg>
        <pc:inkChg chg="add mod">
          <ac:chgData name="Mahima Weerasinghe" userId="e11e3f55-42da-4e07-8ead-4d7a1d7ea1c6" providerId="ADAL" clId="{0087169D-3364-4DC2-A634-52797A54CD4F}" dt="2024-10-20T13:01:19.131" v="1147"/>
          <ac:inkMkLst>
            <pc:docMk/>
            <pc:sldMk cId="40152530" sldId="258"/>
            <ac:inkMk id="83" creationId="{155EEFAD-A4F0-D799-A5C2-7951A6C3476A}"/>
          </ac:inkMkLst>
        </pc:inkChg>
        <pc:inkChg chg="add mod">
          <ac:chgData name="Mahima Weerasinghe" userId="e11e3f55-42da-4e07-8ead-4d7a1d7ea1c6" providerId="ADAL" clId="{0087169D-3364-4DC2-A634-52797A54CD4F}" dt="2024-10-20T13:01:19.131" v="1147"/>
          <ac:inkMkLst>
            <pc:docMk/>
            <pc:sldMk cId="40152530" sldId="258"/>
            <ac:inkMk id="84" creationId="{4E9A9D24-3E60-7318-3018-598A551818C8}"/>
          </ac:inkMkLst>
        </pc:inkChg>
        <pc:inkChg chg="add mod">
          <ac:chgData name="Mahima Weerasinghe" userId="e11e3f55-42da-4e07-8ead-4d7a1d7ea1c6" providerId="ADAL" clId="{0087169D-3364-4DC2-A634-52797A54CD4F}" dt="2024-10-20T13:01:19.131" v="1147"/>
          <ac:inkMkLst>
            <pc:docMk/>
            <pc:sldMk cId="40152530" sldId="258"/>
            <ac:inkMk id="85" creationId="{0BBAFC2B-D3C2-25D6-1383-C9085CBAA52D}"/>
          </ac:inkMkLst>
        </pc:inkChg>
        <pc:inkChg chg="add mod">
          <ac:chgData name="Mahima Weerasinghe" userId="e11e3f55-42da-4e07-8ead-4d7a1d7ea1c6" providerId="ADAL" clId="{0087169D-3364-4DC2-A634-52797A54CD4F}" dt="2024-10-20T13:01:27.424" v="1154"/>
          <ac:inkMkLst>
            <pc:docMk/>
            <pc:sldMk cId="40152530" sldId="258"/>
            <ac:inkMk id="87" creationId="{296A47E5-2F23-BC44-F0F0-E9683F3F6530}"/>
          </ac:inkMkLst>
        </pc:inkChg>
        <pc:inkChg chg="add mod">
          <ac:chgData name="Mahima Weerasinghe" userId="e11e3f55-42da-4e07-8ead-4d7a1d7ea1c6" providerId="ADAL" clId="{0087169D-3364-4DC2-A634-52797A54CD4F}" dt="2024-10-20T13:01:27.424" v="1154"/>
          <ac:inkMkLst>
            <pc:docMk/>
            <pc:sldMk cId="40152530" sldId="258"/>
            <ac:inkMk id="88" creationId="{53712B42-65A9-1B7C-51E1-85DC196BDA50}"/>
          </ac:inkMkLst>
        </pc:inkChg>
        <pc:inkChg chg="add mod">
          <ac:chgData name="Mahima Weerasinghe" userId="e11e3f55-42da-4e07-8ead-4d7a1d7ea1c6" providerId="ADAL" clId="{0087169D-3364-4DC2-A634-52797A54CD4F}" dt="2024-10-20T13:01:27.424" v="1154"/>
          <ac:inkMkLst>
            <pc:docMk/>
            <pc:sldMk cId="40152530" sldId="258"/>
            <ac:inkMk id="89" creationId="{DA0EDB63-1DD8-6DE4-4DE2-D7A77BC8A75F}"/>
          </ac:inkMkLst>
        </pc:inkChg>
        <pc:inkChg chg="add mod">
          <ac:chgData name="Mahima Weerasinghe" userId="e11e3f55-42da-4e07-8ead-4d7a1d7ea1c6" providerId="ADAL" clId="{0087169D-3364-4DC2-A634-52797A54CD4F}" dt="2024-10-20T13:01:27.424" v="1154"/>
          <ac:inkMkLst>
            <pc:docMk/>
            <pc:sldMk cId="40152530" sldId="258"/>
            <ac:inkMk id="90" creationId="{4C92041F-6395-CEF6-18C0-714DA17D2E3C}"/>
          </ac:inkMkLst>
        </pc:inkChg>
        <pc:inkChg chg="add mod">
          <ac:chgData name="Mahima Weerasinghe" userId="e11e3f55-42da-4e07-8ead-4d7a1d7ea1c6" providerId="ADAL" clId="{0087169D-3364-4DC2-A634-52797A54CD4F}" dt="2024-10-20T13:01:27.424" v="1154"/>
          <ac:inkMkLst>
            <pc:docMk/>
            <pc:sldMk cId="40152530" sldId="258"/>
            <ac:inkMk id="91" creationId="{F3236FAD-F6FD-133C-19DE-DBB65735DA37}"/>
          </ac:inkMkLst>
        </pc:inkChg>
        <pc:inkChg chg="add mod">
          <ac:chgData name="Mahima Weerasinghe" userId="e11e3f55-42da-4e07-8ead-4d7a1d7ea1c6" providerId="ADAL" clId="{0087169D-3364-4DC2-A634-52797A54CD4F}" dt="2024-10-20T13:01:27.424" v="1154"/>
          <ac:inkMkLst>
            <pc:docMk/>
            <pc:sldMk cId="40152530" sldId="258"/>
            <ac:inkMk id="92" creationId="{2163FD59-B4E2-80E4-63B2-BCD080AD42DE}"/>
          </ac:inkMkLst>
        </pc:inkChg>
        <pc:inkChg chg="add mod">
          <ac:chgData name="Mahima Weerasinghe" userId="e11e3f55-42da-4e07-8ead-4d7a1d7ea1c6" providerId="ADAL" clId="{0087169D-3364-4DC2-A634-52797A54CD4F}" dt="2024-10-20T13:01:37.481" v="1163"/>
          <ac:inkMkLst>
            <pc:docMk/>
            <pc:sldMk cId="40152530" sldId="258"/>
            <ac:inkMk id="94" creationId="{F10171FA-C186-1294-E935-372134CF4E80}"/>
          </ac:inkMkLst>
        </pc:inkChg>
        <pc:inkChg chg="add mod">
          <ac:chgData name="Mahima Weerasinghe" userId="e11e3f55-42da-4e07-8ead-4d7a1d7ea1c6" providerId="ADAL" clId="{0087169D-3364-4DC2-A634-52797A54CD4F}" dt="2024-10-20T13:01:37.481" v="1163"/>
          <ac:inkMkLst>
            <pc:docMk/>
            <pc:sldMk cId="40152530" sldId="258"/>
            <ac:inkMk id="95" creationId="{4B35C495-EB90-7D9B-FAE9-47438E50BE8D}"/>
          </ac:inkMkLst>
        </pc:inkChg>
        <pc:inkChg chg="add mod">
          <ac:chgData name="Mahima Weerasinghe" userId="e11e3f55-42da-4e07-8ead-4d7a1d7ea1c6" providerId="ADAL" clId="{0087169D-3364-4DC2-A634-52797A54CD4F}" dt="2024-10-20T13:01:37.481" v="1163"/>
          <ac:inkMkLst>
            <pc:docMk/>
            <pc:sldMk cId="40152530" sldId="258"/>
            <ac:inkMk id="96" creationId="{BF0FCC80-B072-8096-0DE6-32530EA9B640}"/>
          </ac:inkMkLst>
        </pc:inkChg>
        <pc:inkChg chg="add mod">
          <ac:chgData name="Mahima Weerasinghe" userId="e11e3f55-42da-4e07-8ead-4d7a1d7ea1c6" providerId="ADAL" clId="{0087169D-3364-4DC2-A634-52797A54CD4F}" dt="2024-10-20T13:01:37.481" v="1163"/>
          <ac:inkMkLst>
            <pc:docMk/>
            <pc:sldMk cId="40152530" sldId="258"/>
            <ac:inkMk id="97" creationId="{F03C1E94-89D9-370C-8046-313A623138C3}"/>
          </ac:inkMkLst>
        </pc:inkChg>
        <pc:inkChg chg="add mod">
          <ac:chgData name="Mahima Weerasinghe" userId="e11e3f55-42da-4e07-8ead-4d7a1d7ea1c6" providerId="ADAL" clId="{0087169D-3364-4DC2-A634-52797A54CD4F}" dt="2024-10-20T13:01:37.481" v="1163"/>
          <ac:inkMkLst>
            <pc:docMk/>
            <pc:sldMk cId="40152530" sldId="258"/>
            <ac:inkMk id="98" creationId="{762E7B35-9E4F-B279-ECBF-F3E1CF16D68D}"/>
          </ac:inkMkLst>
        </pc:inkChg>
        <pc:inkChg chg="add mod">
          <ac:chgData name="Mahima Weerasinghe" userId="e11e3f55-42da-4e07-8ead-4d7a1d7ea1c6" providerId="ADAL" clId="{0087169D-3364-4DC2-A634-52797A54CD4F}" dt="2024-10-20T13:01:37.481" v="1163"/>
          <ac:inkMkLst>
            <pc:docMk/>
            <pc:sldMk cId="40152530" sldId="258"/>
            <ac:inkMk id="99" creationId="{5FF75135-E34F-8B77-25C1-8D2CDADEA866}"/>
          </ac:inkMkLst>
        </pc:inkChg>
        <pc:inkChg chg="add mod">
          <ac:chgData name="Mahima Weerasinghe" userId="e11e3f55-42da-4e07-8ead-4d7a1d7ea1c6" providerId="ADAL" clId="{0087169D-3364-4DC2-A634-52797A54CD4F}" dt="2024-10-20T13:01:37.481" v="1163"/>
          <ac:inkMkLst>
            <pc:docMk/>
            <pc:sldMk cId="40152530" sldId="258"/>
            <ac:inkMk id="100" creationId="{2896ACA9-A082-F60A-3C67-E6733EB87513}"/>
          </ac:inkMkLst>
        </pc:inkChg>
        <pc:inkChg chg="add mod">
          <ac:chgData name="Mahima Weerasinghe" userId="e11e3f55-42da-4e07-8ead-4d7a1d7ea1c6" providerId="ADAL" clId="{0087169D-3364-4DC2-A634-52797A54CD4F}" dt="2024-10-20T13:01:37.481" v="1163"/>
          <ac:inkMkLst>
            <pc:docMk/>
            <pc:sldMk cId="40152530" sldId="258"/>
            <ac:inkMk id="101" creationId="{0DCC9737-5B78-7AA5-F9A5-D434708A1E36}"/>
          </ac:inkMkLst>
        </pc:inkChg>
        <pc:inkChg chg="add mod">
          <ac:chgData name="Mahima Weerasinghe" userId="e11e3f55-42da-4e07-8ead-4d7a1d7ea1c6" providerId="ADAL" clId="{0087169D-3364-4DC2-A634-52797A54CD4F}" dt="2024-10-20T13:02:08.787" v="1187"/>
          <ac:inkMkLst>
            <pc:docMk/>
            <pc:sldMk cId="40152530" sldId="258"/>
            <ac:inkMk id="103" creationId="{21AEED99-9D5B-14D8-8B73-0475B50F0D79}"/>
          </ac:inkMkLst>
        </pc:inkChg>
        <pc:inkChg chg="add mod">
          <ac:chgData name="Mahima Weerasinghe" userId="e11e3f55-42da-4e07-8ead-4d7a1d7ea1c6" providerId="ADAL" clId="{0087169D-3364-4DC2-A634-52797A54CD4F}" dt="2024-10-20T13:02:08.787" v="1187"/>
          <ac:inkMkLst>
            <pc:docMk/>
            <pc:sldMk cId="40152530" sldId="258"/>
            <ac:inkMk id="104" creationId="{A6026D22-67D1-5268-618D-D06347100EFE}"/>
          </ac:inkMkLst>
        </pc:inkChg>
        <pc:inkChg chg="add mod">
          <ac:chgData name="Mahima Weerasinghe" userId="e11e3f55-42da-4e07-8ead-4d7a1d7ea1c6" providerId="ADAL" clId="{0087169D-3364-4DC2-A634-52797A54CD4F}" dt="2024-10-20T13:02:08.787" v="1187"/>
          <ac:inkMkLst>
            <pc:docMk/>
            <pc:sldMk cId="40152530" sldId="258"/>
            <ac:inkMk id="105" creationId="{5B20F92D-CE63-4FC6-6173-AEB34DECF431}"/>
          </ac:inkMkLst>
        </pc:inkChg>
        <pc:inkChg chg="add mod">
          <ac:chgData name="Mahima Weerasinghe" userId="e11e3f55-42da-4e07-8ead-4d7a1d7ea1c6" providerId="ADAL" clId="{0087169D-3364-4DC2-A634-52797A54CD4F}" dt="2024-10-20T13:02:08.787" v="1187"/>
          <ac:inkMkLst>
            <pc:docMk/>
            <pc:sldMk cId="40152530" sldId="258"/>
            <ac:inkMk id="106" creationId="{4343C655-E163-C6A0-103E-88B3C33DB672}"/>
          </ac:inkMkLst>
        </pc:inkChg>
        <pc:inkChg chg="add mod">
          <ac:chgData name="Mahima Weerasinghe" userId="e11e3f55-42da-4e07-8ead-4d7a1d7ea1c6" providerId="ADAL" clId="{0087169D-3364-4DC2-A634-52797A54CD4F}" dt="2024-10-20T13:02:08.787" v="1187"/>
          <ac:inkMkLst>
            <pc:docMk/>
            <pc:sldMk cId="40152530" sldId="258"/>
            <ac:inkMk id="107" creationId="{8ACA26A2-8000-7CDB-7569-6E0B20D8809F}"/>
          </ac:inkMkLst>
        </pc:inkChg>
        <pc:inkChg chg="add mod">
          <ac:chgData name="Mahima Weerasinghe" userId="e11e3f55-42da-4e07-8ead-4d7a1d7ea1c6" providerId="ADAL" clId="{0087169D-3364-4DC2-A634-52797A54CD4F}" dt="2024-10-20T13:02:08.787" v="1187"/>
          <ac:inkMkLst>
            <pc:docMk/>
            <pc:sldMk cId="40152530" sldId="258"/>
            <ac:inkMk id="108" creationId="{98D9432D-1D47-0E2E-0B09-9428E74FFD56}"/>
          </ac:inkMkLst>
        </pc:inkChg>
        <pc:inkChg chg="add mod">
          <ac:chgData name="Mahima Weerasinghe" userId="e11e3f55-42da-4e07-8ead-4d7a1d7ea1c6" providerId="ADAL" clId="{0087169D-3364-4DC2-A634-52797A54CD4F}" dt="2024-10-20T13:02:08.787" v="1187"/>
          <ac:inkMkLst>
            <pc:docMk/>
            <pc:sldMk cId="40152530" sldId="258"/>
            <ac:inkMk id="109" creationId="{5A2917A6-62FA-C814-D45F-E3F54B5C912A}"/>
          </ac:inkMkLst>
        </pc:inkChg>
        <pc:inkChg chg="add mod">
          <ac:chgData name="Mahima Weerasinghe" userId="e11e3f55-42da-4e07-8ead-4d7a1d7ea1c6" providerId="ADAL" clId="{0087169D-3364-4DC2-A634-52797A54CD4F}" dt="2024-10-20T13:02:08.787" v="1187"/>
          <ac:inkMkLst>
            <pc:docMk/>
            <pc:sldMk cId="40152530" sldId="258"/>
            <ac:inkMk id="110" creationId="{9C59607C-26F8-00BB-C99E-211772E765D7}"/>
          </ac:inkMkLst>
        </pc:inkChg>
        <pc:inkChg chg="add mod">
          <ac:chgData name="Mahima Weerasinghe" userId="e11e3f55-42da-4e07-8ead-4d7a1d7ea1c6" providerId="ADAL" clId="{0087169D-3364-4DC2-A634-52797A54CD4F}" dt="2024-10-20T13:02:08.787" v="1187"/>
          <ac:inkMkLst>
            <pc:docMk/>
            <pc:sldMk cId="40152530" sldId="258"/>
            <ac:inkMk id="111" creationId="{08907548-F9DB-6906-E7EC-452DB58B51B7}"/>
          </ac:inkMkLst>
        </pc:inkChg>
        <pc:inkChg chg="add mod">
          <ac:chgData name="Mahima Weerasinghe" userId="e11e3f55-42da-4e07-8ead-4d7a1d7ea1c6" providerId="ADAL" clId="{0087169D-3364-4DC2-A634-52797A54CD4F}" dt="2024-10-20T13:02:08.787" v="1187"/>
          <ac:inkMkLst>
            <pc:docMk/>
            <pc:sldMk cId="40152530" sldId="258"/>
            <ac:inkMk id="112" creationId="{8943BAEB-A622-7E20-EEC4-C2E813EEFCEE}"/>
          </ac:inkMkLst>
        </pc:inkChg>
        <pc:inkChg chg="add mod">
          <ac:chgData name="Mahima Weerasinghe" userId="e11e3f55-42da-4e07-8ead-4d7a1d7ea1c6" providerId="ADAL" clId="{0087169D-3364-4DC2-A634-52797A54CD4F}" dt="2024-10-20T13:02:08.787" v="1187"/>
          <ac:inkMkLst>
            <pc:docMk/>
            <pc:sldMk cId="40152530" sldId="258"/>
            <ac:inkMk id="113" creationId="{4FAFDCAB-8EA9-2A1B-C092-DD8D459A372F}"/>
          </ac:inkMkLst>
        </pc:inkChg>
        <pc:inkChg chg="add mod">
          <ac:chgData name="Mahima Weerasinghe" userId="e11e3f55-42da-4e07-8ead-4d7a1d7ea1c6" providerId="ADAL" clId="{0087169D-3364-4DC2-A634-52797A54CD4F}" dt="2024-10-20T13:02:08.787" v="1187"/>
          <ac:inkMkLst>
            <pc:docMk/>
            <pc:sldMk cId="40152530" sldId="258"/>
            <ac:inkMk id="114" creationId="{EC94069E-30FE-DB10-07BE-6C1D46D5D603}"/>
          </ac:inkMkLst>
        </pc:inkChg>
        <pc:inkChg chg="add mod">
          <ac:chgData name="Mahima Weerasinghe" userId="e11e3f55-42da-4e07-8ead-4d7a1d7ea1c6" providerId="ADAL" clId="{0087169D-3364-4DC2-A634-52797A54CD4F}" dt="2024-10-20T13:02:08.787" v="1187"/>
          <ac:inkMkLst>
            <pc:docMk/>
            <pc:sldMk cId="40152530" sldId="258"/>
            <ac:inkMk id="115" creationId="{C915BEDE-A486-418D-FEC2-E95ECB3E098D}"/>
          </ac:inkMkLst>
        </pc:inkChg>
        <pc:inkChg chg="add mod">
          <ac:chgData name="Mahima Weerasinghe" userId="e11e3f55-42da-4e07-8ead-4d7a1d7ea1c6" providerId="ADAL" clId="{0087169D-3364-4DC2-A634-52797A54CD4F}" dt="2024-10-20T13:02:08.787" v="1187"/>
          <ac:inkMkLst>
            <pc:docMk/>
            <pc:sldMk cId="40152530" sldId="258"/>
            <ac:inkMk id="116" creationId="{AC9B40D6-3B64-D7C4-B779-23CF565EA612}"/>
          </ac:inkMkLst>
        </pc:inkChg>
        <pc:inkChg chg="add mod">
          <ac:chgData name="Mahima Weerasinghe" userId="e11e3f55-42da-4e07-8ead-4d7a1d7ea1c6" providerId="ADAL" clId="{0087169D-3364-4DC2-A634-52797A54CD4F}" dt="2024-10-20T13:02:08.787" v="1187"/>
          <ac:inkMkLst>
            <pc:docMk/>
            <pc:sldMk cId="40152530" sldId="258"/>
            <ac:inkMk id="117" creationId="{34B5D361-409C-73C1-DEDF-D3057E74C356}"/>
          </ac:inkMkLst>
        </pc:inkChg>
        <pc:inkChg chg="add mod">
          <ac:chgData name="Mahima Weerasinghe" userId="e11e3f55-42da-4e07-8ead-4d7a1d7ea1c6" providerId="ADAL" clId="{0087169D-3364-4DC2-A634-52797A54CD4F}" dt="2024-10-20T13:02:08.787" v="1187"/>
          <ac:inkMkLst>
            <pc:docMk/>
            <pc:sldMk cId="40152530" sldId="258"/>
            <ac:inkMk id="118" creationId="{CA47B75C-F7B0-B300-AC5D-C4034AFB1032}"/>
          </ac:inkMkLst>
        </pc:inkChg>
        <pc:inkChg chg="add mod">
          <ac:chgData name="Mahima Weerasinghe" userId="e11e3f55-42da-4e07-8ead-4d7a1d7ea1c6" providerId="ADAL" clId="{0087169D-3364-4DC2-A634-52797A54CD4F}" dt="2024-10-20T13:02:08.787" v="1187"/>
          <ac:inkMkLst>
            <pc:docMk/>
            <pc:sldMk cId="40152530" sldId="258"/>
            <ac:inkMk id="119" creationId="{D04200B9-58F6-297A-0DD5-653C0CE961EE}"/>
          </ac:inkMkLst>
        </pc:inkChg>
        <pc:inkChg chg="add mod">
          <ac:chgData name="Mahima Weerasinghe" userId="e11e3f55-42da-4e07-8ead-4d7a1d7ea1c6" providerId="ADAL" clId="{0087169D-3364-4DC2-A634-52797A54CD4F}" dt="2024-10-20T13:02:08.787" v="1187"/>
          <ac:inkMkLst>
            <pc:docMk/>
            <pc:sldMk cId="40152530" sldId="258"/>
            <ac:inkMk id="120" creationId="{AEF180C0-9626-71CA-7944-30183CDE4102}"/>
          </ac:inkMkLst>
        </pc:inkChg>
        <pc:inkChg chg="add mod">
          <ac:chgData name="Mahima Weerasinghe" userId="e11e3f55-42da-4e07-8ead-4d7a1d7ea1c6" providerId="ADAL" clId="{0087169D-3364-4DC2-A634-52797A54CD4F}" dt="2024-10-20T13:02:08.787" v="1187"/>
          <ac:inkMkLst>
            <pc:docMk/>
            <pc:sldMk cId="40152530" sldId="258"/>
            <ac:inkMk id="121" creationId="{7CF61E5F-8A66-2F78-A1A0-0A76FF217FF8}"/>
          </ac:inkMkLst>
        </pc:inkChg>
        <pc:inkChg chg="add mod">
          <ac:chgData name="Mahima Weerasinghe" userId="e11e3f55-42da-4e07-8ead-4d7a1d7ea1c6" providerId="ADAL" clId="{0087169D-3364-4DC2-A634-52797A54CD4F}" dt="2024-10-20T13:02:08.787" v="1187"/>
          <ac:inkMkLst>
            <pc:docMk/>
            <pc:sldMk cId="40152530" sldId="258"/>
            <ac:inkMk id="122" creationId="{D88BF8CC-4C4A-188E-A9F1-AD5745CD0DE2}"/>
          </ac:inkMkLst>
        </pc:inkChg>
        <pc:inkChg chg="add mod">
          <ac:chgData name="Mahima Weerasinghe" userId="e11e3f55-42da-4e07-8ead-4d7a1d7ea1c6" providerId="ADAL" clId="{0087169D-3364-4DC2-A634-52797A54CD4F}" dt="2024-10-20T13:02:08.787" v="1187"/>
          <ac:inkMkLst>
            <pc:docMk/>
            <pc:sldMk cId="40152530" sldId="258"/>
            <ac:inkMk id="123" creationId="{3FA7B81B-5772-B21D-F4DD-0B23CD131FFC}"/>
          </ac:inkMkLst>
        </pc:inkChg>
        <pc:inkChg chg="add mod">
          <ac:chgData name="Mahima Weerasinghe" userId="e11e3f55-42da-4e07-8ead-4d7a1d7ea1c6" providerId="ADAL" clId="{0087169D-3364-4DC2-A634-52797A54CD4F}" dt="2024-10-20T13:02:08.787" v="1187"/>
          <ac:inkMkLst>
            <pc:docMk/>
            <pc:sldMk cId="40152530" sldId="258"/>
            <ac:inkMk id="124" creationId="{C18F8965-52F1-486A-02C9-141690C9B6C6}"/>
          </ac:inkMkLst>
        </pc:inkChg>
        <pc:inkChg chg="add mod">
          <ac:chgData name="Mahima Weerasinghe" userId="e11e3f55-42da-4e07-8ead-4d7a1d7ea1c6" providerId="ADAL" clId="{0087169D-3364-4DC2-A634-52797A54CD4F}" dt="2024-10-20T13:02:08.787" v="1187"/>
          <ac:inkMkLst>
            <pc:docMk/>
            <pc:sldMk cId="40152530" sldId="258"/>
            <ac:inkMk id="125" creationId="{7BA9CE29-0BFB-13F3-309C-A1EBEED9FD34}"/>
          </ac:inkMkLst>
        </pc:inkChg>
        <pc:inkChg chg="add">
          <ac:chgData name="Mahima Weerasinghe" userId="e11e3f55-42da-4e07-8ead-4d7a1d7ea1c6" providerId="ADAL" clId="{0087169D-3364-4DC2-A634-52797A54CD4F}" dt="2024-10-20T13:11:49.499" v="1188" actId="9405"/>
          <ac:inkMkLst>
            <pc:docMk/>
            <pc:sldMk cId="40152530" sldId="258"/>
            <ac:inkMk id="127" creationId="{369A07CE-85BB-32B3-1B0F-010FD701D8BF}"/>
          </ac:inkMkLst>
        </pc:inkChg>
        <pc:inkChg chg="add">
          <ac:chgData name="Mahima Weerasinghe" userId="e11e3f55-42da-4e07-8ead-4d7a1d7ea1c6" providerId="ADAL" clId="{0087169D-3364-4DC2-A634-52797A54CD4F}" dt="2024-10-20T13:11:50.275" v="1189" actId="9405"/>
          <ac:inkMkLst>
            <pc:docMk/>
            <pc:sldMk cId="40152530" sldId="258"/>
            <ac:inkMk id="128" creationId="{3C42250B-D4EB-0A06-0ECF-EC290F02674A}"/>
          </ac:inkMkLst>
        </pc:inkChg>
        <pc:inkChg chg="add">
          <ac:chgData name="Mahima Weerasinghe" userId="e11e3f55-42da-4e07-8ead-4d7a1d7ea1c6" providerId="ADAL" clId="{0087169D-3364-4DC2-A634-52797A54CD4F}" dt="2024-10-20T13:11:53.414" v="1190" actId="9405"/>
          <ac:inkMkLst>
            <pc:docMk/>
            <pc:sldMk cId="40152530" sldId="258"/>
            <ac:inkMk id="129" creationId="{EA5A8DD5-56B5-A869-87EE-8E7AEA1B0956}"/>
          </ac:inkMkLst>
        </pc:inkChg>
        <pc:inkChg chg="add mod">
          <ac:chgData name="Mahima Weerasinghe" userId="e11e3f55-42da-4e07-8ead-4d7a1d7ea1c6" providerId="ADAL" clId="{0087169D-3364-4DC2-A634-52797A54CD4F}" dt="2024-10-20T13:11:57.625" v="1196"/>
          <ac:inkMkLst>
            <pc:docMk/>
            <pc:sldMk cId="40152530" sldId="258"/>
            <ac:inkMk id="130" creationId="{FC2B2111-7D34-56C9-87F8-653C306C5C84}"/>
          </ac:inkMkLst>
        </pc:inkChg>
        <pc:inkChg chg="add mod">
          <ac:chgData name="Mahima Weerasinghe" userId="e11e3f55-42da-4e07-8ead-4d7a1d7ea1c6" providerId="ADAL" clId="{0087169D-3364-4DC2-A634-52797A54CD4F}" dt="2024-10-20T13:11:57.625" v="1196"/>
          <ac:inkMkLst>
            <pc:docMk/>
            <pc:sldMk cId="40152530" sldId="258"/>
            <ac:inkMk id="131" creationId="{E761F58D-930A-5ACC-7E13-5A9B5D97AC7F}"/>
          </ac:inkMkLst>
        </pc:inkChg>
        <pc:inkChg chg="add mod">
          <ac:chgData name="Mahima Weerasinghe" userId="e11e3f55-42da-4e07-8ead-4d7a1d7ea1c6" providerId="ADAL" clId="{0087169D-3364-4DC2-A634-52797A54CD4F}" dt="2024-10-20T13:11:57.625" v="1196"/>
          <ac:inkMkLst>
            <pc:docMk/>
            <pc:sldMk cId="40152530" sldId="258"/>
            <ac:inkMk id="132" creationId="{272AC687-C8AA-67C9-03ED-C387276123C9}"/>
          </ac:inkMkLst>
        </pc:inkChg>
        <pc:inkChg chg="add mod">
          <ac:chgData name="Mahima Weerasinghe" userId="e11e3f55-42da-4e07-8ead-4d7a1d7ea1c6" providerId="ADAL" clId="{0087169D-3364-4DC2-A634-52797A54CD4F}" dt="2024-10-20T13:11:57.625" v="1196"/>
          <ac:inkMkLst>
            <pc:docMk/>
            <pc:sldMk cId="40152530" sldId="258"/>
            <ac:inkMk id="133" creationId="{F8FE64B1-9502-6A97-133C-131BB91983EB}"/>
          </ac:inkMkLst>
        </pc:inkChg>
        <pc:inkChg chg="add mod">
          <ac:chgData name="Mahima Weerasinghe" userId="e11e3f55-42da-4e07-8ead-4d7a1d7ea1c6" providerId="ADAL" clId="{0087169D-3364-4DC2-A634-52797A54CD4F}" dt="2024-10-20T13:11:57.625" v="1196"/>
          <ac:inkMkLst>
            <pc:docMk/>
            <pc:sldMk cId="40152530" sldId="258"/>
            <ac:inkMk id="134" creationId="{167EA68E-1C13-494D-4A53-0736E7B2CB46}"/>
          </ac:inkMkLst>
        </pc:inkChg>
        <pc:inkChg chg="add mod">
          <ac:chgData name="Mahima Weerasinghe" userId="e11e3f55-42da-4e07-8ead-4d7a1d7ea1c6" providerId="ADAL" clId="{0087169D-3364-4DC2-A634-52797A54CD4F}" dt="2024-10-20T13:12:03.968" v="1202"/>
          <ac:inkMkLst>
            <pc:docMk/>
            <pc:sldMk cId="40152530" sldId="258"/>
            <ac:inkMk id="137" creationId="{EF82F80A-DCFB-0317-FE3F-BB1A83AC90BF}"/>
          </ac:inkMkLst>
        </pc:inkChg>
        <pc:inkChg chg="add mod">
          <ac:chgData name="Mahima Weerasinghe" userId="e11e3f55-42da-4e07-8ead-4d7a1d7ea1c6" providerId="ADAL" clId="{0087169D-3364-4DC2-A634-52797A54CD4F}" dt="2024-10-20T13:12:03.968" v="1202"/>
          <ac:inkMkLst>
            <pc:docMk/>
            <pc:sldMk cId="40152530" sldId="258"/>
            <ac:inkMk id="138" creationId="{2CFE224B-E32B-DF81-89C0-6F2C8D2D868C}"/>
          </ac:inkMkLst>
        </pc:inkChg>
        <pc:inkChg chg="add mod">
          <ac:chgData name="Mahima Weerasinghe" userId="e11e3f55-42da-4e07-8ead-4d7a1d7ea1c6" providerId="ADAL" clId="{0087169D-3364-4DC2-A634-52797A54CD4F}" dt="2024-10-20T13:12:03.968" v="1202"/>
          <ac:inkMkLst>
            <pc:docMk/>
            <pc:sldMk cId="40152530" sldId="258"/>
            <ac:inkMk id="139" creationId="{B77DAE7D-0D13-0907-3386-DEB554CEA69D}"/>
          </ac:inkMkLst>
        </pc:inkChg>
        <pc:inkChg chg="add mod">
          <ac:chgData name="Mahima Weerasinghe" userId="e11e3f55-42da-4e07-8ead-4d7a1d7ea1c6" providerId="ADAL" clId="{0087169D-3364-4DC2-A634-52797A54CD4F}" dt="2024-10-20T13:12:03.968" v="1202"/>
          <ac:inkMkLst>
            <pc:docMk/>
            <pc:sldMk cId="40152530" sldId="258"/>
            <ac:inkMk id="140" creationId="{BE10625B-BD92-12BE-7A72-AB523C5FFCB1}"/>
          </ac:inkMkLst>
        </pc:inkChg>
        <pc:inkChg chg="add mod">
          <ac:chgData name="Mahima Weerasinghe" userId="e11e3f55-42da-4e07-8ead-4d7a1d7ea1c6" providerId="ADAL" clId="{0087169D-3364-4DC2-A634-52797A54CD4F}" dt="2024-10-20T13:12:03.968" v="1202"/>
          <ac:inkMkLst>
            <pc:docMk/>
            <pc:sldMk cId="40152530" sldId="258"/>
            <ac:inkMk id="141" creationId="{D29465D9-EE0F-3C98-B65F-898273196E80}"/>
          </ac:inkMkLst>
        </pc:inkChg>
        <pc:inkChg chg="add mod">
          <ac:chgData name="Mahima Weerasinghe" userId="e11e3f55-42da-4e07-8ead-4d7a1d7ea1c6" providerId="ADAL" clId="{0087169D-3364-4DC2-A634-52797A54CD4F}" dt="2024-10-20T13:12:09.911" v="1207"/>
          <ac:inkMkLst>
            <pc:docMk/>
            <pc:sldMk cId="40152530" sldId="258"/>
            <ac:inkMk id="143" creationId="{6BAF8C28-355A-65D0-50CB-6B322F263F88}"/>
          </ac:inkMkLst>
        </pc:inkChg>
        <pc:inkChg chg="add mod">
          <ac:chgData name="Mahima Weerasinghe" userId="e11e3f55-42da-4e07-8ead-4d7a1d7ea1c6" providerId="ADAL" clId="{0087169D-3364-4DC2-A634-52797A54CD4F}" dt="2024-10-20T13:12:09.911" v="1207"/>
          <ac:inkMkLst>
            <pc:docMk/>
            <pc:sldMk cId="40152530" sldId="258"/>
            <ac:inkMk id="144" creationId="{B5D24DEE-B876-BC24-6FE3-204E25D73447}"/>
          </ac:inkMkLst>
        </pc:inkChg>
        <pc:inkChg chg="add mod">
          <ac:chgData name="Mahima Weerasinghe" userId="e11e3f55-42da-4e07-8ead-4d7a1d7ea1c6" providerId="ADAL" clId="{0087169D-3364-4DC2-A634-52797A54CD4F}" dt="2024-10-20T13:12:09.911" v="1207"/>
          <ac:inkMkLst>
            <pc:docMk/>
            <pc:sldMk cId="40152530" sldId="258"/>
            <ac:inkMk id="146" creationId="{E48A0B7B-6954-7D59-656E-48713C54D69C}"/>
          </ac:inkMkLst>
        </pc:inkChg>
        <pc:inkChg chg="add mod">
          <ac:chgData name="Mahima Weerasinghe" userId="e11e3f55-42da-4e07-8ead-4d7a1d7ea1c6" providerId="ADAL" clId="{0087169D-3364-4DC2-A634-52797A54CD4F}" dt="2024-10-20T13:12:11.165" v="1210"/>
          <ac:inkMkLst>
            <pc:docMk/>
            <pc:sldMk cId="40152530" sldId="258"/>
            <ac:inkMk id="148" creationId="{8556E6DE-B8CC-16C6-AB19-F214F4C0C237}"/>
          </ac:inkMkLst>
        </pc:inkChg>
        <pc:inkChg chg="add mod">
          <ac:chgData name="Mahima Weerasinghe" userId="e11e3f55-42da-4e07-8ead-4d7a1d7ea1c6" providerId="ADAL" clId="{0087169D-3364-4DC2-A634-52797A54CD4F}" dt="2024-10-20T13:12:11.165" v="1210"/>
          <ac:inkMkLst>
            <pc:docMk/>
            <pc:sldMk cId="40152530" sldId="258"/>
            <ac:inkMk id="149" creationId="{05047F80-810D-AB55-8FF5-FF4BBAF72279}"/>
          </ac:inkMkLst>
        </pc:inkChg>
        <pc:inkChg chg="add mod">
          <ac:chgData name="Mahima Weerasinghe" userId="e11e3f55-42da-4e07-8ead-4d7a1d7ea1c6" providerId="ADAL" clId="{0087169D-3364-4DC2-A634-52797A54CD4F}" dt="2024-10-20T13:12:17.942" v="1219"/>
          <ac:inkMkLst>
            <pc:docMk/>
            <pc:sldMk cId="40152530" sldId="258"/>
            <ac:inkMk id="151" creationId="{7731B1B0-685F-25A6-828C-1EE48BE681F7}"/>
          </ac:inkMkLst>
        </pc:inkChg>
        <pc:inkChg chg="add mod">
          <ac:chgData name="Mahima Weerasinghe" userId="e11e3f55-42da-4e07-8ead-4d7a1d7ea1c6" providerId="ADAL" clId="{0087169D-3364-4DC2-A634-52797A54CD4F}" dt="2024-10-20T13:12:17.942" v="1219"/>
          <ac:inkMkLst>
            <pc:docMk/>
            <pc:sldMk cId="40152530" sldId="258"/>
            <ac:inkMk id="152" creationId="{AE73BBA2-605E-BF83-71F0-36E34A0D9AD7}"/>
          </ac:inkMkLst>
        </pc:inkChg>
        <pc:inkChg chg="add mod">
          <ac:chgData name="Mahima Weerasinghe" userId="e11e3f55-42da-4e07-8ead-4d7a1d7ea1c6" providerId="ADAL" clId="{0087169D-3364-4DC2-A634-52797A54CD4F}" dt="2024-10-20T13:12:17.942" v="1219"/>
          <ac:inkMkLst>
            <pc:docMk/>
            <pc:sldMk cId="40152530" sldId="258"/>
            <ac:inkMk id="153" creationId="{60F0DBF9-28E5-3D83-3B3A-ADE09E01DEEB}"/>
          </ac:inkMkLst>
        </pc:inkChg>
        <pc:inkChg chg="add mod">
          <ac:chgData name="Mahima Weerasinghe" userId="e11e3f55-42da-4e07-8ead-4d7a1d7ea1c6" providerId="ADAL" clId="{0087169D-3364-4DC2-A634-52797A54CD4F}" dt="2024-10-20T13:12:17.942" v="1219"/>
          <ac:inkMkLst>
            <pc:docMk/>
            <pc:sldMk cId="40152530" sldId="258"/>
            <ac:inkMk id="154" creationId="{9D79C1D6-1CAE-870F-92B2-9508CA47C141}"/>
          </ac:inkMkLst>
        </pc:inkChg>
        <pc:inkChg chg="add mod">
          <ac:chgData name="Mahima Weerasinghe" userId="e11e3f55-42da-4e07-8ead-4d7a1d7ea1c6" providerId="ADAL" clId="{0087169D-3364-4DC2-A634-52797A54CD4F}" dt="2024-10-20T13:12:17.942" v="1219"/>
          <ac:inkMkLst>
            <pc:docMk/>
            <pc:sldMk cId="40152530" sldId="258"/>
            <ac:inkMk id="155" creationId="{631C0355-388E-C7E0-26DE-967C2638BF26}"/>
          </ac:inkMkLst>
        </pc:inkChg>
        <pc:inkChg chg="add mod">
          <ac:chgData name="Mahima Weerasinghe" userId="e11e3f55-42da-4e07-8ead-4d7a1d7ea1c6" providerId="ADAL" clId="{0087169D-3364-4DC2-A634-52797A54CD4F}" dt="2024-10-20T13:12:17.942" v="1219"/>
          <ac:inkMkLst>
            <pc:docMk/>
            <pc:sldMk cId="40152530" sldId="258"/>
            <ac:inkMk id="156" creationId="{53A566F8-E66B-F693-F95B-CE12C3B0AE54}"/>
          </ac:inkMkLst>
        </pc:inkChg>
        <pc:inkChg chg="add mod">
          <ac:chgData name="Mahima Weerasinghe" userId="e11e3f55-42da-4e07-8ead-4d7a1d7ea1c6" providerId="ADAL" clId="{0087169D-3364-4DC2-A634-52797A54CD4F}" dt="2024-10-20T13:12:17.942" v="1219"/>
          <ac:inkMkLst>
            <pc:docMk/>
            <pc:sldMk cId="40152530" sldId="258"/>
            <ac:inkMk id="157" creationId="{B329475F-D666-8C35-3132-E7D06E909050}"/>
          </ac:inkMkLst>
        </pc:inkChg>
        <pc:inkChg chg="add mod">
          <ac:chgData name="Mahima Weerasinghe" userId="e11e3f55-42da-4e07-8ead-4d7a1d7ea1c6" providerId="ADAL" clId="{0087169D-3364-4DC2-A634-52797A54CD4F}" dt="2024-10-20T13:12:17.942" v="1219"/>
          <ac:inkMkLst>
            <pc:docMk/>
            <pc:sldMk cId="40152530" sldId="258"/>
            <ac:inkMk id="158" creationId="{E036A7F0-3AA9-F1D2-0BCF-7DA4272FFFB7}"/>
          </ac:inkMkLst>
        </pc:inkChg>
        <pc:inkChg chg="add mod">
          <ac:chgData name="Mahima Weerasinghe" userId="e11e3f55-42da-4e07-8ead-4d7a1d7ea1c6" providerId="ADAL" clId="{0087169D-3364-4DC2-A634-52797A54CD4F}" dt="2024-10-20T13:12:27.201" v="1228"/>
          <ac:inkMkLst>
            <pc:docMk/>
            <pc:sldMk cId="40152530" sldId="258"/>
            <ac:inkMk id="160" creationId="{F0EE9BC9-C2F7-70BE-10F8-B1FE1DE0F1AB}"/>
          </ac:inkMkLst>
        </pc:inkChg>
        <pc:inkChg chg="add mod">
          <ac:chgData name="Mahima Weerasinghe" userId="e11e3f55-42da-4e07-8ead-4d7a1d7ea1c6" providerId="ADAL" clId="{0087169D-3364-4DC2-A634-52797A54CD4F}" dt="2024-10-20T13:12:27.201" v="1228"/>
          <ac:inkMkLst>
            <pc:docMk/>
            <pc:sldMk cId="40152530" sldId="258"/>
            <ac:inkMk id="161" creationId="{ED7BD106-3803-4DD4-4488-53CE080DC406}"/>
          </ac:inkMkLst>
        </pc:inkChg>
        <pc:inkChg chg="add mod">
          <ac:chgData name="Mahima Weerasinghe" userId="e11e3f55-42da-4e07-8ead-4d7a1d7ea1c6" providerId="ADAL" clId="{0087169D-3364-4DC2-A634-52797A54CD4F}" dt="2024-10-20T13:12:27.201" v="1228"/>
          <ac:inkMkLst>
            <pc:docMk/>
            <pc:sldMk cId="40152530" sldId="258"/>
            <ac:inkMk id="162" creationId="{8C05635C-92FD-E568-EB2B-E75259F505F2}"/>
          </ac:inkMkLst>
        </pc:inkChg>
        <pc:inkChg chg="add mod">
          <ac:chgData name="Mahima Weerasinghe" userId="e11e3f55-42da-4e07-8ead-4d7a1d7ea1c6" providerId="ADAL" clId="{0087169D-3364-4DC2-A634-52797A54CD4F}" dt="2024-10-20T13:12:27.201" v="1228"/>
          <ac:inkMkLst>
            <pc:docMk/>
            <pc:sldMk cId="40152530" sldId="258"/>
            <ac:inkMk id="163" creationId="{0FCC014C-57E9-9D01-8BF9-C71D2B63DC1D}"/>
          </ac:inkMkLst>
        </pc:inkChg>
        <pc:inkChg chg="add mod">
          <ac:chgData name="Mahima Weerasinghe" userId="e11e3f55-42da-4e07-8ead-4d7a1d7ea1c6" providerId="ADAL" clId="{0087169D-3364-4DC2-A634-52797A54CD4F}" dt="2024-10-20T13:12:27.201" v="1228"/>
          <ac:inkMkLst>
            <pc:docMk/>
            <pc:sldMk cId="40152530" sldId="258"/>
            <ac:inkMk id="164" creationId="{B4B350AB-2A1E-7A90-3E39-CAB46244CE26}"/>
          </ac:inkMkLst>
        </pc:inkChg>
        <pc:inkChg chg="add mod">
          <ac:chgData name="Mahima Weerasinghe" userId="e11e3f55-42da-4e07-8ead-4d7a1d7ea1c6" providerId="ADAL" clId="{0087169D-3364-4DC2-A634-52797A54CD4F}" dt="2024-10-20T13:12:27.201" v="1228"/>
          <ac:inkMkLst>
            <pc:docMk/>
            <pc:sldMk cId="40152530" sldId="258"/>
            <ac:inkMk id="165" creationId="{ACB898F9-3BA8-14F9-8359-904E30552B9D}"/>
          </ac:inkMkLst>
        </pc:inkChg>
        <pc:inkChg chg="add mod">
          <ac:chgData name="Mahima Weerasinghe" userId="e11e3f55-42da-4e07-8ead-4d7a1d7ea1c6" providerId="ADAL" clId="{0087169D-3364-4DC2-A634-52797A54CD4F}" dt="2024-10-20T13:12:27.201" v="1228"/>
          <ac:inkMkLst>
            <pc:docMk/>
            <pc:sldMk cId="40152530" sldId="258"/>
            <ac:inkMk id="166" creationId="{9EC6F58B-C43C-AA6A-F052-C76BAAFC8795}"/>
          </ac:inkMkLst>
        </pc:inkChg>
        <pc:inkChg chg="add mod">
          <ac:chgData name="Mahima Weerasinghe" userId="e11e3f55-42da-4e07-8ead-4d7a1d7ea1c6" providerId="ADAL" clId="{0087169D-3364-4DC2-A634-52797A54CD4F}" dt="2024-10-20T13:12:27.201" v="1228"/>
          <ac:inkMkLst>
            <pc:docMk/>
            <pc:sldMk cId="40152530" sldId="258"/>
            <ac:inkMk id="167" creationId="{557CC04D-DD5C-878B-9B68-6200FD2F393B}"/>
          </ac:inkMkLst>
        </pc:inkChg>
      </pc:sldChg>
      <pc:sldChg chg="addSp delSp modSp new mod">
        <pc:chgData name="Mahima Weerasinghe" userId="e11e3f55-42da-4e07-8ead-4d7a1d7ea1c6" providerId="ADAL" clId="{0087169D-3364-4DC2-A634-52797A54CD4F}" dt="2024-10-20T12:49:20.242" v="1067" actId="9405"/>
        <pc:sldMkLst>
          <pc:docMk/>
          <pc:sldMk cId="433920140" sldId="259"/>
        </pc:sldMkLst>
        <pc:spChg chg="del">
          <ac:chgData name="Mahima Weerasinghe" userId="e11e3f55-42da-4e07-8ead-4d7a1d7ea1c6" providerId="ADAL" clId="{0087169D-3364-4DC2-A634-52797A54CD4F}" dt="2024-10-20T12:40:39.669" v="926" actId="478"/>
          <ac:spMkLst>
            <pc:docMk/>
            <pc:sldMk cId="433920140" sldId="259"/>
            <ac:spMk id="2" creationId="{C20F9A44-1EC7-2E83-D3BD-A9994C899252}"/>
          </ac:spMkLst>
        </pc:spChg>
        <pc:grpChg chg="mod">
          <ac:chgData name="Mahima Weerasinghe" userId="e11e3f55-42da-4e07-8ead-4d7a1d7ea1c6" providerId="ADAL" clId="{0087169D-3364-4DC2-A634-52797A54CD4F}" dt="2024-10-20T12:43:15.299" v="933"/>
          <ac:grpSpMkLst>
            <pc:docMk/>
            <pc:sldMk cId="433920140" sldId="259"/>
            <ac:grpSpMk id="9" creationId="{2B0675F7-04B5-2547-195A-C08398A8CC27}"/>
          </ac:grpSpMkLst>
        </pc:grpChg>
        <pc:grpChg chg="del mod">
          <ac:chgData name="Mahima Weerasinghe" userId="e11e3f55-42da-4e07-8ead-4d7a1d7ea1c6" providerId="ADAL" clId="{0087169D-3364-4DC2-A634-52797A54CD4F}" dt="2024-10-20T12:43:28.894" v="955"/>
          <ac:grpSpMkLst>
            <pc:docMk/>
            <pc:sldMk cId="433920140" sldId="259"/>
            <ac:grpSpMk id="19" creationId="{0A701A01-6A95-5F2D-945D-26F656C28EBC}"/>
          </ac:grpSpMkLst>
        </pc:grpChg>
        <pc:grpChg chg="mod">
          <ac:chgData name="Mahima Weerasinghe" userId="e11e3f55-42da-4e07-8ead-4d7a1d7ea1c6" providerId="ADAL" clId="{0087169D-3364-4DC2-A634-52797A54CD4F}" dt="2024-10-20T12:43:28.894" v="955"/>
          <ac:grpSpMkLst>
            <pc:docMk/>
            <pc:sldMk cId="433920140" sldId="259"/>
            <ac:grpSpMk id="31" creationId="{12748195-D479-ABA0-250E-F8462EC28E0B}"/>
          </ac:grpSpMkLst>
        </pc:grpChg>
        <pc:grpChg chg="mod">
          <ac:chgData name="Mahima Weerasinghe" userId="e11e3f55-42da-4e07-8ead-4d7a1d7ea1c6" providerId="ADAL" clId="{0087169D-3364-4DC2-A634-52797A54CD4F}" dt="2024-10-20T12:43:28.894" v="955"/>
          <ac:grpSpMkLst>
            <pc:docMk/>
            <pc:sldMk cId="433920140" sldId="259"/>
            <ac:grpSpMk id="32" creationId="{B41BD783-9387-22C1-3E55-03B901B5FF33}"/>
          </ac:grpSpMkLst>
        </pc:grpChg>
        <pc:grpChg chg="mod">
          <ac:chgData name="Mahima Weerasinghe" userId="e11e3f55-42da-4e07-8ead-4d7a1d7ea1c6" providerId="ADAL" clId="{0087169D-3364-4DC2-A634-52797A54CD4F}" dt="2024-10-20T12:43:36.141" v="966"/>
          <ac:grpSpMkLst>
            <pc:docMk/>
            <pc:sldMk cId="433920140" sldId="259"/>
            <ac:grpSpMk id="43" creationId="{533DD39D-7CAF-14BA-5AD7-B723A0124CED}"/>
          </ac:grpSpMkLst>
        </pc:grpChg>
        <pc:grpChg chg="mod">
          <ac:chgData name="Mahima Weerasinghe" userId="e11e3f55-42da-4e07-8ead-4d7a1d7ea1c6" providerId="ADAL" clId="{0087169D-3364-4DC2-A634-52797A54CD4F}" dt="2024-10-20T12:45:10.217" v="973"/>
          <ac:grpSpMkLst>
            <pc:docMk/>
            <pc:sldMk cId="433920140" sldId="259"/>
            <ac:grpSpMk id="50" creationId="{A4DDF836-7071-B455-A5A8-EDC8C80E7FF8}"/>
          </ac:grpSpMkLst>
        </pc:grpChg>
        <pc:grpChg chg="del mod">
          <ac:chgData name="Mahima Weerasinghe" userId="e11e3f55-42da-4e07-8ead-4d7a1d7ea1c6" providerId="ADAL" clId="{0087169D-3364-4DC2-A634-52797A54CD4F}" dt="2024-10-20T12:45:17.164" v="984"/>
          <ac:grpSpMkLst>
            <pc:docMk/>
            <pc:sldMk cId="433920140" sldId="259"/>
            <ac:grpSpMk id="58" creationId="{E0D786A4-7260-7F12-C6FD-D1D91E047C4C}"/>
          </ac:grpSpMkLst>
        </pc:grpChg>
        <pc:grpChg chg="mod">
          <ac:chgData name="Mahima Weerasinghe" userId="e11e3f55-42da-4e07-8ead-4d7a1d7ea1c6" providerId="ADAL" clId="{0087169D-3364-4DC2-A634-52797A54CD4F}" dt="2024-10-20T12:45:17.164" v="984"/>
          <ac:grpSpMkLst>
            <pc:docMk/>
            <pc:sldMk cId="433920140" sldId="259"/>
            <ac:grpSpMk id="61" creationId="{EEE34911-486D-D5B5-9A93-CC926015F1A5}"/>
          </ac:grpSpMkLst>
        </pc:grpChg>
        <pc:grpChg chg="mod">
          <ac:chgData name="Mahima Weerasinghe" userId="e11e3f55-42da-4e07-8ead-4d7a1d7ea1c6" providerId="ADAL" clId="{0087169D-3364-4DC2-A634-52797A54CD4F}" dt="2024-10-20T12:45:23.450" v="992"/>
          <ac:grpSpMkLst>
            <pc:docMk/>
            <pc:sldMk cId="433920140" sldId="259"/>
            <ac:grpSpMk id="69" creationId="{5334FB8A-F552-8D45-2484-3C3BD7C2FE29}"/>
          </ac:grpSpMkLst>
        </pc:grpChg>
        <pc:grpChg chg="mod">
          <ac:chgData name="Mahima Weerasinghe" userId="e11e3f55-42da-4e07-8ead-4d7a1d7ea1c6" providerId="ADAL" clId="{0087169D-3364-4DC2-A634-52797A54CD4F}" dt="2024-10-20T12:45:50.619" v="1006"/>
          <ac:grpSpMkLst>
            <pc:docMk/>
            <pc:sldMk cId="433920140" sldId="259"/>
            <ac:grpSpMk id="83" creationId="{0E03DF6A-19B8-283D-6C6D-9870E504A788}"/>
          </ac:grpSpMkLst>
        </pc:grpChg>
        <pc:grpChg chg="del mod">
          <ac:chgData name="Mahima Weerasinghe" userId="e11e3f55-42da-4e07-8ead-4d7a1d7ea1c6" providerId="ADAL" clId="{0087169D-3364-4DC2-A634-52797A54CD4F}" dt="2024-10-20T12:46:11.139" v="1020"/>
          <ac:grpSpMkLst>
            <pc:docMk/>
            <pc:sldMk cId="433920140" sldId="259"/>
            <ac:grpSpMk id="95" creationId="{51C863DA-C969-03AF-0938-DFAC61135765}"/>
          </ac:grpSpMkLst>
        </pc:grpChg>
        <pc:grpChg chg="mod">
          <ac:chgData name="Mahima Weerasinghe" userId="e11e3f55-42da-4e07-8ead-4d7a1d7ea1c6" providerId="ADAL" clId="{0087169D-3364-4DC2-A634-52797A54CD4F}" dt="2024-10-20T12:46:11.139" v="1020"/>
          <ac:grpSpMkLst>
            <pc:docMk/>
            <pc:sldMk cId="433920140" sldId="259"/>
            <ac:grpSpMk id="97" creationId="{3C02C732-6846-9D12-4589-1F5DCAF64F7E}"/>
          </ac:grpSpMkLst>
        </pc:grpChg>
        <pc:grpChg chg="mod">
          <ac:chgData name="Mahima Weerasinghe" userId="e11e3f55-42da-4e07-8ead-4d7a1d7ea1c6" providerId="ADAL" clId="{0087169D-3364-4DC2-A634-52797A54CD4F}" dt="2024-10-20T12:46:16.475" v="1025"/>
          <ac:grpSpMkLst>
            <pc:docMk/>
            <pc:sldMk cId="433920140" sldId="259"/>
            <ac:grpSpMk id="102" creationId="{268D6A4F-2622-E169-4AB3-F3C057A05D34}"/>
          </ac:grpSpMkLst>
        </pc:grpChg>
        <pc:grpChg chg="mod">
          <ac:chgData name="Mahima Weerasinghe" userId="e11e3f55-42da-4e07-8ead-4d7a1d7ea1c6" providerId="ADAL" clId="{0087169D-3364-4DC2-A634-52797A54CD4F}" dt="2024-10-20T12:46:18.932" v="1029"/>
          <ac:grpSpMkLst>
            <pc:docMk/>
            <pc:sldMk cId="433920140" sldId="259"/>
            <ac:grpSpMk id="106" creationId="{12D49D95-4A0D-E88F-644E-9C96873F95DE}"/>
          </ac:grpSpMkLst>
        </pc:grpChg>
        <pc:grpChg chg="mod">
          <ac:chgData name="Mahima Weerasinghe" userId="e11e3f55-42da-4e07-8ead-4d7a1d7ea1c6" providerId="ADAL" clId="{0087169D-3364-4DC2-A634-52797A54CD4F}" dt="2024-10-20T12:46:25.843" v="1038"/>
          <ac:grpSpMkLst>
            <pc:docMk/>
            <pc:sldMk cId="433920140" sldId="259"/>
            <ac:grpSpMk id="115" creationId="{0EB2F328-EF43-2593-1076-FF0D49F0CD41}"/>
          </ac:grpSpMkLst>
        </pc:grpChg>
        <pc:grpChg chg="mod">
          <ac:chgData name="Mahima Weerasinghe" userId="e11e3f55-42da-4e07-8ead-4d7a1d7ea1c6" providerId="ADAL" clId="{0087169D-3364-4DC2-A634-52797A54CD4F}" dt="2024-10-20T12:46:49.025" v="1046"/>
          <ac:grpSpMkLst>
            <pc:docMk/>
            <pc:sldMk cId="433920140" sldId="259"/>
            <ac:grpSpMk id="123" creationId="{7CE16DA9-9029-5891-8C4E-D49DB9EFE6A4}"/>
          </ac:grpSpMkLst>
        </pc:grpChg>
        <pc:grpChg chg="del mod">
          <ac:chgData name="Mahima Weerasinghe" userId="e11e3f55-42da-4e07-8ead-4d7a1d7ea1c6" providerId="ADAL" clId="{0087169D-3364-4DC2-A634-52797A54CD4F}" dt="2024-10-20T12:47:06.672" v="1060"/>
          <ac:grpSpMkLst>
            <pc:docMk/>
            <pc:sldMk cId="433920140" sldId="259"/>
            <ac:grpSpMk id="134" creationId="{B3964A54-CEEC-1195-401D-5C630A183000}"/>
          </ac:grpSpMkLst>
        </pc:grpChg>
        <pc:grpChg chg="mod">
          <ac:chgData name="Mahima Weerasinghe" userId="e11e3f55-42da-4e07-8ead-4d7a1d7ea1c6" providerId="ADAL" clId="{0087169D-3364-4DC2-A634-52797A54CD4F}" dt="2024-10-20T12:47:06.672" v="1060"/>
          <ac:grpSpMkLst>
            <pc:docMk/>
            <pc:sldMk cId="433920140" sldId="259"/>
            <ac:grpSpMk id="137" creationId="{B666546D-BBE2-B232-1DD7-84FE659797F2}"/>
          </ac:grpSpMkLst>
        </pc:grpChg>
        <pc:grpChg chg="mod">
          <ac:chgData name="Mahima Weerasinghe" userId="e11e3f55-42da-4e07-8ead-4d7a1d7ea1c6" providerId="ADAL" clId="{0087169D-3364-4DC2-A634-52797A54CD4F}" dt="2024-10-20T12:47:12.748" v="1066"/>
          <ac:grpSpMkLst>
            <pc:docMk/>
            <pc:sldMk cId="433920140" sldId="259"/>
            <ac:grpSpMk id="143" creationId="{63FCB63F-B49A-479E-6926-A1694406CDF3}"/>
          </ac:grpSpMkLst>
        </pc:grpChg>
        <pc:inkChg chg="add">
          <ac:chgData name="Mahima Weerasinghe" userId="e11e3f55-42da-4e07-8ead-4d7a1d7ea1c6" providerId="ADAL" clId="{0087169D-3364-4DC2-A634-52797A54CD4F}" dt="2024-10-20T12:41:36.999" v="927" actId="9405"/>
          <ac:inkMkLst>
            <pc:docMk/>
            <pc:sldMk cId="433920140" sldId="259"/>
            <ac:inkMk id="3" creationId="{B7571F59-902F-D5D4-9166-D856C30D9398}"/>
          </ac:inkMkLst>
        </pc:inkChg>
        <pc:inkChg chg="add mod">
          <ac:chgData name="Mahima Weerasinghe" userId="e11e3f55-42da-4e07-8ead-4d7a1d7ea1c6" providerId="ADAL" clId="{0087169D-3364-4DC2-A634-52797A54CD4F}" dt="2024-10-20T12:43:15.299" v="933"/>
          <ac:inkMkLst>
            <pc:docMk/>
            <pc:sldMk cId="433920140" sldId="259"/>
            <ac:inkMk id="4" creationId="{0E12ECFD-85FA-448B-B3BB-427DF4E70581}"/>
          </ac:inkMkLst>
        </pc:inkChg>
        <pc:inkChg chg="add mod">
          <ac:chgData name="Mahima Weerasinghe" userId="e11e3f55-42da-4e07-8ead-4d7a1d7ea1c6" providerId="ADAL" clId="{0087169D-3364-4DC2-A634-52797A54CD4F}" dt="2024-10-20T12:43:15.299" v="933"/>
          <ac:inkMkLst>
            <pc:docMk/>
            <pc:sldMk cId="433920140" sldId="259"/>
            <ac:inkMk id="5" creationId="{C58DF952-151E-C350-AC6D-E7E165B01652}"/>
          </ac:inkMkLst>
        </pc:inkChg>
        <pc:inkChg chg="add mod">
          <ac:chgData name="Mahima Weerasinghe" userId="e11e3f55-42da-4e07-8ead-4d7a1d7ea1c6" providerId="ADAL" clId="{0087169D-3364-4DC2-A634-52797A54CD4F}" dt="2024-10-20T12:43:15.299" v="933"/>
          <ac:inkMkLst>
            <pc:docMk/>
            <pc:sldMk cId="433920140" sldId="259"/>
            <ac:inkMk id="6" creationId="{C01F6DD6-75AB-3215-30FA-2DA4DB6BFF92}"/>
          </ac:inkMkLst>
        </pc:inkChg>
        <pc:inkChg chg="add mod">
          <ac:chgData name="Mahima Weerasinghe" userId="e11e3f55-42da-4e07-8ead-4d7a1d7ea1c6" providerId="ADAL" clId="{0087169D-3364-4DC2-A634-52797A54CD4F}" dt="2024-10-20T12:43:15.299" v="933"/>
          <ac:inkMkLst>
            <pc:docMk/>
            <pc:sldMk cId="433920140" sldId="259"/>
            <ac:inkMk id="7" creationId="{271FCDC7-F32E-3752-F951-3EE46C6ADC3D}"/>
          </ac:inkMkLst>
        </pc:inkChg>
        <pc:inkChg chg="add mod">
          <ac:chgData name="Mahima Weerasinghe" userId="e11e3f55-42da-4e07-8ead-4d7a1d7ea1c6" providerId="ADAL" clId="{0087169D-3364-4DC2-A634-52797A54CD4F}" dt="2024-10-20T12:43:15.299" v="933"/>
          <ac:inkMkLst>
            <pc:docMk/>
            <pc:sldMk cId="433920140" sldId="259"/>
            <ac:inkMk id="8" creationId="{2D5999A4-C5B0-DE2A-CB17-43B73732E008}"/>
          </ac:inkMkLst>
        </pc:inkChg>
        <pc:inkChg chg="add">
          <ac:chgData name="Mahima Weerasinghe" userId="e11e3f55-42da-4e07-8ead-4d7a1d7ea1c6" providerId="ADAL" clId="{0087169D-3364-4DC2-A634-52797A54CD4F}" dt="2024-10-20T12:43:16.011" v="934" actId="9405"/>
          <ac:inkMkLst>
            <pc:docMk/>
            <pc:sldMk cId="433920140" sldId="259"/>
            <ac:inkMk id="10" creationId="{2C4C9A85-CA11-451D-E981-AD3523B4FEE0}"/>
          </ac:inkMkLst>
        </pc:inkChg>
        <pc:inkChg chg="add mod">
          <ac:chgData name="Mahima Weerasinghe" userId="e11e3f55-42da-4e07-8ead-4d7a1d7ea1c6" providerId="ADAL" clId="{0087169D-3364-4DC2-A634-52797A54CD4F}" dt="2024-10-20T12:43:28.894" v="955"/>
          <ac:inkMkLst>
            <pc:docMk/>
            <pc:sldMk cId="433920140" sldId="259"/>
            <ac:inkMk id="11" creationId="{86D08C38-B83D-10A2-9BFC-C45EFF62461E}"/>
          </ac:inkMkLst>
        </pc:inkChg>
        <pc:inkChg chg="add mod">
          <ac:chgData name="Mahima Weerasinghe" userId="e11e3f55-42da-4e07-8ead-4d7a1d7ea1c6" providerId="ADAL" clId="{0087169D-3364-4DC2-A634-52797A54CD4F}" dt="2024-10-20T12:43:28.894" v="955"/>
          <ac:inkMkLst>
            <pc:docMk/>
            <pc:sldMk cId="433920140" sldId="259"/>
            <ac:inkMk id="12" creationId="{0E92CB05-0666-F640-71B7-5D346897A81D}"/>
          </ac:inkMkLst>
        </pc:inkChg>
        <pc:inkChg chg="add mod">
          <ac:chgData name="Mahima Weerasinghe" userId="e11e3f55-42da-4e07-8ead-4d7a1d7ea1c6" providerId="ADAL" clId="{0087169D-3364-4DC2-A634-52797A54CD4F}" dt="2024-10-20T12:43:28.894" v="955"/>
          <ac:inkMkLst>
            <pc:docMk/>
            <pc:sldMk cId="433920140" sldId="259"/>
            <ac:inkMk id="13" creationId="{D1921359-B8BF-0EDE-4F86-2A5A797E661E}"/>
          </ac:inkMkLst>
        </pc:inkChg>
        <pc:inkChg chg="add mod">
          <ac:chgData name="Mahima Weerasinghe" userId="e11e3f55-42da-4e07-8ead-4d7a1d7ea1c6" providerId="ADAL" clId="{0087169D-3364-4DC2-A634-52797A54CD4F}" dt="2024-10-20T12:43:28.894" v="955"/>
          <ac:inkMkLst>
            <pc:docMk/>
            <pc:sldMk cId="433920140" sldId="259"/>
            <ac:inkMk id="14" creationId="{B50A4DA0-846E-F95D-177B-A63386E281BD}"/>
          </ac:inkMkLst>
        </pc:inkChg>
        <pc:inkChg chg="add mod">
          <ac:chgData name="Mahima Weerasinghe" userId="e11e3f55-42da-4e07-8ead-4d7a1d7ea1c6" providerId="ADAL" clId="{0087169D-3364-4DC2-A634-52797A54CD4F}" dt="2024-10-20T12:43:28.894" v="955"/>
          <ac:inkMkLst>
            <pc:docMk/>
            <pc:sldMk cId="433920140" sldId="259"/>
            <ac:inkMk id="15" creationId="{F2AF4C72-FA85-5094-68B4-8F450D138AB8}"/>
          </ac:inkMkLst>
        </pc:inkChg>
        <pc:inkChg chg="add mod">
          <ac:chgData name="Mahima Weerasinghe" userId="e11e3f55-42da-4e07-8ead-4d7a1d7ea1c6" providerId="ADAL" clId="{0087169D-3364-4DC2-A634-52797A54CD4F}" dt="2024-10-20T12:43:28.894" v="955"/>
          <ac:inkMkLst>
            <pc:docMk/>
            <pc:sldMk cId="433920140" sldId="259"/>
            <ac:inkMk id="16" creationId="{8E1235A5-F2AE-8233-1DA9-DCDA8314BA5E}"/>
          </ac:inkMkLst>
        </pc:inkChg>
        <pc:inkChg chg="add mod">
          <ac:chgData name="Mahima Weerasinghe" userId="e11e3f55-42da-4e07-8ead-4d7a1d7ea1c6" providerId="ADAL" clId="{0087169D-3364-4DC2-A634-52797A54CD4F}" dt="2024-10-20T12:43:28.894" v="955"/>
          <ac:inkMkLst>
            <pc:docMk/>
            <pc:sldMk cId="433920140" sldId="259"/>
            <ac:inkMk id="17" creationId="{E9481455-07D8-B03B-C236-D8B386DAB4DB}"/>
          </ac:inkMkLst>
        </pc:inkChg>
        <pc:inkChg chg="add mod">
          <ac:chgData name="Mahima Weerasinghe" userId="e11e3f55-42da-4e07-8ead-4d7a1d7ea1c6" providerId="ADAL" clId="{0087169D-3364-4DC2-A634-52797A54CD4F}" dt="2024-10-20T12:43:28.894" v="955"/>
          <ac:inkMkLst>
            <pc:docMk/>
            <pc:sldMk cId="433920140" sldId="259"/>
            <ac:inkMk id="18" creationId="{9722EF38-C2C7-15F5-A214-B5C6503B9C9D}"/>
          </ac:inkMkLst>
        </pc:inkChg>
        <pc:inkChg chg="add mod">
          <ac:chgData name="Mahima Weerasinghe" userId="e11e3f55-42da-4e07-8ead-4d7a1d7ea1c6" providerId="ADAL" clId="{0087169D-3364-4DC2-A634-52797A54CD4F}" dt="2024-10-20T12:43:28.894" v="955"/>
          <ac:inkMkLst>
            <pc:docMk/>
            <pc:sldMk cId="433920140" sldId="259"/>
            <ac:inkMk id="20" creationId="{7FBFE3E5-469B-A970-9AC7-65311CD40F3D}"/>
          </ac:inkMkLst>
        </pc:inkChg>
        <pc:inkChg chg="add">
          <ac:chgData name="Mahima Weerasinghe" userId="e11e3f55-42da-4e07-8ead-4d7a1d7ea1c6" providerId="ADAL" clId="{0087169D-3364-4DC2-A634-52797A54CD4F}" dt="2024-10-20T12:43:24.088" v="945" actId="9405"/>
          <ac:inkMkLst>
            <pc:docMk/>
            <pc:sldMk cId="433920140" sldId="259"/>
            <ac:inkMk id="21" creationId="{E105C72F-662D-027D-A115-89D66A64BCE6}"/>
          </ac:inkMkLst>
        </pc:inkChg>
        <pc:inkChg chg="add mod">
          <ac:chgData name="Mahima Weerasinghe" userId="e11e3f55-42da-4e07-8ead-4d7a1d7ea1c6" providerId="ADAL" clId="{0087169D-3364-4DC2-A634-52797A54CD4F}" dt="2024-10-20T12:43:28.894" v="955"/>
          <ac:inkMkLst>
            <pc:docMk/>
            <pc:sldMk cId="433920140" sldId="259"/>
            <ac:inkMk id="22" creationId="{4FA9FDA8-6B39-5A2E-5D0C-14DA7841A5AA}"/>
          </ac:inkMkLst>
        </pc:inkChg>
        <pc:inkChg chg="add mod">
          <ac:chgData name="Mahima Weerasinghe" userId="e11e3f55-42da-4e07-8ead-4d7a1d7ea1c6" providerId="ADAL" clId="{0087169D-3364-4DC2-A634-52797A54CD4F}" dt="2024-10-20T12:43:28.894" v="955"/>
          <ac:inkMkLst>
            <pc:docMk/>
            <pc:sldMk cId="433920140" sldId="259"/>
            <ac:inkMk id="23" creationId="{5B8BBA43-EF2D-D575-BF74-848809290ECA}"/>
          </ac:inkMkLst>
        </pc:inkChg>
        <pc:inkChg chg="add mod">
          <ac:chgData name="Mahima Weerasinghe" userId="e11e3f55-42da-4e07-8ead-4d7a1d7ea1c6" providerId="ADAL" clId="{0087169D-3364-4DC2-A634-52797A54CD4F}" dt="2024-10-20T12:43:28.894" v="955"/>
          <ac:inkMkLst>
            <pc:docMk/>
            <pc:sldMk cId="433920140" sldId="259"/>
            <ac:inkMk id="24" creationId="{DF02EF29-14C6-0004-C923-3F1929FFD5B4}"/>
          </ac:inkMkLst>
        </pc:inkChg>
        <pc:inkChg chg="add mod">
          <ac:chgData name="Mahima Weerasinghe" userId="e11e3f55-42da-4e07-8ead-4d7a1d7ea1c6" providerId="ADAL" clId="{0087169D-3364-4DC2-A634-52797A54CD4F}" dt="2024-10-20T12:43:28.894" v="955"/>
          <ac:inkMkLst>
            <pc:docMk/>
            <pc:sldMk cId="433920140" sldId="259"/>
            <ac:inkMk id="25" creationId="{150DE808-3BFA-C460-073C-1937E9EA3D53}"/>
          </ac:inkMkLst>
        </pc:inkChg>
        <pc:inkChg chg="add mod">
          <ac:chgData name="Mahima Weerasinghe" userId="e11e3f55-42da-4e07-8ead-4d7a1d7ea1c6" providerId="ADAL" clId="{0087169D-3364-4DC2-A634-52797A54CD4F}" dt="2024-10-20T12:43:28.894" v="955"/>
          <ac:inkMkLst>
            <pc:docMk/>
            <pc:sldMk cId="433920140" sldId="259"/>
            <ac:inkMk id="26" creationId="{FC6C853B-F754-DFAF-7F00-9995A7711349}"/>
          </ac:inkMkLst>
        </pc:inkChg>
        <pc:inkChg chg="add mod">
          <ac:chgData name="Mahima Weerasinghe" userId="e11e3f55-42da-4e07-8ead-4d7a1d7ea1c6" providerId="ADAL" clId="{0087169D-3364-4DC2-A634-52797A54CD4F}" dt="2024-10-20T12:43:28.894" v="955"/>
          <ac:inkMkLst>
            <pc:docMk/>
            <pc:sldMk cId="433920140" sldId="259"/>
            <ac:inkMk id="27" creationId="{7DA0A0CB-D2D3-0382-FBCB-69D5284E65F3}"/>
          </ac:inkMkLst>
        </pc:inkChg>
        <pc:inkChg chg="add mod">
          <ac:chgData name="Mahima Weerasinghe" userId="e11e3f55-42da-4e07-8ead-4d7a1d7ea1c6" providerId="ADAL" clId="{0087169D-3364-4DC2-A634-52797A54CD4F}" dt="2024-10-20T12:43:28.894" v="955"/>
          <ac:inkMkLst>
            <pc:docMk/>
            <pc:sldMk cId="433920140" sldId="259"/>
            <ac:inkMk id="28" creationId="{0382C42E-9FD5-10B4-B72F-29D7D348A1BA}"/>
          </ac:inkMkLst>
        </pc:inkChg>
        <pc:inkChg chg="add mod">
          <ac:chgData name="Mahima Weerasinghe" userId="e11e3f55-42da-4e07-8ead-4d7a1d7ea1c6" providerId="ADAL" clId="{0087169D-3364-4DC2-A634-52797A54CD4F}" dt="2024-10-20T12:43:28.894" v="955"/>
          <ac:inkMkLst>
            <pc:docMk/>
            <pc:sldMk cId="433920140" sldId="259"/>
            <ac:inkMk id="29" creationId="{BB0369F0-FD3C-F1BD-3972-383DE6B2E99C}"/>
          </ac:inkMkLst>
        </pc:inkChg>
        <pc:inkChg chg="add mod">
          <ac:chgData name="Mahima Weerasinghe" userId="e11e3f55-42da-4e07-8ead-4d7a1d7ea1c6" providerId="ADAL" clId="{0087169D-3364-4DC2-A634-52797A54CD4F}" dt="2024-10-20T12:43:28.894" v="955"/>
          <ac:inkMkLst>
            <pc:docMk/>
            <pc:sldMk cId="433920140" sldId="259"/>
            <ac:inkMk id="30" creationId="{857E89D0-C338-8484-F9BD-800C93FF169A}"/>
          </ac:inkMkLst>
        </pc:inkChg>
        <pc:inkChg chg="add mod">
          <ac:chgData name="Mahima Weerasinghe" userId="e11e3f55-42da-4e07-8ead-4d7a1d7ea1c6" providerId="ADAL" clId="{0087169D-3364-4DC2-A634-52797A54CD4F}" dt="2024-10-20T12:43:36.141" v="966"/>
          <ac:inkMkLst>
            <pc:docMk/>
            <pc:sldMk cId="433920140" sldId="259"/>
            <ac:inkMk id="33" creationId="{7A63D0C8-5033-CA23-53DB-1A56FD412D0C}"/>
          </ac:inkMkLst>
        </pc:inkChg>
        <pc:inkChg chg="add mod">
          <ac:chgData name="Mahima Weerasinghe" userId="e11e3f55-42da-4e07-8ead-4d7a1d7ea1c6" providerId="ADAL" clId="{0087169D-3364-4DC2-A634-52797A54CD4F}" dt="2024-10-20T12:43:36.141" v="966"/>
          <ac:inkMkLst>
            <pc:docMk/>
            <pc:sldMk cId="433920140" sldId="259"/>
            <ac:inkMk id="34" creationId="{FD902126-EB34-ED56-3596-1A5224B10416}"/>
          </ac:inkMkLst>
        </pc:inkChg>
        <pc:inkChg chg="add mod">
          <ac:chgData name="Mahima Weerasinghe" userId="e11e3f55-42da-4e07-8ead-4d7a1d7ea1c6" providerId="ADAL" clId="{0087169D-3364-4DC2-A634-52797A54CD4F}" dt="2024-10-20T12:43:36.141" v="966"/>
          <ac:inkMkLst>
            <pc:docMk/>
            <pc:sldMk cId="433920140" sldId="259"/>
            <ac:inkMk id="35" creationId="{F1F9C5A9-126D-1A9E-28C1-5E4A9AB8FF25}"/>
          </ac:inkMkLst>
        </pc:inkChg>
        <pc:inkChg chg="add mod">
          <ac:chgData name="Mahima Weerasinghe" userId="e11e3f55-42da-4e07-8ead-4d7a1d7ea1c6" providerId="ADAL" clId="{0087169D-3364-4DC2-A634-52797A54CD4F}" dt="2024-10-20T12:43:36.141" v="966"/>
          <ac:inkMkLst>
            <pc:docMk/>
            <pc:sldMk cId="433920140" sldId="259"/>
            <ac:inkMk id="36" creationId="{22B0A825-39BA-DC10-A1C9-BB53F685A604}"/>
          </ac:inkMkLst>
        </pc:inkChg>
        <pc:inkChg chg="add mod">
          <ac:chgData name="Mahima Weerasinghe" userId="e11e3f55-42da-4e07-8ead-4d7a1d7ea1c6" providerId="ADAL" clId="{0087169D-3364-4DC2-A634-52797A54CD4F}" dt="2024-10-20T12:43:36.141" v="966"/>
          <ac:inkMkLst>
            <pc:docMk/>
            <pc:sldMk cId="433920140" sldId="259"/>
            <ac:inkMk id="37" creationId="{B681657C-1CAB-CBAD-1DE5-A33180219B9C}"/>
          </ac:inkMkLst>
        </pc:inkChg>
        <pc:inkChg chg="add mod">
          <ac:chgData name="Mahima Weerasinghe" userId="e11e3f55-42da-4e07-8ead-4d7a1d7ea1c6" providerId="ADAL" clId="{0087169D-3364-4DC2-A634-52797A54CD4F}" dt="2024-10-20T12:43:36.141" v="966"/>
          <ac:inkMkLst>
            <pc:docMk/>
            <pc:sldMk cId="433920140" sldId="259"/>
            <ac:inkMk id="38" creationId="{1477D0DA-3401-EDAF-8FF7-99C573481BC4}"/>
          </ac:inkMkLst>
        </pc:inkChg>
        <pc:inkChg chg="add mod">
          <ac:chgData name="Mahima Weerasinghe" userId="e11e3f55-42da-4e07-8ead-4d7a1d7ea1c6" providerId="ADAL" clId="{0087169D-3364-4DC2-A634-52797A54CD4F}" dt="2024-10-20T12:43:36.141" v="966"/>
          <ac:inkMkLst>
            <pc:docMk/>
            <pc:sldMk cId="433920140" sldId="259"/>
            <ac:inkMk id="39" creationId="{D9BE5B07-73E3-2599-C1F5-DEA16EF216CF}"/>
          </ac:inkMkLst>
        </pc:inkChg>
        <pc:inkChg chg="add mod">
          <ac:chgData name="Mahima Weerasinghe" userId="e11e3f55-42da-4e07-8ead-4d7a1d7ea1c6" providerId="ADAL" clId="{0087169D-3364-4DC2-A634-52797A54CD4F}" dt="2024-10-20T12:43:36.141" v="966"/>
          <ac:inkMkLst>
            <pc:docMk/>
            <pc:sldMk cId="433920140" sldId="259"/>
            <ac:inkMk id="40" creationId="{52527421-848D-CA14-B0E1-9F9A3DBCA7F8}"/>
          </ac:inkMkLst>
        </pc:inkChg>
        <pc:inkChg chg="add mod">
          <ac:chgData name="Mahima Weerasinghe" userId="e11e3f55-42da-4e07-8ead-4d7a1d7ea1c6" providerId="ADAL" clId="{0087169D-3364-4DC2-A634-52797A54CD4F}" dt="2024-10-20T12:43:36.141" v="966"/>
          <ac:inkMkLst>
            <pc:docMk/>
            <pc:sldMk cId="433920140" sldId="259"/>
            <ac:inkMk id="41" creationId="{7C6186F9-C730-B967-1AE7-B8558927AE15}"/>
          </ac:inkMkLst>
        </pc:inkChg>
        <pc:inkChg chg="add mod">
          <ac:chgData name="Mahima Weerasinghe" userId="e11e3f55-42da-4e07-8ead-4d7a1d7ea1c6" providerId="ADAL" clId="{0087169D-3364-4DC2-A634-52797A54CD4F}" dt="2024-10-20T12:43:36.141" v="966"/>
          <ac:inkMkLst>
            <pc:docMk/>
            <pc:sldMk cId="433920140" sldId="259"/>
            <ac:inkMk id="42" creationId="{B08B39AD-027F-C706-3B6B-BB84CC38F348}"/>
          </ac:inkMkLst>
        </pc:inkChg>
        <pc:inkChg chg="add mod">
          <ac:chgData name="Mahima Weerasinghe" userId="e11e3f55-42da-4e07-8ead-4d7a1d7ea1c6" providerId="ADAL" clId="{0087169D-3364-4DC2-A634-52797A54CD4F}" dt="2024-10-20T12:45:10.217" v="973"/>
          <ac:inkMkLst>
            <pc:docMk/>
            <pc:sldMk cId="433920140" sldId="259"/>
            <ac:inkMk id="44" creationId="{F3DB1929-DF3F-5D4D-FAC0-040923E9A67E}"/>
          </ac:inkMkLst>
        </pc:inkChg>
        <pc:inkChg chg="add mod">
          <ac:chgData name="Mahima Weerasinghe" userId="e11e3f55-42da-4e07-8ead-4d7a1d7ea1c6" providerId="ADAL" clId="{0087169D-3364-4DC2-A634-52797A54CD4F}" dt="2024-10-20T12:45:10.217" v="973"/>
          <ac:inkMkLst>
            <pc:docMk/>
            <pc:sldMk cId="433920140" sldId="259"/>
            <ac:inkMk id="45" creationId="{E1F5845F-B93F-E5DB-4497-A9462970DA71}"/>
          </ac:inkMkLst>
        </pc:inkChg>
        <pc:inkChg chg="add mod">
          <ac:chgData name="Mahima Weerasinghe" userId="e11e3f55-42da-4e07-8ead-4d7a1d7ea1c6" providerId="ADAL" clId="{0087169D-3364-4DC2-A634-52797A54CD4F}" dt="2024-10-20T12:45:10.217" v="973"/>
          <ac:inkMkLst>
            <pc:docMk/>
            <pc:sldMk cId="433920140" sldId="259"/>
            <ac:inkMk id="46" creationId="{9D1BC10B-70BB-84A9-53DB-4E5AD59EFF78}"/>
          </ac:inkMkLst>
        </pc:inkChg>
        <pc:inkChg chg="add mod">
          <ac:chgData name="Mahima Weerasinghe" userId="e11e3f55-42da-4e07-8ead-4d7a1d7ea1c6" providerId="ADAL" clId="{0087169D-3364-4DC2-A634-52797A54CD4F}" dt="2024-10-20T12:45:10.217" v="973"/>
          <ac:inkMkLst>
            <pc:docMk/>
            <pc:sldMk cId="433920140" sldId="259"/>
            <ac:inkMk id="47" creationId="{F3FF533D-DDFC-F896-1910-E6AD0C57808D}"/>
          </ac:inkMkLst>
        </pc:inkChg>
        <pc:inkChg chg="add mod">
          <ac:chgData name="Mahima Weerasinghe" userId="e11e3f55-42da-4e07-8ead-4d7a1d7ea1c6" providerId="ADAL" clId="{0087169D-3364-4DC2-A634-52797A54CD4F}" dt="2024-10-20T12:45:10.217" v="973"/>
          <ac:inkMkLst>
            <pc:docMk/>
            <pc:sldMk cId="433920140" sldId="259"/>
            <ac:inkMk id="48" creationId="{439DB5C7-33DC-FE54-41C2-B57C29D2CB8A}"/>
          </ac:inkMkLst>
        </pc:inkChg>
        <pc:inkChg chg="add">
          <ac:chgData name="Mahima Weerasinghe" userId="e11e3f55-42da-4e07-8ead-4d7a1d7ea1c6" providerId="ADAL" clId="{0087169D-3364-4DC2-A634-52797A54CD4F}" dt="2024-10-20T12:45:09.438" v="972" actId="9405"/>
          <ac:inkMkLst>
            <pc:docMk/>
            <pc:sldMk cId="433920140" sldId="259"/>
            <ac:inkMk id="49" creationId="{936E3CFB-DC22-ED48-A503-4A0ED87D1D21}"/>
          </ac:inkMkLst>
        </pc:inkChg>
        <pc:inkChg chg="add mod">
          <ac:chgData name="Mahima Weerasinghe" userId="e11e3f55-42da-4e07-8ead-4d7a1d7ea1c6" providerId="ADAL" clId="{0087169D-3364-4DC2-A634-52797A54CD4F}" dt="2024-10-20T12:45:17.164" v="984"/>
          <ac:inkMkLst>
            <pc:docMk/>
            <pc:sldMk cId="433920140" sldId="259"/>
            <ac:inkMk id="51" creationId="{316EC5DA-361B-8968-C37A-F5DC29E22FD0}"/>
          </ac:inkMkLst>
        </pc:inkChg>
        <pc:inkChg chg="add mod">
          <ac:chgData name="Mahima Weerasinghe" userId="e11e3f55-42da-4e07-8ead-4d7a1d7ea1c6" providerId="ADAL" clId="{0087169D-3364-4DC2-A634-52797A54CD4F}" dt="2024-10-20T12:45:17.164" v="984"/>
          <ac:inkMkLst>
            <pc:docMk/>
            <pc:sldMk cId="433920140" sldId="259"/>
            <ac:inkMk id="52" creationId="{B9CB8BC1-1B9E-98BA-1A6D-0EB1205EA8DA}"/>
          </ac:inkMkLst>
        </pc:inkChg>
        <pc:inkChg chg="add mod">
          <ac:chgData name="Mahima Weerasinghe" userId="e11e3f55-42da-4e07-8ead-4d7a1d7ea1c6" providerId="ADAL" clId="{0087169D-3364-4DC2-A634-52797A54CD4F}" dt="2024-10-20T12:45:17.164" v="984"/>
          <ac:inkMkLst>
            <pc:docMk/>
            <pc:sldMk cId="433920140" sldId="259"/>
            <ac:inkMk id="53" creationId="{1DE67859-E8F4-C24F-1CA5-A9648FA246E6}"/>
          </ac:inkMkLst>
        </pc:inkChg>
        <pc:inkChg chg="add mod">
          <ac:chgData name="Mahima Weerasinghe" userId="e11e3f55-42da-4e07-8ead-4d7a1d7ea1c6" providerId="ADAL" clId="{0087169D-3364-4DC2-A634-52797A54CD4F}" dt="2024-10-20T12:45:17.164" v="984"/>
          <ac:inkMkLst>
            <pc:docMk/>
            <pc:sldMk cId="433920140" sldId="259"/>
            <ac:inkMk id="54" creationId="{88DFF5F8-F2CB-C97F-4C5F-8E8ACA8A816F}"/>
          </ac:inkMkLst>
        </pc:inkChg>
        <pc:inkChg chg="add mod">
          <ac:chgData name="Mahima Weerasinghe" userId="e11e3f55-42da-4e07-8ead-4d7a1d7ea1c6" providerId="ADAL" clId="{0087169D-3364-4DC2-A634-52797A54CD4F}" dt="2024-10-20T12:45:17.164" v="984"/>
          <ac:inkMkLst>
            <pc:docMk/>
            <pc:sldMk cId="433920140" sldId="259"/>
            <ac:inkMk id="55" creationId="{77A80464-534E-F9EB-ECE2-589C25476911}"/>
          </ac:inkMkLst>
        </pc:inkChg>
        <pc:inkChg chg="add mod">
          <ac:chgData name="Mahima Weerasinghe" userId="e11e3f55-42da-4e07-8ead-4d7a1d7ea1c6" providerId="ADAL" clId="{0087169D-3364-4DC2-A634-52797A54CD4F}" dt="2024-10-20T12:45:17.164" v="984"/>
          <ac:inkMkLst>
            <pc:docMk/>
            <pc:sldMk cId="433920140" sldId="259"/>
            <ac:inkMk id="56" creationId="{D897297A-4F42-8719-340B-3207AED2A940}"/>
          </ac:inkMkLst>
        </pc:inkChg>
        <pc:inkChg chg="add mod">
          <ac:chgData name="Mahima Weerasinghe" userId="e11e3f55-42da-4e07-8ead-4d7a1d7ea1c6" providerId="ADAL" clId="{0087169D-3364-4DC2-A634-52797A54CD4F}" dt="2024-10-20T12:45:17.164" v="984"/>
          <ac:inkMkLst>
            <pc:docMk/>
            <pc:sldMk cId="433920140" sldId="259"/>
            <ac:inkMk id="57" creationId="{51C8D6BF-B38A-72F0-80D9-017D879A4A00}"/>
          </ac:inkMkLst>
        </pc:inkChg>
        <pc:inkChg chg="add mod">
          <ac:chgData name="Mahima Weerasinghe" userId="e11e3f55-42da-4e07-8ead-4d7a1d7ea1c6" providerId="ADAL" clId="{0087169D-3364-4DC2-A634-52797A54CD4F}" dt="2024-10-20T12:45:17.164" v="984"/>
          <ac:inkMkLst>
            <pc:docMk/>
            <pc:sldMk cId="433920140" sldId="259"/>
            <ac:inkMk id="59" creationId="{29500B6C-A7DE-7C20-DE59-8931251BF5E2}"/>
          </ac:inkMkLst>
        </pc:inkChg>
        <pc:inkChg chg="add">
          <ac:chgData name="Mahima Weerasinghe" userId="e11e3f55-42da-4e07-8ead-4d7a1d7ea1c6" providerId="ADAL" clId="{0087169D-3364-4DC2-A634-52797A54CD4F}" dt="2024-10-20T12:45:16.625" v="983" actId="9405"/>
          <ac:inkMkLst>
            <pc:docMk/>
            <pc:sldMk cId="433920140" sldId="259"/>
            <ac:inkMk id="60" creationId="{7383B8B5-C027-39FC-119B-E22D196A0C26}"/>
          </ac:inkMkLst>
        </pc:inkChg>
        <pc:inkChg chg="add mod">
          <ac:chgData name="Mahima Weerasinghe" userId="e11e3f55-42da-4e07-8ead-4d7a1d7ea1c6" providerId="ADAL" clId="{0087169D-3364-4DC2-A634-52797A54CD4F}" dt="2024-10-20T12:45:23.450" v="992"/>
          <ac:inkMkLst>
            <pc:docMk/>
            <pc:sldMk cId="433920140" sldId="259"/>
            <ac:inkMk id="62" creationId="{EAB12A02-E3DA-7030-0701-EC28AE37B04F}"/>
          </ac:inkMkLst>
        </pc:inkChg>
        <pc:inkChg chg="add mod">
          <ac:chgData name="Mahima Weerasinghe" userId="e11e3f55-42da-4e07-8ead-4d7a1d7ea1c6" providerId="ADAL" clId="{0087169D-3364-4DC2-A634-52797A54CD4F}" dt="2024-10-20T12:45:23.450" v="992"/>
          <ac:inkMkLst>
            <pc:docMk/>
            <pc:sldMk cId="433920140" sldId="259"/>
            <ac:inkMk id="63" creationId="{02BE30D3-7974-C81F-9B30-77FDCBC54996}"/>
          </ac:inkMkLst>
        </pc:inkChg>
        <pc:inkChg chg="add mod">
          <ac:chgData name="Mahima Weerasinghe" userId="e11e3f55-42da-4e07-8ead-4d7a1d7ea1c6" providerId="ADAL" clId="{0087169D-3364-4DC2-A634-52797A54CD4F}" dt="2024-10-20T12:45:23.450" v="992"/>
          <ac:inkMkLst>
            <pc:docMk/>
            <pc:sldMk cId="433920140" sldId="259"/>
            <ac:inkMk id="64" creationId="{1D38CF2D-F729-5E1C-A2E1-2A74EB34DAA4}"/>
          </ac:inkMkLst>
        </pc:inkChg>
        <pc:inkChg chg="add mod">
          <ac:chgData name="Mahima Weerasinghe" userId="e11e3f55-42da-4e07-8ead-4d7a1d7ea1c6" providerId="ADAL" clId="{0087169D-3364-4DC2-A634-52797A54CD4F}" dt="2024-10-20T12:45:23.450" v="992"/>
          <ac:inkMkLst>
            <pc:docMk/>
            <pc:sldMk cId="433920140" sldId="259"/>
            <ac:inkMk id="65" creationId="{78D0AE18-217B-1CC0-5ED4-58B3B2306D52}"/>
          </ac:inkMkLst>
        </pc:inkChg>
        <pc:inkChg chg="add mod">
          <ac:chgData name="Mahima Weerasinghe" userId="e11e3f55-42da-4e07-8ead-4d7a1d7ea1c6" providerId="ADAL" clId="{0087169D-3364-4DC2-A634-52797A54CD4F}" dt="2024-10-20T12:45:23.450" v="992"/>
          <ac:inkMkLst>
            <pc:docMk/>
            <pc:sldMk cId="433920140" sldId="259"/>
            <ac:inkMk id="66" creationId="{4BCC6340-2455-688E-0206-FB78DD204D90}"/>
          </ac:inkMkLst>
        </pc:inkChg>
        <pc:inkChg chg="add mod">
          <ac:chgData name="Mahima Weerasinghe" userId="e11e3f55-42da-4e07-8ead-4d7a1d7ea1c6" providerId="ADAL" clId="{0087169D-3364-4DC2-A634-52797A54CD4F}" dt="2024-10-20T12:45:23.450" v="992"/>
          <ac:inkMkLst>
            <pc:docMk/>
            <pc:sldMk cId="433920140" sldId="259"/>
            <ac:inkMk id="67" creationId="{7F834F7E-BB65-DC49-D788-DBC95A2BCCD4}"/>
          </ac:inkMkLst>
        </pc:inkChg>
        <pc:inkChg chg="add mod">
          <ac:chgData name="Mahima Weerasinghe" userId="e11e3f55-42da-4e07-8ead-4d7a1d7ea1c6" providerId="ADAL" clId="{0087169D-3364-4DC2-A634-52797A54CD4F}" dt="2024-10-20T12:45:23.450" v="992"/>
          <ac:inkMkLst>
            <pc:docMk/>
            <pc:sldMk cId="433920140" sldId="259"/>
            <ac:inkMk id="68" creationId="{E4DF7C0A-61C4-683C-7193-626432E8BCF9}"/>
          </ac:inkMkLst>
        </pc:inkChg>
        <pc:inkChg chg="add">
          <ac:chgData name="Mahima Weerasinghe" userId="e11e3f55-42da-4e07-8ead-4d7a1d7ea1c6" providerId="ADAL" clId="{0087169D-3364-4DC2-A634-52797A54CD4F}" dt="2024-10-20T12:45:39.404" v="993" actId="9405"/>
          <ac:inkMkLst>
            <pc:docMk/>
            <pc:sldMk cId="433920140" sldId="259"/>
            <ac:inkMk id="70" creationId="{C8F7077C-BDE7-7282-8A0D-4AB10B1CE63F}"/>
          </ac:inkMkLst>
        </pc:inkChg>
        <pc:inkChg chg="add mod">
          <ac:chgData name="Mahima Weerasinghe" userId="e11e3f55-42da-4e07-8ead-4d7a1d7ea1c6" providerId="ADAL" clId="{0087169D-3364-4DC2-A634-52797A54CD4F}" dt="2024-10-20T12:45:50.619" v="1006"/>
          <ac:inkMkLst>
            <pc:docMk/>
            <pc:sldMk cId="433920140" sldId="259"/>
            <ac:inkMk id="71" creationId="{69E95A5F-E54D-EC5E-0576-CB230B6788F2}"/>
          </ac:inkMkLst>
        </pc:inkChg>
        <pc:inkChg chg="add mod">
          <ac:chgData name="Mahima Weerasinghe" userId="e11e3f55-42da-4e07-8ead-4d7a1d7ea1c6" providerId="ADAL" clId="{0087169D-3364-4DC2-A634-52797A54CD4F}" dt="2024-10-20T12:45:50.619" v="1006"/>
          <ac:inkMkLst>
            <pc:docMk/>
            <pc:sldMk cId="433920140" sldId="259"/>
            <ac:inkMk id="72" creationId="{24DA424B-1F8C-6DE4-A480-BC4DBA2BCE28}"/>
          </ac:inkMkLst>
        </pc:inkChg>
        <pc:inkChg chg="add mod">
          <ac:chgData name="Mahima Weerasinghe" userId="e11e3f55-42da-4e07-8ead-4d7a1d7ea1c6" providerId="ADAL" clId="{0087169D-3364-4DC2-A634-52797A54CD4F}" dt="2024-10-20T12:45:50.619" v="1006"/>
          <ac:inkMkLst>
            <pc:docMk/>
            <pc:sldMk cId="433920140" sldId="259"/>
            <ac:inkMk id="73" creationId="{525FCC94-2202-D9D2-625E-2DA7FA674287}"/>
          </ac:inkMkLst>
        </pc:inkChg>
        <pc:inkChg chg="add mod">
          <ac:chgData name="Mahima Weerasinghe" userId="e11e3f55-42da-4e07-8ead-4d7a1d7ea1c6" providerId="ADAL" clId="{0087169D-3364-4DC2-A634-52797A54CD4F}" dt="2024-10-20T12:45:50.619" v="1006"/>
          <ac:inkMkLst>
            <pc:docMk/>
            <pc:sldMk cId="433920140" sldId="259"/>
            <ac:inkMk id="74" creationId="{00DC5D21-F028-7EF0-829B-43DA4C1FB33E}"/>
          </ac:inkMkLst>
        </pc:inkChg>
        <pc:inkChg chg="add mod">
          <ac:chgData name="Mahima Weerasinghe" userId="e11e3f55-42da-4e07-8ead-4d7a1d7ea1c6" providerId="ADAL" clId="{0087169D-3364-4DC2-A634-52797A54CD4F}" dt="2024-10-20T12:45:50.619" v="1006"/>
          <ac:inkMkLst>
            <pc:docMk/>
            <pc:sldMk cId="433920140" sldId="259"/>
            <ac:inkMk id="75" creationId="{EA80120B-ABE1-6370-8D34-B4DECA03872F}"/>
          </ac:inkMkLst>
        </pc:inkChg>
        <pc:inkChg chg="add mod">
          <ac:chgData name="Mahima Weerasinghe" userId="e11e3f55-42da-4e07-8ead-4d7a1d7ea1c6" providerId="ADAL" clId="{0087169D-3364-4DC2-A634-52797A54CD4F}" dt="2024-10-20T12:45:50.619" v="1006"/>
          <ac:inkMkLst>
            <pc:docMk/>
            <pc:sldMk cId="433920140" sldId="259"/>
            <ac:inkMk id="76" creationId="{CC6D7F6B-59FA-E8B3-729E-DA6AD41AE88A}"/>
          </ac:inkMkLst>
        </pc:inkChg>
        <pc:inkChg chg="add mod">
          <ac:chgData name="Mahima Weerasinghe" userId="e11e3f55-42da-4e07-8ead-4d7a1d7ea1c6" providerId="ADAL" clId="{0087169D-3364-4DC2-A634-52797A54CD4F}" dt="2024-10-20T12:45:50.619" v="1006"/>
          <ac:inkMkLst>
            <pc:docMk/>
            <pc:sldMk cId="433920140" sldId="259"/>
            <ac:inkMk id="77" creationId="{DC01E237-D2BF-D928-B0CD-53D776C014A7}"/>
          </ac:inkMkLst>
        </pc:inkChg>
        <pc:inkChg chg="add mod">
          <ac:chgData name="Mahima Weerasinghe" userId="e11e3f55-42da-4e07-8ead-4d7a1d7ea1c6" providerId="ADAL" clId="{0087169D-3364-4DC2-A634-52797A54CD4F}" dt="2024-10-20T12:45:50.619" v="1006"/>
          <ac:inkMkLst>
            <pc:docMk/>
            <pc:sldMk cId="433920140" sldId="259"/>
            <ac:inkMk id="78" creationId="{841AE353-76EA-54D6-ECFC-BC495CFA2AB4}"/>
          </ac:inkMkLst>
        </pc:inkChg>
        <pc:inkChg chg="add mod">
          <ac:chgData name="Mahima Weerasinghe" userId="e11e3f55-42da-4e07-8ead-4d7a1d7ea1c6" providerId="ADAL" clId="{0087169D-3364-4DC2-A634-52797A54CD4F}" dt="2024-10-20T12:45:50.619" v="1006"/>
          <ac:inkMkLst>
            <pc:docMk/>
            <pc:sldMk cId="433920140" sldId="259"/>
            <ac:inkMk id="79" creationId="{1685F138-2013-CE53-542F-95BDB3288CBF}"/>
          </ac:inkMkLst>
        </pc:inkChg>
        <pc:inkChg chg="add mod">
          <ac:chgData name="Mahima Weerasinghe" userId="e11e3f55-42da-4e07-8ead-4d7a1d7ea1c6" providerId="ADAL" clId="{0087169D-3364-4DC2-A634-52797A54CD4F}" dt="2024-10-20T12:45:50.619" v="1006"/>
          <ac:inkMkLst>
            <pc:docMk/>
            <pc:sldMk cId="433920140" sldId="259"/>
            <ac:inkMk id="80" creationId="{5FE37DEF-4438-BBBF-F573-DE9D80C0B159}"/>
          </ac:inkMkLst>
        </pc:inkChg>
        <pc:inkChg chg="add mod">
          <ac:chgData name="Mahima Weerasinghe" userId="e11e3f55-42da-4e07-8ead-4d7a1d7ea1c6" providerId="ADAL" clId="{0087169D-3364-4DC2-A634-52797A54CD4F}" dt="2024-10-20T12:45:50.619" v="1006"/>
          <ac:inkMkLst>
            <pc:docMk/>
            <pc:sldMk cId="433920140" sldId="259"/>
            <ac:inkMk id="81" creationId="{0648000C-72BD-AB1E-B6F1-5B734D97AD1A}"/>
          </ac:inkMkLst>
        </pc:inkChg>
        <pc:inkChg chg="add mod">
          <ac:chgData name="Mahima Weerasinghe" userId="e11e3f55-42da-4e07-8ead-4d7a1d7ea1c6" providerId="ADAL" clId="{0087169D-3364-4DC2-A634-52797A54CD4F}" dt="2024-10-20T12:45:50.619" v="1006"/>
          <ac:inkMkLst>
            <pc:docMk/>
            <pc:sldMk cId="433920140" sldId="259"/>
            <ac:inkMk id="82" creationId="{CDBA4DDD-4389-59E8-5A12-A86B11E270B2}"/>
          </ac:inkMkLst>
        </pc:inkChg>
        <pc:inkChg chg="add mod">
          <ac:chgData name="Mahima Weerasinghe" userId="e11e3f55-42da-4e07-8ead-4d7a1d7ea1c6" providerId="ADAL" clId="{0087169D-3364-4DC2-A634-52797A54CD4F}" dt="2024-10-20T12:46:11.139" v="1020"/>
          <ac:inkMkLst>
            <pc:docMk/>
            <pc:sldMk cId="433920140" sldId="259"/>
            <ac:inkMk id="84" creationId="{B3966220-64AB-F070-2814-066035808985}"/>
          </ac:inkMkLst>
        </pc:inkChg>
        <pc:inkChg chg="add mod">
          <ac:chgData name="Mahima Weerasinghe" userId="e11e3f55-42da-4e07-8ead-4d7a1d7ea1c6" providerId="ADAL" clId="{0087169D-3364-4DC2-A634-52797A54CD4F}" dt="2024-10-20T12:46:11.139" v="1020"/>
          <ac:inkMkLst>
            <pc:docMk/>
            <pc:sldMk cId="433920140" sldId="259"/>
            <ac:inkMk id="85" creationId="{3196EFD3-1D24-C325-B274-892898A7119B}"/>
          </ac:inkMkLst>
        </pc:inkChg>
        <pc:inkChg chg="add mod">
          <ac:chgData name="Mahima Weerasinghe" userId="e11e3f55-42da-4e07-8ead-4d7a1d7ea1c6" providerId="ADAL" clId="{0087169D-3364-4DC2-A634-52797A54CD4F}" dt="2024-10-20T12:46:11.139" v="1020"/>
          <ac:inkMkLst>
            <pc:docMk/>
            <pc:sldMk cId="433920140" sldId="259"/>
            <ac:inkMk id="86" creationId="{372EE525-0CCE-BDD5-9CB5-16147A796238}"/>
          </ac:inkMkLst>
        </pc:inkChg>
        <pc:inkChg chg="add mod">
          <ac:chgData name="Mahima Weerasinghe" userId="e11e3f55-42da-4e07-8ead-4d7a1d7ea1c6" providerId="ADAL" clId="{0087169D-3364-4DC2-A634-52797A54CD4F}" dt="2024-10-20T12:46:11.139" v="1020"/>
          <ac:inkMkLst>
            <pc:docMk/>
            <pc:sldMk cId="433920140" sldId="259"/>
            <ac:inkMk id="87" creationId="{13ACD777-C65F-854B-DA5F-392189202E28}"/>
          </ac:inkMkLst>
        </pc:inkChg>
        <pc:inkChg chg="add mod">
          <ac:chgData name="Mahima Weerasinghe" userId="e11e3f55-42da-4e07-8ead-4d7a1d7ea1c6" providerId="ADAL" clId="{0087169D-3364-4DC2-A634-52797A54CD4F}" dt="2024-10-20T12:46:11.139" v="1020"/>
          <ac:inkMkLst>
            <pc:docMk/>
            <pc:sldMk cId="433920140" sldId="259"/>
            <ac:inkMk id="88" creationId="{B6327653-3777-A857-1907-D4BA45EF5312}"/>
          </ac:inkMkLst>
        </pc:inkChg>
        <pc:inkChg chg="add mod">
          <ac:chgData name="Mahima Weerasinghe" userId="e11e3f55-42da-4e07-8ead-4d7a1d7ea1c6" providerId="ADAL" clId="{0087169D-3364-4DC2-A634-52797A54CD4F}" dt="2024-10-20T12:46:11.139" v="1020"/>
          <ac:inkMkLst>
            <pc:docMk/>
            <pc:sldMk cId="433920140" sldId="259"/>
            <ac:inkMk id="89" creationId="{D2794266-33A5-7838-632F-E9D1C5FA2A7D}"/>
          </ac:inkMkLst>
        </pc:inkChg>
        <pc:inkChg chg="add mod">
          <ac:chgData name="Mahima Weerasinghe" userId="e11e3f55-42da-4e07-8ead-4d7a1d7ea1c6" providerId="ADAL" clId="{0087169D-3364-4DC2-A634-52797A54CD4F}" dt="2024-10-20T12:46:11.139" v="1020"/>
          <ac:inkMkLst>
            <pc:docMk/>
            <pc:sldMk cId="433920140" sldId="259"/>
            <ac:inkMk id="90" creationId="{182029F8-FDA3-17AC-1C15-6522AB0B2B53}"/>
          </ac:inkMkLst>
        </pc:inkChg>
        <pc:inkChg chg="add mod">
          <ac:chgData name="Mahima Weerasinghe" userId="e11e3f55-42da-4e07-8ead-4d7a1d7ea1c6" providerId="ADAL" clId="{0087169D-3364-4DC2-A634-52797A54CD4F}" dt="2024-10-20T12:46:11.139" v="1020"/>
          <ac:inkMkLst>
            <pc:docMk/>
            <pc:sldMk cId="433920140" sldId="259"/>
            <ac:inkMk id="91" creationId="{FBA95AAB-88D9-902F-5D5E-FB25256B438E}"/>
          </ac:inkMkLst>
        </pc:inkChg>
        <pc:inkChg chg="add mod">
          <ac:chgData name="Mahima Weerasinghe" userId="e11e3f55-42da-4e07-8ead-4d7a1d7ea1c6" providerId="ADAL" clId="{0087169D-3364-4DC2-A634-52797A54CD4F}" dt="2024-10-20T12:46:11.139" v="1020"/>
          <ac:inkMkLst>
            <pc:docMk/>
            <pc:sldMk cId="433920140" sldId="259"/>
            <ac:inkMk id="92" creationId="{9132E846-8DE6-4A02-270A-CE1C434E4DAC}"/>
          </ac:inkMkLst>
        </pc:inkChg>
        <pc:inkChg chg="add mod">
          <ac:chgData name="Mahima Weerasinghe" userId="e11e3f55-42da-4e07-8ead-4d7a1d7ea1c6" providerId="ADAL" clId="{0087169D-3364-4DC2-A634-52797A54CD4F}" dt="2024-10-20T12:46:11.139" v="1020"/>
          <ac:inkMkLst>
            <pc:docMk/>
            <pc:sldMk cId="433920140" sldId="259"/>
            <ac:inkMk id="93" creationId="{CD3C7500-AC1B-9D16-546F-2CDE41BC3DF6}"/>
          </ac:inkMkLst>
        </pc:inkChg>
        <pc:inkChg chg="add mod">
          <ac:chgData name="Mahima Weerasinghe" userId="e11e3f55-42da-4e07-8ead-4d7a1d7ea1c6" providerId="ADAL" clId="{0087169D-3364-4DC2-A634-52797A54CD4F}" dt="2024-10-20T12:46:11.139" v="1020"/>
          <ac:inkMkLst>
            <pc:docMk/>
            <pc:sldMk cId="433920140" sldId="259"/>
            <ac:inkMk id="94" creationId="{01F44CD8-1054-BD61-48E9-29BBDD81A57B}"/>
          </ac:inkMkLst>
        </pc:inkChg>
        <pc:inkChg chg="add mod">
          <ac:chgData name="Mahima Weerasinghe" userId="e11e3f55-42da-4e07-8ead-4d7a1d7ea1c6" providerId="ADAL" clId="{0087169D-3364-4DC2-A634-52797A54CD4F}" dt="2024-10-20T12:46:11.139" v="1020"/>
          <ac:inkMkLst>
            <pc:docMk/>
            <pc:sldMk cId="433920140" sldId="259"/>
            <ac:inkMk id="96" creationId="{618AEA85-2C2D-CD69-9B90-E00574ECC9E9}"/>
          </ac:inkMkLst>
        </pc:inkChg>
        <pc:inkChg chg="add mod">
          <ac:chgData name="Mahima Weerasinghe" userId="e11e3f55-42da-4e07-8ead-4d7a1d7ea1c6" providerId="ADAL" clId="{0087169D-3364-4DC2-A634-52797A54CD4F}" dt="2024-10-20T12:46:16.475" v="1025"/>
          <ac:inkMkLst>
            <pc:docMk/>
            <pc:sldMk cId="433920140" sldId="259"/>
            <ac:inkMk id="98" creationId="{AE48F3A5-D3AB-1968-E166-7478D3DC2D02}"/>
          </ac:inkMkLst>
        </pc:inkChg>
        <pc:inkChg chg="add mod">
          <ac:chgData name="Mahima Weerasinghe" userId="e11e3f55-42da-4e07-8ead-4d7a1d7ea1c6" providerId="ADAL" clId="{0087169D-3364-4DC2-A634-52797A54CD4F}" dt="2024-10-20T12:46:16.475" v="1025"/>
          <ac:inkMkLst>
            <pc:docMk/>
            <pc:sldMk cId="433920140" sldId="259"/>
            <ac:inkMk id="99" creationId="{8B0B3313-6AEC-02C7-8844-9D4C33FCDFD7}"/>
          </ac:inkMkLst>
        </pc:inkChg>
        <pc:inkChg chg="add mod">
          <ac:chgData name="Mahima Weerasinghe" userId="e11e3f55-42da-4e07-8ead-4d7a1d7ea1c6" providerId="ADAL" clId="{0087169D-3364-4DC2-A634-52797A54CD4F}" dt="2024-10-20T12:46:16.475" v="1025"/>
          <ac:inkMkLst>
            <pc:docMk/>
            <pc:sldMk cId="433920140" sldId="259"/>
            <ac:inkMk id="100" creationId="{4225C063-4ACE-4AC5-BC78-AF3C1CEAD042}"/>
          </ac:inkMkLst>
        </pc:inkChg>
        <pc:inkChg chg="add mod">
          <ac:chgData name="Mahima Weerasinghe" userId="e11e3f55-42da-4e07-8ead-4d7a1d7ea1c6" providerId="ADAL" clId="{0087169D-3364-4DC2-A634-52797A54CD4F}" dt="2024-10-20T12:46:16.475" v="1025"/>
          <ac:inkMkLst>
            <pc:docMk/>
            <pc:sldMk cId="433920140" sldId="259"/>
            <ac:inkMk id="101" creationId="{4D1BE28C-13C9-1A72-3198-AADA5F8FE4F4}"/>
          </ac:inkMkLst>
        </pc:inkChg>
        <pc:inkChg chg="add mod">
          <ac:chgData name="Mahima Weerasinghe" userId="e11e3f55-42da-4e07-8ead-4d7a1d7ea1c6" providerId="ADAL" clId="{0087169D-3364-4DC2-A634-52797A54CD4F}" dt="2024-10-20T12:46:18.932" v="1029"/>
          <ac:inkMkLst>
            <pc:docMk/>
            <pc:sldMk cId="433920140" sldId="259"/>
            <ac:inkMk id="103" creationId="{BF827EB7-F502-59FC-2F79-BF33C5CFFD00}"/>
          </ac:inkMkLst>
        </pc:inkChg>
        <pc:inkChg chg="add mod">
          <ac:chgData name="Mahima Weerasinghe" userId="e11e3f55-42da-4e07-8ead-4d7a1d7ea1c6" providerId="ADAL" clId="{0087169D-3364-4DC2-A634-52797A54CD4F}" dt="2024-10-20T12:46:18.932" v="1029"/>
          <ac:inkMkLst>
            <pc:docMk/>
            <pc:sldMk cId="433920140" sldId="259"/>
            <ac:inkMk id="104" creationId="{882679CA-3870-168D-DBB8-5F332CAE61B2}"/>
          </ac:inkMkLst>
        </pc:inkChg>
        <pc:inkChg chg="add mod">
          <ac:chgData name="Mahima Weerasinghe" userId="e11e3f55-42da-4e07-8ead-4d7a1d7ea1c6" providerId="ADAL" clId="{0087169D-3364-4DC2-A634-52797A54CD4F}" dt="2024-10-20T12:46:18.932" v="1029"/>
          <ac:inkMkLst>
            <pc:docMk/>
            <pc:sldMk cId="433920140" sldId="259"/>
            <ac:inkMk id="105" creationId="{32BE804D-F3D9-EE07-3483-4B689A9BE3C5}"/>
          </ac:inkMkLst>
        </pc:inkChg>
        <pc:inkChg chg="add mod">
          <ac:chgData name="Mahima Weerasinghe" userId="e11e3f55-42da-4e07-8ead-4d7a1d7ea1c6" providerId="ADAL" clId="{0087169D-3364-4DC2-A634-52797A54CD4F}" dt="2024-10-20T12:46:25.843" v="1038"/>
          <ac:inkMkLst>
            <pc:docMk/>
            <pc:sldMk cId="433920140" sldId="259"/>
            <ac:inkMk id="107" creationId="{EEF2D028-F375-E6EA-2F69-3BC1A925613C}"/>
          </ac:inkMkLst>
        </pc:inkChg>
        <pc:inkChg chg="add mod">
          <ac:chgData name="Mahima Weerasinghe" userId="e11e3f55-42da-4e07-8ead-4d7a1d7ea1c6" providerId="ADAL" clId="{0087169D-3364-4DC2-A634-52797A54CD4F}" dt="2024-10-20T12:46:25.843" v="1038"/>
          <ac:inkMkLst>
            <pc:docMk/>
            <pc:sldMk cId="433920140" sldId="259"/>
            <ac:inkMk id="108" creationId="{1F10C28E-42AE-69D2-C8B6-C58349338E60}"/>
          </ac:inkMkLst>
        </pc:inkChg>
        <pc:inkChg chg="add mod">
          <ac:chgData name="Mahima Weerasinghe" userId="e11e3f55-42da-4e07-8ead-4d7a1d7ea1c6" providerId="ADAL" clId="{0087169D-3364-4DC2-A634-52797A54CD4F}" dt="2024-10-20T12:46:25.843" v="1038"/>
          <ac:inkMkLst>
            <pc:docMk/>
            <pc:sldMk cId="433920140" sldId="259"/>
            <ac:inkMk id="109" creationId="{132421C1-B76E-B9FA-F685-EF5F0A7EEC75}"/>
          </ac:inkMkLst>
        </pc:inkChg>
        <pc:inkChg chg="add mod">
          <ac:chgData name="Mahima Weerasinghe" userId="e11e3f55-42da-4e07-8ead-4d7a1d7ea1c6" providerId="ADAL" clId="{0087169D-3364-4DC2-A634-52797A54CD4F}" dt="2024-10-20T12:46:25.843" v="1038"/>
          <ac:inkMkLst>
            <pc:docMk/>
            <pc:sldMk cId="433920140" sldId="259"/>
            <ac:inkMk id="110" creationId="{313ACBAD-A10C-AB15-630E-1B0168B134E1}"/>
          </ac:inkMkLst>
        </pc:inkChg>
        <pc:inkChg chg="add mod">
          <ac:chgData name="Mahima Weerasinghe" userId="e11e3f55-42da-4e07-8ead-4d7a1d7ea1c6" providerId="ADAL" clId="{0087169D-3364-4DC2-A634-52797A54CD4F}" dt="2024-10-20T12:46:25.843" v="1038"/>
          <ac:inkMkLst>
            <pc:docMk/>
            <pc:sldMk cId="433920140" sldId="259"/>
            <ac:inkMk id="111" creationId="{C4C63F3D-0616-DAEF-D68F-FA0E998DC383}"/>
          </ac:inkMkLst>
        </pc:inkChg>
        <pc:inkChg chg="add mod">
          <ac:chgData name="Mahima Weerasinghe" userId="e11e3f55-42da-4e07-8ead-4d7a1d7ea1c6" providerId="ADAL" clId="{0087169D-3364-4DC2-A634-52797A54CD4F}" dt="2024-10-20T12:46:25.843" v="1038"/>
          <ac:inkMkLst>
            <pc:docMk/>
            <pc:sldMk cId="433920140" sldId="259"/>
            <ac:inkMk id="112" creationId="{B53AFF31-5D5B-26C6-E969-3AC8CD45D50D}"/>
          </ac:inkMkLst>
        </pc:inkChg>
        <pc:inkChg chg="add mod">
          <ac:chgData name="Mahima Weerasinghe" userId="e11e3f55-42da-4e07-8ead-4d7a1d7ea1c6" providerId="ADAL" clId="{0087169D-3364-4DC2-A634-52797A54CD4F}" dt="2024-10-20T12:46:25.843" v="1038"/>
          <ac:inkMkLst>
            <pc:docMk/>
            <pc:sldMk cId="433920140" sldId="259"/>
            <ac:inkMk id="113" creationId="{72C5CE24-C433-B55B-519E-562EB1F8A49F}"/>
          </ac:inkMkLst>
        </pc:inkChg>
        <pc:inkChg chg="add mod">
          <ac:chgData name="Mahima Weerasinghe" userId="e11e3f55-42da-4e07-8ead-4d7a1d7ea1c6" providerId="ADAL" clId="{0087169D-3364-4DC2-A634-52797A54CD4F}" dt="2024-10-20T12:46:25.843" v="1038"/>
          <ac:inkMkLst>
            <pc:docMk/>
            <pc:sldMk cId="433920140" sldId="259"/>
            <ac:inkMk id="114" creationId="{AC325C4E-F890-5858-4641-8F40ABE7832C}"/>
          </ac:inkMkLst>
        </pc:inkChg>
        <pc:inkChg chg="add mod">
          <ac:chgData name="Mahima Weerasinghe" userId="e11e3f55-42da-4e07-8ead-4d7a1d7ea1c6" providerId="ADAL" clId="{0087169D-3364-4DC2-A634-52797A54CD4F}" dt="2024-10-20T12:46:49.025" v="1046"/>
          <ac:inkMkLst>
            <pc:docMk/>
            <pc:sldMk cId="433920140" sldId="259"/>
            <ac:inkMk id="116" creationId="{6EEE6D9F-32C4-18FE-9E3E-F325E1BEEB7C}"/>
          </ac:inkMkLst>
        </pc:inkChg>
        <pc:inkChg chg="add mod">
          <ac:chgData name="Mahima Weerasinghe" userId="e11e3f55-42da-4e07-8ead-4d7a1d7ea1c6" providerId="ADAL" clId="{0087169D-3364-4DC2-A634-52797A54CD4F}" dt="2024-10-20T12:46:49.025" v="1046"/>
          <ac:inkMkLst>
            <pc:docMk/>
            <pc:sldMk cId="433920140" sldId="259"/>
            <ac:inkMk id="117" creationId="{1835C9A8-0A24-EBE1-BBCF-7522D367844A}"/>
          </ac:inkMkLst>
        </pc:inkChg>
        <pc:inkChg chg="add mod">
          <ac:chgData name="Mahima Weerasinghe" userId="e11e3f55-42da-4e07-8ead-4d7a1d7ea1c6" providerId="ADAL" clId="{0087169D-3364-4DC2-A634-52797A54CD4F}" dt="2024-10-20T12:46:49.025" v="1046"/>
          <ac:inkMkLst>
            <pc:docMk/>
            <pc:sldMk cId="433920140" sldId="259"/>
            <ac:inkMk id="118" creationId="{618F986A-C97E-1418-A3F9-E3376B7EC1C5}"/>
          </ac:inkMkLst>
        </pc:inkChg>
        <pc:inkChg chg="add mod">
          <ac:chgData name="Mahima Weerasinghe" userId="e11e3f55-42da-4e07-8ead-4d7a1d7ea1c6" providerId="ADAL" clId="{0087169D-3364-4DC2-A634-52797A54CD4F}" dt="2024-10-20T12:46:49.025" v="1046"/>
          <ac:inkMkLst>
            <pc:docMk/>
            <pc:sldMk cId="433920140" sldId="259"/>
            <ac:inkMk id="119" creationId="{4FF92241-5544-8817-1728-B31D7EC09A05}"/>
          </ac:inkMkLst>
        </pc:inkChg>
        <pc:inkChg chg="add mod">
          <ac:chgData name="Mahima Weerasinghe" userId="e11e3f55-42da-4e07-8ead-4d7a1d7ea1c6" providerId="ADAL" clId="{0087169D-3364-4DC2-A634-52797A54CD4F}" dt="2024-10-20T12:46:49.025" v="1046"/>
          <ac:inkMkLst>
            <pc:docMk/>
            <pc:sldMk cId="433920140" sldId="259"/>
            <ac:inkMk id="120" creationId="{6EDF98B9-7112-5A72-23FB-826A4251994B}"/>
          </ac:inkMkLst>
        </pc:inkChg>
        <pc:inkChg chg="add mod">
          <ac:chgData name="Mahima Weerasinghe" userId="e11e3f55-42da-4e07-8ead-4d7a1d7ea1c6" providerId="ADAL" clId="{0087169D-3364-4DC2-A634-52797A54CD4F}" dt="2024-10-20T12:46:49.025" v="1046"/>
          <ac:inkMkLst>
            <pc:docMk/>
            <pc:sldMk cId="433920140" sldId="259"/>
            <ac:inkMk id="121" creationId="{2C742317-8EB1-25FE-E0D7-FE92834721A8}"/>
          </ac:inkMkLst>
        </pc:inkChg>
        <pc:inkChg chg="add">
          <ac:chgData name="Mahima Weerasinghe" userId="e11e3f55-42da-4e07-8ead-4d7a1d7ea1c6" providerId="ADAL" clId="{0087169D-3364-4DC2-A634-52797A54CD4F}" dt="2024-10-20T12:46:48.496" v="1045" actId="9405"/>
          <ac:inkMkLst>
            <pc:docMk/>
            <pc:sldMk cId="433920140" sldId="259"/>
            <ac:inkMk id="122" creationId="{AEF0D319-6B3A-1405-CD12-FFAA2B790888}"/>
          </ac:inkMkLst>
        </pc:inkChg>
        <pc:inkChg chg="add">
          <ac:chgData name="Mahima Weerasinghe" userId="e11e3f55-42da-4e07-8ead-4d7a1d7ea1c6" providerId="ADAL" clId="{0087169D-3364-4DC2-A634-52797A54CD4F}" dt="2024-10-20T12:46:50.201" v="1047" actId="9405"/>
          <ac:inkMkLst>
            <pc:docMk/>
            <pc:sldMk cId="433920140" sldId="259"/>
            <ac:inkMk id="124" creationId="{B6E80D00-8F13-9E01-A538-FE3D80E9B8B5}"/>
          </ac:inkMkLst>
        </pc:inkChg>
        <pc:inkChg chg="add mod">
          <ac:chgData name="Mahima Weerasinghe" userId="e11e3f55-42da-4e07-8ead-4d7a1d7ea1c6" providerId="ADAL" clId="{0087169D-3364-4DC2-A634-52797A54CD4F}" dt="2024-10-20T12:47:06.672" v="1060"/>
          <ac:inkMkLst>
            <pc:docMk/>
            <pc:sldMk cId="433920140" sldId="259"/>
            <ac:inkMk id="125" creationId="{A51A175C-4BF6-0EC6-1DE9-9230314E9903}"/>
          </ac:inkMkLst>
        </pc:inkChg>
        <pc:inkChg chg="add mod">
          <ac:chgData name="Mahima Weerasinghe" userId="e11e3f55-42da-4e07-8ead-4d7a1d7ea1c6" providerId="ADAL" clId="{0087169D-3364-4DC2-A634-52797A54CD4F}" dt="2024-10-20T12:47:06.672" v="1060"/>
          <ac:inkMkLst>
            <pc:docMk/>
            <pc:sldMk cId="433920140" sldId="259"/>
            <ac:inkMk id="126" creationId="{E014494A-8333-8D7D-8550-CD5910E1BE5C}"/>
          </ac:inkMkLst>
        </pc:inkChg>
        <pc:inkChg chg="add mod">
          <ac:chgData name="Mahima Weerasinghe" userId="e11e3f55-42da-4e07-8ead-4d7a1d7ea1c6" providerId="ADAL" clId="{0087169D-3364-4DC2-A634-52797A54CD4F}" dt="2024-10-20T12:47:06.672" v="1060"/>
          <ac:inkMkLst>
            <pc:docMk/>
            <pc:sldMk cId="433920140" sldId="259"/>
            <ac:inkMk id="127" creationId="{9C4E72FC-0375-8A92-B8F3-D9FBF484618B}"/>
          </ac:inkMkLst>
        </pc:inkChg>
        <pc:inkChg chg="add mod">
          <ac:chgData name="Mahima Weerasinghe" userId="e11e3f55-42da-4e07-8ead-4d7a1d7ea1c6" providerId="ADAL" clId="{0087169D-3364-4DC2-A634-52797A54CD4F}" dt="2024-10-20T12:47:06.672" v="1060"/>
          <ac:inkMkLst>
            <pc:docMk/>
            <pc:sldMk cId="433920140" sldId="259"/>
            <ac:inkMk id="128" creationId="{D0796BE2-C965-8CB5-AC84-31EAB71A7FBD}"/>
          </ac:inkMkLst>
        </pc:inkChg>
        <pc:inkChg chg="add mod">
          <ac:chgData name="Mahima Weerasinghe" userId="e11e3f55-42da-4e07-8ead-4d7a1d7ea1c6" providerId="ADAL" clId="{0087169D-3364-4DC2-A634-52797A54CD4F}" dt="2024-10-20T12:47:06.672" v="1060"/>
          <ac:inkMkLst>
            <pc:docMk/>
            <pc:sldMk cId="433920140" sldId="259"/>
            <ac:inkMk id="129" creationId="{B0020B3C-4788-5FF1-FF2F-71CCA154C719}"/>
          </ac:inkMkLst>
        </pc:inkChg>
        <pc:inkChg chg="add mod">
          <ac:chgData name="Mahima Weerasinghe" userId="e11e3f55-42da-4e07-8ead-4d7a1d7ea1c6" providerId="ADAL" clId="{0087169D-3364-4DC2-A634-52797A54CD4F}" dt="2024-10-20T12:47:06.672" v="1060"/>
          <ac:inkMkLst>
            <pc:docMk/>
            <pc:sldMk cId="433920140" sldId="259"/>
            <ac:inkMk id="130" creationId="{40506573-9E3D-3878-09FA-1ED6F5DFDC1A}"/>
          </ac:inkMkLst>
        </pc:inkChg>
        <pc:inkChg chg="add mod">
          <ac:chgData name="Mahima Weerasinghe" userId="e11e3f55-42da-4e07-8ead-4d7a1d7ea1c6" providerId="ADAL" clId="{0087169D-3364-4DC2-A634-52797A54CD4F}" dt="2024-10-20T12:47:06.672" v="1060"/>
          <ac:inkMkLst>
            <pc:docMk/>
            <pc:sldMk cId="433920140" sldId="259"/>
            <ac:inkMk id="131" creationId="{C8030BBD-ABC6-7225-0317-F7F9C4BD7F4B}"/>
          </ac:inkMkLst>
        </pc:inkChg>
        <pc:inkChg chg="add mod">
          <ac:chgData name="Mahima Weerasinghe" userId="e11e3f55-42da-4e07-8ead-4d7a1d7ea1c6" providerId="ADAL" clId="{0087169D-3364-4DC2-A634-52797A54CD4F}" dt="2024-10-20T12:47:06.672" v="1060"/>
          <ac:inkMkLst>
            <pc:docMk/>
            <pc:sldMk cId="433920140" sldId="259"/>
            <ac:inkMk id="132" creationId="{99177B7F-976C-D8A1-04BA-E8424C660C82}"/>
          </ac:inkMkLst>
        </pc:inkChg>
        <pc:inkChg chg="add mod">
          <ac:chgData name="Mahima Weerasinghe" userId="e11e3f55-42da-4e07-8ead-4d7a1d7ea1c6" providerId="ADAL" clId="{0087169D-3364-4DC2-A634-52797A54CD4F}" dt="2024-10-20T12:47:06.672" v="1060"/>
          <ac:inkMkLst>
            <pc:docMk/>
            <pc:sldMk cId="433920140" sldId="259"/>
            <ac:inkMk id="133" creationId="{99738A68-67FD-4667-4661-4B47A57F9233}"/>
          </ac:inkMkLst>
        </pc:inkChg>
        <pc:inkChg chg="add mod">
          <ac:chgData name="Mahima Weerasinghe" userId="e11e3f55-42da-4e07-8ead-4d7a1d7ea1c6" providerId="ADAL" clId="{0087169D-3364-4DC2-A634-52797A54CD4F}" dt="2024-10-20T12:47:06.672" v="1060"/>
          <ac:inkMkLst>
            <pc:docMk/>
            <pc:sldMk cId="433920140" sldId="259"/>
            <ac:inkMk id="135" creationId="{EEC28775-4F5A-F5E9-44D7-F331139025A9}"/>
          </ac:inkMkLst>
        </pc:inkChg>
        <pc:inkChg chg="add">
          <ac:chgData name="Mahima Weerasinghe" userId="e11e3f55-42da-4e07-8ead-4d7a1d7ea1c6" providerId="ADAL" clId="{0087169D-3364-4DC2-A634-52797A54CD4F}" dt="2024-10-20T12:47:06.069" v="1059" actId="9405"/>
          <ac:inkMkLst>
            <pc:docMk/>
            <pc:sldMk cId="433920140" sldId="259"/>
            <ac:inkMk id="136" creationId="{EC8F98BB-5E0E-D01B-8D5F-0E5534816553}"/>
          </ac:inkMkLst>
        </pc:inkChg>
        <pc:inkChg chg="add mod">
          <ac:chgData name="Mahima Weerasinghe" userId="e11e3f55-42da-4e07-8ead-4d7a1d7ea1c6" providerId="ADAL" clId="{0087169D-3364-4DC2-A634-52797A54CD4F}" dt="2024-10-20T12:47:12.748" v="1066"/>
          <ac:inkMkLst>
            <pc:docMk/>
            <pc:sldMk cId="433920140" sldId="259"/>
            <ac:inkMk id="138" creationId="{07548A24-0509-E00C-1323-78F8E3AA3065}"/>
          </ac:inkMkLst>
        </pc:inkChg>
        <pc:inkChg chg="add mod">
          <ac:chgData name="Mahima Weerasinghe" userId="e11e3f55-42da-4e07-8ead-4d7a1d7ea1c6" providerId="ADAL" clId="{0087169D-3364-4DC2-A634-52797A54CD4F}" dt="2024-10-20T12:47:12.748" v="1066"/>
          <ac:inkMkLst>
            <pc:docMk/>
            <pc:sldMk cId="433920140" sldId="259"/>
            <ac:inkMk id="139" creationId="{A6C1F47A-818C-0729-63D8-6C6F37D89D0A}"/>
          </ac:inkMkLst>
        </pc:inkChg>
        <pc:inkChg chg="add mod">
          <ac:chgData name="Mahima Weerasinghe" userId="e11e3f55-42da-4e07-8ead-4d7a1d7ea1c6" providerId="ADAL" clId="{0087169D-3364-4DC2-A634-52797A54CD4F}" dt="2024-10-20T12:47:12.748" v="1066"/>
          <ac:inkMkLst>
            <pc:docMk/>
            <pc:sldMk cId="433920140" sldId="259"/>
            <ac:inkMk id="140" creationId="{7A63A372-E8C4-0317-F0BC-BC8C6E9CC325}"/>
          </ac:inkMkLst>
        </pc:inkChg>
        <pc:inkChg chg="add mod">
          <ac:chgData name="Mahima Weerasinghe" userId="e11e3f55-42da-4e07-8ead-4d7a1d7ea1c6" providerId="ADAL" clId="{0087169D-3364-4DC2-A634-52797A54CD4F}" dt="2024-10-20T12:47:12.748" v="1066"/>
          <ac:inkMkLst>
            <pc:docMk/>
            <pc:sldMk cId="433920140" sldId="259"/>
            <ac:inkMk id="141" creationId="{EF8EB7EF-A689-4E11-E069-405F4EF68BD2}"/>
          </ac:inkMkLst>
        </pc:inkChg>
        <pc:inkChg chg="add mod">
          <ac:chgData name="Mahima Weerasinghe" userId="e11e3f55-42da-4e07-8ead-4d7a1d7ea1c6" providerId="ADAL" clId="{0087169D-3364-4DC2-A634-52797A54CD4F}" dt="2024-10-20T12:47:12.748" v="1066"/>
          <ac:inkMkLst>
            <pc:docMk/>
            <pc:sldMk cId="433920140" sldId="259"/>
            <ac:inkMk id="142" creationId="{CBC1B27B-6244-4EDB-01C5-01664A1F64F0}"/>
          </ac:inkMkLst>
        </pc:inkChg>
        <pc:inkChg chg="add">
          <ac:chgData name="Mahima Weerasinghe" userId="e11e3f55-42da-4e07-8ead-4d7a1d7ea1c6" providerId="ADAL" clId="{0087169D-3364-4DC2-A634-52797A54CD4F}" dt="2024-10-20T12:49:20.242" v="1067" actId="9405"/>
          <ac:inkMkLst>
            <pc:docMk/>
            <pc:sldMk cId="433920140" sldId="259"/>
            <ac:inkMk id="144" creationId="{27AFD38D-2B6E-9365-C3B5-F99463582801}"/>
          </ac:inkMkLst>
        </pc:inkChg>
      </pc:sldChg>
      <pc:sldChg chg="del">
        <pc:chgData name="Mahima Weerasinghe" userId="e11e3f55-42da-4e07-8ead-4d7a1d7ea1c6" providerId="ADAL" clId="{0087169D-3364-4DC2-A634-52797A54CD4F}" dt="2024-10-20T10:08:57.361" v="0" actId="47"/>
        <pc:sldMkLst>
          <pc:docMk/>
          <pc:sldMk cId="2270794384" sldId="356"/>
        </pc:sldMkLst>
      </pc:sldChg>
      <pc:sldChg chg="del">
        <pc:chgData name="Mahima Weerasinghe" userId="e11e3f55-42da-4e07-8ead-4d7a1d7ea1c6" providerId="ADAL" clId="{0087169D-3364-4DC2-A634-52797A54CD4F}" dt="2024-10-20T10:09:00.616" v="3" actId="47"/>
        <pc:sldMkLst>
          <pc:docMk/>
          <pc:sldMk cId="4166615261" sldId="388"/>
        </pc:sldMkLst>
      </pc:sldChg>
      <pc:sldChg chg="del">
        <pc:chgData name="Mahima Weerasinghe" userId="e11e3f55-42da-4e07-8ead-4d7a1d7ea1c6" providerId="ADAL" clId="{0087169D-3364-4DC2-A634-52797A54CD4F}" dt="2024-10-20T10:09:02.828" v="6" actId="47"/>
        <pc:sldMkLst>
          <pc:docMk/>
          <pc:sldMk cId="1547844152" sldId="389"/>
        </pc:sldMkLst>
      </pc:sldChg>
      <pc:sldChg chg="del">
        <pc:chgData name="Mahima Weerasinghe" userId="e11e3f55-42da-4e07-8ead-4d7a1d7ea1c6" providerId="ADAL" clId="{0087169D-3364-4DC2-A634-52797A54CD4F}" dt="2024-10-20T10:08:59.272" v="2" actId="47"/>
        <pc:sldMkLst>
          <pc:docMk/>
          <pc:sldMk cId="483726689" sldId="391"/>
        </pc:sldMkLst>
      </pc:sldChg>
      <pc:sldChg chg="del">
        <pc:chgData name="Mahima Weerasinghe" userId="e11e3f55-42da-4e07-8ead-4d7a1d7ea1c6" providerId="ADAL" clId="{0087169D-3364-4DC2-A634-52797A54CD4F}" dt="2024-10-20T10:09:01.213" v="4" actId="47"/>
        <pc:sldMkLst>
          <pc:docMk/>
          <pc:sldMk cId="3753930777" sldId="392"/>
        </pc:sldMkLst>
      </pc:sldChg>
      <pc:sldChg chg="del">
        <pc:chgData name="Mahima Weerasinghe" userId="e11e3f55-42da-4e07-8ead-4d7a1d7ea1c6" providerId="ADAL" clId="{0087169D-3364-4DC2-A634-52797A54CD4F}" dt="2024-10-20T10:08:58.540" v="1" actId="47"/>
        <pc:sldMkLst>
          <pc:docMk/>
          <pc:sldMk cId="2002877264" sldId="393"/>
        </pc:sldMkLst>
      </pc:sldChg>
      <pc:sldChg chg="del">
        <pc:chgData name="Mahima Weerasinghe" userId="e11e3f55-42da-4e07-8ead-4d7a1d7ea1c6" providerId="ADAL" clId="{0087169D-3364-4DC2-A634-52797A54CD4F}" dt="2024-10-20T10:09:01.749" v="5" actId="47"/>
        <pc:sldMkLst>
          <pc:docMk/>
          <pc:sldMk cId="556425389" sldId="394"/>
        </pc:sldMkLst>
      </pc:sldChg>
      <pc:sldChg chg="del">
        <pc:chgData name="Mahima Weerasinghe" userId="e11e3f55-42da-4e07-8ead-4d7a1d7ea1c6" providerId="ADAL" clId="{0087169D-3364-4DC2-A634-52797A54CD4F}" dt="2024-10-20T10:09:03.611" v="7" actId="47"/>
        <pc:sldMkLst>
          <pc:docMk/>
          <pc:sldMk cId="2896746926" sldId="395"/>
        </pc:sldMkLst>
      </pc:sldChg>
      <pc:sldChg chg="del">
        <pc:chgData name="Mahima Weerasinghe" userId="e11e3f55-42da-4e07-8ead-4d7a1d7ea1c6" providerId="ADAL" clId="{0087169D-3364-4DC2-A634-52797A54CD4F}" dt="2024-10-20T10:09:04.529" v="8" actId="47"/>
        <pc:sldMkLst>
          <pc:docMk/>
          <pc:sldMk cId="3127916699" sldId="396"/>
        </pc:sldMkLst>
      </pc:sldChg>
      <pc:sldChg chg="del">
        <pc:chgData name="Mahima Weerasinghe" userId="e11e3f55-42da-4e07-8ead-4d7a1d7ea1c6" providerId="ADAL" clId="{0087169D-3364-4DC2-A634-52797A54CD4F}" dt="2024-10-20T10:09:05.279" v="9" actId="47"/>
        <pc:sldMkLst>
          <pc:docMk/>
          <pc:sldMk cId="3647272894" sldId="397"/>
        </pc:sldMkLst>
      </pc:sldChg>
      <pc:sldChg chg="del">
        <pc:chgData name="Mahima Weerasinghe" userId="e11e3f55-42da-4e07-8ead-4d7a1d7ea1c6" providerId="ADAL" clId="{0087169D-3364-4DC2-A634-52797A54CD4F}" dt="2024-10-20T10:09:05.932" v="10" actId="47"/>
        <pc:sldMkLst>
          <pc:docMk/>
          <pc:sldMk cId="3373792917" sldId="398"/>
        </pc:sldMkLst>
      </pc:sldChg>
      <pc:sldChg chg="del">
        <pc:chgData name="Mahima Weerasinghe" userId="e11e3f55-42da-4e07-8ead-4d7a1d7ea1c6" providerId="ADAL" clId="{0087169D-3364-4DC2-A634-52797A54CD4F}" dt="2024-10-20T10:09:06.708" v="11" actId="47"/>
        <pc:sldMkLst>
          <pc:docMk/>
          <pc:sldMk cId="975907035" sldId="399"/>
        </pc:sldMkLst>
      </pc:sldChg>
      <pc:sldChg chg="del">
        <pc:chgData name="Mahima Weerasinghe" userId="e11e3f55-42da-4e07-8ead-4d7a1d7ea1c6" providerId="ADAL" clId="{0087169D-3364-4DC2-A634-52797A54CD4F}" dt="2024-10-20T10:09:07.626" v="12" actId="47"/>
        <pc:sldMkLst>
          <pc:docMk/>
          <pc:sldMk cId="3516305260" sldId="400"/>
        </pc:sldMkLst>
      </pc:sldChg>
      <pc:sldChg chg="del">
        <pc:chgData name="Mahima Weerasinghe" userId="e11e3f55-42da-4e07-8ead-4d7a1d7ea1c6" providerId="ADAL" clId="{0087169D-3364-4DC2-A634-52797A54CD4F}" dt="2024-10-20T10:09:08.192" v="13" actId="47"/>
        <pc:sldMkLst>
          <pc:docMk/>
          <pc:sldMk cId="146105544" sldId="401"/>
        </pc:sldMkLst>
      </pc:sldChg>
      <pc:sldChg chg="del">
        <pc:chgData name="Mahima Weerasinghe" userId="e11e3f55-42da-4e07-8ead-4d7a1d7ea1c6" providerId="ADAL" clId="{0087169D-3364-4DC2-A634-52797A54CD4F}" dt="2024-10-20T10:09:09.572" v="14" actId="47"/>
        <pc:sldMkLst>
          <pc:docMk/>
          <pc:sldMk cId="3325394413" sldId="402"/>
        </pc:sldMkLst>
      </pc:sldChg>
      <pc:sldChg chg="del">
        <pc:chgData name="Mahima Weerasinghe" userId="e11e3f55-42da-4e07-8ead-4d7a1d7ea1c6" providerId="ADAL" clId="{0087169D-3364-4DC2-A634-52797A54CD4F}" dt="2024-10-20T10:09:10.074" v="15" actId="47"/>
        <pc:sldMkLst>
          <pc:docMk/>
          <pc:sldMk cId="403023078" sldId="403"/>
        </pc:sldMkLst>
      </pc:sldChg>
      <pc:sldChg chg="del">
        <pc:chgData name="Mahima Weerasinghe" userId="e11e3f55-42da-4e07-8ead-4d7a1d7ea1c6" providerId="ADAL" clId="{0087169D-3364-4DC2-A634-52797A54CD4F}" dt="2024-10-20T10:09:10.730" v="16" actId="47"/>
        <pc:sldMkLst>
          <pc:docMk/>
          <pc:sldMk cId="4180522762" sldId="404"/>
        </pc:sldMkLst>
      </pc:sldChg>
      <pc:sldChg chg="del">
        <pc:chgData name="Mahima Weerasinghe" userId="e11e3f55-42da-4e07-8ead-4d7a1d7ea1c6" providerId="ADAL" clId="{0087169D-3364-4DC2-A634-52797A54CD4F}" dt="2024-10-20T10:09:11.288" v="17" actId="47"/>
        <pc:sldMkLst>
          <pc:docMk/>
          <pc:sldMk cId="205032879" sldId="405"/>
        </pc:sldMkLst>
      </pc:sldChg>
      <pc:sldChg chg="del">
        <pc:chgData name="Mahima Weerasinghe" userId="e11e3f55-42da-4e07-8ead-4d7a1d7ea1c6" providerId="ADAL" clId="{0087169D-3364-4DC2-A634-52797A54CD4F}" dt="2024-10-20T10:09:13.090" v="18" actId="47"/>
        <pc:sldMkLst>
          <pc:docMk/>
          <pc:sldMk cId="989763032" sldId="406"/>
        </pc:sldMkLst>
      </pc:sldChg>
      <pc:sldChg chg="del">
        <pc:chgData name="Mahima Weerasinghe" userId="e11e3f55-42da-4e07-8ead-4d7a1d7ea1c6" providerId="ADAL" clId="{0087169D-3364-4DC2-A634-52797A54CD4F}" dt="2024-10-20T10:09:14.349" v="19" actId="47"/>
        <pc:sldMkLst>
          <pc:docMk/>
          <pc:sldMk cId="1285449506" sldId="407"/>
        </pc:sldMkLst>
      </pc:sldChg>
      <pc:sldChg chg="del">
        <pc:chgData name="Mahima Weerasinghe" userId="e11e3f55-42da-4e07-8ead-4d7a1d7ea1c6" providerId="ADAL" clId="{0087169D-3364-4DC2-A634-52797A54CD4F}" dt="2024-10-20T10:09:15.639" v="20" actId="47"/>
        <pc:sldMkLst>
          <pc:docMk/>
          <pc:sldMk cId="32332251" sldId="408"/>
        </pc:sldMkLst>
      </pc:sldChg>
    </pc:docChg>
  </pc:docChgLst>
  <pc:docChgLst>
    <pc:chgData name="Mahima Weerasinghe" userId="e11e3f55-42da-4e07-8ead-4d7a1d7ea1c6" providerId="ADAL" clId="{A71A91A0-537E-435E-A57A-6A59184BC47A}"/>
    <pc:docChg chg="undo redo custSel addSld delSld modSld">
      <pc:chgData name="Mahima Weerasinghe" userId="e11e3f55-42da-4e07-8ead-4d7a1d7ea1c6" providerId="ADAL" clId="{A71A91A0-537E-435E-A57A-6A59184BC47A}" dt="2024-08-26T05:51:02.785" v="4147"/>
      <pc:docMkLst>
        <pc:docMk/>
      </pc:docMkLst>
      <pc:sldChg chg="delSp modSp mod">
        <pc:chgData name="Mahima Weerasinghe" userId="e11e3f55-42da-4e07-8ead-4d7a1d7ea1c6" providerId="ADAL" clId="{A71A91A0-537E-435E-A57A-6A59184BC47A}" dt="2024-08-17T12:09:32.351" v="22" actId="20577"/>
        <pc:sldMkLst>
          <pc:docMk/>
          <pc:sldMk cId="0" sldId="256"/>
        </pc:sldMkLst>
        <pc:spChg chg="mod">
          <ac:chgData name="Mahima Weerasinghe" userId="e11e3f55-42da-4e07-8ead-4d7a1d7ea1c6" providerId="ADAL" clId="{A71A91A0-537E-435E-A57A-6A59184BC47A}" dt="2024-08-17T12:09:32.351" v="22" actId="20577"/>
          <ac:spMkLst>
            <pc:docMk/>
            <pc:sldMk cId="0" sldId="256"/>
            <ac:spMk id="2" creationId="{00000000-0000-0000-0000-000000000000}"/>
          </ac:spMkLst>
        </pc:spChg>
        <pc:grpChg chg="del">
          <ac:chgData name="Mahima Weerasinghe" userId="e11e3f55-42da-4e07-8ead-4d7a1d7ea1c6" providerId="ADAL" clId="{A71A91A0-537E-435E-A57A-6A59184BC47A}" dt="2024-08-17T12:09:07.111" v="5" actId="478"/>
          <ac:grpSpMkLst>
            <pc:docMk/>
            <pc:sldMk cId="0" sldId="256"/>
            <ac:grpSpMk id="556" creationId="{A656A5A9-8602-4130-BA07-9A8647078F1F}"/>
          </ac:grpSpMkLst>
        </pc:grpChg>
        <pc:grpChg chg="del">
          <ac:chgData name="Mahima Weerasinghe" userId="e11e3f55-42da-4e07-8ead-4d7a1d7ea1c6" providerId="ADAL" clId="{A71A91A0-537E-435E-A57A-6A59184BC47A}" dt="2024-08-17T12:09:14.132" v="7" actId="478"/>
          <ac:grpSpMkLst>
            <pc:docMk/>
            <pc:sldMk cId="0" sldId="256"/>
            <ac:grpSpMk id="580" creationId="{E79FADF8-A071-82A2-3926-5F8761F1CF17}"/>
          </ac:grpSpMkLst>
        </pc:grpChg>
        <pc:inkChg chg="del">
          <ac:chgData name="Mahima Weerasinghe" userId="e11e3f55-42da-4e07-8ead-4d7a1d7ea1c6" providerId="ADAL" clId="{A71A91A0-537E-435E-A57A-6A59184BC47A}" dt="2024-08-17T12:08:44.664" v="1" actId="478"/>
          <ac:inkMkLst>
            <pc:docMk/>
            <pc:sldMk cId="0" sldId="256"/>
            <ac:inkMk id="4" creationId="{D29582E5-DC91-2F44-6343-AC933F5213FA}"/>
          </ac:inkMkLst>
        </pc:inkChg>
        <pc:inkChg chg="del">
          <ac:chgData name="Mahima Weerasinghe" userId="e11e3f55-42da-4e07-8ead-4d7a1d7ea1c6" providerId="ADAL" clId="{A71A91A0-537E-435E-A57A-6A59184BC47A}" dt="2024-08-17T12:08:44.664" v="1" actId="478"/>
          <ac:inkMkLst>
            <pc:docMk/>
            <pc:sldMk cId="0" sldId="256"/>
            <ac:inkMk id="5" creationId="{00045D11-44CF-B5FA-2893-3EBB8105C9A5}"/>
          </ac:inkMkLst>
        </pc:inkChg>
        <pc:inkChg chg="del">
          <ac:chgData name="Mahima Weerasinghe" userId="e11e3f55-42da-4e07-8ead-4d7a1d7ea1c6" providerId="ADAL" clId="{A71A91A0-537E-435E-A57A-6A59184BC47A}" dt="2024-08-17T12:08:44.664" v="1" actId="478"/>
          <ac:inkMkLst>
            <pc:docMk/>
            <pc:sldMk cId="0" sldId="256"/>
            <ac:inkMk id="6" creationId="{62FD8E38-B56A-119F-4F64-8D2115F2B54F}"/>
          </ac:inkMkLst>
        </pc:inkChg>
        <pc:inkChg chg="del">
          <ac:chgData name="Mahima Weerasinghe" userId="e11e3f55-42da-4e07-8ead-4d7a1d7ea1c6" providerId="ADAL" clId="{A71A91A0-537E-435E-A57A-6A59184BC47A}" dt="2024-08-17T12:08:44.664" v="1" actId="478"/>
          <ac:inkMkLst>
            <pc:docMk/>
            <pc:sldMk cId="0" sldId="256"/>
            <ac:inkMk id="7" creationId="{C0E719C7-F02D-963B-2A8E-30628B8C8C4C}"/>
          </ac:inkMkLst>
        </pc:inkChg>
        <pc:inkChg chg="del">
          <ac:chgData name="Mahima Weerasinghe" userId="e11e3f55-42da-4e07-8ead-4d7a1d7ea1c6" providerId="ADAL" clId="{A71A91A0-537E-435E-A57A-6A59184BC47A}" dt="2024-08-17T12:08:44.664" v="1" actId="478"/>
          <ac:inkMkLst>
            <pc:docMk/>
            <pc:sldMk cId="0" sldId="256"/>
            <ac:inkMk id="8" creationId="{66D6735F-D86E-B490-96A8-E24A72D34AE5}"/>
          </ac:inkMkLst>
        </pc:inkChg>
        <pc:inkChg chg="del">
          <ac:chgData name="Mahima Weerasinghe" userId="e11e3f55-42da-4e07-8ead-4d7a1d7ea1c6" providerId="ADAL" clId="{A71A91A0-537E-435E-A57A-6A59184BC47A}" dt="2024-08-17T12:08:44.664" v="1" actId="478"/>
          <ac:inkMkLst>
            <pc:docMk/>
            <pc:sldMk cId="0" sldId="256"/>
            <ac:inkMk id="10" creationId="{A5F7036E-BA93-0684-1082-37F82D617C2F}"/>
          </ac:inkMkLst>
        </pc:inkChg>
        <pc:inkChg chg="del">
          <ac:chgData name="Mahima Weerasinghe" userId="e11e3f55-42da-4e07-8ead-4d7a1d7ea1c6" providerId="ADAL" clId="{A71A91A0-537E-435E-A57A-6A59184BC47A}" dt="2024-08-17T12:08:44.664" v="1" actId="478"/>
          <ac:inkMkLst>
            <pc:docMk/>
            <pc:sldMk cId="0" sldId="256"/>
            <ac:inkMk id="11" creationId="{8798FD08-44CB-4ACE-1EC1-4B633A8D067B}"/>
          </ac:inkMkLst>
        </pc:inkChg>
        <pc:inkChg chg="del">
          <ac:chgData name="Mahima Weerasinghe" userId="e11e3f55-42da-4e07-8ead-4d7a1d7ea1c6" providerId="ADAL" clId="{A71A91A0-537E-435E-A57A-6A59184BC47A}" dt="2024-08-17T12:08:44.664" v="1" actId="478"/>
          <ac:inkMkLst>
            <pc:docMk/>
            <pc:sldMk cId="0" sldId="256"/>
            <ac:inkMk id="12" creationId="{7A6834D2-0B1A-E155-CC81-214019B80E13}"/>
          </ac:inkMkLst>
        </pc:inkChg>
        <pc:inkChg chg="del">
          <ac:chgData name="Mahima Weerasinghe" userId="e11e3f55-42da-4e07-8ead-4d7a1d7ea1c6" providerId="ADAL" clId="{A71A91A0-537E-435E-A57A-6A59184BC47A}" dt="2024-08-17T12:08:44.664" v="1" actId="478"/>
          <ac:inkMkLst>
            <pc:docMk/>
            <pc:sldMk cId="0" sldId="256"/>
            <ac:inkMk id="13" creationId="{AFA49176-0310-19D0-7A57-2BB6777C218F}"/>
          </ac:inkMkLst>
        </pc:inkChg>
        <pc:inkChg chg="del">
          <ac:chgData name="Mahima Weerasinghe" userId="e11e3f55-42da-4e07-8ead-4d7a1d7ea1c6" providerId="ADAL" clId="{A71A91A0-537E-435E-A57A-6A59184BC47A}" dt="2024-08-17T12:08:44.664" v="1" actId="478"/>
          <ac:inkMkLst>
            <pc:docMk/>
            <pc:sldMk cId="0" sldId="256"/>
            <ac:inkMk id="14" creationId="{036624ED-E435-D521-B062-39634759901D}"/>
          </ac:inkMkLst>
        </pc:inkChg>
        <pc:inkChg chg="del">
          <ac:chgData name="Mahima Weerasinghe" userId="e11e3f55-42da-4e07-8ead-4d7a1d7ea1c6" providerId="ADAL" clId="{A71A91A0-537E-435E-A57A-6A59184BC47A}" dt="2024-08-17T12:08:44.664" v="1" actId="478"/>
          <ac:inkMkLst>
            <pc:docMk/>
            <pc:sldMk cId="0" sldId="256"/>
            <ac:inkMk id="15" creationId="{73F72196-656F-1EC4-5B29-0C4D36EFC841}"/>
          </ac:inkMkLst>
        </pc:inkChg>
        <pc:inkChg chg="del">
          <ac:chgData name="Mahima Weerasinghe" userId="e11e3f55-42da-4e07-8ead-4d7a1d7ea1c6" providerId="ADAL" clId="{A71A91A0-537E-435E-A57A-6A59184BC47A}" dt="2024-08-17T12:08:44.664" v="1" actId="478"/>
          <ac:inkMkLst>
            <pc:docMk/>
            <pc:sldMk cId="0" sldId="256"/>
            <ac:inkMk id="17" creationId="{A2F86134-4D99-B89B-D4A2-2B21F303E1CE}"/>
          </ac:inkMkLst>
        </pc:inkChg>
        <pc:inkChg chg="del">
          <ac:chgData name="Mahima Weerasinghe" userId="e11e3f55-42da-4e07-8ead-4d7a1d7ea1c6" providerId="ADAL" clId="{A71A91A0-537E-435E-A57A-6A59184BC47A}" dt="2024-08-17T12:08:44.664" v="1" actId="478"/>
          <ac:inkMkLst>
            <pc:docMk/>
            <pc:sldMk cId="0" sldId="256"/>
            <ac:inkMk id="19" creationId="{0D81AD0D-D615-349B-3117-E502ECF6BE30}"/>
          </ac:inkMkLst>
        </pc:inkChg>
        <pc:inkChg chg="del">
          <ac:chgData name="Mahima Weerasinghe" userId="e11e3f55-42da-4e07-8ead-4d7a1d7ea1c6" providerId="ADAL" clId="{A71A91A0-537E-435E-A57A-6A59184BC47A}" dt="2024-08-17T12:08:44.664" v="1" actId="478"/>
          <ac:inkMkLst>
            <pc:docMk/>
            <pc:sldMk cId="0" sldId="256"/>
            <ac:inkMk id="20" creationId="{5EEC8DC9-3185-21A8-8D6C-41E03D0826C9}"/>
          </ac:inkMkLst>
        </pc:inkChg>
        <pc:inkChg chg="del">
          <ac:chgData name="Mahima Weerasinghe" userId="e11e3f55-42da-4e07-8ead-4d7a1d7ea1c6" providerId="ADAL" clId="{A71A91A0-537E-435E-A57A-6A59184BC47A}" dt="2024-08-17T12:08:44.664" v="1" actId="478"/>
          <ac:inkMkLst>
            <pc:docMk/>
            <pc:sldMk cId="0" sldId="256"/>
            <ac:inkMk id="21" creationId="{381F7144-4BA4-EF71-F37B-D1BB8C8F2BEF}"/>
          </ac:inkMkLst>
        </pc:inkChg>
        <pc:inkChg chg="del">
          <ac:chgData name="Mahima Weerasinghe" userId="e11e3f55-42da-4e07-8ead-4d7a1d7ea1c6" providerId="ADAL" clId="{A71A91A0-537E-435E-A57A-6A59184BC47A}" dt="2024-08-17T12:08:44.664" v="1" actId="478"/>
          <ac:inkMkLst>
            <pc:docMk/>
            <pc:sldMk cId="0" sldId="256"/>
            <ac:inkMk id="22" creationId="{58F06C93-456D-43FA-BAE8-C510A8B353FD}"/>
          </ac:inkMkLst>
        </pc:inkChg>
        <pc:inkChg chg="del">
          <ac:chgData name="Mahima Weerasinghe" userId="e11e3f55-42da-4e07-8ead-4d7a1d7ea1c6" providerId="ADAL" clId="{A71A91A0-537E-435E-A57A-6A59184BC47A}" dt="2024-08-17T12:08:54.493" v="3" actId="478"/>
          <ac:inkMkLst>
            <pc:docMk/>
            <pc:sldMk cId="0" sldId="256"/>
            <ac:inkMk id="24" creationId="{BDC8C61B-1A4D-34AC-C5DB-4B35ABD2EC71}"/>
          </ac:inkMkLst>
        </pc:inkChg>
        <pc:inkChg chg="del">
          <ac:chgData name="Mahima Weerasinghe" userId="e11e3f55-42da-4e07-8ead-4d7a1d7ea1c6" providerId="ADAL" clId="{A71A91A0-537E-435E-A57A-6A59184BC47A}" dt="2024-08-17T12:08:54.493" v="3" actId="478"/>
          <ac:inkMkLst>
            <pc:docMk/>
            <pc:sldMk cId="0" sldId="256"/>
            <ac:inkMk id="25" creationId="{8438CDAD-6BD6-DF90-EED1-E3BD5C9E1158}"/>
          </ac:inkMkLst>
        </pc:inkChg>
        <pc:inkChg chg="del">
          <ac:chgData name="Mahima Weerasinghe" userId="e11e3f55-42da-4e07-8ead-4d7a1d7ea1c6" providerId="ADAL" clId="{A71A91A0-537E-435E-A57A-6A59184BC47A}" dt="2024-08-17T12:08:54.493" v="3" actId="478"/>
          <ac:inkMkLst>
            <pc:docMk/>
            <pc:sldMk cId="0" sldId="256"/>
            <ac:inkMk id="26" creationId="{CE23537C-11CC-EDDC-B064-C71DF9185638}"/>
          </ac:inkMkLst>
        </pc:inkChg>
        <pc:inkChg chg="del">
          <ac:chgData name="Mahima Weerasinghe" userId="e11e3f55-42da-4e07-8ead-4d7a1d7ea1c6" providerId="ADAL" clId="{A71A91A0-537E-435E-A57A-6A59184BC47A}" dt="2024-08-17T12:08:54.493" v="3" actId="478"/>
          <ac:inkMkLst>
            <pc:docMk/>
            <pc:sldMk cId="0" sldId="256"/>
            <ac:inkMk id="27" creationId="{0B0073BE-6A8B-422D-9573-F1A4CEB9AD08}"/>
          </ac:inkMkLst>
        </pc:inkChg>
        <pc:inkChg chg="del">
          <ac:chgData name="Mahima Weerasinghe" userId="e11e3f55-42da-4e07-8ead-4d7a1d7ea1c6" providerId="ADAL" clId="{A71A91A0-537E-435E-A57A-6A59184BC47A}" dt="2024-08-17T12:08:54.493" v="3" actId="478"/>
          <ac:inkMkLst>
            <pc:docMk/>
            <pc:sldMk cId="0" sldId="256"/>
            <ac:inkMk id="28" creationId="{79E0046C-F959-4CC0-E7A4-C4EF92386684}"/>
          </ac:inkMkLst>
        </pc:inkChg>
        <pc:inkChg chg="del">
          <ac:chgData name="Mahima Weerasinghe" userId="e11e3f55-42da-4e07-8ead-4d7a1d7ea1c6" providerId="ADAL" clId="{A71A91A0-537E-435E-A57A-6A59184BC47A}" dt="2024-08-17T12:08:54.493" v="3" actId="478"/>
          <ac:inkMkLst>
            <pc:docMk/>
            <pc:sldMk cId="0" sldId="256"/>
            <ac:inkMk id="29" creationId="{87B2C3FD-1EBB-F600-FCEF-B314893CDBE1}"/>
          </ac:inkMkLst>
        </pc:inkChg>
        <pc:inkChg chg="del">
          <ac:chgData name="Mahima Weerasinghe" userId="e11e3f55-42da-4e07-8ead-4d7a1d7ea1c6" providerId="ADAL" clId="{A71A91A0-537E-435E-A57A-6A59184BC47A}" dt="2024-08-17T12:08:49.927" v="2" actId="478"/>
          <ac:inkMkLst>
            <pc:docMk/>
            <pc:sldMk cId="0" sldId="256"/>
            <ac:inkMk id="30" creationId="{B149C55C-B5C4-2E2F-62E6-4C33C236E52C}"/>
          </ac:inkMkLst>
        </pc:inkChg>
        <pc:inkChg chg="del">
          <ac:chgData name="Mahima Weerasinghe" userId="e11e3f55-42da-4e07-8ead-4d7a1d7ea1c6" providerId="ADAL" clId="{A71A91A0-537E-435E-A57A-6A59184BC47A}" dt="2024-08-17T12:08:49.927" v="2" actId="478"/>
          <ac:inkMkLst>
            <pc:docMk/>
            <pc:sldMk cId="0" sldId="256"/>
            <ac:inkMk id="31" creationId="{239780D0-8DD5-D593-4104-2F175A6AD7DB}"/>
          </ac:inkMkLst>
        </pc:inkChg>
        <pc:inkChg chg="del">
          <ac:chgData name="Mahima Weerasinghe" userId="e11e3f55-42da-4e07-8ead-4d7a1d7ea1c6" providerId="ADAL" clId="{A71A91A0-537E-435E-A57A-6A59184BC47A}" dt="2024-08-17T12:08:49.927" v="2" actId="478"/>
          <ac:inkMkLst>
            <pc:docMk/>
            <pc:sldMk cId="0" sldId="256"/>
            <ac:inkMk id="32" creationId="{0ECD25B8-362A-8071-C9E9-A38B4FB801C1}"/>
          </ac:inkMkLst>
        </pc:inkChg>
        <pc:inkChg chg="del">
          <ac:chgData name="Mahima Weerasinghe" userId="e11e3f55-42da-4e07-8ead-4d7a1d7ea1c6" providerId="ADAL" clId="{A71A91A0-537E-435E-A57A-6A59184BC47A}" dt="2024-08-17T12:08:49.927" v="2" actId="478"/>
          <ac:inkMkLst>
            <pc:docMk/>
            <pc:sldMk cId="0" sldId="256"/>
            <ac:inkMk id="33" creationId="{A1810FE6-9760-6574-BB9A-852D5739F201}"/>
          </ac:inkMkLst>
        </pc:inkChg>
        <pc:inkChg chg="del">
          <ac:chgData name="Mahima Weerasinghe" userId="e11e3f55-42da-4e07-8ead-4d7a1d7ea1c6" providerId="ADAL" clId="{A71A91A0-537E-435E-A57A-6A59184BC47A}" dt="2024-08-17T12:08:49.927" v="2" actId="478"/>
          <ac:inkMkLst>
            <pc:docMk/>
            <pc:sldMk cId="0" sldId="256"/>
            <ac:inkMk id="34" creationId="{8A882D04-BFEB-E7AE-9EF7-DEB9B3F467EC}"/>
          </ac:inkMkLst>
        </pc:inkChg>
        <pc:inkChg chg="del">
          <ac:chgData name="Mahima Weerasinghe" userId="e11e3f55-42da-4e07-8ead-4d7a1d7ea1c6" providerId="ADAL" clId="{A71A91A0-537E-435E-A57A-6A59184BC47A}" dt="2024-08-17T12:08:49.927" v="2" actId="478"/>
          <ac:inkMkLst>
            <pc:docMk/>
            <pc:sldMk cId="0" sldId="256"/>
            <ac:inkMk id="36" creationId="{DBAD8EBB-63B3-367D-B474-B871941C045F}"/>
          </ac:inkMkLst>
        </pc:inkChg>
        <pc:inkChg chg="del">
          <ac:chgData name="Mahima Weerasinghe" userId="e11e3f55-42da-4e07-8ead-4d7a1d7ea1c6" providerId="ADAL" clId="{A71A91A0-537E-435E-A57A-6A59184BC47A}" dt="2024-08-17T12:08:49.927" v="2" actId="478"/>
          <ac:inkMkLst>
            <pc:docMk/>
            <pc:sldMk cId="0" sldId="256"/>
            <ac:inkMk id="37" creationId="{7D277065-6892-A817-BFBD-7C881F6678AE}"/>
          </ac:inkMkLst>
        </pc:inkChg>
        <pc:inkChg chg="del">
          <ac:chgData name="Mahima Weerasinghe" userId="e11e3f55-42da-4e07-8ead-4d7a1d7ea1c6" providerId="ADAL" clId="{A71A91A0-537E-435E-A57A-6A59184BC47A}" dt="2024-08-17T12:08:49.927" v="2" actId="478"/>
          <ac:inkMkLst>
            <pc:docMk/>
            <pc:sldMk cId="0" sldId="256"/>
            <ac:inkMk id="38" creationId="{3B0DD1EB-0F38-AAAB-9F0B-3E9014EF70C0}"/>
          </ac:inkMkLst>
        </pc:inkChg>
        <pc:inkChg chg="del">
          <ac:chgData name="Mahima Weerasinghe" userId="e11e3f55-42da-4e07-8ead-4d7a1d7ea1c6" providerId="ADAL" clId="{A71A91A0-537E-435E-A57A-6A59184BC47A}" dt="2024-08-17T12:08:49.927" v="2" actId="478"/>
          <ac:inkMkLst>
            <pc:docMk/>
            <pc:sldMk cId="0" sldId="256"/>
            <ac:inkMk id="39" creationId="{923F3539-FD3F-C416-4E25-E652E2242188}"/>
          </ac:inkMkLst>
        </pc:inkChg>
        <pc:inkChg chg="del">
          <ac:chgData name="Mahima Weerasinghe" userId="e11e3f55-42da-4e07-8ead-4d7a1d7ea1c6" providerId="ADAL" clId="{A71A91A0-537E-435E-A57A-6A59184BC47A}" dt="2024-08-17T12:08:49.927" v="2" actId="478"/>
          <ac:inkMkLst>
            <pc:docMk/>
            <pc:sldMk cId="0" sldId="256"/>
            <ac:inkMk id="40" creationId="{F824A2D4-4BA9-14DC-49DE-FAB01E631709}"/>
          </ac:inkMkLst>
        </pc:inkChg>
        <pc:inkChg chg="del">
          <ac:chgData name="Mahima Weerasinghe" userId="e11e3f55-42da-4e07-8ead-4d7a1d7ea1c6" providerId="ADAL" clId="{A71A91A0-537E-435E-A57A-6A59184BC47A}" dt="2024-08-17T12:08:49.927" v="2" actId="478"/>
          <ac:inkMkLst>
            <pc:docMk/>
            <pc:sldMk cId="0" sldId="256"/>
            <ac:inkMk id="41" creationId="{07084588-A359-6708-73A8-E7A74C51B3F4}"/>
          </ac:inkMkLst>
        </pc:inkChg>
        <pc:inkChg chg="del">
          <ac:chgData name="Mahima Weerasinghe" userId="e11e3f55-42da-4e07-8ead-4d7a1d7ea1c6" providerId="ADAL" clId="{A71A91A0-537E-435E-A57A-6A59184BC47A}" dt="2024-08-17T12:08:49.927" v="2" actId="478"/>
          <ac:inkMkLst>
            <pc:docMk/>
            <pc:sldMk cId="0" sldId="256"/>
            <ac:inkMk id="42" creationId="{58280F63-2FCE-680A-E368-2CB16E6EC087}"/>
          </ac:inkMkLst>
        </pc:inkChg>
        <pc:inkChg chg="del">
          <ac:chgData name="Mahima Weerasinghe" userId="e11e3f55-42da-4e07-8ead-4d7a1d7ea1c6" providerId="ADAL" clId="{A71A91A0-537E-435E-A57A-6A59184BC47A}" dt="2024-08-17T12:08:49.927" v="2" actId="478"/>
          <ac:inkMkLst>
            <pc:docMk/>
            <pc:sldMk cId="0" sldId="256"/>
            <ac:inkMk id="43" creationId="{C721180A-0729-C4FC-3005-726801276875}"/>
          </ac:inkMkLst>
        </pc:inkChg>
        <pc:inkChg chg="del">
          <ac:chgData name="Mahima Weerasinghe" userId="e11e3f55-42da-4e07-8ead-4d7a1d7ea1c6" providerId="ADAL" clId="{A71A91A0-537E-435E-A57A-6A59184BC47A}" dt="2024-08-17T12:08:49.927" v="2" actId="478"/>
          <ac:inkMkLst>
            <pc:docMk/>
            <pc:sldMk cId="0" sldId="256"/>
            <ac:inkMk id="46" creationId="{40788F1B-B94D-5873-9009-0C25064FE37D}"/>
          </ac:inkMkLst>
        </pc:inkChg>
        <pc:inkChg chg="del">
          <ac:chgData name="Mahima Weerasinghe" userId="e11e3f55-42da-4e07-8ead-4d7a1d7ea1c6" providerId="ADAL" clId="{A71A91A0-537E-435E-A57A-6A59184BC47A}" dt="2024-08-17T12:08:49.927" v="2" actId="478"/>
          <ac:inkMkLst>
            <pc:docMk/>
            <pc:sldMk cId="0" sldId="256"/>
            <ac:inkMk id="47" creationId="{90CF4157-FF9C-01D5-0AE7-0ECB7D46D71E}"/>
          </ac:inkMkLst>
        </pc:inkChg>
        <pc:inkChg chg="del">
          <ac:chgData name="Mahima Weerasinghe" userId="e11e3f55-42da-4e07-8ead-4d7a1d7ea1c6" providerId="ADAL" clId="{A71A91A0-537E-435E-A57A-6A59184BC47A}" dt="2024-08-17T12:08:49.927" v="2" actId="478"/>
          <ac:inkMkLst>
            <pc:docMk/>
            <pc:sldMk cId="0" sldId="256"/>
            <ac:inkMk id="48" creationId="{378FF1E6-0EC1-E09C-3B84-A17AE4C81CF1}"/>
          </ac:inkMkLst>
        </pc:inkChg>
        <pc:inkChg chg="del">
          <ac:chgData name="Mahima Weerasinghe" userId="e11e3f55-42da-4e07-8ead-4d7a1d7ea1c6" providerId="ADAL" clId="{A71A91A0-537E-435E-A57A-6A59184BC47A}" dt="2024-08-17T12:08:49.927" v="2" actId="478"/>
          <ac:inkMkLst>
            <pc:docMk/>
            <pc:sldMk cId="0" sldId="256"/>
            <ac:inkMk id="49" creationId="{AC1EBAA9-E018-7698-E63E-0DD71532B71B}"/>
          </ac:inkMkLst>
        </pc:inkChg>
        <pc:inkChg chg="del">
          <ac:chgData name="Mahima Weerasinghe" userId="e11e3f55-42da-4e07-8ead-4d7a1d7ea1c6" providerId="ADAL" clId="{A71A91A0-537E-435E-A57A-6A59184BC47A}" dt="2024-08-17T12:08:49.927" v="2" actId="478"/>
          <ac:inkMkLst>
            <pc:docMk/>
            <pc:sldMk cId="0" sldId="256"/>
            <ac:inkMk id="50" creationId="{B44ED934-BCFD-C305-FF56-E298E15DF13C}"/>
          </ac:inkMkLst>
        </pc:inkChg>
        <pc:inkChg chg="del">
          <ac:chgData name="Mahima Weerasinghe" userId="e11e3f55-42da-4e07-8ead-4d7a1d7ea1c6" providerId="ADAL" clId="{A71A91A0-537E-435E-A57A-6A59184BC47A}" dt="2024-08-17T12:08:49.927" v="2" actId="478"/>
          <ac:inkMkLst>
            <pc:docMk/>
            <pc:sldMk cId="0" sldId="256"/>
            <ac:inkMk id="51" creationId="{E6C026EC-D62D-2B33-5164-49EBBA56F5A5}"/>
          </ac:inkMkLst>
        </pc:inkChg>
        <pc:inkChg chg="del">
          <ac:chgData name="Mahima Weerasinghe" userId="e11e3f55-42da-4e07-8ead-4d7a1d7ea1c6" providerId="ADAL" clId="{A71A91A0-537E-435E-A57A-6A59184BC47A}" dt="2024-08-17T12:08:54.493" v="3" actId="478"/>
          <ac:inkMkLst>
            <pc:docMk/>
            <pc:sldMk cId="0" sldId="256"/>
            <ac:inkMk id="52" creationId="{631A8AC7-4ED5-71BE-F2CB-8DFBFB0B0369}"/>
          </ac:inkMkLst>
        </pc:inkChg>
        <pc:inkChg chg="del">
          <ac:chgData name="Mahima Weerasinghe" userId="e11e3f55-42da-4e07-8ead-4d7a1d7ea1c6" providerId="ADAL" clId="{A71A91A0-537E-435E-A57A-6A59184BC47A}" dt="2024-08-17T12:08:49.927" v="2" actId="478"/>
          <ac:inkMkLst>
            <pc:docMk/>
            <pc:sldMk cId="0" sldId="256"/>
            <ac:inkMk id="54" creationId="{9A724460-7D68-7EE9-EDEF-B6347715F720}"/>
          </ac:inkMkLst>
        </pc:inkChg>
        <pc:inkChg chg="del">
          <ac:chgData name="Mahima Weerasinghe" userId="e11e3f55-42da-4e07-8ead-4d7a1d7ea1c6" providerId="ADAL" clId="{A71A91A0-537E-435E-A57A-6A59184BC47A}" dt="2024-08-17T12:08:49.927" v="2" actId="478"/>
          <ac:inkMkLst>
            <pc:docMk/>
            <pc:sldMk cId="0" sldId="256"/>
            <ac:inkMk id="55" creationId="{23A92167-0E76-8393-81EC-39106860D0A0}"/>
          </ac:inkMkLst>
        </pc:inkChg>
        <pc:inkChg chg="del">
          <ac:chgData name="Mahima Weerasinghe" userId="e11e3f55-42da-4e07-8ead-4d7a1d7ea1c6" providerId="ADAL" clId="{A71A91A0-537E-435E-A57A-6A59184BC47A}" dt="2024-08-17T12:08:54.493" v="3" actId="478"/>
          <ac:inkMkLst>
            <pc:docMk/>
            <pc:sldMk cId="0" sldId="256"/>
            <ac:inkMk id="57" creationId="{14FF1E6F-74DC-C42B-E1B2-AA107095D6CB}"/>
          </ac:inkMkLst>
        </pc:inkChg>
        <pc:inkChg chg="del">
          <ac:chgData name="Mahima Weerasinghe" userId="e11e3f55-42da-4e07-8ead-4d7a1d7ea1c6" providerId="ADAL" clId="{A71A91A0-537E-435E-A57A-6A59184BC47A}" dt="2024-08-17T12:08:49.927" v="2" actId="478"/>
          <ac:inkMkLst>
            <pc:docMk/>
            <pc:sldMk cId="0" sldId="256"/>
            <ac:inkMk id="58" creationId="{1DD305BF-73A2-C73E-C686-79B07ECD5043}"/>
          </ac:inkMkLst>
        </pc:inkChg>
        <pc:inkChg chg="del">
          <ac:chgData name="Mahima Weerasinghe" userId="e11e3f55-42da-4e07-8ead-4d7a1d7ea1c6" providerId="ADAL" clId="{A71A91A0-537E-435E-A57A-6A59184BC47A}" dt="2024-08-17T12:08:49.927" v="2" actId="478"/>
          <ac:inkMkLst>
            <pc:docMk/>
            <pc:sldMk cId="0" sldId="256"/>
            <ac:inkMk id="60" creationId="{E5672A5B-E6AE-B4AD-5A4D-36471FF21D0C}"/>
          </ac:inkMkLst>
        </pc:inkChg>
        <pc:inkChg chg="del">
          <ac:chgData name="Mahima Weerasinghe" userId="e11e3f55-42da-4e07-8ead-4d7a1d7ea1c6" providerId="ADAL" clId="{A71A91A0-537E-435E-A57A-6A59184BC47A}" dt="2024-08-17T12:08:49.927" v="2" actId="478"/>
          <ac:inkMkLst>
            <pc:docMk/>
            <pc:sldMk cId="0" sldId="256"/>
            <ac:inkMk id="61" creationId="{F762C373-5AD6-D032-C19C-9EA070A5EBF1}"/>
          </ac:inkMkLst>
        </pc:inkChg>
        <pc:inkChg chg="del">
          <ac:chgData name="Mahima Weerasinghe" userId="e11e3f55-42da-4e07-8ead-4d7a1d7ea1c6" providerId="ADAL" clId="{A71A91A0-537E-435E-A57A-6A59184BC47A}" dt="2024-08-17T12:08:49.927" v="2" actId="478"/>
          <ac:inkMkLst>
            <pc:docMk/>
            <pc:sldMk cId="0" sldId="256"/>
            <ac:inkMk id="62" creationId="{7E5A7899-32A6-EF8B-0A9D-E0C45536207A}"/>
          </ac:inkMkLst>
        </pc:inkChg>
        <pc:inkChg chg="del">
          <ac:chgData name="Mahima Weerasinghe" userId="e11e3f55-42da-4e07-8ead-4d7a1d7ea1c6" providerId="ADAL" clId="{A71A91A0-537E-435E-A57A-6A59184BC47A}" dt="2024-08-17T12:08:49.927" v="2" actId="478"/>
          <ac:inkMkLst>
            <pc:docMk/>
            <pc:sldMk cId="0" sldId="256"/>
            <ac:inkMk id="63" creationId="{5419661A-8320-57A9-EC1F-C7B67E40C336}"/>
          </ac:inkMkLst>
        </pc:inkChg>
        <pc:inkChg chg="del">
          <ac:chgData name="Mahima Weerasinghe" userId="e11e3f55-42da-4e07-8ead-4d7a1d7ea1c6" providerId="ADAL" clId="{A71A91A0-537E-435E-A57A-6A59184BC47A}" dt="2024-08-17T12:08:49.927" v="2" actId="478"/>
          <ac:inkMkLst>
            <pc:docMk/>
            <pc:sldMk cId="0" sldId="256"/>
            <ac:inkMk id="64" creationId="{D10D72CE-57D8-874C-8A07-E8323E3EC999}"/>
          </ac:inkMkLst>
        </pc:inkChg>
        <pc:inkChg chg="del">
          <ac:chgData name="Mahima Weerasinghe" userId="e11e3f55-42da-4e07-8ead-4d7a1d7ea1c6" providerId="ADAL" clId="{A71A91A0-537E-435E-A57A-6A59184BC47A}" dt="2024-08-17T12:09:02.112" v="4" actId="478"/>
          <ac:inkMkLst>
            <pc:docMk/>
            <pc:sldMk cId="0" sldId="256"/>
            <ac:inkMk id="67" creationId="{FCAC4FFE-05AC-6CC2-46A2-631DF928986D}"/>
          </ac:inkMkLst>
        </pc:inkChg>
        <pc:inkChg chg="del">
          <ac:chgData name="Mahima Weerasinghe" userId="e11e3f55-42da-4e07-8ead-4d7a1d7ea1c6" providerId="ADAL" clId="{A71A91A0-537E-435E-A57A-6A59184BC47A}" dt="2024-08-17T12:09:02.112" v="4" actId="478"/>
          <ac:inkMkLst>
            <pc:docMk/>
            <pc:sldMk cId="0" sldId="256"/>
            <ac:inkMk id="68" creationId="{03FA0C66-0FD7-9E59-CEC4-F648E4AC773E}"/>
          </ac:inkMkLst>
        </pc:inkChg>
        <pc:inkChg chg="del">
          <ac:chgData name="Mahima Weerasinghe" userId="e11e3f55-42da-4e07-8ead-4d7a1d7ea1c6" providerId="ADAL" clId="{A71A91A0-537E-435E-A57A-6A59184BC47A}" dt="2024-08-17T12:09:02.112" v="4" actId="478"/>
          <ac:inkMkLst>
            <pc:docMk/>
            <pc:sldMk cId="0" sldId="256"/>
            <ac:inkMk id="70" creationId="{E17D386B-B385-3B1B-8432-FC459C8A518D}"/>
          </ac:inkMkLst>
        </pc:inkChg>
        <pc:inkChg chg="del">
          <ac:chgData name="Mahima Weerasinghe" userId="e11e3f55-42da-4e07-8ead-4d7a1d7ea1c6" providerId="ADAL" clId="{A71A91A0-537E-435E-A57A-6A59184BC47A}" dt="2024-08-17T12:09:02.112" v="4" actId="478"/>
          <ac:inkMkLst>
            <pc:docMk/>
            <pc:sldMk cId="0" sldId="256"/>
            <ac:inkMk id="71" creationId="{5FB1606C-991E-BC7E-51C3-E8C7FA50DBD2}"/>
          </ac:inkMkLst>
        </pc:inkChg>
        <pc:inkChg chg="del">
          <ac:chgData name="Mahima Weerasinghe" userId="e11e3f55-42da-4e07-8ead-4d7a1d7ea1c6" providerId="ADAL" clId="{A71A91A0-537E-435E-A57A-6A59184BC47A}" dt="2024-08-17T12:09:22.590" v="11" actId="478"/>
          <ac:inkMkLst>
            <pc:docMk/>
            <pc:sldMk cId="0" sldId="256"/>
            <ac:inkMk id="73" creationId="{EE078620-28E9-7B07-162C-2EBAD24AFB79}"/>
          </ac:inkMkLst>
        </pc:inkChg>
        <pc:inkChg chg="del">
          <ac:chgData name="Mahima Weerasinghe" userId="e11e3f55-42da-4e07-8ead-4d7a1d7ea1c6" providerId="ADAL" clId="{A71A91A0-537E-435E-A57A-6A59184BC47A}" dt="2024-08-17T12:09:02.112" v="4" actId="478"/>
          <ac:inkMkLst>
            <pc:docMk/>
            <pc:sldMk cId="0" sldId="256"/>
            <ac:inkMk id="74" creationId="{CB7969E9-5723-1087-3EBE-937E53CCD070}"/>
          </ac:inkMkLst>
        </pc:inkChg>
        <pc:inkChg chg="del">
          <ac:chgData name="Mahima Weerasinghe" userId="e11e3f55-42da-4e07-8ead-4d7a1d7ea1c6" providerId="ADAL" clId="{A71A91A0-537E-435E-A57A-6A59184BC47A}" dt="2024-08-17T12:09:02.112" v="4" actId="478"/>
          <ac:inkMkLst>
            <pc:docMk/>
            <pc:sldMk cId="0" sldId="256"/>
            <ac:inkMk id="75" creationId="{A36F0EAA-F14F-89A7-DC58-CEF425391020}"/>
          </ac:inkMkLst>
        </pc:inkChg>
        <pc:inkChg chg="del">
          <ac:chgData name="Mahima Weerasinghe" userId="e11e3f55-42da-4e07-8ead-4d7a1d7ea1c6" providerId="ADAL" clId="{A71A91A0-537E-435E-A57A-6A59184BC47A}" dt="2024-08-17T12:09:02.112" v="4" actId="478"/>
          <ac:inkMkLst>
            <pc:docMk/>
            <pc:sldMk cId="0" sldId="256"/>
            <ac:inkMk id="76" creationId="{5B993374-6B9A-F13D-610E-21924CF3DA9E}"/>
          </ac:inkMkLst>
        </pc:inkChg>
        <pc:inkChg chg="del">
          <ac:chgData name="Mahima Weerasinghe" userId="e11e3f55-42da-4e07-8ead-4d7a1d7ea1c6" providerId="ADAL" clId="{A71A91A0-537E-435E-A57A-6A59184BC47A}" dt="2024-08-17T12:09:22.590" v="11" actId="478"/>
          <ac:inkMkLst>
            <pc:docMk/>
            <pc:sldMk cId="0" sldId="256"/>
            <ac:inkMk id="77" creationId="{2731874D-2A51-7808-BE50-CF4812F7D618}"/>
          </ac:inkMkLst>
        </pc:inkChg>
        <pc:inkChg chg="del">
          <ac:chgData name="Mahima Weerasinghe" userId="e11e3f55-42da-4e07-8ead-4d7a1d7ea1c6" providerId="ADAL" clId="{A71A91A0-537E-435E-A57A-6A59184BC47A}" dt="2024-08-17T12:09:02.112" v="4" actId="478"/>
          <ac:inkMkLst>
            <pc:docMk/>
            <pc:sldMk cId="0" sldId="256"/>
            <ac:inkMk id="78" creationId="{DED51E6C-D95A-74D1-32B9-56EF35596F4C}"/>
          </ac:inkMkLst>
        </pc:inkChg>
        <pc:inkChg chg="del">
          <ac:chgData name="Mahima Weerasinghe" userId="e11e3f55-42da-4e07-8ead-4d7a1d7ea1c6" providerId="ADAL" clId="{A71A91A0-537E-435E-A57A-6A59184BC47A}" dt="2024-08-17T12:09:02.112" v="4" actId="478"/>
          <ac:inkMkLst>
            <pc:docMk/>
            <pc:sldMk cId="0" sldId="256"/>
            <ac:inkMk id="79" creationId="{A288FA89-90AD-12AA-CD8D-F6BFE626F1E5}"/>
          </ac:inkMkLst>
        </pc:inkChg>
        <pc:inkChg chg="del">
          <ac:chgData name="Mahima Weerasinghe" userId="e11e3f55-42da-4e07-8ead-4d7a1d7ea1c6" providerId="ADAL" clId="{A71A91A0-537E-435E-A57A-6A59184BC47A}" dt="2024-08-17T12:09:02.112" v="4" actId="478"/>
          <ac:inkMkLst>
            <pc:docMk/>
            <pc:sldMk cId="0" sldId="256"/>
            <ac:inkMk id="80" creationId="{A5F03C71-9588-6574-A7DA-72C4336F9999}"/>
          </ac:inkMkLst>
        </pc:inkChg>
        <pc:inkChg chg="del">
          <ac:chgData name="Mahima Weerasinghe" userId="e11e3f55-42da-4e07-8ead-4d7a1d7ea1c6" providerId="ADAL" clId="{A71A91A0-537E-435E-A57A-6A59184BC47A}" dt="2024-08-17T12:09:02.112" v="4" actId="478"/>
          <ac:inkMkLst>
            <pc:docMk/>
            <pc:sldMk cId="0" sldId="256"/>
            <ac:inkMk id="82" creationId="{DD238AAA-A29E-C16F-1B41-334EE7203E08}"/>
          </ac:inkMkLst>
        </pc:inkChg>
        <pc:inkChg chg="del">
          <ac:chgData name="Mahima Weerasinghe" userId="e11e3f55-42da-4e07-8ead-4d7a1d7ea1c6" providerId="ADAL" clId="{A71A91A0-537E-435E-A57A-6A59184BC47A}" dt="2024-08-17T12:09:02.112" v="4" actId="478"/>
          <ac:inkMkLst>
            <pc:docMk/>
            <pc:sldMk cId="0" sldId="256"/>
            <ac:inkMk id="83" creationId="{7912281E-75E8-3022-AA23-16D69A97C091}"/>
          </ac:inkMkLst>
        </pc:inkChg>
        <pc:inkChg chg="del">
          <ac:chgData name="Mahima Weerasinghe" userId="e11e3f55-42da-4e07-8ead-4d7a1d7ea1c6" providerId="ADAL" clId="{A71A91A0-537E-435E-A57A-6A59184BC47A}" dt="2024-08-17T12:09:02.112" v="4" actId="478"/>
          <ac:inkMkLst>
            <pc:docMk/>
            <pc:sldMk cId="0" sldId="256"/>
            <ac:inkMk id="84" creationId="{07B3B206-D0D2-E357-B16A-B656F8E3C592}"/>
          </ac:inkMkLst>
        </pc:inkChg>
        <pc:inkChg chg="del">
          <ac:chgData name="Mahima Weerasinghe" userId="e11e3f55-42da-4e07-8ead-4d7a1d7ea1c6" providerId="ADAL" clId="{A71A91A0-537E-435E-A57A-6A59184BC47A}" dt="2024-08-17T12:09:02.112" v="4" actId="478"/>
          <ac:inkMkLst>
            <pc:docMk/>
            <pc:sldMk cId="0" sldId="256"/>
            <ac:inkMk id="85" creationId="{003BAD8F-1D77-B2DA-7A14-4F4EDC292F8F}"/>
          </ac:inkMkLst>
        </pc:inkChg>
        <pc:inkChg chg="del">
          <ac:chgData name="Mahima Weerasinghe" userId="e11e3f55-42da-4e07-8ead-4d7a1d7ea1c6" providerId="ADAL" clId="{A71A91A0-537E-435E-A57A-6A59184BC47A}" dt="2024-08-17T12:09:02.112" v="4" actId="478"/>
          <ac:inkMkLst>
            <pc:docMk/>
            <pc:sldMk cId="0" sldId="256"/>
            <ac:inkMk id="86" creationId="{837CFCFA-A09D-5457-5DE5-F4441C5FD10A}"/>
          </ac:inkMkLst>
        </pc:inkChg>
        <pc:inkChg chg="del">
          <ac:chgData name="Mahima Weerasinghe" userId="e11e3f55-42da-4e07-8ead-4d7a1d7ea1c6" providerId="ADAL" clId="{A71A91A0-537E-435E-A57A-6A59184BC47A}" dt="2024-08-17T12:09:02.112" v="4" actId="478"/>
          <ac:inkMkLst>
            <pc:docMk/>
            <pc:sldMk cId="0" sldId="256"/>
            <ac:inkMk id="87" creationId="{8213DC20-5E95-B6D1-10E2-DB05CEDA8CB2}"/>
          </ac:inkMkLst>
        </pc:inkChg>
        <pc:inkChg chg="del">
          <ac:chgData name="Mahima Weerasinghe" userId="e11e3f55-42da-4e07-8ead-4d7a1d7ea1c6" providerId="ADAL" clId="{A71A91A0-537E-435E-A57A-6A59184BC47A}" dt="2024-08-17T12:09:02.112" v="4" actId="478"/>
          <ac:inkMkLst>
            <pc:docMk/>
            <pc:sldMk cId="0" sldId="256"/>
            <ac:inkMk id="89" creationId="{6E49BACF-A43E-64AF-D4D5-92F99EB35837}"/>
          </ac:inkMkLst>
        </pc:inkChg>
        <pc:inkChg chg="del">
          <ac:chgData name="Mahima Weerasinghe" userId="e11e3f55-42da-4e07-8ead-4d7a1d7ea1c6" providerId="ADAL" clId="{A71A91A0-537E-435E-A57A-6A59184BC47A}" dt="2024-08-17T12:09:02.112" v="4" actId="478"/>
          <ac:inkMkLst>
            <pc:docMk/>
            <pc:sldMk cId="0" sldId="256"/>
            <ac:inkMk id="90" creationId="{7458CE25-B447-45B8-1FF0-016048E5AA4F}"/>
          </ac:inkMkLst>
        </pc:inkChg>
        <pc:inkChg chg="del">
          <ac:chgData name="Mahima Weerasinghe" userId="e11e3f55-42da-4e07-8ead-4d7a1d7ea1c6" providerId="ADAL" clId="{A71A91A0-537E-435E-A57A-6A59184BC47A}" dt="2024-08-17T12:09:02.112" v="4" actId="478"/>
          <ac:inkMkLst>
            <pc:docMk/>
            <pc:sldMk cId="0" sldId="256"/>
            <ac:inkMk id="91" creationId="{FC1ECEAD-10B2-85D3-09B7-F62DF93BA4BE}"/>
          </ac:inkMkLst>
        </pc:inkChg>
        <pc:inkChg chg="del">
          <ac:chgData name="Mahima Weerasinghe" userId="e11e3f55-42da-4e07-8ead-4d7a1d7ea1c6" providerId="ADAL" clId="{A71A91A0-537E-435E-A57A-6A59184BC47A}" dt="2024-08-17T12:09:02.112" v="4" actId="478"/>
          <ac:inkMkLst>
            <pc:docMk/>
            <pc:sldMk cId="0" sldId="256"/>
            <ac:inkMk id="92" creationId="{D81B82EC-E9E9-4F2A-4197-F7B4E2D7470B}"/>
          </ac:inkMkLst>
        </pc:inkChg>
        <pc:inkChg chg="del">
          <ac:chgData name="Mahima Weerasinghe" userId="e11e3f55-42da-4e07-8ead-4d7a1d7ea1c6" providerId="ADAL" clId="{A71A91A0-537E-435E-A57A-6A59184BC47A}" dt="2024-08-17T12:09:22.590" v="11" actId="478"/>
          <ac:inkMkLst>
            <pc:docMk/>
            <pc:sldMk cId="0" sldId="256"/>
            <ac:inkMk id="93" creationId="{89A69073-395B-AA2E-57F2-BFAE5EE52D02}"/>
          </ac:inkMkLst>
        </pc:inkChg>
        <pc:inkChg chg="del">
          <ac:chgData name="Mahima Weerasinghe" userId="e11e3f55-42da-4e07-8ead-4d7a1d7ea1c6" providerId="ADAL" clId="{A71A91A0-537E-435E-A57A-6A59184BC47A}" dt="2024-08-17T12:09:22.590" v="11" actId="478"/>
          <ac:inkMkLst>
            <pc:docMk/>
            <pc:sldMk cId="0" sldId="256"/>
            <ac:inkMk id="94" creationId="{ECE455FC-4E7C-BD34-76C0-838CC8AC2B3A}"/>
          </ac:inkMkLst>
        </pc:inkChg>
        <pc:inkChg chg="del">
          <ac:chgData name="Mahima Weerasinghe" userId="e11e3f55-42da-4e07-8ead-4d7a1d7ea1c6" providerId="ADAL" clId="{A71A91A0-537E-435E-A57A-6A59184BC47A}" dt="2024-08-17T12:09:22.590" v="11" actId="478"/>
          <ac:inkMkLst>
            <pc:docMk/>
            <pc:sldMk cId="0" sldId="256"/>
            <ac:inkMk id="95" creationId="{108875DD-61B6-CF6C-3252-AAAC76C291F4}"/>
          </ac:inkMkLst>
        </pc:inkChg>
        <pc:inkChg chg="del">
          <ac:chgData name="Mahima Weerasinghe" userId="e11e3f55-42da-4e07-8ead-4d7a1d7ea1c6" providerId="ADAL" clId="{A71A91A0-537E-435E-A57A-6A59184BC47A}" dt="2024-08-17T12:09:02.112" v="4" actId="478"/>
          <ac:inkMkLst>
            <pc:docMk/>
            <pc:sldMk cId="0" sldId="256"/>
            <ac:inkMk id="97" creationId="{D627D256-E13D-0F25-7A2A-BE03733DECD3}"/>
          </ac:inkMkLst>
        </pc:inkChg>
        <pc:inkChg chg="del">
          <ac:chgData name="Mahima Weerasinghe" userId="e11e3f55-42da-4e07-8ead-4d7a1d7ea1c6" providerId="ADAL" clId="{A71A91A0-537E-435E-A57A-6A59184BC47A}" dt="2024-08-17T12:09:02.112" v="4" actId="478"/>
          <ac:inkMkLst>
            <pc:docMk/>
            <pc:sldMk cId="0" sldId="256"/>
            <ac:inkMk id="98" creationId="{9E384199-069F-5D8C-D0E1-FE89D7DD42E2}"/>
          </ac:inkMkLst>
        </pc:inkChg>
        <pc:inkChg chg="del">
          <ac:chgData name="Mahima Weerasinghe" userId="e11e3f55-42da-4e07-8ead-4d7a1d7ea1c6" providerId="ADAL" clId="{A71A91A0-537E-435E-A57A-6A59184BC47A}" dt="2024-08-17T12:09:02.112" v="4" actId="478"/>
          <ac:inkMkLst>
            <pc:docMk/>
            <pc:sldMk cId="0" sldId="256"/>
            <ac:inkMk id="99" creationId="{C0566101-3B4D-73F4-4FE8-BA91B963A914}"/>
          </ac:inkMkLst>
        </pc:inkChg>
        <pc:inkChg chg="del">
          <ac:chgData name="Mahima Weerasinghe" userId="e11e3f55-42da-4e07-8ead-4d7a1d7ea1c6" providerId="ADAL" clId="{A71A91A0-537E-435E-A57A-6A59184BC47A}" dt="2024-08-17T12:09:02.112" v="4" actId="478"/>
          <ac:inkMkLst>
            <pc:docMk/>
            <pc:sldMk cId="0" sldId="256"/>
            <ac:inkMk id="100" creationId="{3AC4DEDC-FB55-3707-52E0-2EFC978AD30E}"/>
          </ac:inkMkLst>
        </pc:inkChg>
        <pc:inkChg chg="del">
          <ac:chgData name="Mahima Weerasinghe" userId="e11e3f55-42da-4e07-8ead-4d7a1d7ea1c6" providerId="ADAL" clId="{A71A91A0-537E-435E-A57A-6A59184BC47A}" dt="2024-08-17T12:09:02.112" v="4" actId="478"/>
          <ac:inkMkLst>
            <pc:docMk/>
            <pc:sldMk cId="0" sldId="256"/>
            <ac:inkMk id="103" creationId="{51EE16D4-4473-BBA8-3D68-B48B96BF6539}"/>
          </ac:inkMkLst>
        </pc:inkChg>
        <pc:inkChg chg="del">
          <ac:chgData name="Mahima Weerasinghe" userId="e11e3f55-42da-4e07-8ead-4d7a1d7ea1c6" providerId="ADAL" clId="{A71A91A0-537E-435E-A57A-6A59184BC47A}" dt="2024-08-17T12:09:02.112" v="4" actId="478"/>
          <ac:inkMkLst>
            <pc:docMk/>
            <pc:sldMk cId="0" sldId="256"/>
            <ac:inkMk id="105" creationId="{D055AE78-5EC8-A857-BB4E-9880AE8F299F}"/>
          </ac:inkMkLst>
        </pc:inkChg>
        <pc:inkChg chg="del">
          <ac:chgData name="Mahima Weerasinghe" userId="e11e3f55-42da-4e07-8ead-4d7a1d7ea1c6" providerId="ADAL" clId="{A71A91A0-537E-435E-A57A-6A59184BC47A}" dt="2024-08-17T12:09:02.112" v="4" actId="478"/>
          <ac:inkMkLst>
            <pc:docMk/>
            <pc:sldMk cId="0" sldId="256"/>
            <ac:inkMk id="106" creationId="{45D2916A-2B3C-9073-E9F7-EF2E2C5FBFEF}"/>
          </ac:inkMkLst>
        </pc:inkChg>
        <pc:inkChg chg="del">
          <ac:chgData name="Mahima Weerasinghe" userId="e11e3f55-42da-4e07-8ead-4d7a1d7ea1c6" providerId="ADAL" clId="{A71A91A0-537E-435E-A57A-6A59184BC47A}" dt="2024-08-17T12:09:02.112" v="4" actId="478"/>
          <ac:inkMkLst>
            <pc:docMk/>
            <pc:sldMk cId="0" sldId="256"/>
            <ac:inkMk id="107" creationId="{52BD25E1-EEC4-1AED-6325-78C930BF3143}"/>
          </ac:inkMkLst>
        </pc:inkChg>
        <pc:inkChg chg="del">
          <ac:chgData name="Mahima Weerasinghe" userId="e11e3f55-42da-4e07-8ead-4d7a1d7ea1c6" providerId="ADAL" clId="{A71A91A0-537E-435E-A57A-6A59184BC47A}" dt="2024-08-17T12:09:02.112" v="4" actId="478"/>
          <ac:inkMkLst>
            <pc:docMk/>
            <pc:sldMk cId="0" sldId="256"/>
            <ac:inkMk id="108" creationId="{C10CAF68-FAFC-84C9-9A47-978512706382}"/>
          </ac:inkMkLst>
        </pc:inkChg>
        <pc:inkChg chg="del">
          <ac:chgData name="Mahima Weerasinghe" userId="e11e3f55-42da-4e07-8ead-4d7a1d7ea1c6" providerId="ADAL" clId="{A71A91A0-537E-435E-A57A-6A59184BC47A}" dt="2024-08-17T12:09:02.112" v="4" actId="478"/>
          <ac:inkMkLst>
            <pc:docMk/>
            <pc:sldMk cId="0" sldId="256"/>
            <ac:inkMk id="109" creationId="{8B5A4227-6B69-F77A-215E-BD2311510AD0}"/>
          </ac:inkMkLst>
        </pc:inkChg>
        <pc:inkChg chg="del">
          <ac:chgData name="Mahima Weerasinghe" userId="e11e3f55-42da-4e07-8ead-4d7a1d7ea1c6" providerId="ADAL" clId="{A71A91A0-537E-435E-A57A-6A59184BC47A}" dt="2024-08-17T12:09:02.112" v="4" actId="478"/>
          <ac:inkMkLst>
            <pc:docMk/>
            <pc:sldMk cId="0" sldId="256"/>
            <ac:inkMk id="110" creationId="{C2342889-676A-9A33-29B2-4DDDF3AF4435}"/>
          </ac:inkMkLst>
        </pc:inkChg>
        <pc:inkChg chg="del">
          <ac:chgData name="Mahima Weerasinghe" userId="e11e3f55-42da-4e07-8ead-4d7a1d7ea1c6" providerId="ADAL" clId="{A71A91A0-537E-435E-A57A-6A59184BC47A}" dt="2024-08-17T12:09:02.112" v="4" actId="478"/>
          <ac:inkMkLst>
            <pc:docMk/>
            <pc:sldMk cId="0" sldId="256"/>
            <ac:inkMk id="111" creationId="{7017E2A4-C75B-85E9-E23E-2C9863816ECE}"/>
          </ac:inkMkLst>
        </pc:inkChg>
        <pc:inkChg chg="del">
          <ac:chgData name="Mahima Weerasinghe" userId="e11e3f55-42da-4e07-8ead-4d7a1d7ea1c6" providerId="ADAL" clId="{A71A91A0-537E-435E-A57A-6A59184BC47A}" dt="2024-08-17T12:09:02.112" v="4" actId="478"/>
          <ac:inkMkLst>
            <pc:docMk/>
            <pc:sldMk cId="0" sldId="256"/>
            <ac:inkMk id="112" creationId="{59A62B04-E36A-CFF0-2210-68DD057A6265}"/>
          </ac:inkMkLst>
        </pc:inkChg>
        <pc:inkChg chg="del">
          <ac:chgData name="Mahima Weerasinghe" userId="e11e3f55-42da-4e07-8ead-4d7a1d7ea1c6" providerId="ADAL" clId="{A71A91A0-537E-435E-A57A-6A59184BC47A}" dt="2024-08-17T12:09:02.112" v="4" actId="478"/>
          <ac:inkMkLst>
            <pc:docMk/>
            <pc:sldMk cId="0" sldId="256"/>
            <ac:inkMk id="113" creationId="{DF7C9A64-BBFF-3DAE-C497-D9D2FBFD0DA2}"/>
          </ac:inkMkLst>
        </pc:inkChg>
        <pc:inkChg chg="del">
          <ac:chgData name="Mahima Weerasinghe" userId="e11e3f55-42da-4e07-8ead-4d7a1d7ea1c6" providerId="ADAL" clId="{A71A91A0-537E-435E-A57A-6A59184BC47A}" dt="2024-08-17T12:09:02.112" v="4" actId="478"/>
          <ac:inkMkLst>
            <pc:docMk/>
            <pc:sldMk cId="0" sldId="256"/>
            <ac:inkMk id="114" creationId="{395EB018-0C11-7EC7-0A71-62625A51EA9C}"/>
          </ac:inkMkLst>
        </pc:inkChg>
        <pc:inkChg chg="del">
          <ac:chgData name="Mahima Weerasinghe" userId="e11e3f55-42da-4e07-8ead-4d7a1d7ea1c6" providerId="ADAL" clId="{A71A91A0-537E-435E-A57A-6A59184BC47A}" dt="2024-08-17T12:09:02.112" v="4" actId="478"/>
          <ac:inkMkLst>
            <pc:docMk/>
            <pc:sldMk cId="0" sldId="256"/>
            <ac:inkMk id="115" creationId="{C2535BB5-493A-039D-B63E-BE3509D32AE1}"/>
          </ac:inkMkLst>
        </pc:inkChg>
        <pc:inkChg chg="del">
          <ac:chgData name="Mahima Weerasinghe" userId="e11e3f55-42da-4e07-8ead-4d7a1d7ea1c6" providerId="ADAL" clId="{A71A91A0-537E-435E-A57A-6A59184BC47A}" dt="2024-08-17T12:09:02.112" v="4" actId="478"/>
          <ac:inkMkLst>
            <pc:docMk/>
            <pc:sldMk cId="0" sldId="256"/>
            <ac:inkMk id="116" creationId="{7056B294-52EF-3824-619D-B152B5A9FC59}"/>
          </ac:inkMkLst>
        </pc:inkChg>
        <pc:inkChg chg="del">
          <ac:chgData name="Mahima Weerasinghe" userId="e11e3f55-42da-4e07-8ead-4d7a1d7ea1c6" providerId="ADAL" clId="{A71A91A0-537E-435E-A57A-6A59184BC47A}" dt="2024-08-17T12:09:02.112" v="4" actId="478"/>
          <ac:inkMkLst>
            <pc:docMk/>
            <pc:sldMk cId="0" sldId="256"/>
            <ac:inkMk id="117" creationId="{F20CDC10-D926-87E9-A14A-178AA2AB4A77}"/>
          </ac:inkMkLst>
        </pc:inkChg>
        <pc:inkChg chg="del">
          <ac:chgData name="Mahima Weerasinghe" userId="e11e3f55-42da-4e07-8ead-4d7a1d7ea1c6" providerId="ADAL" clId="{A71A91A0-537E-435E-A57A-6A59184BC47A}" dt="2024-08-17T12:09:02.112" v="4" actId="478"/>
          <ac:inkMkLst>
            <pc:docMk/>
            <pc:sldMk cId="0" sldId="256"/>
            <ac:inkMk id="118" creationId="{39BDA8E4-57B4-BAC3-E794-650CB92D3E1B}"/>
          </ac:inkMkLst>
        </pc:inkChg>
        <pc:inkChg chg="del">
          <ac:chgData name="Mahima Weerasinghe" userId="e11e3f55-42da-4e07-8ead-4d7a1d7ea1c6" providerId="ADAL" clId="{A71A91A0-537E-435E-A57A-6A59184BC47A}" dt="2024-08-17T12:09:02.112" v="4" actId="478"/>
          <ac:inkMkLst>
            <pc:docMk/>
            <pc:sldMk cId="0" sldId="256"/>
            <ac:inkMk id="121" creationId="{B3EBFDBF-8DFB-86F5-EAB9-7B42D9BBBA18}"/>
          </ac:inkMkLst>
        </pc:inkChg>
        <pc:inkChg chg="del">
          <ac:chgData name="Mahima Weerasinghe" userId="e11e3f55-42da-4e07-8ead-4d7a1d7ea1c6" providerId="ADAL" clId="{A71A91A0-537E-435E-A57A-6A59184BC47A}" dt="2024-08-17T12:09:02.112" v="4" actId="478"/>
          <ac:inkMkLst>
            <pc:docMk/>
            <pc:sldMk cId="0" sldId="256"/>
            <ac:inkMk id="123" creationId="{9D07B8F8-E035-4E20-16B8-F91EDA3888B3}"/>
          </ac:inkMkLst>
        </pc:inkChg>
        <pc:inkChg chg="del">
          <ac:chgData name="Mahima Weerasinghe" userId="e11e3f55-42da-4e07-8ead-4d7a1d7ea1c6" providerId="ADAL" clId="{A71A91A0-537E-435E-A57A-6A59184BC47A}" dt="2024-08-17T12:09:02.112" v="4" actId="478"/>
          <ac:inkMkLst>
            <pc:docMk/>
            <pc:sldMk cId="0" sldId="256"/>
            <ac:inkMk id="125" creationId="{C69AA461-E252-103D-0FC8-62FF5185CB1E}"/>
          </ac:inkMkLst>
        </pc:inkChg>
        <pc:inkChg chg="del">
          <ac:chgData name="Mahima Weerasinghe" userId="e11e3f55-42da-4e07-8ead-4d7a1d7ea1c6" providerId="ADAL" clId="{A71A91A0-537E-435E-A57A-6A59184BC47A}" dt="2024-08-17T12:09:02.112" v="4" actId="478"/>
          <ac:inkMkLst>
            <pc:docMk/>
            <pc:sldMk cId="0" sldId="256"/>
            <ac:inkMk id="126" creationId="{4C579303-98DA-B40B-3BD7-CFE759FD0D36}"/>
          </ac:inkMkLst>
        </pc:inkChg>
        <pc:inkChg chg="del">
          <ac:chgData name="Mahima Weerasinghe" userId="e11e3f55-42da-4e07-8ead-4d7a1d7ea1c6" providerId="ADAL" clId="{A71A91A0-537E-435E-A57A-6A59184BC47A}" dt="2024-08-17T12:09:02.112" v="4" actId="478"/>
          <ac:inkMkLst>
            <pc:docMk/>
            <pc:sldMk cId="0" sldId="256"/>
            <ac:inkMk id="127" creationId="{F8BF85D0-0146-36A5-90A2-D4A25CCD4F2E}"/>
          </ac:inkMkLst>
        </pc:inkChg>
        <pc:inkChg chg="del">
          <ac:chgData name="Mahima Weerasinghe" userId="e11e3f55-42da-4e07-8ead-4d7a1d7ea1c6" providerId="ADAL" clId="{A71A91A0-537E-435E-A57A-6A59184BC47A}" dt="2024-08-17T12:09:02.112" v="4" actId="478"/>
          <ac:inkMkLst>
            <pc:docMk/>
            <pc:sldMk cId="0" sldId="256"/>
            <ac:inkMk id="128" creationId="{F678F2E0-ADB2-73B4-AE4E-CF145A530925}"/>
          </ac:inkMkLst>
        </pc:inkChg>
        <pc:inkChg chg="del">
          <ac:chgData name="Mahima Weerasinghe" userId="e11e3f55-42da-4e07-8ead-4d7a1d7ea1c6" providerId="ADAL" clId="{A71A91A0-537E-435E-A57A-6A59184BC47A}" dt="2024-08-17T12:09:02.112" v="4" actId="478"/>
          <ac:inkMkLst>
            <pc:docMk/>
            <pc:sldMk cId="0" sldId="256"/>
            <ac:inkMk id="129" creationId="{64011EC2-ACFC-E7E1-36DA-65FFA95F70AA}"/>
          </ac:inkMkLst>
        </pc:inkChg>
        <pc:inkChg chg="del">
          <ac:chgData name="Mahima Weerasinghe" userId="e11e3f55-42da-4e07-8ead-4d7a1d7ea1c6" providerId="ADAL" clId="{A71A91A0-537E-435E-A57A-6A59184BC47A}" dt="2024-08-17T12:09:02.112" v="4" actId="478"/>
          <ac:inkMkLst>
            <pc:docMk/>
            <pc:sldMk cId="0" sldId="256"/>
            <ac:inkMk id="130" creationId="{5C9AC26B-D416-F080-AC7E-1F96FAC1D921}"/>
          </ac:inkMkLst>
        </pc:inkChg>
        <pc:inkChg chg="del">
          <ac:chgData name="Mahima Weerasinghe" userId="e11e3f55-42da-4e07-8ead-4d7a1d7ea1c6" providerId="ADAL" clId="{A71A91A0-537E-435E-A57A-6A59184BC47A}" dt="2024-08-17T12:09:02.112" v="4" actId="478"/>
          <ac:inkMkLst>
            <pc:docMk/>
            <pc:sldMk cId="0" sldId="256"/>
            <ac:inkMk id="131" creationId="{E205B7DB-4DB2-73C9-166A-F9B96394FAAD}"/>
          </ac:inkMkLst>
        </pc:inkChg>
        <pc:inkChg chg="del">
          <ac:chgData name="Mahima Weerasinghe" userId="e11e3f55-42da-4e07-8ead-4d7a1d7ea1c6" providerId="ADAL" clId="{A71A91A0-537E-435E-A57A-6A59184BC47A}" dt="2024-08-17T12:09:02.112" v="4" actId="478"/>
          <ac:inkMkLst>
            <pc:docMk/>
            <pc:sldMk cId="0" sldId="256"/>
            <ac:inkMk id="133" creationId="{A93F5BB4-AE75-B16B-9986-3782672FF7C9}"/>
          </ac:inkMkLst>
        </pc:inkChg>
        <pc:inkChg chg="del">
          <ac:chgData name="Mahima Weerasinghe" userId="e11e3f55-42da-4e07-8ead-4d7a1d7ea1c6" providerId="ADAL" clId="{A71A91A0-537E-435E-A57A-6A59184BC47A}" dt="2024-08-17T12:09:02.112" v="4" actId="478"/>
          <ac:inkMkLst>
            <pc:docMk/>
            <pc:sldMk cId="0" sldId="256"/>
            <ac:inkMk id="134" creationId="{D4E88FFD-349D-EF54-D9F4-DF5B0DBBC5DC}"/>
          </ac:inkMkLst>
        </pc:inkChg>
        <pc:inkChg chg="del">
          <ac:chgData name="Mahima Weerasinghe" userId="e11e3f55-42da-4e07-8ead-4d7a1d7ea1c6" providerId="ADAL" clId="{A71A91A0-537E-435E-A57A-6A59184BC47A}" dt="2024-08-17T12:09:02.112" v="4" actId="478"/>
          <ac:inkMkLst>
            <pc:docMk/>
            <pc:sldMk cId="0" sldId="256"/>
            <ac:inkMk id="136" creationId="{DCB3D2B3-10B5-D4DF-F0DC-EE8057BBA8FB}"/>
          </ac:inkMkLst>
        </pc:inkChg>
        <pc:inkChg chg="del">
          <ac:chgData name="Mahima Weerasinghe" userId="e11e3f55-42da-4e07-8ead-4d7a1d7ea1c6" providerId="ADAL" clId="{A71A91A0-537E-435E-A57A-6A59184BC47A}" dt="2024-08-17T12:09:02.112" v="4" actId="478"/>
          <ac:inkMkLst>
            <pc:docMk/>
            <pc:sldMk cId="0" sldId="256"/>
            <ac:inkMk id="137" creationId="{A543134C-446B-DC3A-1F1E-3A6CBC9CB319}"/>
          </ac:inkMkLst>
        </pc:inkChg>
        <pc:inkChg chg="del">
          <ac:chgData name="Mahima Weerasinghe" userId="e11e3f55-42da-4e07-8ead-4d7a1d7ea1c6" providerId="ADAL" clId="{A71A91A0-537E-435E-A57A-6A59184BC47A}" dt="2024-08-17T12:09:02.112" v="4" actId="478"/>
          <ac:inkMkLst>
            <pc:docMk/>
            <pc:sldMk cId="0" sldId="256"/>
            <ac:inkMk id="139" creationId="{365000A9-33E1-77CB-705E-92BC51A5C058}"/>
          </ac:inkMkLst>
        </pc:inkChg>
        <pc:inkChg chg="del">
          <ac:chgData name="Mahima Weerasinghe" userId="e11e3f55-42da-4e07-8ead-4d7a1d7ea1c6" providerId="ADAL" clId="{A71A91A0-537E-435E-A57A-6A59184BC47A}" dt="2024-08-17T12:09:02.112" v="4" actId="478"/>
          <ac:inkMkLst>
            <pc:docMk/>
            <pc:sldMk cId="0" sldId="256"/>
            <ac:inkMk id="140" creationId="{EC50156C-980B-393A-C895-6C13F5039465}"/>
          </ac:inkMkLst>
        </pc:inkChg>
        <pc:inkChg chg="del">
          <ac:chgData name="Mahima Weerasinghe" userId="e11e3f55-42da-4e07-8ead-4d7a1d7ea1c6" providerId="ADAL" clId="{A71A91A0-537E-435E-A57A-6A59184BC47A}" dt="2024-08-17T12:09:02.112" v="4" actId="478"/>
          <ac:inkMkLst>
            <pc:docMk/>
            <pc:sldMk cId="0" sldId="256"/>
            <ac:inkMk id="141" creationId="{A3812E6C-CE45-8225-4A00-1D71AA6D408B}"/>
          </ac:inkMkLst>
        </pc:inkChg>
        <pc:inkChg chg="del">
          <ac:chgData name="Mahima Weerasinghe" userId="e11e3f55-42da-4e07-8ead-4d7a1d7ea1c6" providerId="ADAL" clId="{A71A91A0-537E-435E-A57A-6A59184BC47A}" dt="2024-08-17T12:09:02.112" v="4" actId="478"/>
          <ac:inkMkLst>
            <pc:docMk/>
            <pc:sldMk cId="0" sldId="256"/>
            <ac:inkMk id="142" creationId="{C6668386-F4F0-6FD4-7957-499BBE72B557}"/>
          </ac:inkMkLst>
        </pc:inkChg>
        <pc:inkChg chg="del">
          <ac:chgData name="Mahima Weerasinghe" userId="e11e3f55-42da-4e07-8ead-4d7a1d7ea1c6" providerId="ADAL" clId="{A71A91A0-537E-435E-A57A-6A59184BC47A}" dt="2024-08-17T12:09:02.112" v="4" actId="478"/>
          <ac:inkMkLst>
            <pc:docMk/>
            <pc:sldMk cId="0" sldId="256"/>
            <ac:inkMk id="143" creationId="{6EE298D1-4F01-F459-9703-CFD81177BAED}"/>
          </ac:inkMkLst>
        </pc:inkChg>
        <pc:inkChg chg="del">
          <ac:chgData name="Mahima Weerasinghe" userId="e11e3f55-42da-4e07-8ead-4d7a1d7ea1c6" providerId="ADAL" clId="{A71A91A0-537E-435E-A57A-6A59184BC47A}" dt="2024-08-17T12:09:02.112" v="4" actId="478"/>
          <ac:inkMkLst>
            <pc:docMk/>
            <pc:sldMk cId="0" sldId="256"/>
            <ac:inkMk id="145" creationId="{A78420F3-BACE-6A07-6945-8269B2FD7D2E}"/>
          </ac:inkMkLst>
        </pc:inkChg>
        <pc:inkChg chg="del">
          <ac:chgData name="Mahima Weerasinghe" userId="e11e3f55-42da-4e07-8ead-4d7a1d7ea1c6" providerId="ADAL" clId="{A71A91A0-537E-435E-A57A-6A59184BC47A}" dt="2024-08-17T12:09:02.112" v="4" actId="478"/>
          <ac:inkMkLst>
            <pc:docMk/>
            <pc:sldMk cId="0" sldId="256"/>
            <ac:inkMk id="146" creationId="{4AD11CEA-A167-6EF5-9F58-9CF2EB1818D7}"/>
          </ac:inkMkLst>
        </pc:inkChg>
        <pc:inkChg chg="del">
          <ac:chgData name="Mahima Weerasinghe" userId="e11e3f55-42da-4e07-8ead-4d7a1d7ea1c6" providerId="ADAL" clId="{A71A91A0-537E-435E-A57A-6A59184BC47A}" dt="2024-08-17T12:09:02.112" v="4" actId="478"/>
          <ac:inkMkLst>
            <pc:docMk/>
            <pc:sldMk cId="0" sldId="256"/>
            <ac:inkMk id="147" creationId="{2E9FE72E-4201-F666-58F8-638E12DAB3F5}"/>
          </ac:inkMkLst>
        </pc:inkChg>
        <pc:inkChg chg="del">
          <ac:chgData name="Mahima Weerasinghe" userId="e11e3f55-42da-4e07-8ead-4d7a1d7ea1c6" providerId="ADAL" clId="{A71A91A0-537E-435E-A57A-6A59184BC47A}" dt="2024-08-17T12:09:02.112" v="4" actId="478"/>
          <ac:inkMkLst>
            <pc:docMk/>
            <pc:sldMk cId="0" sldId="256"/>
            <ac:inkMk id="148" creationId="{4BBBC611-2E55-BD88-59A2-D85CF6DF614C}"/>
          </ac:inkMkLst>
        </pc:inkChg>
        <pc:inkChg chg="del">
          <ac:chgData name="Mahima Weerasinghe" userId="e11e3f55-42da-4e07-8ead-4d7a1d7ea1c6" providerId="ADAL" clId="{A71A91A0-537E-435E-A57A-6A59184BC47A}" dt="2024-08-17T12:09:02.112" v="4" actId="478"/>
          <ac:inkMkLst>
            <pc:docMk/>
            <pc:sldMk cId="0" sldId="256"/>
            <ac:inkMk id="149" creationId="{E02A39B9-D101-3F64-E85D-7D0D2EDF2E06}"/>
          </ac:inkMkLst>
        </pc:inkChg>
        <pc:inkChg chg="del">
          <ac:chgData name="Mahima Weerasinghe" userId="e11e3f55-42da-4e07-8ead-4d7a1d7ea1c6" providerId="ADAL" clId="{A71A91A0-537E-435E-A57A-6A59184BC47A}" dt="2024-08-17T12:09:02.112" v="4" actId="478"/>
          <ac:inkMkLst>
            <pc:docMk/>
            <pc:sldMk cId="0" sldId="256"/>
            <ac:inkMk id="150" creationId="{CBC6B911-D4F7-A955-F79F-8B65C1329262}"/>
          </ac:inkMkLst>
        </pc:inkChg>
        <pc:inkChg chg="del">
          <ac:chgData name="Mahima Weerasinghe" userId="e11e3f55-42da-4e07-8ead-4d7a1d7ea1c6" providerId="ADAL" clId="{A71A91A0-537E-435E-A57A-6A59184BC47A}" dt="2024-08-17T12:09:02.112" v="4" actId="478"/>
          <ac:inkMkLst>
            <pc:docMk/>
            <pc:sldMk cId="0" sldId="256"/>
            <ac:inkMk id="151" creationId="{22A74F26-BC13-1B57-0718-51EE04532B13}"/>
          </ac:inkMkLst>
        </pc:inkChg>
        <pc:inkChg chg="del">
          <ac:chgData name="Mahima Weerasinghe" userId="e11e3f55-42da-4e07-8ead-4d7a1d7ea1c6" providerId="ADAL" clId="{A71A91A0-537E-435E-A57A-6A59184BC47A}" dt="2024-08-17T12:09:02.112" v="4" actId="478"/>
          <ac:inkMkLst>
            <pc:docMk/>
            <pc:sldMk cId="0" sldId="256"/>
            <ac:inkMk id="154" creationId="{0A47F22B-F4C7-784B-FABB-2B09FDE08A8A}"/>
          </ac:inkMkLst>
        </pc:inkChg>
        <pc:inkChg chg="del">
          <ac:chgData name="Mahima Weerasinghe" userId="e11e3f55-42da-4e07-8ead-4d7a1d7ea1c6" providerId="ADAL" clId="{A71A91A0-537E-435E-A57A-6A59184BC47A}" dt="2024-08-17T12:09:02.112" v="4" actId="478"/>
          <ac:inkMkLst>
            <pc:docMk/>
            <pc:sldMk cId="0" sldId="256"/>
            <ac:inkMk id="155" creationId="{BBE8ED56-F478-20F0-3AB0-452998024FB0}"/>
          </ac:inkMkLst>
        </pc:inkChg>
        <pc:inkChg chg="del">
          <ac:chgData name="Mahima Weerasinghe" userId="e11e3f55-42da-4e07-8ead-4d7a1d7ea1c6" providerId="ADAL" clId="{A71A91A0-537E-435E-A57A-6A59184BC47A}" dt="2024-08-17T12:09:02.112" v="4" actId="478"/>
          <ac:inkMkLst>
            <pc:docMk/>
            <pc:sldMk cId="0" sldId="256"/>
            <ac:inkMk id="157" creationId="{05105C7B-52C9-948D-D8C8-658DEBDDCA3C}"/>
          </ac:inkMkLst>
        </pc:inkChg>
        <pc:inkChg chg="del">
          <ac:chgData name="Mahima Weerasinghe" userId="e11e3f55-42da-4e07-8ead-4d7a1d7ea1c6" providerId="ADAL" clId="{A71A91A0-537E-435E-A57A-6A59184BC47A}" dt="2024-08-17T12:09:02.112" v="4" actId="478"/>
          <ac:inkMkLst>
            <pc:docMk/>
            <pc:sldMk cId="0" sldId="256"/>
            <ac:inkMk id="158" creationId="{594854BF-39A6-5920-28AB-14F9DEA564AB}"/>
          </ac:inkMkLst>
        </pc:inkChg>
        <pc:inkChg chg="del">
          <ac:chgData name="Mahima Weerasinghe" userId="e11e3f55-42da-4e07-8ead-4d7a1d7ea1c6" providerId="ADAL" clId="{A71A91A0-537E-435E-A57A-6A59184BC47A}" dt="2024-08-17T12:09:02.112" v="4" actId="478"/>
          <ac:inkMkLst>
            <pc:docMk/>
            <pc:sldMk cId="0" sldId="256"/>
            <ac:inkMk id="159" creationId="{34EF054F-7465-2779-3F8F-15B6962D03C4}"/>
          </ac:inkMkLst>
        </pc:inkChg>
        <pc:inkChg chg="del">
          <ac:chgData name="Mahima Weerasinghe" userId="e11e3f55-42da-4e07-8ead-4d7a1d7ea1c6" providerId="ADAL" clId="{A71A91A0-537E-435E-A57A-6A59184BC47A}" dt="2024-08-17T12:09:02.112" v="4" actId="478"/>
          <ac:inkMkLst>
            <pc:docMk/>
            <pc:sldMk cId="0" sldId="256"/>
            <ac:inkMk id="160" creationId="{26569B69-E602-A72C-B854-D332A23311A7}"/>
          </ac:inkMkLst>
        </pc:inkChg>
        <pc:inkChg chg="del">
          <ac:chgData name="Mahima Weerasinghe" userId="e11e3f55-42da-4e07-8ead-4d7a1d7ea1c6" providerId="ADAL" clId="{A71A91A0-537E-435E-A57A-6A59184BC47A}" dt="2024-08-17T12:09:02.112" v="4" actId="478"/>
          <ac:inkMkLst>
            <pc:docMk/>
            <pc:sldMk cId="0" sldId="256"/>
            <ac:inkMk id="162" creationId="{FE031602-1978-03F1-8D5D-1DB788156717}"/>
          </ac:inkMkLst>
        </pc:inkChg>
        <pc:inkChg chg="del">
          <ac:chgData name="Mahima Weerasinghe" userId="e11e3f55-42da-4e07-8ead-4d7a1d7ea1c6" providerId="ADAL" clId="{A71A91A0-537E-435E-A57A-6A59184BC47A}" dt="2024-08-17T12:09:02.112" v="4" actId="478"/>
          <ac:inkMkLst>
            <pc:docMk/>
            <pc:sldMk cId="0" sldId="256"/>
            <ac:inkMk id="163" creationId="{E248451D-A5CB-64AB-037D-0A54842ABF60}"/>
          </ac:inkMkLst>
        </pc:inkChg>
        <pc:inkChg chg="del">
          <ac:chgData name="Mahima Weerasinghe" userId="e11e3f55-42da-4e07-8ead-4d7a1d7ea1c6" providerId="ADAL" clId="{A71A91A0-537E-435E-A57A-6A59184BC47A}" dt="2024-08-17T12:09:02.112" v="4" actId="478"/>
          <ac:inkMkLst>
            <pc:docMk/>
            <pc:sldMk cId="0" sldId="256"/>
            <ac:inkMk id="164" creationId="{D0A4F085-2B47-1A6C-85D7-7F76F1DCA6BC}"/>
          </ac:inkMkLst>
        </pc:inkChg>
        <pc:inkChg chg="del">
          <ac:chgData name="Mahima Weerasinghe" userId="e11e3f55-42da-4e07-8ead-4d7a1d7ea1c6" providerId="ADAL" clId="{A71A91A0-537E-435E-A57A-6A59184BC47A}" dt="2024-08-17T12:09:02.112" v="4" actId="478"/>
          <ac:inkMkLst>
            <pc:docMk/>
            <pc:sldMk cId="0" sldId="256"/>
            <ac:inkMk id="165" creationId="{4E771F8D-C85C-94A3-6518-F12415CE0979}"/>
          </ac:inkMkLst>
        </pc:inkChg>
        <pc:inkChg chg="del">
          <ac:chgData name="Mahima Weerasinghe" userId="e11e3f55-42da-4e07-8ead-4d7a1d7ea1c6" providerId="ADAL" clId="{A71A91A0-537E-435E-A57A-6A59184BC47A}" dt="2024-08-17T12:09:02.112" v="4" actId="478"/>
          <ac:inkMkLst>
            <pc:docMk/>
            <pc:sldMk cId="0" sldId="256"/>
            <ac:inkMk id="166" creationId="{DDEF99CF-7778-4DD0-1146-1D5E64D486BE}"/>
          </ac:inkMkLst>
        </pc:inkChg>
        <pc:inkChg chg="del">
          <ac:chgData name="Mahima Weerasinghe" userId="e11e3f55-42da-4e07-8ead-4d7a1d7ea1c6" providerId="ADAL" clId="{A71A91A0-537E-435E-A57A-6A59184BC47A}" dt="2024-08-17T12:09:02.112" v="4" actId="478"/>
          <ac:inkMkLst>
            <pc:docMk/>
            <pc:sldMk cId="0" sldId="256"/>
            <ac:inkMk id="167" creationId="{783AF6C9-B016-3A14-1C32-557E726AC833}"/>
          </ac:inkMkLst>
        </pc:inkChg>
        <pc:inkChg chg="del">
          <ac:chgData name="Mahima Weerasinghe" userId="e11e3f55-42da-4e07-8ead-4d7a1d7ea1c6" providerId="ADAL" clId="{A71A91A0-537E-435E-A57A-6A59184BC47A}" dt="2024-08-17T12:09:02.112" v="4" actId="478"/>
          <ac:inkMkLst>
            <pc:docMk/>
            <pc:sldMk cId="0" sldId="256"/>
            <ac:inkMk id="168" creationId="{75675B7B-45BB-0DCF-52E3-0D8012C1CC64}"/>
          </ac:inkMkLst>
        </pc:inkChg>
        <pc:inkChg chg="del">
          <ac:chgData name="Mahima Weerasinghe" userId="e11e3f55-42da-4e07-8ead-4d7a1d7ea1c6" providerId="ADAL" clId="{A71A91A0-537E-435E-A57A-6A59184BC47A}" dt="2024-08-17T12:09:02.112" v="4" actId="478"/>
          <ac:inkMkLst>
            <pc:docMk/>
            <pc:sldMk cId="0" sldId="256"/>
            <ac:inkMk id="169" creationId="{DDC98319-A0E2-F505-0E45-082A2E5DBBAE}"/>
          </ac:inkMkLst>
        </pc:inkChg>
        <pc:inkChg chg="del">
          <ac:chgData name="Mahima Weerasinghe" userId="e11e3f55-42da-4e07-8ead-4d7a1d7ea1c6" providerId="ADAL" clId="{A71A91A0-537E-435E-A57A-6A59184BC47A}" dt="2024-08-17T12:09:02.112" v="4" actId="478"/>
          <ac:inkMkLst>
            <pc:docMk/>
            <pc:sldMk cId="0" sldId="256"/>
            <ac:inkMk id="170" creationId="{C1CAB867-E750-A422-8207-BE2EB7AD497E}"/>
          </ac:inkMkLst>
        </pc:inkChg>
        <pc:inkChg chg="del">
          <ac:chgData name="Mahima Weerasinghe" userId="e11e3f55-42da-4e07-8ead-4d7a1d7ea1c6" providerId="ADAL" clId="{A71A91A0-537E-435E-A57A-6A59184BC47A}" dt="2024-08-17T12:09:02.112" v="4" actId="478"/>
          <ac:inkMkLst>
            <pc:docMk/>
            <pc:sldMk cId="0" sldId="256"/>
            <ac:inkMk id="172" creationId="{597DE123-A713-741E-C59E-603382B047F0}"/>
          </ac:inkMkLst>
        </pc:inkChg>
        <pc:inkChg chg="del">
          <ac:chgData name="Mahima Weerasinghe" userId="e11e3f55-42da-4e07-8ead-4d7a1d7ea1c6" providerId="ADAL" clId="{A71A91A0-537E-435E-A57A-6A59184BC47A}" dt="2024-08-17T12:08:49.927" v="2" actId="478"/>
          <ac:inkMkLst>
            <pc:docMk/>
            <pc:sldMk cId="0" sldId="256"/>
            <ac:inkMk id="174" creationId="{698798DF-FCB6-CDE4-92C8-AEFCD1FFE222}"/>
          </ac:inkMkLst>
        </pc:inkChg>
        <pc:inkChg chg="del">
          <ac:chgData name="Mahima Weerasinghe" userId="e11e3f55-42da-4e07-8ead-4d7a1d7ea1c6" providerId="ADAL" clId="{A71A91A0-537E-435E-A57A-6A59184BC47A}" dt="2024-08-17T12:08:54.493" v="3" actId="478"/>
          <ac:inkMkLst>
            <pc:docMk/>
            <pc:sldMk cId="0" sldId="256"/>
            <ac:inkMk id="175" creationId="{77365056-830E-822A-8B67-1B3ACF07BE4E}"/>
          </ac:inkMkLst>
        </pc:inkChg>
        <pc:inkChg chg="del">
          <ac:chgData name="Mahima Weerasinghe" userId="e11e3f55-42da-4e07-8ead-4d7a1d7ea1c6" providerId="ADAL" clId="{A71A91A0-537E-435E-A57A-6A59184BC47A}" dt="2024-08-17T12:08:54.493" v="3" actId="478"/>
          <ac:inkMkLst>
            <pc:docMk/>
            <pc:sldMk cId="0" sldId="256"/>
            <ac:inkMk id="176" creationId="{405EC965-1710-1023-9BA9-5A3A44C14638}"/>
          </ac:inkMkLst>
        </pc:inkChg>
        <pc:inkChg chg="del">
          <ac:chgData name="Mahima Weerasinghe" userId="e11e3f55-42da-4e07-8ead-4d7a1d7ea1c6" providerId="ADAL" clId="{A71A91A0-537E-435E-A57A-6A59184BC47A}" dt="2024-08-17T12:08:49.927" v="2" actId="478"/>
          <ac:inkMkLst>
            <pc:docMk/>
            <pc:sldMk cId="0" sldId="256"/>
            <ac:inkMk id="178" creationId="{C8ED6820-03FD-E9DB-FD2F-94C4E441EF64}"/>
          </ac:inkMkLst>
        </pc:inkChg>
        <pc:inkChg chg="del">
          <ac:chgData name="Mahima Weerasinghe" userId="e11e3f55-42da-4e07-8ead-4d7a1d7ea1c6" providerId="ADAL" clId="{A71A91A0-537E-435E-A57A-6A59184BC47A}" dt="2024-08-17T12:08:49.927" v="2" actId="478"/>
          <ac:inkMkLst>
            <pc:docMk/>
            <pc:sldMk cId="0" sldId="256"/>
            <ac:inkMk id="179" creationId="{5A72174C-8BEC-E014-EC3D-ADEFF5D36687}"/>
          </ac:inkMkLst>
        </pc:inkChg>
        <pc:inkChg chg="del">
          <ac:chgData name="Mahima Weerasinghe" userId="e11e3f55-42da-4e07-8ead-4d7a1d7ea1c6" providerId="ADAL" clId="{A71A91A0-537E-435E-A57A-6A59184BC47A}" dt="2024-08-17T12:08:49.927" v="2" actId="478"/>
          <ac:inkMkLst>
            <pc:docMk/>
            <pc:sldMk cId="0" sldId="256"/>
            <ac:inkMk id="180" creationId="{4E856CA9-7AF2-904E-2F1F-F29864075D13}"/>
          </ac:inkMkLst>
        </pc:inkChg>
        <pc:inkChg chg="del">
          <ac:chgData name="Mahima Weerasinghe" userId="e11e3f55-42da-4e07-8ead-4d7a1d7ea1c6" providerId="ADAL" clId="{A71A91A0-537E-435E-A57A-6A59184BC47A}" dt="2024-08-17T12:08:49.927" v="2" actId="478"/>
          <ac:inkMkLst>
            <pc:docMk/>
            <pc:sldMk cId="0" sldId="256"/>
            <ac:inkMk id="181" creationId="{818CE325-F088-E3E5-5D7E-B494FF99FADF}"/>
          </ac:inkMkLst>
        </pc:inkChg>
        <pc:inkChg chg="del">
          <ac:chgData name="Mahima Weerasinghe" userId="e11e3f55-42da-4e07-8ead-4d7a1d7ea1c6" providerId="ADAL" clId="{A71A91A0-537E-435E-A57A-6A59184BC47A}" dt="2024-08-17T12:08:49.927" v="2" actId="478"/>
          <ac:inkMkLst>
            <pc:docMk/>
            <pc:sldMk cId="0" sldId="256"/>
            <ac:inkMk id="182" creationId="{1B685DE3-5DFE-87ED-C465-6D6701216529}"/>
          </ac:inkMkLst>
        </pc:inkChg>
        <pc:inkChg chg="del">
          <ac:chgData name="Mahima Weerasinghe" userId="e11e3f55-42da-4e07-8ead-4d7a1d7ea1c6" providerId="ADAL" clId="{A71A91A0-537E-435E-A57A-6A59184BC47A}" dt="2024-08-17T12:08:49.927" v="2" actId="478"/>
          <ac:inkMkLst>
            <pc:docMk/>
            <pc:sldMk cId="0" sldId="256"/>
            <ac:inkMk id="184" creationId="{7376799D-9DFC-43A0-7B0A-CE11CEAB63C0}"/>
          </ac:inkMkLst>
        </pc:inkChg>
        <pc:inkChg chg="del">
          <ac:chgData name="Mahima Weerasinghe" userId="e11e3f55-42da-4e07-8ead-4d7a1d7ea1c6" providerId="ADAL" clId="{A71A91A0-537E-435E-A57A-6A59184BC47A}" dt="2024-08-17T12:09:02.112" v="4" actId="478"/>
          <ac:inkMkLst>
            <pc:docMk/>
            <pc:sldMk cId="0" sldId="256"/>
            <ac:inkMk id="185" creationId="{A9B38806-B029-DD53-3237-8BB2A03A654E}"/>
          </ac:inkMkLst>
        </pc:inkChg>
        <pc:inkChg chg="del">
          <ac:chgData name="Mahima Weerasinghe" userId="e11e3f55-42da-4e07-8ead-4d7a1d7ea1c6" providerId="ADAL" clId="{A71A91A0-537E-435E-A57A-6A59184BC47A}" dt="2024-08-17T12:09:02.112" v="4" actId="478"/>
          <ac:inkMkLst>
            <pc:docMk/>
            <pc:sldMk cId="0" sldId="256"/>
            <ac:inkMk id="186" creationId="{88C65576-7DE6-58D4-0716-FEFD4FB2AB50}"/>
          </ac:inkMkLst>
        </pc:inkChg>
        <pc:inkChg chg="del">
          <ac:chgData name="Mahima Weerasinghe" userId="e11e3f55-42da-4e07-8ead-4d7a1d7ea1c6" providerId="ADAL" clId="{A71A91A0-537E-435E-A57A-6A59184BC47A}" dt="2024-08-17T12:09:02.112" v="4" actId="478"/>
          <ac:inkMkLst>
            <pc:docMk/>
            <pc:sldMk cId="0" sldId="256"/>
            <ac:inkMk id="187" creationId="{A32F786C-94F7-1EAE-AE37-B8BDBE0356D2}"/>
          </ac:inkMkLst>
        </pc:inkChg>
        <pc:inkChg chg="del">
          <ac:chgData name="Mahima Weerasinghe" userId="e11e3f55-42da-4e07-8ead-4d7a1d7ea1c6" providerId="ADAL" clId="{A71A91A0-537E-435E-A57A-6A59184BC47A}" dt="2024-08-17T12:09:02.112" v="4" actId="478"/>
          <ac:inkMkLst>
            <pc:docMk/>
            <pc:sldMk cId="0" sldId="256"/>
            <ac:inkMk id="188" creationId="{1A36B60B-C68F-8238-0547-55B972678A9F}"/>
          </ac:inkMkLst>
        </pc:inkChg>
        <pc:inkChg chg="del">
          <ac:chgData name="Mahima Weerasinghe" userId="e11e3f55-42da-4e07-8ead-4d7a1d7ea1c6" providerId="ADAL" clId="{A71A91A0-537E-435E-A57A-6A59184BC47A}" dt="2024-08-17T12:09:02.112" v="4" actId="478"/>
          <ac:inkMkLst>
            <pc:docMk/>
            <pc:sldMk cId="0" sldId="256"/>
            <ac:inkMk id="189" creationId="{56C85780-3927-7997-B16B-923638C608C6}"/>
          </ac:inkMkLst>
        </pc:inkChg>
        <pc:inkChg chg="del">
          <ac:chgData name="Mahima Weerasinghe" userId="e11e3f55-42da-4e07-8ead-4d7a1d7ea1c6" providerId="ADAL" clId="{A71A91A0-537E-435E-A57A-6A59184BC47A}" dt="2024-08-17T12:09:02.112" v="4" actId="478"/>
          <ac:inkMkLst>
            <pc:docMk/>
            <pc:sldMk cId="0" sldId="256"/>
            <ac:inkMk id="190" creationId="{F3CFD6E0-F72E-3DCA-980F-4E1F8CC7892D}"/>
          </ac:inkMkLst>
        </pc:inkChg>
        <pc:inkChg chg="del">
          <ac:chgData name="Mahima Weerasinghe" userId="e11e3f55-42da-4e07-8ead-4d7a1d7ea1c6" providerId="ADAL" clId="{A71A91A0-537E-435E-A57A-6A59184BC47A}" dt="2024-08-17T12:08:44.664" v="1" actId="478"/>
          <ac:inkMkLst>
            <pc:docMk/>
            <pc:sldMk cId="0" sldId="256"/>
            <ac:inkMk id="193" creationId="{60E5127C-603D-E405-D244-43964E5C7A99}"/>
          </ac:inkMkLst>
        </pc:inkChg>
        <pc:inkChg chg="del">
          <ac:chgData name="Mahima Weerasinghe" userId="e11e3f55-42da-4e07-8ead-4d7a1d7ea1c6" providerId="ADAL" clId="{A71A91A0-537E-435E-A57A-6A59184BC47A}" dt="2024-08-17T12:08:44.664" v="1" actId="478"/>
          <ac:inkMkLst>
            <pc:docMk/>
            <pc:sldMk cId="0" sldId="256"/>
            <ac:inkMk id="194" creationId="{CFAF885F-4D24-1A27-A43B-3AF290C0DD91}"/>
          </ac:inkMkLst>
        </pc:inkChg>
        <pc:inkChg chg="del">
          <ac:chgData name="Mahima Weerasinghe" userId="e11e3f55-42da-4e07-8ead-4d7a1d7ea1c6" providerId="ADAL" clId="{A71A91A0-537E-435E-A57A-6A59184BC47A}" dt="2024-08-17T12:08:44.664" v="1" actId="478"/>
          <ac:inkMkLst>
            <pc:docMk/>
            <pc:sldMk cId="0" sldId="256"/>
            <ac:inkMk id="195" creationId="{F3DDB515-5A13-9836-0D80-CFB48582EED5}"/>
          </ac:inkMkLst>
        </pc:inkChg>
        <pc:inkChg chg="del">
          <ac:chgData name="Mahima Weerasinghe" userId="e11e3f55-42da-4e07-8ead-4d7a1d7ea1c6" providerId="ADAL" clId="{A71A91A0-537E-435E-A57A-6A59184BC47A}" dt="2024-08-17T12:08:44.664" v="1" actId="478"/>
          <ac:inkMkLst>
            <pc:docMk/>
            <pc:sldMk cId="0" sldId="256"/>
            <ac:inkMk id="196" creationId="{1415AC9A-5C09-B20B-F051-AFAFBC4A298D}"/>
          </ac:inkMkLst>
        </pc:inkChg>
        <pc:inkChg chg="del">
          <ac:chgData name="Mahima Weerasinghe" userId="e11e3f55-42da-4e07-8ead-4d7a1d7ea1c6" providerId="ADAL" clId="{A71A91A0-537E-435E-A57A-6A59184BC47A}" dt="2024-08-17T12:08:44.664" v="1" actId="478"/>
          <ac:inkMkLst>
            <pc:docMk/>
            <pc:sldMk cId="0" sldId="256"/>
            <ac:inkMk id="197" creationId="{8614B4CF-BE71-86C9-454B-A7A221A25F15}"/>
          </ac:inkMkLst>
        </pc:inkChg>
        <pc:inkChg chg="del">
          <ac:chgData name="Mahima Weerasinghe" userId="e11e3f55-42da-4e07-8ead-4d7a1d7ea1c6" providerId="ADAL" clId="{A71A91A0-537E-435E-A57A-6A59184BC47A}" dt="2024-08-17T12:09:07.111" v="5" actId="478"/>
          <ac:inkMkLst>
            <pc:docMk/>
            <pc:sldMk cId="0" sldId="256"/>
            <ac:inkMk id="198" creationId="{4F538650-8B27-71AC-7201-4706E1AFFF1C}"/>
          </ac:inkMkLst>
        </pc:inkChg>
        <pc:inkChg chg="del">
          <ac:chgData name="Mahima Weerasinghe" userId="e11e3f55-42da-4e07-8ead-4d7a1d7ea1c6" providerId="ADAL" clId="{A71A91A0-537E-435E-A57A-6A59184BC47A}" dt="2024-08-17T12:08:44.664" v="1" actId="478"/>
          <ac:inkMkLst>
            <pc:docMk/>
            <pc:sldMk cId="0" sldId="256"/>
            <ac:inkMk id="199" creationId="{1EAD7006-DE5F-EB68-902C-19F494E2568C}"/>
          </ac:inkMkLst>
        </pc:inkChg>
        <pc:inkChg chg="del">
          <ac:chgData name="Mahima Weerasinghe" userId="e11e3f55-42da-4e07-8ead-4d7a1d7ea1c6" providerId="ADAL" clId="{A71A91A0-537E-435E-A57A-6A59184BC47A}" dt="2024-08-17T12:09:07.111" v="5" actId="478"/>
          <ac:inkMkLst>
            <pc:docMk/>
            <pc:sldMk cId="0" sldId="256"/>
            <ac:inkMk id="200" creationId="{C80F7F01-7A4A-4B6F-BFA7-5EC4F1450A00}"/>
          </ac:inkMkLst>
        </pc:inkChg>
        <pc:inkChg chg="del">
          <ac:chgData name="Mahima Weerasinghe" userId="e11e3f55-42da-4e07-8ead-4d7a1d7ea1c6" providerId="ADAL" clId="{A71A91A0-537E-435E-A57A-6A59184BC47A}" dt="2024-08-17T12:08:44.664" v="1" actId="478"/>
          <ac:inkMkLst>
            <pc:docMk/>
            <pc:sldMk cId="0" sldId="256"/>
            <ac:inkMk id="201" creationId="{2F4BA8E0-3E34-6243-55BF-33BF759AB137}"/>
          </ac:inkMkLst>
        </pc:inkChg>
        <pc:inkChg chg="del">
          <ac:chgData name="Mahima Weerasinghe" userId="e11e3f55-42da-4e07-8ead-4d7a1d7ea1c6" providerId="ADAL" clId="{A71A91A0-537E-435E-A57A-6A59184BC47A}" dt="2024-08-17T12:09:07.111" v="5" actId="478"/>
          <ac:inkMkLst>
            <pc:docMk/>
            <pc:sldMk cId="0" sldId="256"/>
            <ac:inkMk id="204" creationId="{EBE8AB7D-8FC2-8EDE-EE88-F87C95C5FA76}"/>
          </ac:inkMkLst>
        </pc:inkChg>
        <pc:inkChg chg="del">
          <ac:chgData name="Mahima Weerasinghe" userId="e11e3f55-42da-4e07-8ead-4d7a1d7ea1c6" providerId="ADAL" clId="{A71A91A0-537E-435E-A57A-6A59184BC47A}" dt="2024-08-17T12:09:07.111" v="5" actId="478"/>
          <ac:inkMkLst>
            <pc:docMk/>
            <pc:sldMk cId="0" sldId="256"/>
            <ac:inkMk id="205" creationId="{C0EB2D1D-65A6-83BF-C177-25AE149F5017}"/>
          </ac:inkMkLst>
        </pc:inkChg>
        <pc:inkChg chg="del">
          <ac:chgData name="Mahima Weerasinghe" userId="e11e3f55-42da-4e07-8ead-4d7a1d7ea1c6" providerId="ADAL" clId="{A71A91A0-537E-435E-A57A-6A59184BC47A}" dt="2024-08-17T12:09:07.111" v="5" actId="478"/>
          <ac:inkMkLst>
            <pc:docMk/>
            <pc:sldMk cId="0" sldId="256"/>
            <ac:inkMk id="206" creationId="{8794C8F0-76BF-CB87-BEDC-B4F2A531556E}"/>
          </ac:inkMkLst>
        </pc:inkChg>
        <pc:inkChg chg="del">
          <ac:chgData name="Mahima Weerasinghe" userId="e11e3f55-42da-4e07-8ead-4d7a1d7ea1c6" providerId="ADAL" clId="{A71A91A0-537E-435E-A57A-6A59184BC47A}" dt="2024-08-17T12:08:44.664" v="1" actId="478"/>
          <ac:inkMkLst>
            <pc:docMk/>
            <pc:sldMk cId="0" sldId="256"/>
            <ac:inkMk id="207" creationId="{E35C7365-A816-6C08-2EDF-295968D90AA1}"/>
          </ac:inkMkLst>
        </pc:inkChg>
        <pc:inkChg chg="del">
          <ac:chgData name="Mahima Weerasinghe" userId="e11e3f55-42da-4e07-8ead-4d7a1d7ea1c6" providerId="ADAL" clId="{A71A91A0-537E-435E-A57A-6A59184BC47A}" dt="2024-08-17T12:08:44.664" v="1" actId="478"/>
          <ac:inkMkLst>
            <pc:docMk/>
            <pc:sldMk cId="0" sldId="256"/>
            <ac:inkMk id="208" creationId="{06F26A9D-F662-E37D-3794-48E5284B24EA}"/>
          </ac:inkMkLst>
        </pc:inkChg>
        <pc:inkChg chg="del">
          <ac:chgData name="Mahima Weerasinghe" userId="e11e3f55-42da-4e07-8ead-4d7a1d7ea1c6" providerId="ADAL" clId="{A71A91A0-537E-435E-A57A-6A59184BC47A}" dt="2024-08-17T12:08:44.664" v="1" actId="478"/>
          <ac:inkMkLst>
            <pc:docMk/>
            <pc:sldMk cId="0" sldId="256"/>
            <ac:inkMk id="210" creationId="{FE8B9E24-7148-FF6F-0126-CA9BBB1EE65A}"/>
          </ac:inkMkLst>
        </pc:inkChg>
        <pc:inkChg chg="del">
          <ac:chgData name="Mahima Weerasinghe" userId="e11e3f55-42da-4e07-8ead-4d7a1d7ea1c6" providerId="ADAL" clId="{A71A91A0-537E-435E-A57A-6A59184BC47A}" dt="2024-08-17T12:08:44.664" v="1" actId="478"/>
          <ac:inkMkLst>
            <pc:docMk/>
            <pc:sldMk cId="0" sldId="256"/>
            <ac:inkMk id="211" creationId="{98058054-3E02-9C5D-CAE1-0E504CC37A8A}"/>
          </ac:inkMkLst>
        </pc:inkChg>
        <pc:inkChg chg="del">
          <ac:chgData name="Mahima Weerasinghe" userId="e11e3f55-42da-4e07-8ead-4d7a1d7ea1c6" providerId="ADAL" clId="{A71A91A0-537E-435E-A57A-6A59184BC47A}" dt="2024-08-17T12:08:44.664" v="1" actId="478"/>
          <ac:inkMkLst>
            <pc:docMk/>
            <pc:sldMk cId="0" sldId="256"/>
            <ac:inkMk id="212" creationId="{E84B3768-2B7A-0FD8-A6B3-F5521BF9A2DE}"/>
          </ac:inkMkLst>
        </pc:inkChg>
        <pc:inkChg chg="del">
          <ac:chgData name="Mahima Weerasinghe" userId="e11e3f55-42da-4e07-8ead-4d7a1d7ea1c6" providerId="ADAL" clId="{A71A91A0-537E-435E-A57A-6A59184BC47A}" dt="2024-08-17T12:08:44.664" v="1" actId="478"/>
          <ac:inkMkLst>
            <pc:docMk/>
            <pc:sldMk cId="0" sldId="256"/>
            <ac:inkMk id="213" creationId="{058C0182-7C99-9090-DD65-6DA6902E641E}"/>
          </ac:inkMkLst>
        </pc:inkChg>
        <pc:inkChg chg="del">
          <ac:chgData name="Mahima Weerasinghe" userId="e11e3f55-42da-4e07-8ead-4d7a1d7ea1c6" providerId="ADAL" clId="{A71A91A0-537E-435E-A57A-6A59184BC47A}" dt="2024-08-17T12:08:44.664" v="1" actId="478"/>
          <ac:inkMkLst>
            <pc:docMk/>
            <pc:sldMk cId="0" sldId="256"/>
            <ac:inkMk id="214" creationId="{6152D738-1A9F-4E05-1390-C6897E36278A}"/>
          </ac:inkMkLst>
        </pc:inkChg>
        <pc:inkChg chg="del">
          <ac:chgData name="Mahima Weerasinghe" userId="e11e3f55-42da-4e07-8ead-4d7a1d7ea1c6" providerId="ADAL" clId="{A71A91A0-537E-435E-A57A-6A59184BC47A}" dt="2024-08-17T12:08:44.664" v="1" actId="478"/>
          <ac:inkMkLst>
            <pc:docMk/>
            <pc:sldMk cId="0" sldId="256"/>
            <ac:inkMk id="215" creationId="{AA2F9DA7-C677-1C00-9D16-83C57CFFB4C5}"/>
          </ac:inkMkLst>
        </pc:inkChg>
        <pc:inkChg chg="del">
          <ac:chgData name="Mahima Weerasinghe" userId="e11e3f55-42da-4e07-8ead-4d7a1d7ea1c6" providerId="ADAL" clId="{A71A91A0-537E-435E-A57A-6A59184BC47A}" dt="2024-08-17T12:08:44.664" v="1" actId="478"/>
          <ac:inkMkLst>
            <pc:docMk/>
            <pc:sldMk cId="0" sldId="256"/>
            <ac:inkMk id="216" creationId="{91FE93F1-F80B-B068-1C71-E8AC5EA53A38}"/>
          </ac:inkMkLst>
        </pc:inkChg>
        <pc:inkChg chg="del">
          <ac:chgData name="Mahima Weerasinghe" userId="e11e3f55-42da-4e07-8ead-4d7a1d7ea1c6" providerId="ADAL" clId="{A71A91A0-537E-435E-A57A-6A59184BC47A}" dt="2024-08-17T12:08:44.664" v="1" actId="478"/>
          <ac:inkMkLst>
            <pc:docMk/>
            <pc:sldMk cId="0" sldId="256"/>
            <ac:inkMk id="217" creationId="{D3D508F4-DFAB-25C2-0339-B77CAF2FCC5B}"/>
          </ac:inkMkLst>
        </pc:inkChg>
        <pc:inkChg chg="del">
          <ac:chgData name="Mahima Weerasinghe" userId="e11e3f55-42da-4e07-8ead-4d7a1d7ea1c6" providerId="ADAL" clId="{A71A91A0-537E-435E-A57A-6A59184BC47A}" dt="2024-08-17T12:08:44.664" v="1" actId="478"/>
          <ac:inkMkLst>
            <pc:docMk/>
            <pc:sldMk cId="0" sldId="256"/>
            <ac:inkMk id="218" creationId="{2D935FCE-39E5-BF43-C1FF-3A632905361D}"/>
          </ac:inkMkLst>
        </pc:inkChg>
        <pc:inkChg chg="del">
          <ac:chgData name="Mahima Weerasinghe" userId="e11e3f55-42da-4e07-8ead-4d7a1d7ea1c6" providerId="ADAL" clId="{A71A91A0-537E-435E-A57A-6A59184BC47A}" dt="2024-08-17T12:08:44.664" v="1" actId="478"/>
          <ac:inkMkLst>
            <pc:docMk/>
            <pc:sldMk cId="0" sldId="256"/>
            <ac:inkMk id="219" creationId="{D4E3231C-27AC-452F-333B-5ECE56F17B6C}"/>
          </ac:inkMkLst>
        </pc:inkChg>
        <pc:inkChg chg="del">
          <ac:chgData name="Mahima Weerasinghe" userId="e11e3f55-42da-4e07-8ead-4d7a1d7ea1c6" providerId="ADAL" clId="{A71A91A0-537E-435E-A57A-6A59184BC47A}" dt="2024-08-17T12:08:44.664" v="1" actId="478"/>
          <ac:inkMkLst>
            <pc:docMk/>
            <pc:sldMk cId="0" sldId="256"/>
            <ac:inkMk id="220" creationId="{43ED6421-C9D5-E9E5-BA52-DD7D338D60E0}"/>
          </ac:inkMkLst>
        </pc:inkChg>
        <pc:inkChg chg="del">
          <ac:chgData name="Mahima Weerasinghe" userId="e11e3f55-42da-4e07-8ead-4d7a1d7ea1c6" providerId="ADAL" clId="{A71A91A0-537E-435E-A57A-6A59184BC47A}" dt="2024-08-17T12:08:44.664" v="1" actId="478"/>
          <ac:inkMkLst>
            <pc:docMk/>
            <pc:sldMk cId="0" sldId="256"/>
            <ac:inkMk id="221" creationId="{AE6C52FC-6C13-26CB-186C-7710BB0A7DB6}"/>
          </ac:inkMkLst>
        </pc:inkChg>
        <pc:inkChg chg="del">
          <ac:chgData name="Mahima Weerasinghe" userId="e11e3f55-42da-4e07-8ead-4d7a1d7ea1c6" providerId="ADAL" clId="{A71A91A0-537E-435E-A57A-6A59184BC47A}" dt="2024-08-17T12:08:44.664" v="1" actId="478"/>
          <ac:inkMkLst>
            <pc:docMk/>
            <pc:sldMk cId="0" sldId="256"/>
            <ac:inkMk id="222" creationId="{210B0F33-2766-AFDF-C688-9BA8CBF5B041}"/>
          </ac:inkMkLst>
        </pc:inkChg>
        <pc:inkChg chg="del">
          <ac:chgData name="Mahima Weerasinghe" userId="e11e3f55-42da-4e07-8ead-4d7a1d7ea1c6" providerId="ADAL" clId="{A71A91A0-537E-435E-A57A-6A59184BC47A}" dt="2024-08-17T12:08:44.664" v="1" actId="478"/>
          <ac:inkMkLst>
            <pc:docMk/>
            <pc:sldMk cId="0" sldId="256"/>
            <ac:inkMk id="223" creationId="{C7029D64-5507-9A7C-5B9B-1329054D6860}"/>
          </ac:inkMkLst>
        </pc:inkChg>
        <pc:inkChg chg="del">
          <ac:chgData name="Mahima Weerasinghe" userId="e11e3f55-42da-4e07-8ead-4d7a1d7ea1c6" providerId="ADAL" clId="{A71A91A0-537E-435E-A57A-6A59184BC47A}" dt="2024-08-17T12:08:44.664" v="1" actId="478"/>
          <ac:inkMkLst>
            <pc:docMk/>
            <pc:sldMk cId="0" sldId="256"/>
            <ac:inkMk id="224" creationId="{0FD214E1-917B-71E9-44EF-7F5024AF0FA4}"/>
          </ac:inkMkLst>
        </pc:inkChg>
        <pc:inkChg chg="del">
          <ac:chgData name="Mahima Weerasinghe" userId="e11e3f55-42da-4e07-8ead-4d7a1d7ea1c6" providerId="ADAL" clId="{A71A91A0-537E-435E-A57A-6A59184BC47A}" dt="2024-08-17T12:08:44.664" v="1" actId="478"/>
          <ac:inkMkLst>
            <pc:docMk/>
            <pc:sldMk cId="0" sldId="256"/>
            <ac:inkMk id="225" creationId="{F61E00D2-B99C-BF07-E329-16EA55A7591B}"/>
          </ac:inkMkLst>
        </pc:inkChg>
        <pc:inkChg chg="del">
          <ac:chgData name="Mahima Weerasinghe" userId="e11e3f55-42da-4e07-8ead-4d7a1d7ea1c6" providerId="ADAL" clId="{A71A91A0-537E-435E-A57A-6A59184BC47A}" dt="2024-08-17T12:08:44.664" v="1" actId="478"/>
          <ac:inkMkLst>
            <pc:docMk/>
            <pc:sldMk cId="0" sldId="256"/>
            <ac:inkMk id="226" creationId="{28A846F6-EF5F-6B17-7A9A-E7B9DB14218E}"/>
          </ac:inkMkLst>
        </pc:inkChg>
        <pc:inkChg chg="del">
          <ac:chgData name="Mahima Weerasinghe" userId="e11e3f55-42da-4e07-8ead-4d7a1d7ea1c6" providerId="ADAL" clId="{A71A91A0-537E-435E-A57A-6A59184BC47A}" dt="2024-08-17T12:08:44.664" v="1" actId="478"/>
          <ac:inkMkLst>
            <pc:docMk/>
            <pc:sldMk cId="0" sldId="256"/>
            <ac:inkMk id="230" creationId="{8760833C-8CC1-4BE5-72A3-BC67EC2D16A6}"/>
          </ac:inkMkLst>
        </pc:inkChg>
        <pc:inkChg chg="del">
          <ac:chgData name="Mahima Weerasinghe" userId="e11e3f55-42da-4e07-8ead-4d7a1d7ea1c6" providerId="ADAL" clId="{A71A91A0-537E-435E-A57A-6A59184BC47A}" dt="2024-08-17T12:08:44.664" v="1" actId="478"/>
          <ac:inkMkLst>
            <pc:docMk/>
            <pc:sldMk cId="0" sldId="256"/>
            <ac:inkMk id="231" creationId="{09765703-0392-CC63-1EEF-980457B25D10}"/>
          </ac:inkMkLst>
        </pc:inkChg>
        <pc:inkChg chg="del">
          <ac:chgData name="Mahima Weerasinghe" userId="e11e3f55-42da-4e07-8ead-4d7a1d7ea1c6" providerId="ADAL" clId="{A71A91A0-537E-435E-A57A-6A59184BC47A}" dt="2024-08-17T12:08:44.664" v="1" actId="478"/>
          <ac:inkMkLst>
            <pc:docMk/>
            <pc:sldMk cId="0" sldId="256"/>
            <ac:inkMk id="232" creationId="{C22BF325-D1F1-58EE-3754-417CCF6008CB}"/>
          </ac:inkMkLst>
        </pc:inkChg>
        <pc:inkChg chg="del">
          <ac:chgData name="Mahima Weerasinghe" userId="e11e3f55-42da-4e07-8ead-4d7a1d7ea1c6" providerId="ADAL" clId="{A71A91A0-537E-435E-A57A-6A59184BC47A}" dt="2024-08-17T12:08:44.664" v="1" actId="478"/>
          <ac:inkMkLst>
            <pc:docMk/>
            <pc:sldMk cId="0" sldId="256"/>
            <ac:inkMk id="233" creationId="{61249157-969F-6606-754D-5242A79AB554}"/>
          </ac:inkMkLst>
        </pc:inkChg>
        <pc:inkChg chg="del">
          <ac:chgData name="Mahima Weerasinghe" userId="e11e3f55-42da-4e07-8ead-4d7a1d7ea1c6" providerId="ADAL" clId="{A71A91A0-537E-435E-A57A-6A59184BC47A}" dt="2024-08-17T12:08:44.664" v="1" actId="478"/>
          <ac:inkMkLst>
            <pc:docMk/>
            <pc:sldMk cId="0" sldId="256"/>
            <ac:inkMk id="235" creationId="{5B8DED77-ABA5-61CA-BC02-AC1A2BAF56A3}"/>
          </ac:inkMkLst>
        </pc:inkChg>
        <pc:inkChg chg="del">
          <ac:chgData name="Mahima Weerasinghe" userId="e11e3f55-42da-4e07-8ead-4d7a1d7ea1c6" providerId="ADAL" clId="{A71A91A0-537E-435E-A57A-6A59184BC47A}" dt="2024-08-17T12:08:44.664" v="1" actId="478"/>
          <ac:inkMkLst>
            <pc:docMk/>
            <pc:sldMk cId="0" sldId="256"/>
            <ac:inkMk id="236" creationId="{7694DC47-1C68-9262-9C47-7BE228D3473E}"/>
          </ac:inkMkLst>
        </pc:inkChg>
        <pc:inkChg chg="del">
          <ac:chgData name="Mahima Weerasinghe" userId="e11e3f55-42da-4e07-8ead-4d7a1d7ea1c6" providerId="ADAL" clId="{A71A91A0-537E-435E-A57A-6A59184BC47A}" dt="2024-08-17T12:08:44.664" v="1" actId="478"/>
          <ac:inkMkLst>
            <pc:docMk/>
            <pc:sldMk cId="0" sldId="256"/>
            <ac:inkMk id="237" creationId="{71E53A43-66E9-E643-0E13-93D22BE72A6B}"/>
          </ac:inkMkLst>
        </pc:inkChg>
        <pc:inkChg chg="del">
          <ac:chgData name="Mahima Weerasinghe" userId="e11e3f55-42da-4e07-8ead-4d7a1d7ea1c6" providerId="ADAL" clId="{A71A91A0-537E-435E-A57A-6A59184BC47A}" dt="2024-08-17T12:08:44.664" v="1" actId="478"/>
          <ac:inkMkLst>
            <pc:docMk/>
            <pc:sldMk cId="0" sldId="256"/>
            <ac:inkMk id="239" creationId="{FC907C92-B222-1D54-7D7B-BF3F0062930A}"/>
          </ac:inkMkLst>
        </pc:inkChg>
        <pc:inkChg chg="del">
          <ac:chgData name="Mahima Weerasinghe" userId="e11e3f55-42da-4e07-8ead-4d7a1d7ea1c6" providerId="ADAL" clId="{A71A91A0-537E-435E-A57A-6A59184BC47A}" dt="2024-08-17T12:09:07.111" v="5" actId="478"/>
          <ac:inkMkLst>
            <pc:docMk/>
            <pc:sldMk cId="0" sldId="256"/>
            <ac:inkMk id="240" creationId="{C6B1F9A2-3010-CA3E-5215-AAD639CB09FC}"/>
          </ac:inkMkLst>
        </pc:inkChg>
        <pc:inkChg chg="del">
          <ac:chgData name="Mahima Weerasinghe" userId="e11e3f55-42da-4e07-8ead-4d7a1d7ea1c6" providerId="ADAL" clId="{A71A91A0-537E-435E-A57A-6A59184BC47A}" dt="2024-08-17T12:09:07.111" v="5" actId="478"/>
          <ac:inkMkLst>
            <pc:docMk/>
            <pc:sldMk cId="0" sldId="256"/>
            <ac:inkMk id="241" creationId="{5C69DE1B-236C-DFB1-EE88-DA9B469885A3}"/>
          </ac:inkMkLst>
        </pc:inkChg>
        <pc:inkChg chg="del">
          <ac:chgData name="Mahima Weerasinghe" userId="e11e3f55-42da-4e07-8ead-4d7a1d7ea1c6" providerId="ADAL" clId="{A71A91A0-537E-435E-A57A-6A59184BC47A}" dt="2024-08-17T12:09:10.092" v="6" actId="478"/>
          <ac:inkMkLst>
            <pc:docMk/>
            <pc:sldMk cId="0" sldId="256"/>
            <ac:inkMk id="242" creationId="{4BBD22B0-4117-8598-57B8-25D81E3F40FB}"/>
          </ac:inkMkLst>
        </pc:inkChg>
        <pc:inkChg chg="del">
          <ac:chgData name="Mahima Weerasinghe" userId="e11e3f55-42da-4e07-8ead-4d7a1d7ea1c6" providerId="ADAL" clId="{A71A91A0-537E-435E-A57A-6A59184BC47A}" dt="2024-08-17T12:09:07.111" v="5" actId="478"/>
          <ac:inkMkLst>
            <pc:docMk/>
            <pc:sldMk cId="0" sldId="256"/>
            <ac:inkMk id="243" creationId="{094609D5-A233-EC79-9D11-CA8BE9072508}"/>
          </ac:inkMkLst>
        </pc:inkChg>
        <pc:inkChg chg="del">
          <ac:chgData name="Mahima Weerasinghe" userId="e11e3f55-42da-4e07-8ead-4d7a1d7ea1c6" providerId="ADAL" clId="{A71A91A0-537E-435E-A57A-6A59184BC47A}" dt="2024-08-17T12:09:07.111" v="5" actId="478"/>
          <ac:inkMkLst>
            <pc:docMk/>
            <pc:sldMk cId="0" sldId="256"/>
            <ac:inkMk id="244" creationId="{5FD171E4-DEBC-9CA0-066A-786177F8B7A2}"/>
          </ac:inkMkLst>
        </pc:inkChg>
        <pc:inkChg chg="del">
          <ac:chgData name="Mahima Weerasinghe" userId="e11e3f55-42da-4e07-8ead-4d7a1d7ea1c6" providerId="ADAL" clId="{A71A91A0-537E-435E-A57A-6A59184BC47A}" dt="2024-08-17T12:08:44.664" v="1" actId="478"/>
          <ac:inkMkLst>
            <pc:docMk/>
            <pc:sldMk cId="0" sldId="256"/>
            <ac:inkMk id="246" creationId="{037EEBDC-D5C6-4144-7161-283C10E71B04}"/>
          </ac:inkMkLst>
        </pc:inkChg>
        <pc:inkChg chg="del">
          <ac:chgData name="Mahima Weerasinghe" userId="e11e3f55-42da-4e07-8ead-4d7a1d7ea1c6" providerId="ADAL" clId="{A71A91A0-537E-435E-A57A-6A59184BC47A}" dt="2024-08-17T12:08:44.664" v="1" actId="478"/>
          <ac:inkMkLst>
            <pc:docMk/>
            <pc:sldMk cId="0" sldId="256"/>
            <ac:inkMk id="247" creationId="{1B044152-48F1-E23F-F079-31AEA68B5E30}"/>
          </ac:inkMkLst>
        </pc:inkChg>
        <pc:inkChg chg="del">
          <ac:chgData name="Mahima Weerasinghe" userId="e11e3f55-42da-4e07-8ead-4d7a1d7ea1c6" providerId="ADAL" clId="{A71A91A0-537E-435E-A57A-6A59184BC47A}" dt="2024-08-17T12:08:44.664" v="1" actId="478"/>
          <ac:inkMkLst>
            <pc:docMk/>
            <pc:sldMk cId="0" sldId="256"/>
            <ac:inkMk id="249" creationId="{83968170-8A0D-22A6-15E4-E7A18CEBD534}"/>
          </ac:inkMkLst>
        </pc:inkChg>
        <pc:inkChg chg="del">
          <ac:chgData name="Mahima Weerasinghe" userId="e11e3f55-42da-4e07-8ead-4d7a1d7ea1c6" providerId="ADAL" clId="{A71A91A0-537E-435E-A57A-6A59184BC47A}" dt="2024-08-17T12:08:44.664" v="1" actId="478"/>
          <ac:inkMkLst>
            <pc:docMk/>
            <pc:sldMk cId="0" sldId="256"/>
            <ac:inkMk id="251" creationId="{A8B73C12-F9CF-13F1-0607-C46B48E3B926}"/>
          </ac:inkMkLst>
        </pc:inkChg>
        <pc:inkChg chg="del">
          <ac:chgData name="Mahima Weerasinghe" userId="e11e3f55-42da-4e07-8ead-4d7a1d7ea1c6" providerId="ADAL" clId="{A71A91A0-537E-435E-A57A-6A59184BC47A}" dt="2024-08-17T12:08:44.664" v="1" actId="478"/>
          <ac:inkMkLst>
            <pc:docMk/>
            <pc:sldMk cId="0" sldId="256"/>
            <ac:inkMk id="253" creationId="{C512788F-4568-486D-6BA7-AF6B715C1B15}"/>
          </ac:inkMkLst>
        </pc:inkChg>
        <pc:inkChg chg="del">
          <ac:chgData name="Mahima Weerasinghe" userId="e11e3f55-42da-4e07-8ead-4d7a1d7ea1c6" providerId="ADAL" clId="{A71A91A0-537E-435E-A57A-6A59184BC47A}" dt="2024-08-17T12:08:44.664" v="1" actId="478"/>
          <ac:inkMkLst>
            <pc:docMk/>
            <pc:sldMk cId="0" sldId="256"/>
            <ac:inkMk id="254" creationId="{A9562365-591B-1E07-A215-1905138B5AEE}"/>
          </ac:inkMkLst>
        </pc:inkChg>
        <pc:inkChg chg="del">
          <ac:chgData name="Mahima Weerasinghe" userId="e11e3f55-42da-4e07-8ead-4d7a1d7ea1c6" providerId="ADAL" clId="{A71A91A0-537E-435E-A57A-6A59184BC47A}" dt="2024-08-17T12:08:44.664" v="1" actId="478"/>
          <ac:inkMkLst>
            <pc:docMk/>
            <pc:sldMk cId="0" sldId="256"/>
            <ac:inkMk id="255" creationId="{D8F67E58-838E-1089-0061-AC2625764E37}"/>
          </ac:inkMkLst>
        </pc:inkChg>
        <pc:inkChg chg="del">
          <ac:chgData name="Mahima Weerasinghe" userId="e11e3f55-42da-4e07-8ead-4d7a1d7ea1c6" providerId="ADAL" clId="{A71A91A0-537E-435E-A57A-6A59184BC47A}" dt="2024-08-17T12:08:44.664" v="1" actId="478"/>
          <ac:inkMkLst>
            <pc:docMk/>
            <pc:sldMk cId="0" sldId="256"/>
            <ac:inkMk id="256" creationId="{5786C261-DE23-CD9C-B62D-03CFDFA9D74B}"/>
          </ac:inkMkLst>
        </pc:inkChg>
        <pc:inkChg chg="del">
          <ac:chgData name="Mahima Weerasinghe" userId="e11e3f55-42da-4e07-8ead-4d7a1d7ea1c6" providerId="ADAL" clId="{A71A91A0-537E-435E-A57A-6A59184BC47A}" dt="2024-08-17T12:08:44.664" v="1" actId="478"/>
          <ac:inkMkLst>
            <pc:docMk/>
            <pc:sldMk cId="0" sldId="256"/>
            <ac:inkMk id="257" creationId="{D6CCE17B-191B-2CCF-1D4E-6EB80F921BB9}"/>
          </ac:inkMkLst>
        </pc:inkChg>
        <pc:inkChg chg="del">
          <ac:chgData name="Mahima Weerasinghe" userId="e11e3f55-42da-4e07-8ead-4d7a1d7ea1c6" providerId="ADAL" clId="{A71A91A0-537E-435E-A57A-6A59184BC47A}" dt="2024-08-17T12:08:44.664" v="1" actId="478"/>
          <ac:inkMkLst>
            <pc:docMk/>
            <pc:sldMk cId="0" sldId="256"/>
            <ac:inkMk id="259" creationId="{BD5AC811-BA9F-FC6F-C36D-E75F46FA74DF}"/>
          </ac:inkMkLst>
        </pc:inkChg>
        <pc:inkChg chg="del">
          <ac:chgData name="Mahima Weerasinghe" userId="e11e3f55-42da-4e07-8ead-4d7a1d7ea1c6" providerId="ADAL" clId="{A71A91A0-537E-435E-A57A-6A59184BC47A}" dt="2024-08-17T12:08:44.664" v="1" actId="478"/>
          <ac:inkMkLst>
            <pc:docMk/>
            <pc:sldMk cId="0" sldId="256"/>
            <ac:inkMk id="260" creationId="{1D342268-6B2F-576C-FF82-9402A3004C76}"/>
          </ac:inkMkLst>
        </pc:inkChg>
        <pc:inkChg chg="del">
          <ac:chgData name="Mahima Weerasinghe" userId="e11e3f55-42da-4e07-8ead-4d7a1d7ea1c6" providerId="ADAL" clId="{A71A91A0-537E-435E-A57A-6A59184BC47A}" dt="2024-08-17T12:08:44.664" v="1" actId="478"/>
          <ac:inkMkLst>
            <pc:docMk/>
            <pc:sldMk cId="0" sldId="256"/>
            <ac:inkMk id="261" creationId="{264EED0D-A70E-A9C5-B086-F00BB8E08788}"/>
          </ac:inkMkLst>
        </pc:inkChg>
        <pc:inkChg chg="del">
          <ac:chgData name="Mahima Weerasinghe" userId="e11e3f55-42da-4e07-8ead-4d7a1d7ea1c6" providerId="ADAL" clId="{A71A91A0-537E-435E-A57A-6A59184BC47A}" dt="2024-08-17T12:08:44.664" v="1" actId="478"/>
          <ac:inkMkLst>
            <pc:docMk/>
            <pc:sldMk cId="0" sldId="256"/>
            <ac:inkMk id="263" creationId="{1FB00A13-86E7-1006-EE9B-5E75AA53DC2E}"/>
          </ac:inkMkLst>
        </pc:inkChg>
        <pc:inkChg chg="del">
          <ac:chgData name="Mahima Weerasinghe" userId="e11e3f55-42da-4e07-8ead-4d7a1d7ea1c6" providerId="ADAL" clId="{A71A91A0-537E-435E-A57A-6A59184BC47A}" dt="2024-08-17T12:08:44.664" v="1" actId="478"/>
          <ac:inkMkLst>
            <pc:docMk/>
            <pc:sldMk cId="0" sldId="256"/>
            <ac:inkMk id="264" creationId="{4079ED7E-4CF7-5A72-7ED6-8B3B746536E6}"/>
          </ac:inkMkLst>
        </pc:inkChg>
        <pc:inkChg chg="del">
          <ac:chgData name="Mahima Weerasinghe" userId="e11e3f55-42da-4e07-8ead-4d7a1d7ea1c6" providerId="ADAL" clId="{A71A91A0-537E-435E-A57A-6A59184BC47A}" dt="2024-08-17T12:08:44.664" v="1" actId="478"/>
          <ac:inkMkLst>
            <pc:docMk/>
            <pc:sldMk cId="0" sldId="256"/>
            <ac:inkMk id="265" creationId="{FF6FFB71-5375-583F-A8C1-9EA30E4476AE}"/>
          </ac:inkMkLst>
        </pc:inkChg>
        <pc:inkChg chg="del">
          <ac:chgData name="Mahima Weerasinghe" userId="e11e3f55-42da-4e07-8ead-4d7a1d7ea1c6" providerId="ADAL" clId="{A71A91A0-537E-435E-A57A-6A59184BC47A}" dt="2024-08-17T12:08:44.664" v="1" actId="478"/>
          <ac:inkMkLst>
            <pc:docMk/>
            <pc:sldMk cId="0" sldId="256"/>
            <ac:inkMk id="266" creationId="{52CD528A-4F4C-E16F-A429-7551FC853CD7}"/>
          </ac:inkMkLst>
        </pc:inkChg>
        <pc:inkChg chg="del">
          <ac:chgData name="Mahima Weerasinghe" userId="e11e3f55-42da-4e07-8ead-4d7a1d7ea1c6" providerId="ADAL" clId="{A71A91A0-537E-435E-A57A-6A59184BC47A}" dt="2024-08-17T12:08:44.664" v="1" actId="478"/>
          <ac:inkMkLst>
            <pc:docMk/>
            <pc:sldMk cId="0" sldId="256"/>
            <ac:inkMk id="267" creationId="{C765A3DF-FB7E-36E9-734C-91A5D9F9DD63}"/>
          </ac:inkMkLst>
        </pc:inkChg>
        <pc:inkChg chg="del">
          <ac:chgData name="Mahima Weerasinghe" userId="e11e3f55-42da-4e07-8ead-4d7a1d7ea1c6" providerId="ADAL" clId="{A71A91A0-537E-435E-A57A-6A59184BC47A}" dt="2024-08-17T12:08:44.664" v="1" actId="478"/>
          <ac:inkMkLst>
            <pc:docMk/>
            <pc:sldMk cId="0" sldId="256"/>
            <ac:inkMk id="269" creationId="{DD4AA488-FF40-0402-650C-6F4A40BB3A08}"/>
          </ac:inkMkLst>
        </pc:inkChg>
        <pc:inkChg chg="del">
          <ac:chgData name="Mahima Weerasinghe" userId="e11e3f55-42da-4e07-8ead-4d7a1d7ea1c6" providerId="ADAL" clId="{A71A91A0-537E-435E-A57A-6A59184BC47A}" dt="2024-08-17T12:08:44.664" v="1" actId="478"/>
          <ac:inkMkLst>
            <pc:docMk/>
            <pc:sldMk cId="0" sldId="256"/>
            <ac:inkMk id="270" creationId="{CC03226D-DD26-D79F-8FBB-67ABC5B7198C}"/>
          </ac:inkMkLst>
        </pc:inkChg>
        <pc:inkChg chg="del">
          <ac:chgData name="Mahima Weerasinghe" userId="e11e3f55-42da-4e07-8ead-4d7a1d7ea1c6" providerId="ADAL" clId="{A71A91A0-537E-435E-A57A-6A59184BC47A}" dt="2024-08-17T12:08:44.664" v="1" actId="478"/>
          <ac:inkMkLst>
            <pc:docMk/>
            <pc:sldMk cId="0" sldId="256"/>
            <ac:inkMk id="272" creationId="{9FBFB45B-87DC-11E0-8D45-90735E9AFBCD}"/>
          </ac:inkMkLst>
        </pc:inkChg>
        <pc:inkChg chg="del">
          <ac:chgData name="Mahima Weerasinghe" userId="e11e3f55-42da-4e07-8ead-4d7a1d7ea1c6" providerId="ADAL" clId="{A71A91A0-537E-435E-A57A-6A59184BC47A}" dt="2024-08-17T12:08:44.664" v="1" actId="478"/>
          <ac:inkMkLst>
            <pc:docMk/>
            <pc:sldMk cId="0" sldId="256"/>
            <ac:inkMk id="273" creationId="{106188A8-F556-979C-9A65-C555652D5635}"/>
          </ac:inkMkLst>
        </pc:inkChg>
        <pc:inkChg chg="del">
          <ac:chgData name="Mahima Weerasinghe" userId="e11e3f55-42da-4e07-8ead-4d7a1d7ea1c6" providerId="ADAL" clId="{A71A91A0-537E-435E-A57A-6A59184BC47A}" dt="2024-08-17T12:08:44.664" v="1" actId="478"/>
          <ac:inkMkLst>
            <pc:docMk/>
            <pc:sldMk cId="0" sldId="256"/>
            <ac:inkMk id="274" creationId="{3F90301C-902A-F0F9-514C-4F09635A879C}"/>
          </ac:inkMkLst>
        </pc:inkChg>
        <pc:inkChg chg="del">
          <ac:chgData name="Mahima Weerasinghe" userId="e11e3f55-42da-4e07-8ead-4d7a1d7ea1c6" providerId="ADAL" clId="{A71A91A0-537E-435E-A57A-6A59184BC47A}" dt="2024-08-17T12:08:44.664" v="1" actId="478"/>
          <ac:inkMkLst>
            <pc:docMk/>
            <pc:sldMk cId="0" sldId="256"/>
            <ac:inkMk id="275" creationId="{8534C078-9AC0-FFEF-E3B9-ED28829543B4}"/>
          </ac:inkMkLst>
        </pc:inkChg>
        <pc:inkChg chg="del">
          <ac:chgData name="Mahima Weerasinghe" userId="e11e3f55-42da-4e07-8ead-4d7a1d7ea1c6" providerId="ADAL" clId="{A71A91A0-537E-435E-A57A-6A59184BC47A}" dt="2024-08-17T12:08:44.664" v="1" actId="478"/>
          <ac:inkMkLst>
            <pc:docMk/>
            <pc:sldMk cId="0" sldId="256"/>
            <ac:inkMk id="276" creationId="{B06CB6F8-6E8C-8011-07A8-4931E98B0490}"/>
          </ac:inkMkLst>
        </pc:inkChg>
        <pc:inkChg chg="del">
          <ac:chgData name="Mahima Weerasinghe" userId="e11e3f55-42da-4e07-8ead-4d7a1d7ea1c6" providerId="ADAL" clId="{A71A91A0-537E-435E-A57A-6A59184BC47A}" dt="2024-08-17T12:08:44.664" v="1" actId="478"/>
          <ac:inkMkLst>
            <pc:docMk/>
            <pc:sldMk cId="0" sldId="256"/>
            <ac:inkMk id="277" creationId="{797DEFDF-231E-22D4-E353-1EAAEF6691EA}"/>
          </ac:inkMkLst>
        </pc:inkChg>
        <pc:inkChg chg="del">
          <ac:chgData name="Mahima Weerasinghe" userId="e11e3f55-42da-4e07-8ead-4d7a1d7ea1c6" providerId="ADAL" clId="{A71A91A0-537E-435E-A57A-6A59184BC47A}" dt="2024-08-17T12:08:44.664" v="1" actId="478"/>
          <ac:inkMkLst>
            <pc:docMk/>
            <pc:sldMk cId="0" sldId="256"/>
            <ac:inkMk id="279" creationId="{8E62223D-4205-FE32-6D8A-DDF7ED3DD46D}"/>
          </ac:inkMkLst>
        </pc:inkChg>
        <pc:inkChg chg="del">
          <ac:chgData name="Mahima Weerasinghe" userId="e11e3f55-42da-4e07-8ead-4d7a1d7ea1c6" providerId="ADAL" clId="{A71A91A0-537E-435E-A57A-6A59184BC47A}" dt="2024-08-17T12:08:44.664" v="1" actId="478"/>
          <ac:inkMkLst>
            <pc:docMk/>
            <pc:sldMk cId="0" sldId="256"/>
            <ac:inkMk id="280" creationId="{D8E7C616-26D4-6F8C-02F3-23BD01519B75}"/>
          </ac:inkMkLst>
        </pc:inkChg>
        <pc:inkChg chg="del">
          <ac:chgData name="Mahima Weerasinghe" userId="e11e3f55-42da-4e07-8ead-4d7a1d7ea1c6" providerId="ADAL" clId="{A71A91A0-537E-435E-A57A-6A59184BC47A}" dt="2024-08-17T12:08:44.664" v="1" actId="478"/>
          <ac:inkMkLst>
            <pc:docMk/>
            <pc:sldMk cId="0" sldId="256"/>
            <ac:inkMk id="281" creationId="{8DCF09A1-2191-47C5-D022-EA6B5C74F635}"/>
          </ac:inkMkLst>
        </pc:inkChg>
        <pc:inkChg chg="del">
          <ac:chgData name="Mahima Weerasinghe" userId="e11e3f55-42da-4e07-8ead-4d7a1d7ea1c6" providerId="ADAL" clId="{A71A91A0-537E-435E-A57A-6A59184BC47A}" dt="2024-08-17T12:08:44.664" v="1" actId="478"/>
          <ac:inkMkLst>
            <pc:docMk/>
            <pc:sldMk cId="0" sldId="256"/>
            <ac:inkMk id="283" creationId="{8B8F5F1C-DC95-AA33-272E-8802472AF898}"/>
          </ac:inkMkLst>
        </pc:inkChg>
        <pc:inkChg chg="del">
          <ac:chgData name="Mahima Weerasinghe" userId="e11e3f55-42da-4e07-8ead-4d7a1d7ea1c6" providerId="ADAL" clId="{A71A91A0-537E-435E-A57A-6A59184BC47A}" dt="2024-08-17T12:08:44.664" v="1" actId="478"/>
          <ac:inkMkLst>
            <pc:docMk/>
            <pc:sldMk cId="0" sldId="256"/>
            <ac:inkMk id="284" creationId="{70858C53-FCA0-5119-C31E-5FD1974CF2EE}"/>
          </ac:inkMkLst>
        </pc:inkChg>
        <pc:inkChg chg="del">
          <ac:chgData name="Mahima Weerasinghe" userId="e11e3f55-42da-4e07-8ead-4d7a1d7ea1c6" providerId="ADAL" clId="{A71A91A0-537E-435E-A57A-6A59184BC47A}" dt="2024-08-17T12:08:44.664" v="1" actId="478"/>
          <ac:inkMkLst>
            <pc:docMk/>
            <pc:sldMk cId="0" sldId="256"/>
            <ac:inkMk id="285" creationId="{F47D48A6-DF04-7B4F-9E9E-D7F6A6C1A72C}"/>
          </ac:inkMkLst>
        </pc:inkChg>
        <pc:inkChg chg="del">
          <ac:chgData name="Mahima Weerasinghe" userId="e11e3f55-42da-4e07-8ead-4d7a1d7ea1c6" providerId="ADAL" clId="{A71A91A0-537E-435E-A57A-6A59184BC47A}" dt="2024-08-17T12:08:44.664" v="1" actId="478"/>
          <ac:inkMkLst>
            <pc:docMk/>
            <pc:sldMk cId="0" sldId="256"/>
            <ac:inkMk id="286" creationId="{516A23EE-D129-4530-ACA3-15A65044BA4E}"/>
          </ac:inkMkLst>
        </pc:inkChg>
        <pc:inkChg chg="del">
          <ac:chgData name="Mahima Weerasinghe" userId="e11e3f55-42da-4e07-8ead-4d7a1d7ea1c6" providerId="ADAL" clId="{A71A91A0-537E-435E-A57A-6A59184BC47A}" dt="2024-08-17T12:08:44.664" v="1" actId="478"/>
          <ac:inkMkLst>
            <pc:docMk/>
            <pc:sldMk cId="0" sldId="256"/>
            <ac:inkMk id="287" creationId="{7C83BCA4-ECB0-55C7-9F20-65320DE8C013}"/>
          </ac:inkMkLst>
        </pc:inkChg>
        <pc:inkChg chg="del">
          <ac:chgData name="Mahima Weerasinghe" userId="e11e3f55-42da-4e07-8ead-4d7a1d7ea1c6" providerId="ADAL" clId="{A71A91A0-537E-435E-A57A-6A59184BC47A}" dt="2024-08-17T12:08:44.664" v="1" actId="478"/>
          <ac:inkMkLst>
            <pc:docMk/>
            <pc:sldMk cId="0" sldId="256"/>
            <ac:inkMk id="288" creationId="{72ED7933-1AD9-CF75-76C8-0CEFF1A9CEAB}"/>
          </ac:inkMkLst>
        </pc:inkChg>
        <pc:inkChg chg="del">
          <ac:chgData name="Mahima Weerasinghe" userId="e11e3f55-42da-4e07-8ead-4d7a1d7ea1c6" providerId="ADAL" clId="{A71A91A0-537E-435E-A57A-6A59184BC47A}" dt="2024-08-17T12:08:44.664" v="1" actId="478"/>
          <ac:inkMkLst>
            <pc:docMk/>
            <pc:sldMk cId="0" sldId="256"/>
            <ac:inkMk id="289" creationId="{8737514B-46B4-1982-23B8-9DB25B57764C}"/>
          </ac:inkMkLst>
        </pc:inkChg>
        <pc:inkChg chg="del">
          <ac:chgData name="Mahima Weerasinghe" userId="e11e3f55-42da-4e07-8ead-4d7a1d7ea1c6" providerId="ADAL" clId="{A71A91A0-537E-435E-A57A-6A59184BC47A}" dt="2024-08-17T12:08:44.664" v="1" actId="478"/>
          <ac:inkMkLst>
            <pc:docMk/>
            <pc:sldMk cId="0" sldId="256"/>
            <ac:inkMk id="291" creationId="{747710B1-68C4-8E6B-DA95-A99F1C9D14D5}"/>
          </ac:inkMkLst>
        </pc:inkChg>
        <pc:inkChg chg="del">
          <ac:chgData name="Mahima Weerasinghe" userId="e11e3f55-42da-4e07-8ead-4d7a1d7ea1c6" providerId="ADAL" clId="{A71A91A0-537E-435E-A57A-6A59184BC47A}" dt="2024-08-17T12:08:44.664" v="1" actId="478"/>
          <ac:inkMkLst>
            <pc:docMk/>
            <pc:sldMk cId="0" sldId="256"/>
            <ac:inkMk id="292" creationId="{E9CCA931-FFF8-BEBF-F2E0-407D1C8AE8D5}"/>
          </ac:inkMkLst>
        </pc:inkChg>
        <pc:inkChg chg="del">
          <ac:chgData name="Mahima Weerasinghe" userId="e11e3f55-42da-4e07-8ead-4d7a1d7ea1c6" providerId="ADAL" clId="{A71A91A0-537E-435E-A57A-6A59184BC47A}" dt="2024-08-17T12:08:44.664" v="1" actId="478"/>
          <ac:inkMkLst>
            <pc:docMk/>
            <pc:sldMk cId="0" sldId="256"/>
            <ac:inkMk id="294" creationId="{63798209-0226-B46B-18B6-AAC502D1293C}"/>
          </ac:inkMkLst>
        </pc:inkChg>
        <pc:inkChg chg="del">
          <ac:chgData name="Mahima Weerasinghe" userId="e11e3f55-42da-4e07-8ead-4d7a1d7ea1c6" providerId="ADAL" clId="{A71A91A0-537E-435E-A57A-6A59184BC47A}" dt="2024-08-17T12:08:44.664" v="1" actId="478"/>
          <ac:inkMkLst>
            <pc:docMk/>
            <pc:sldMk cId="0" sldId="256"/>
            <ac:inkMk id="295" creationId="{A0CB0471-CF4C-C005-9286-FB33D7028446}"/>
          </ac:inkMkLst>
        </pc:inkChg>
        <pc:inkChg chg="del">
          <ac:chgData name="Mahima Weerasinghe" userId="e11e3f55-42da-4e07-8ead-4d7a1d7ea1c6" providerId="ADAL" clId="{A71A91A0-537E-435E-A57A-6A59184BC47A}" dt="2024-08-17T12:08:44.664" v="1" actId="478"/>
          <ac:inkMkLst>
            <pc:docMk/>
            <pc:sldMk cId="0" sldId="256"/>
            <ac:inkMk id="296" creationId="{DC09F7DD-1DA7-7339-A918-F5A3F45E6B2F}"/>
          </ac:inkMkLst>
        </pc:inkChg>
        <pc:inkChg chg="del">
          <ac:chgData name="Mahima Weerasinghe" userId="e11e3f55-42da-4e07-8ead-4d7a1d7ea1c6" providerId="ADAL" clId="{A71A91A0-537E-435E-A57A-6A59184BC47A}" dt="2024-08-17T12:08:44.664" v="1" actId="478"/>
          <ac:inkMkLst>
            <pc:docMk/>
            <pc:sldMk cId="0" sldId="256"/>
            <ac:inkMk id="297" creationId="{D24E90AA-686C-057C-2F4E-15BF706C0498}"/>
          </ac:inkMkLst>
        </pc:inkChg>
        <pc:inkChg chg="del">
          <ac:chgData name="Mahima Weerasinghe" userId="e11e3f55-42da-4e07-8ead-4d7a1d7ea1c6" providerId="ADAL" clId="{A71A91A0-537E-435E-A57A-6A59184BC47A}" dt="2024-08-17T12:08:44.664" v="1" actId="478"/>
          <ac:inkMkLst>
            <pc:docMk/>
            <pc:sldMk cId="0" sldId="256"/>
            <ac:inkMk id="298" creationId="{1CE3FEDD-CDA0-FB01-AB73-81F80FF610E0}"/>
          </ac:inkMkLst>
        </pc:inkChg>
        <pc:inkChg chg="del">
          <ac:chgData name="Mahima Weerasinghe" userId="e11e3f55-42da-4e07-8ead-4d7a1d7ea1c6" providerId="ADAL" clId="{A71A91A0-537E-435E-A57A-6A59184BC47A}" dt="2024-08-17T12:08:44.664" v="1" actId="478"/>
          <ac:inkMkLst>
            <pc:docMk/>
            <pc:sldMk cId="0" sldId="256"/>
            <ac:inkMk id="299" creationId="{FD5E7E04-E22C-2B41-0FA4-855B9612858C}"/>
          </ac:inkMkLst>
        </pc:inkChg>
        <pc:inkChg chg="del">
          <ac:chgData name="Mahima Weerasinghe" userId="e11e3f55-42da-4e07-8ead-4d7a1d7ea1c6" providerId="ADAL" clId="{A71A91A0-537E-435E-A57A-6A59184BC47A}" dt="2024-08-17T12:08:44.664" v="1" actId="478"/>
          <ac:inkMkLst>
            <pc:docMk/>
            <pc:sldMk cId="0" sldId="256"/>
            <ac:inkMk id="300" creationId="{48A8EE96-D12C-5777-0A7C-2C5D4C345E6B}"/>
          </ac:inkMkLst>
        </pc:inkChg>
        <pc:inkChg chg="del">
          <ac:chgData name="Mahima Weerasinghe" userId="e11e3f55-42da-4e07-8ead-4d7a1d7ea1c6" providerId="ADAL" clId="{A71A91A0-537E-435E-A57A-6A59184BC47A}" dt="2024-08-17T12:08:44.664" v="1" actId="478"/>
          <ac:inkMkLst>
            <pc:docMk/>
            <pc:sldMk cId="0" sldId="256"/>
            <ac:inkMk id="301" creationId="{D051A6BC-3947-0324-B737-C664B45D6BE6}"/>
          </ac:inkMkLst>
        </pc:inkChg>
        <pc:inkChg chg="del">
          <ac:chgData name="Mahima Weerasinghe" userId="e11e3f55-42da-4e07-8ead-4d7a1d7ea1c6" providerId="ADAL" clId="{A71A91A0-537E-435E-A57A-6A59184BC47A}" dt="2024-08-17T12:08:44.664" v="1" actId="478"/>
          <ac:inkMkLst>
            <pc:docMk/>
            <pc:sldMk cId="0" sldId="256"/>
            <ac:inkMk id="303" creationId="{73EBCC17-546F-B1DF-3433-8CCFF2FBD3B7}"/>
          </ac:inkMkLst>
        </pc:inkChg>
        <pc:inkChg chg="del">
          <ac:chgData name="Mahima Weerasinghe" userId="e11e3f55-42da-4e07-8ead-4d7a1d7ea1c6" providerId="ADAL" clId="{A71A91A0-537E-435E-A57A-6A59184BC47A}" dt="2024-08-17T12:08:44.664" v="1" actId="478"/>
          <ac:inkMkLst>
            <pc:docMk/>
            <pc:sldMk cId="0" sldId="256"/>
            <ac:inkMk id="304" creationId="{060FDF54-5669-782D-8371-C84BF0508D8A}"/>
          </ac:inkMkLst>
        </pc:inkChg>
        <pc:inkChg chg="del">
          <ac:chgData name="Mahima Weerasinghe" userId="e11e3f55-42da-4e07-8ead-4d7a1d7ea1c6" providerId="ADAL" clId="{A71A91A0-537E-435E-A57A-6A59184BC47A}" dt="2024-08-17T12:08:44.664" v="1" actId="478"/>
          <ac:inkMkLst>
            <pc:docMk/>
            <pc:sldMk cId="0" sldId="256"/>
            <ac:inkMk id="305" creationId="{BA4C415F-6CA9-662E-2375-5C68D53A899E}"/>
          </ac:inkMkLst>
        </pc:inkChg>
        <pc:inkChg chg="del">
          <ac:chgData name="Mahima Weerasinghe" userId="e11e3f55-42da-4e07-8ead-4d7a1d7ea1c6" providerId="ADAL" clId="{A71A91A0-537E-435E-A57A-6A59184BC47A}" dt="2024-08-17T12:08:44.664" v="1" actId="478"/>
          <ac:inkMkLst>
            <pc:docMk/>
            <pc:sldMk cId="0" sldId="256"/>
            <ac:inkMk id="306" creationId="{25F739D4-8F5A-4D72-CA4B-B4BA3343FBA5}"/>
          </ac:inkMkLst>
        </pc:inkChg>
        <pc:inkChg chg="del">
          <ac:chgData name="Mahima Weerasinghe" userId="e11e3f55-42da-4e07-8ead-4d7a1d7ea1c6" providerId="ADAL" clId="{A71A91A0-537E-435E-A57A-6A59184BC47A}" dt="2024-08-17T12:08:44.664" v="1" actId="478"/>
          <ac:inkMkLst>
            <pc:docMk/>
            <pc:sldMk cId="0" sldId="256"/>
            <ac:inkMk id="307" creationId="{1DC13A48-5C05-A5E2-A950-FCB39AC090F2}"/>
          </ac:inkMkLst>
        </pc:inkChg>
        <pc:inkChg chg="del">
          <ac:chgData name="Mahima Weerasinghe" userId="e11e3f55-42da-4e07-8ead-4d7a1d7ea1c6" providerId="ADAL" clId="{A71A91A0-537E-435E-A57A-6A59184BC47A}" dt="2024-08-17T12:08:44.664" v="1" actId="478"/>
          <ac:inkMkLst>
            <pc:docMk/>
            <pc:sldMk cId="0" sldId="256"/>
            <ac:inkMk id="309" creationId="{BA9C4A7E-0CEC-DABB-6D73-413E4CC754B4}"/>
          </ac:inkMkLst>
        </pc:inkChg>
        <pc:inkChg chg="del">
          <ac:chgData name="Mahima Weerasinghe" userId="e11e3f55-42da-4e07-8ead-4d7a1d7ea1c6" providerId="ADAL" clId="{A71A91A0-537E-435E-A57A-6A59184BC47A}" dt="2024-08-17T12:08:44.664" v="1" actId="478"/>
          <ac:inkMkLst>
            <pc:docMk/>
            <pc:sldMk cId="0" sldId="256"/>
            <ac:inkMk id="310" creationId="{5B681C07-FFD8-EAAE-E471-F14F0F188306}"/>
          </ac:inkMkLst>
        </pc:inkChg>
        <pc:inkChg chg="del">
          <ac:chgData name="Mahima Weerasinghe" userId="e11e3f55-42da-4e07-8ead-4d7a1d7ea1c6" providerId="ADAL" clId="{A71A91A0-537E-435E-A57A-6A59184BC47A}" dt="2024-08-17T12:08:44.664" v="1" actId="478"/>
          <ac:inkMkLst>
            <pc:docMk/>
            <pc:sldMk cId="0" sldId="256"/>
            <ac:inkMk id="311" creationId="{6C4ECE39-F01A-4DAE-3CB4-6F509F667C69}"/>
          </ac:inkMkLst>
        </pc:inkChg>
        <pc:inkChg chg="del">
          <ac:chgData name="Mahima Weerasinghe" userId="e11e3f55-42da-4e07-8ead-4d7a1d7ea1c6" providerId="ADAL" clId="{A71A91A0-537E-435E-A57A-6A59184BC47A}" dt="2024-08-17T12:08:44.664" v="1" actId="478"/>
          <ac:inkMkLst>
            <pc:docMk/>
            <pc:sldMk cId="0" sldId="256"/>
            <ac:inkMk id="312" creationId="{AD69B02E-0D19-909A-1C14-3885E87EFA49}"/>
          </ac:inkMkLst>
        </pc:inkChg>
        <pc:inkChg chg="del">
          <ac:chgData name="Mahima Weerasinghe" userId="e11e3f55-42da-4e07-8ead-4d7a1d7ea1c6" providerId="ADAL" clId="{A71A91A0-537E-435E-A57A-6A59184BC47A}" dt="2024-08-17T12:08:44.664" v="1" actId="478"/>
          <ac:inkMkLst>
            <pc:docMk/>
            <pc:sldMk cId="0" sldId="256"/>
            <ac:inkMk id="314" creationId="{DCDC35B4-7D09-271E-2574-42E7906EE774}"/>
          </ac:inkMkLst>
        </pc:inkChg>
        <pc:inkChg chg="del">
          <ac:chgData name="Mahima Weerasinghe" userId="e11e3f55-42da-4e07-8ead-4d7a1d7ea1c6" providerId="ADAL" clId="{A71A91A0-537E-435E-A57A-6A59184BC47A}" dt="2024-08-17T12:08:44.664" v="1" actId="478"/>
          <ac:inkMkLst>
            <pc:docMk/>
            <pc:sldMk cId="0" sldId="256"/>
            <ac:inkMk id="315" creationId="{2F408098-1211-1E53-7529-63987BA2EFA6}"/>
          </ac:inkMkLst>
        </pc:inkChg>
        <pc:inkChg chg="del">
          <ac:chgData name="Mahima Weerasinghe" userId="e11e3f55-42da-4e07-8ead-4d7a1d7ea1c6" providerId="ADAL" clId="{A71A91A0-537E-435E-A57A-6A59184BC47A}" dt="2024-08-17T12:08:44.664" v="1" actId="478"/>
          <ac:inkMkLst>
            <pc:docMk/>
            <pc:sldMk cId="0" sldId="256"/>
            <ac:inkMk id="316" creationId="{038EAE68-C644-E46F-E57E-25C4BEC2B0BD}"/>
          </ac:inkMkLst>
        </pc:inkChg>
        <pc:inkChg chg="del">
          <ac:chgData name="Mahima Weerasinghe" userId="e11e3f55-42da-4e07-8ead-4d7a1d7ea1c6" providerId="ADAL" clId="{A71A91A0-537E-435E-A57A-6A59184BC47A}" dt="2024-08-17T12:09:07.111" v="5" actId="478"/>
          <ac:inkMkLst>
            <pc:docMk/>
            <pc:sldMk cId="0" sldId="256"/>
            <ac:inkMk id="317" creationId="{6BFD81D0-E692-AA49-1B17-6DEAD6A5A064}"/>
          </ac:inkMkLst>
        </pc:inkChg>
        <pc:inkChg chg="del">
          <ac:chgData name="Mahima Weerasinghe" userId="e11e3f55-42da-4e07-8ead-4d7a1d7ea1c6" providerId="ADAL" clId="{A71A91A0-537E-435E-A57A-6A59184BC47A}" dt="2024-08-17T12:09:07.111" v="5" actId="478"/>
          <ac:inkMkLst>
            <pc:docMk/>
            <pc:sldMk cId="0" sldId="256"/>
            <ac:inkMk id="318" creationId="{20956F34-29CC-7DAB-52CA-37304874886C}"/>
          </ac:inkMkLst>
        </pc:inkChg>
        <pc:inkChg chg="del">
          <ac:chgData name="Mahima Weerasinghe" userId="e11e3f55-42da-4e07-8ead-4d7a1d7ea1c6" providerId="ADAL" clId="{A71A91A0-537E-435E-A57A-6A59184BC47A}" dt="2024-08-17T12:09:07.111" v="5" actId="478"/>
          <ac:inkMkLst>
            <pc:docMk/>
            <pc:sldMk cId="0" sldId="256"/>
            <ac:inkMk id="319" creationId="{3A740938-DC11-B73D-A83C-9FA359CCD8D8}"/>
          </ac:inkMkLst>
        </pc:inkChg>
        <pc:inkChg chg="del">
          <ac:chgData name="Mahima Weerasinghe" userId="e11e3f55-42da-4e07-8ead-4d7a1d7ea1c6" providerId="ADAL" clId="{A71A91A0-537E-435E-A57A-6A59184BC47A}" dt="2024-08-17T12:08:44.664" v="1" actId="478"/>
          <ac:inkMkLst>
            <pc:docMk/>
            <pc:sldMk cId="0" sldId="256"/>
            <ac:inkMk id="321" creationId="{550DCC56-A004-F784-664A-8D16E9C9098C}"/>
          </ac:inkMkLst>
        </pc:inkChg>
        <pc:inkChg chg="del">
          <ac:chgData name="Mahima Weerasinghe" userId="e11e3f55-42da-4e07-8ead-4d7a1d7ea1c6" providerId="ADAL" clId="{A71A91A0-537E-435E-A57A-6A59184BC47A}" dt="2024-08-17T12:08:44.664" v="1" actId="478"/>
          <ac:inkMkLst>
            <pc:docMk/>
            <pc:sldMk cId="0" sldId="256"/>
            <ac:inkMk id="322" creationId="{F438FB2D-21CF-7D6B-C2E0-36DABFA96AA2}"/>
          </ac:inkMkLst>
        </pc:inkChg>
        <pc:inkChg chg="del">
          <ac:chgData name="Mahima Weerasinghe" userId="e11e3f55-42da-4e07-8ead-4d7a1d7ea1c6" providerId="ADAL" clId="{A71A91A0-537E-435E-A57A-6A59184BC47A}" dt="2024-08-17T12:08:44.664" v="1" actId="478"/>
          <ac:inkMkLst>
            <pc:docMk/>
            <pc:sldMk cId="0" sldId="256"/>
            <ac:inkMk id="323" creationId="{0D08A934-42BC-2D28-BB1D-E145105A7588}"/>
          </ac:inkMkLst>
        </pc:inkChg>
        <pc:inkChg chg="del">
          <ac:chgData name="Mahima Weerasinghe" userId="e11e3f55-42da-4e07-8ead-4d7a1d7ea1c6" providerId="ADAL" clId="{A71A91A0-537E-435E-A57A-6A59184BC47A}" dt="2024-08-17T12:08:44.664" v="1" actId="478"/>
          <ac:inkMkLst>
            <pc:docMk/>
            <pc:sldMk cId="0" sldId="256"/>
            <ac:inkMk id="324" creationId="{E59EB40F-FA13-ABCE-620C-21E5905B9E79}"/>
          </ac:inkMkLst>
        </pc:inkChg>
        <pc:inkChg chg="del">
          <ac:chgData name="Mahima Weerasinghe" userId="e11e3f55-42da-4e07-8ead-4d7a1d7ea1c6" providerId="ADAL" clId="{A71A91A0-537E-435E-A57A-6A59184BC47A}" dt="2024-08-17T12:08:44.664" v="1" actId="478"/>
          <ac:inkMkLst>
            <pc:docMk/>
            <pc:sldMk cId="0" sldId="256"/>
            <ac:inkMk id="326" creationId="{07F83945-BFE7-CA83-E697-E89149389804}"/>
          </ac:inkMkLst>
        </pc:inkChg>
        <pc:inkChg chg="del">
          <ac:chgData name="Mahima Weerasinghe" userId="e11e3f55-42da-4e07-8ead-4d7a1d7ea1c6" providerId="ADAL" clId="{A71A91A0-537E-435E-A57A-6A59184BC47A}" dt="2024-08-17T12:08:44.664" v="1" actId="478"/>
          <ac:inkMkLst>
            <pc:docMk/>
            <pc:sldMk cId="0" sldId="256"/>
            <ac:inkMk id="327" creationId="{DA20D7F9-5B97-83AA-F333-A9FDFF33C907}"/>
          </ac:inkMkLst>
        </pc:inkChg>
        <pc:inkChg chg="del">
          <ac:chgData name="Mahima Weerasinghe" userId="e11e3f55-42da-4e07-8ead-4d7a1d7ea1c6" providerId="ADAL" clId="{A71A91A0-537E-435E-A57A-6A59184BC47A}" dt="2024-08-17T12:09:07.111" v="5" actId="478"/>
          <ac:inkMkLst>
            <pc:docMk/>
            <pc:sldMk cId="0" sldId="256"/>
            <ac:inkMk id="328" creationId="{B4C07C09-709D-38A1-F402-427F57E34BFA}"/>
          </ac:inkMkLst>
        </pc:inkChg>
        <pc:inkChg chg="del">
          <ac:chgData name="Mahima Weerasinghe" userId="e11e3f55-42da-4e07-8ead-4d7a1d7ea1c6" providerId="ADAL" clId="{A71A91A0-537E-435E-A57A-6A59184BC47A}" dt="2024-08-17T12:09:07.111" v="5" actId="478"/>
          <ac:inkMkLst>
            <pc:docMk/>
            <pc:sldMk cId="0" sldId="256"/>
            <ac:inkMk id="329" creationId="{3BFB064E-D10A-DC50-F70A-699829EBF36B}"/>
          </ac:inkMkLst>
        </pc:inkChg>
        <pc:inkChg chg="del">
          <ac:chgData name="Mahima Weerasinghe" userId="e11e3f55-42da-4e07-8ead-4d7a1d7ea1c6" providerId="ADAL" clId="{A71A91A0-537E-435E-A57A-6A59184BC47A}" dt="2024-08-17T12:09:07.111" v="5" actId="478"/>
          <ac:inkMkLst>
            <pc:docMk/>
            <pc:sldMk cId="0" sldId="256"/>
            <ac:inkMk id="330" creationId="{5ACD0B8B-BDAC-8392-D25D-CE50A7E0FA43}"/>
          </ac:inkMkLst>
        </pc:inkChg>
        <pc:inkChg chg="del">
          <ac:chgData name="Mahima Weerasinghe" userId="e11e3f55-42da-4e07-8ead-4d7a1d7ea1c6" providerId="ADAL" clId="{A71A91A0-537E-435E-A57A-6A59184BC47A}" dt="2024-08-17T12:08:44.664" v="1" actId="478"/>
          <ac:inkMkLst>
            <pc:docMk/>
            <pc:sldMk cId="0" sldId="256"/>
            <ac:inkMk id="332" creationId="{A2D1332F-5FC1-0A40-080F-58B648288942}"/>
          </ac:inkMkLst>
        </pc:inkChg>
        <pc:inkChg chg="del">
          <ac:chgData name="Mahima Weerasinghe" userId="e11e3f55-42da-4e07-8ead-4d7a1d7ea1c6" providerId="ADAL" clId="{A71A91A0-537E-435E-A57A-6A59184BC47A}" dt="2024-08-17T12:08:44.664" v="1" actId="478"/>
          <ac:inkMkLst>
            <pc:docMk/>
            <pc:sldMk cId="0" sldId="256"/>
            <ac:inkMk id="333" creationId="{87E36045-2CAD-E33E-06B1-C5C293D6C03E}"/>
          </ac:inkMkLst>
        </pc:inkChg>
        <pc:inkChg chg="del">
          <ac:chgData name="Mahima Weerasinghe" userId="e11e3f55-42da-4e07-8ead-4d7a1d7ea1c6" providerId="ADAL" clId="{A71A91A0-537E-435E-A57A-6A59184BC47A}" dt="2024-08-17T12:08:44.664" v="1" actId="478"/>
          <ac:inkMkLst>
            <pc:docMk/>
            <pc:sldMk cId="0" sldId="256"/>
            <ac:inkMk id="334" creationId="{63B60100-64A8-0FEE-31C1-7B5DA66A903E}"/>
          </ac:inkMkLst>
        </pc:inkChg>
        <pc:inkChg chg="del">
          <ac:chgData name="Mahima Weerasinghe" userId="e11e3f55-42da-4e07-8ead-4d7a1d7ea1c6" providerId="ADAL" clId="{A71A91A0-537E-435E-A57A-6A59184BC47A}" dt="2024-08-17T12:08:44.664" v="1" actId="478"/>
          <ac:inkMkLst>
            <pc:docMk/>
            <pc:sldMk cId="0" sldId="256"/>
            <ac:inkMk id="336" creationId="{71C96CC0-5C61-7DCB-8748-47600140A959}"/>
          </ac:inkMkLst>
        </pc:inkChg>
        <pc:inkChg chg="del">
          <ac:chgData name="Mahima Weerasinghe" userId="e11e3f55-42da-4e07-8ead-4d7a1d7ea1c6" providerId="ADAL" clId="{A71A91A0-537E-435E-A57A-6A59184BC47A}" dt="2024-08-17T12:08:44.664" v="1" actId="478"/>
          <ac:inkMkLst>
            <pc:docMk/>
            <pc:sldMk cId="0" sldId="256"/>
            <ac:inkMk id="337" creationId="{B816090C-4A9C-CE13-47E9-6A0A64C81C3D}"/>
          </ac:inkMkLst>
        </pc:inkChg>
        <pc:inkChg chg="del">
          <ac:chgData name="Mahima Weerasinghe" userId="e11e3f55-42da-4e07-8ead-4d7a1d7ea1c6" providerId="ADAL" clId="{A71A91A0-537E-435E-A57A-6A59184BC47A}" dt="2024-08-17T12:08:44.664" v="1" actId="478"/>
          <ac:inkMkLst>
            <pc:docMk/>
            <pc:sldMk cId="0" sldId="256"/>
            <ac:inkMk id="338" creationId="{36AC66D7-3A30-6927-A677-3BCD58D8A5F2}"/>
          </ac:inkMkLst>
        </pc:inkChg>
        <pc:inkChg chg="del">
          <ac:chgData name="Mahima Weerasinghe" userId="e11e3f55-42da-4e07-8ead-4d7a1d7ea1c6" providerId="ADAL" clId="{A71A91A0-537E-435E-A57A-6A59184BC47A}" dt="2024-08-17T12:08:44.664" v="1" actId="478"/>
          <ac:inkMkLst>
            <pc:docMk/>
            <pc:sldMk cId="0" sldId="256"/>
            <ac:inkMk id="339" creationId="{CF42A659-E6B8-1FFB-1828-59AFB39C733A}"/>
          </ac:inkMkLst>
        </pc:inkChg>
        <pc:inkChg chg="del">
          <ac:chgData name="Mahima Weerasinghe" userId="e11e3f55-42da-4e07-8ead-4d7a1d7ea1c6" providerId="ADAL" clId="{A71A91A0-537E-435E-A57A-6A59184BC47A}" dt="2024-08-17T12:08:44.664" v="1" actId="478"/>
          <ac:inkMkLst>
            <pc:docMk/>
            <pc:sldMk cId="0" sldId="256"/>
            <ac:inkMk id="340" creationId="{FD4860C4-22FD-54E3-95D6-3BB826438997}"/>
          </ac:inkMkLst>
        </pc:inkChg>
        <pc:inkChg chg="del">
          <ac:chgData name="Mahima Weerasinghe" userId="e11e3f55-42da-4e07-8ead-4d7a1d7ea1c6" providerId="ADAL" clId="{A71A91A0-537E-435E-A57A-6A59184BC47A}" dt="2024-08-17T12:08:44.664" v="1" actId="478"/>
          <ac:inkMkLst>
            <pc:docMk/>
            <pc:sldMk cId="0" sldId="256"/>
            <ac:inkMk id="341" creationId="{FD821E19-F0FC-E85C-E2A1-000FAD2A3A61}"/>
          </ac:inkMkLst>
        </pc:inkChg>
        <pc:inkChg chg="del">
          <ac:chgData name="Mahima Weerasinghe" userId="e11e3f55-42da-4e07-8ead-4d7a1d7ea1c6" providerId="ADAL" clId="{A71A91A0-537E-435E-A57A-6A59184BC47A}" dt="2024-08-17T12:08:44.664" v="1" actId="478"/>
          <ac:inkMkLst>
            <pc:docMk/>
            <pc:sldMk cId="0" sldId="256"/>
            <ac:inkMk id="342" creationId="{249F6241-7403-EC79-BBD3-E829565473A0}"/>
          </ac:inkMkLst>
        </pc:inkChg>
        <pc:inkChg chg="del">
          <ac:chgData name="Mahima Weerasinghe" userId="e11e3f55-42da-4e07-8ead-4d7a1d7ea1c6" providerId="ADAL" clId="{A71A91A0-537E-435E-A57A-6A59184BC47A}" dt="2024-08-17T12:08:44.664" v="1" actId="478"/>
          <ac:inkMkLst>
            <pc:docMk/>
            <pc:sldMk cId="0" sldId="256"/>
            <ac:inkMk id="343" creationId="{2436580A-451B-93FF-EC86-D335D561AF70}"/>
          </ac:inkMkLst>
        </pc:inkChg>
        <pc:inkChg chg="del">
          <ac:chgData name="Mahima Weerasinghe" userId="e11e3f55-42da-4e07-8ead-4d7a1d7ea1c6" providerId="ADAL" clId="{A71A91A0-537E-435E-A57A-6A59184BC47A}" dt="2024-08-17T12:08:44.664" v="1" actId="478"/>
          <ac:inkMkLst>
            <pc:docMk/>
            <pc:sldMk cId="0" sldId="256"/>
            <ac:inkMk id="344" creationId="{1604508D-E19D-C52E-7FA5-5846F89124E7}"/>
          </ac:inkMkLst>
        </pc:inkChg>
        <pc:inkChg chg="del">
          <ac:chgData name="Mahima Weerasinghe" userId="e11e3f55-42da-4e07-8ead-4d7a1d7ea1c6" providerId="ADAL" clId="{A71A91A0-537E-435E-A57A-6A59184BC47A}" dt="2024-08-17T12:08:44.664" v="1" actId="478"/>
          <ac:inkMkLst>
            <pc:docMk/>
            <pc:sldMk cId="0" sldId="256"/>
            <ac:inkMk id="345" creationId="{7FC1006A-B76A-7EAB-B2BE-10B3F4AB3C0D}"/>
          </ac:inkMkLst>
        </pc:inkChg>
        <pc:inkChg chg="del">
          <ac:chgData name="Mahima Weerasinghe" userId="e11e3f55-42da-4e07-8ead-4d7a1d7ea1c6" providerId="ADAL" clId="{A71A91A0-537E-435E-A57A-6A59184BC47A}" dt="2024-08-17T12:08:44.664" v="1" actId="478"/>
          <ac:inkMkLst>
            <pc:docMk/>
            <pc:sldMk cId="0" sldId="256"/>
            <ac:inkMk id="346" creationId="{567D6187-FA97-D129-D8D6-149474144C25}"/>
          </ac:inkMkLst>
        </pc:inkChg>
        <pc:inkChg chg="del">
          <ac:chgData name="Mahima Weerasinghe" userId="e11e3f55-42da-4e07-8ead-4d7a1d7ea1c6" providerId="ADAL" clId="{A71A91A0-537E-435E-A57A-6A59184BC47A}" dt="2024-08-17T12:08:44.664" v="1" actId="478"/>
          <ac:inkMkLst>
            <pc:docMk/>
            <pc:sldMk cId="0" sldId="256"/>
            <ac:inkMk id="347" creationId="{4C58505B-F52E-6FA7-9AB2-94697031AE89}"/>
          </ac:inkMkLst>
        </pc:inkChg>
        <pc:inkChg chg="del">
          <ac:chgData name="Mahima Weerasinghe" userId="e11e3f55-42da-4e07-8ead-4d7a1d7ea1c6" providerId="ADAL" clId="{A71A91A0-537E-435E-A57A-6A59184BC47A}" dt="2024-08-17T12:08:44.664" v="1" actId="478"/>
          <ac:inkMkLst>
            <pc:docMk/>
            <pc:sldMk cId="0" sldId="256"/>
            <ac:inkMk id="348" creationId="{4C863380-088B-B16B-4B13-955DCF261689}"/>
          </ac:inkMkLst>
        </pc:inkChg>
        <pc:inkChg chg="del">
          <ac:chgData name="Mahima Weerasinghe" userId="e11e3f55-42da-4e07-8ead-4d7a1d7ea1c6" providerId="ADAL" clId="{A71A91A0-537E-435E-A57A-6A59184BC47A}" dt="2024-08-17T12:08:44.664" v="1" actId="478"/>
          <ac:inkMkLst>
            <pc:docMk/>
            <pc:sldMk cId="0" sldId="256"/>
            <ac:inkMk id="349" creationId="{0B9F6BA8-ECA9-5F54-3C12-E8227FF9395D}"/>
          </ac:inkMkLst>
        </pc:inkChg>
        <pc:inkChg chg="del">
          <ac:chgData name="Mahima Weerasinghe" userId="e11e3f55-42da-4e07-8ead-4d7a1d7ea1c6" providerId="ADAL" clId="{A71A91A0-537E-435E-A57A-6A59184BC47A}" dt="2024-08-17T12:08:44.664" v="1" actId="478"/>
          <ac:inkMkLst>
            <pc:docMk/>
            <pc:sldMk cId="0" sldId="256"/>
            <ac:inkMk id="350" creationId="{0CC0825B-CB53-4260-876E-37D0250BA0D4}"/>
          </ac:inkMkLst>
        </pc:inkChg>
        <pc:inkChg chg="del">
          <ac:chgData name="Mahima Weerasinghe" userId="e11e3f55-42da-4e07-8ead-4d7a1d7ea1c6" providerId="ADAL" clId="{A71A91A0-537E-435E-A57A-6A59184BC47A}" dt="2024-08-17T12:08:44.664" v="1" actId="478"/>
          <ac:inkMkLst>
            <pc:docMk/>
            <pc:sldMk cId="0" sldId="256"/>
            <ac:inkMk id="351" creationId="{7F332176-41B3-5B61-3A44-CCC363500AD1}"/>
          </ac:inkMkLst>
        </pc:inkChg>
        <pc:inkChg chg="del">
          <ac:chgData name="Mahima Weerasinghe" userId="e11e3f55-42da-4e07-8ead-4d7a1d7ea1c6" providerId="ADAL" clId="{A71A91A0-537E-435E-A57A-6A59184BC47A}" dt="2024-08-17T12:08:44.664" v="1" actId="478"/>
          <ac:inkMkLst>
            <pc:docMk/>
            <pc:sldMk cId="0" sldId="256"/>
            <ac:inkMk id="354" creationId="{B4EB4D22-3A9D-B325-90CF-B8F8994C6DD4}"/>
          </ac:inkMkLst>
        </pc:inkChg>
        <pc:inkChg chg="del">
          <ac:chgData name="Mahima Weerasinghe" userId="e11e3f55-42da-4e07-8ead-4d7a1d7ea1c6" providerId="ADAL" clId="{A71A91A0-537E-435E-A57A-6A59184BC47A}" dt="2024-08-17T12:08:44.664" v="1" actId="478"/>
          <ac:inkMkLst>
            <pc:docMk/>
            <pc:sldMk cId="0" sldId="256"/>
            <ac:inkMk id="355" creationId="{3819DEFD-8580-D7DE-5F31-5D6DFE3BA21E}"/>
          </ac:inkMkLst>
        </pc:inkChg>
        <pc:inkChg chg="del">
          <ac:chgData name="Mahima Weerasinghe" userId="e11e3f55-42da-4e07-8ead-4d7a1d7ea1c6" providerId="ADAL" clId="{A71A91A0-537E-435E-A57A-6A59184BC47A}" dt="2024-08-17T12:08:44.664" v="1" actId="478"/>
          <ac:inkMkLst>
            <pc:docMk/>
            <pc:sldMk cId="0" sldId="256"/>
            <ac:inkMk id="356" creationId="{9C6ED9A1-EF10-2971-3AB4-054D67BDBF64}"/>
          </ac:inkMkLst>
        </pc:inkChg>
        <pc:inkChg chg="del">
          <ac:chgData name="Mahima Weerasinghe" userId="e11e3f55-42da-4e07-8ead-4d7a1d7ea1c6" providerId="ADAL" clId="{A71A91A0-537E-435E-A57A-6A59184BC47A}" dt="2024-08-17T12:08:44.664" v="1" actId="478"/>
          <ac:inkMkLst>
            <pc:docMk/>
            <pc:sldMk cId="0" sldId="256"/>
            <ac:inkMk id="357" creationId="{A0E8D140-BF0A-8F71-2743-02C2FE84B6CD}"/>
          </ac:inkMkLst>
        </pc:inkChg>
        <pc:inkChg chg="del">
          <ac:chgData name="Mahima Weerasinghe" userId="e11e3f55-42da-4e07-8ead-4d7a1d7ea1c6" providerId="ADAL" clId="{A71A91A0-537E-435E-A57A-6A59184BC47A}" dt="2024-08-17T12:08:44.664" v="1" actId="478"/>
          <ac:inkMkLst>
            <pc:docMk/>
            <pc:sldMk cId="0" sldId="256"/>
            <ac:inkMk id="358" creationId="{2E3EC7E0-9EC8-C6F4-4001-A01842E1D842}"/>
          </ac:inkMkLst>
        </pc:inkChg>
        <pc:inkChg chg="del">
          <ac:chgData name="Mahima Weerasinghe" userId="e11e3f55-42da-4e07-8ead-4d7a1d7ea1c6" providerId="ADAL" clId="{A71A91A0-537E-435E-A57A-6A59184BC47A}" dt="2024-08-17T12:09:07.111" v="5" actId="478"/>
          <ac:inkMkLst>
            <pc:docMk/>
            <pc:sldMk cId="0" sldId="256"/>
            <ac:inkMk id="359" creationId="{D61AF991-D95A-B85C-CCD0-4C47F1EC1778}"/>
          </ac:inkMkLst>
        </pc:inkChg>
        <pc:inkChg chg="del">
          <ac:chgData name="Mahima Weerasinghe" userId="e11e3f55-42da-4e07-8ead-4d7a1d7ea1c6" providerId="ADAL" clId="{A71A91A0-537E-435E-A57A-6A59184BC47A}" dt="2024-08-17T12:08:44.664" v="1" actId="478"/>
          <ac:inkMkLst>
            <pc:docMk/>
            <pc:sldMk cId="0" sldId="256"/>
            <ac:inkMk id="360" creationId="{01AC6849-6505-4ACD-0C53-43DFF3E9AD0F}"/>
          </ac:inkMkLst>
        </pc:inkChg>
        <pc:inkChg chg="del">
          <ac:chgData name="Mahima Weerasinghe" userId="e11e3f55-42da-4e07-8ead-4d7a1d7ea1c6" providerId="ADAL" clId="{A71A91A0-537E-435E-A57A-6A59184BC47A}" dt="2024-08-17T12:08:44.664" v="1" actId="478"/>
          <ac:inkMkLst>
            <pc:docMk/>
            <pc:sldMk cId="0" sldId="256"/>
            <ac:inkMk id="361" creationId="{93E30544-DC8E-B5FA-81F2-1C35CBC41230}"/>
          </ac:inkMkLst>
        </pc:inkChg>
        <pc:inkChg chg="del">
          <ac:chgData name="Mahima Weerasinghe" userId="e11e3f55-42da-4e07-8ead-4d7a1d7ea1c6" providerId="ADAL" clId="{A71A91A0-537E-435E-A57A-6A59184BC47A}" dt="2024-08-17T12:08:44.664" v="1" actId="478"/>
          <ac:inkMkLst>
            <pc:docMk/>
            <pc:sldMk cId="0" sldId="256"/>
            <ac:inkMk id="362" creationId="{6F6D67F3-42F1-C4CC-F805-F5113CF67E6E}"/>
          </ac:inkMkLst>
        </pc:inkChg>
        <pc:inkChg chg="del">
          <ac:chgData name="Mahima Weerasinghe" userId="e11e3f55-42da-4e07-8ead-4d7a1d7ea1c6" providerId="ADAL" clId="{A71A91A0-537E-435E-A57A-6A59184BC47A}" dt="2024-08-17T12:08:44.664" v="1" actId="478"/>
          <ac:inkMkLst>
            <pc:docMk/>
            <pc:sldMk cId="0" sldId="256"/>
            <ac:inkMk id="363" creationId="{E2FC6156-3019-7A4C-B84A-9770FB571890}"/>
          </ac:inkMkLst>
        </pc:inkChg>
        <pc:inkChg chg="del">
          <ac:chgData name="Mahima Weerasinghe" userId="e11e3f55-42da-4e07-8ead-4d7a1d7ea1c6" providerId="ADAL" clId="{A71A91A0-537E-435E-A57A-6A59184BC47A}" dt="2024-08-17T12:08:44.664" v="1" actId="478"/>
          <ac:inkMkLst>
            <pc:docMk/>
            <pc:sldMk cId="0" sldId="256"/>
            <ac:inkMk id="364" creationId="{C698F837-360E-DF04-0D64-124CC078F063}"/>
          </ac:inkMkLst>
        </pc:inkChg>
        <pc:inkChg chg="del">
          <ac:chgData name="Mahima Weerasinghe" userId="e11e3f55-42da-4e07-8ead-4d7a1d7ea1c6" providerId="ADAL" clId="{A71A91A0-537E-435E-A57A-6A59184BC47A}" dt="2024-08-17T12:08:44.664" v="1" actId="478"/>
          <ac:inkMkLst>
            <pc:docMk/>
            <pc:sldMk cId="0" sldId="256"/>
            <ac:inkMk id="365" creationId="{DE1B6654-24D7-8484-E8A8-07D1EB0D6001}"/>
          </ac:inkMkLst>
        </pc:inkChg>
        <pc:inkChg chg="del">
          <ac:chgData name="Mahima Weerasinghe" userId="e11e3f55-42da-4e07-8ead-4d7a1d7ea1c6" providerId="ADAL" clId="{A71A91A0-537E-435E-A57A-6A59184BC47A}" dt="2024-08-17T12:08:44.664" v="1" actId="478"/>
          <ac:inkMkLst>
            <pc:docMk/>
            <pc:sldMk cId="0" sldId="256"/>
            <ac:inkMk id="368" creationId="{8023D2C2-3035-EE82-E8AB-C231E1A55272}"/>
          </ac:inkMkLst>
        </pc:inkChg>
        <pc:inkChg chg="del">
          <ac:chgData name="Mahima Weerasinghe" userId="e11e3f55-42da-4e07-8ead-4d7a1d7ea1c6" providerId="ADAL" clId="{A71A91A0-537E-435E-A57A-6A59184BC47A}" dt="2024-08-17T12:08:44.664" v="1" actId="478"/>
          <ac:inkMkLst>
            <pc:docMk/>
            <pc:sldMk cId="0" sldId="256"/>
            <ac:inkMk id="369" creationId="{61089395-EF6E-4FA6-FFC3-2B690AA2328C}"/>
          </ac:inkMkLst>
        </pc:inkChg>
        <pc:inkChg chg="del">
          <ac:chgData name="Mahima Weerasinghe" userId="e11e3f55-42da-4e07-8ead-4d7a1d7ea1c6" providerId="ADAL" clId="{A71A91A0-537E-435E-A57A-6A59184BC47A}" dt="2024-08-17T12:08:44.664" v="1" actId="478"/>
          <ac:inkMkLst>
            <pc:docMk/>
            <pc:sldMk cId="0" sldId="256"/>
            <ac:inkMk id="371" creationId="{F36AAEA9-71BC-6AA5-80C6-3DE577A1F0C2}"/>
          </ac:inkMkLst>
        </pc:inkChg>
        <pc:inkChg chg="del">
          <ac:chgData name="Mahima Weerasinghe" userId="e11e3f55-42da-4e07-8ead-4d7a1d7ea1c6" providerId="ADAL" clId="{A71A91A0-537E-435E-A57A-6A59184BC47A}" dt="2024-08-17T12:08:44.664" v="1" actId="478"/>
          <ac:inkMkLst>
            <pc:docMk/>
            <pc:sldMk cId="0" sldId="256"/>
            <ac:inkMk id="372" creationId="{3F159D8C-6D9B-0CB1-C35A-03B565768D0E}"/>
          </ac:inkMkLst>
        </pc:inkChg>
        <pc:inkChg chg="del">
          <ac:chgData name="Mahima Weerasinghe" userId="e11e3f55-42da-4e07-8ead-4d7a1d7ea1c6" providerId="ADAL" clId="{A71A91A0-537E-435E-A57A-6A59184BC47A}" dt="2024-08-17T12:08:44.664" v="1" actId="478"/>
          <ac:inkMkLst>
            <pc:docMk/>
            <pc:sldMk cId="0" sldId="256"/>
            <ac:inkMk id="374" creationId="{F738CFB9-6E0A-2231-4B64-B25E48A375F3}"/>
          </ac:inkMkLst>
        </pc:inkChg>
        <pc:inkChg chg="del">
          <ac:chgData name="Mahima Weerasinghe" userId="e11e3f55-42da-4e07-8ead-4d7a1d7ea1c6" providerId="ADAL" clId="{A71A91A0-537E-435E-A57A-6A59184BC47A}" dt="2024-08-17T12:08:44.664" v="1" actId="478"/>
          <ac:inkMkLst>
            <pc:docMk/>
            <pc:sldMk cId="0" sldId="256"/>
            <ac:inkMk id="375" creationId="{899CAC87-67D5-8244-181A-12B0C976DAAB}"/>
          </ac:inkMkLst>
        </pc:inkChg>
        <pc:inkChg chg="del">
          <ac:chgData name="Mahima Weerasinghe" userId="e11e3f55-42da-4e07-8ead-4d7a1d7ea1c6" providerId="ADAL" clId="{A71A91A0-537E-435E-A57A-6A59184BC47A}" dt="2024-08-17T12:08:44.664" v="1" actId="478"/>
          <ac:inkMkLst>
            <pc:docMk/>
            <pc:sldMk cId="0" sldId="256"/>
            <ac:inkMk id="376" creationId="{EAF1AEFF-007F-E891-4099-E95C5368A868}"/>
          </ac:inkMkLst>
        </pc:inkChg>
        <pc:inkChg chg="del">
          <ac:chgData name="Mahima Weerasinghe" userId="e11e3f55-42da-4e07-8ead-4d7a1d7ea1c6" providerId="ADAL" clId="{A71A91A0-537E-435E-A57A-6A59184BC47A}" dt="2024-08-17T12:08:44.664" v="1" actId="478"/>
          <ac:inkMkLst>
            <pc:docMk/>
            <pc:sldMk cId="0" sldId="256"/>
            <ac:inkMk id="378" creationId="{74222977-4CC4-94AD-C815-E5649919EAD7}"/>
          </ac:inkMkLst>
        </pc:inkChg>
        <pc:inkChg chg="del">
          <ac:chgData name="Mahima Weerasinghe" userId="e11e3f55-42da-4e07-8ead-4d7a1d7ea1c6" providerId="ADAL" clId="{A71A91A0-537E-435E-A57A-6A59184BC47A}" dt="2024-08-17T12:08:44.664" v="1" actId="478"/>
          <ac:inkMkLst>
            <pc:docMk/>
            <pc:sldMk cId="0" sldId="256"/>
            <ac:inkMk id="379" creationId="{B498524F-3A85-FA29-E907-A5C1928A98FD}"/>
          </ac:inkMkLst>
        </pc:inkChg>
        <pc:inkChg chg="del">
          <ac:chgData name="Mahima Weerasinghe" userId="e11e3f55-42da-4e07-8ead-4d7a1d7ea1c6" providerId="ADAL" clId="{A71A91A0-537E-435E-A57A-6A59184BC47A}" dt="2024-08-17T12:08:44.664" v="1" actId="478"/>
          <ac:inkMkLst>
            <pc:docMk/>
            <pc:sldMk cId="0" sldId="256"/>
            <ac:inkMk id="380" creationId="{E4E6F188-20D0-46AD-F40E-C4B6ABB240D1}"/>
          </ac:inkMkLst>
        </pc:inkChg>
        <pc:inkChg chg="del">
          <ac:chgData name="Mahima Weerasinghe" userId="e11e3f55-42da-4e07-8ead-4d7a1d7ea1c6" providerId="ADAL" clId="{A71A91A0-537E-435E-A57A-6A59184BC47A}" dt="2024-08-17T12:08:44.664" v="1" actId="478"/>
          <ac:inkMkLst>
            <pc:docMk/>
            <pc:sldMk cId="0" sldId="256"/>
            <ac:inkMk id="381" creationId="{F632B716-3DE8-5134-A5F5-D3D424961DD4}"/>
          </ac:inkMkLst>
        </pc:inkChg>
        <pc:inkChg chg="del">
          <ac:chgData name="Mahima Weerasinghe" userId="e11e3f55-42da-4e07-8ead-4d7a1d7ea1c6" providerId="ADAL" clId="{A71A91A0-537E-435E-A57A-6A59184BC47A}" dt="2024-08-17T12:08:44.664" v="1" actId="478"/>
          <ac:inkMkLst>
            <pc:docMk/>
            <pc:sldMk cId="0" sldId="256"/>
            <ac:inkMk id="383" creationId="{A9D83507-6499-0A17-44E1-FCFA425E020F}"/>
          </ac:inkMkLst>
        </pc:inkChg>
        <pc:inkChg chg="del">
          <ac:chgData name="Mahima Weerasinghe" userId="e11e3f55-42da-4e07-8ead-4d7a1d7ea1c6" providerId="ADAL" clId="{A71A91A0-537E-435E-A57A-6A59184BC47A}" dt="2024-08-17T12:08:44.664" v="1" actId="478"/>
          <ac:inkMkLst>
            <pc:docMk/>
            <pc:sldMk cId="0" sldId="256"/>
            <ac:inkMk id="384" creationId="{61028ED2-D79E-F878-FB4A-30C2BC73791A}"/>
          </ac:inkMkLst>
        </pc:inkChg>
        <pc:inkChg chg="del">
          <ac:chgData name="Mahima Weerasinghe" userId="e11e3f55-42da-4e07-8ead-4d7a1d7ea1c6" providerId="ADAL" clId="{A71A91A0-537E-435E-A57A-6A59184BC47A}" dt="2024-08-17T12:08:44.664" v="1" actId="478"/>
          <ac:inkMkLst>
            <pc:docMk/>
            <pc:sldMk cId="0" sldId="256"/>
            <ac:inkMk id="385" creationId="{04392816-7A8A-0F8E-8056-77E20641D868}"/>
          </ac:inkMkLst>
        </pc:inkChg>
        <pc:inkChg chg="del">
          <ac:chgData name="Mahima Weerasinghe" userId="e11e3f55-42da-4e07-8ead-4d7a1d7ea1c6" providerId="ADAL" clId="{A71A91A0-537E-435E-A57A-6A59184BC47A}" dt="2024-08-17T12:08:44.664" v="1" actId="478"/>
          <ac:inkMkLst>
            <pc:docMk/>
            <pc:sldMk cId="0" sldId="256"/>
            <ac:inkMk id="386" creationId="{90ED07BA-F580-E1CA-6EBE-F2BCEED320F7}"/>
          </ac:inkMkLst>
        </pc:inkChg>
        <pc:inkChg chg="del">
          <ac:chgData name="Mahima Weerasinghe" userId="e11e3f55-42da-4e07-8ead-4d7a1d7ea1c6" providerId="ADAL" clId="{A71A91A0-537E-435E-A57A-6A59184BC47A}" dt="2024-08-17T12:08:44.664" v="1" actId="478"/>
          <ac:inkMkLst>
            <pc:docMk/>
            <pc:sldMk cId="0" sldId="256"/>
            <ac:inkMk id="387" creationId="{EA0678BD-5610-9EDE-5A71-F9B4C3C57909}"/>
          </ac:inkMkLst>
        </pc:inkChg>
        <pc:inkChg chg="del">
          <ac:chgData name="Mahima Weerasinghe" userId="e11e3f55-42da-4e07-8ead-4d7a1d7ea1c6" providerId="ADAL" clId="{A71A91A0-537E-435E-A57A-6A59184BC47A}" dt="2024-08-17T12:08:44.664" v="1" actId="478"/>
          <ac:inkMkLst>
            <pc:docMk/>
            <pc:sldMk cId="0" sldId="256"/>
            <ac:inkMk id="388" creationId="{261254F7-CAC3-95BC-895E-9EF5B04C05B0}"/>
          </ac:inkMkLst>
        </pc:inkChg>
        <pc:inkChg chg="del">
          <ac:chgData name="Mahima Weerasinghe" userId="e11e3f55-42da-4e07-8ead-4d7a1d7ea1c6" providerId="ADAL" clId="{A71A91A0-537E-435E-A57A-6A59184BC47A}" dt="2024-08-17T12:08:44.664" v="1" actId="478"/>
          <ac:inkMkLst>
            <pc:docMk/>
            <pc:sldMk cId="0" sldId="256"/>
            <ac:inkMk id="389" creationId="{01E3954F-1E77-B918-07C5-68DAE72E35D5}"/>
          </ac:inkMkLst>
        </pc:inkChg>
        <pc:inkChg chg="del">
          <ac:chgData name="Mahima Weerasinghe" userId="e11e3f55-42da-4e07-8ead-4d7a1d7ea1c6" providerId="ADAL" clId="{A71A91A0-537E-435E-A57A-6A59184BC47A}" dt="2024-08-17T12:08:44.664" v="1" actId="478"/>
          <ac:inkMkLst>
            <pc:docMk/>
            <pc:sldMk cId="0" sldId="256"/>
            <ac:inkMk id="391" creationId="{E6197683-8EE4-8060-F7EC-FDE34C01EC65}"/>
          </ac:inkMkLst>
        </pc:inkChg>
        <pc:inkChg chg="del">
          <ac:chgData name="Mahima Weerasinghe" userId="e11e3f55-42da-4e07-8ead-4d7a1d7ea1c6" providerId="ADAL" clId="{A71A91A0-537E-435E-A57A-6A59184BC47A}" dt="2024-08-17T12:08:44.664" v="1" actId="478"/>
          <ac:inkMkLst>
            <pc:docMk/>
            <pc:sldMk cId="0" sldId="256"/>
            <ac:inkMk id="392" creationId="{1682C300-B934-D89C-53BC-D77E83CBCA2B}"/>
          </ac:inkMkLst>
        </pc:inkChg>
        <pc:inkChg chg="del">
          <ac:chgData name="Mahima Weerasinghe" userId="e11e3f55-42da-4e07-8ead-4d7a1d7ea1c6" providerId="ADAL" clId="{A71A91A0-537E-435E-A57A-6A59184BC47A}" dt="2024-08-17T12:08:44.664" v="1" actId="478"/>
          <ac:inkMkLst>
            <pc:docMk/>
            <pc:sldMk cId="0" sldId="256"/>
            <ac:inkMk id="393" creationId="{24BDDC8B-109C-E395-5F12-284CBF92D2A2}"/>
          </ac:inkMkLst>
        </pc:inkChg>
        <pc:inkChg chg="del">
          <ac:chgData name="Mahima Weerasinghe" userId="e11e3f55-42da-4e07-8ead-4d7a1d7ea1c6" providerId="ADAL" clId="{A71A91A0-537E-435E-A57A-6A59184BC47A}" dt="2024-08-17T12:08:44.664" v="1" actId="478"/>
          <ac:inkMkLst>
            <pc:docMk/>
            <pc:sldMk cId="0" sldId="256"/>
            <ac:inkMk id="394" creationId="{85A84088-CCEE-7416-D0E9-EFC50D211704}"/>
          </ac:inkMkLst>
        </pc:inkChg>
        <pc:inkChg chg="del">
          <ac:chgData name="Mahima Weerasinghe" userId="e11e3f55-42da-4e07-8ead-4d7a1d7ea1c6" providerId="ADAL" clId="{A71A91A0-537E-435E-A57A-6A59184BC47A}" dt="2024-08-17T12:08:44.664" v="1" actId="478"/>
          <ac:inkMkLst>
            <pc:docMk/>
            <pc:sldMk cId="0" sldId="256"/>
            <ac:inkMk id="395" creationId="{BED62A19-1BE1-DA48-AE31-6834A6396F8B}"/>
          </ac:inkMkLst>
        </pc:inkChg>
        <pc:inkChg chg="del">
          <ac:chgData name="Mahima Weerasinghe" userId="e11e3f55-42da-4e07-8ead-4d7a1d7ea1c6" providerId="ADAL" clId="{A71A91A0-537E-435E-A57A-6A59184BC47A}" dt="2024-08-17T12:08:44.664" v="1" actId="478"/>
          <ac:inkMkLst>
            <pc:docMk/>
            <pc:sldMk cId="0" sldId="256"/>
            <ac:inkMk id="396" creationId="{3930FB55-A336-E0D2-AAF1-89CB391E6A32}"/>
          </ac:inkMkLst>
        </pc:inkChg>
        <pc:inkChg chg="del">
          <ac:chgData name="Mahima Weerasinghe" userId="e11e3f55-42da-4e07-8ead-4d7a1d7ea1c6" providerId="ADAL" clId="{A71A91A0-537E-435E-A57A-6A59184BC47A}" dt="2024-08-17T12:08:44.664" v="1" actId="478"/>
          <ac:inkMkLst>
            <pc:docMk/>
            <pc:sldMk cId="0" sldId="256"/>
            <ac:inkMk id="397" creationId="{092F67BF-8634-C7E0-4EA0-94F805DB8B98}"/>
          </ac:inkMkLst>
        </pc:inkChg>
        <pc:inkChg chg="del">
          <ac:chgData name="Mahima Weerasinghe" userId="e11e3f55-42da-4e07-8ead-4d7a1d7ea1c6" providerId="ADAL" clId="{A71A91A0-537E-435E-A57A-6A59184BC47A}" dt="2024-08-17T12:08:44.664" v="1" actId="478"/>
          <ac:inkMkLst>
            <pc:docMk/>
            <pc:sldMk cId="0" sldId="256"/>
            <ac:inkMk id="398" creationId="{F3B3EBEF-86BD-8765-387F-04995D4613F2}"/>
          </ac:inkMkLst>
        </pc:inkChg>
        <pc:inkChg chg="del">
          <ac:chgData name="Mahima Weerasinghe" userId="e11e3f55-42da-4e07-8ead-4d7a1d7ea1c6" providerId="ADAL" clId="{A71A91A0-537E-435E-A57A-6A59184BC47A}" dt="2024-08-17T12:08:44.664" v="1" actId="478"/>
          <ac:inkMkLst>
            <pc:docMk/>
            <pc:sldMk cId="0" sldId="256"/>
            <ac:inkMk id="399" creationId="{1F6B0AFA-8C6E-7D9D-0583-DEB78E2CC5F6}"/>
          </ac:inkMkLst>
        </pc:inkChg>
        <pc:inkChg chg="del">
          <ac:chgData name="Mahima Weerasinghe" userId="e11e3f55-42da-4e07-8ead-4d7a1d7ea1c6" providerId="ADAL" clId="{A71A91A0-537E-435E-A57A-6A59184BC47A}" dt="2024-08-17T12:08:44.664" v="1" actId="478"/>
          <ac:inkMkLst>
            <pc:docMk/>
            <pc:sldMk cId="0" sldId="256"/>
            <ac:inkMk id="400" creationId="{4B36B66A-9C4F-9785-A521-A7006B985F66}"/>
          </ac:inkMkLst>
        </pc:inkChg>
        <pc:inkChg chg="del">
          <ac:chgData name="Mahima Weerasinghe" userId="e11e3f55-42da-4e07-8ead-4d7a1d7ea1c6" providerId="ADAL" clId="{A71A91A0-537E-435E-A57A-6A59184BC47A}" dt="2024-08-17T12:08:44.664" v="1" actId="478"/>
          <ac:inkMkLst>
            <pc:docMk/>
            <pc:sldMk cId="0" sldId="256"/>
            <ac:inkMk id="401" creationId="{D524B795-001B-4FDA-27AB-9A46D63588D7}"/>
          </ac:inkMkLst>
        </pc:inkChg>
        <pc:inkChg chg="del">
          <ac:chgData name="Mahima Weerasinghe" userId="e11e3f55-42da-4e07-8ead-4d7a1d7ea1c6" providerId="ADAL" clId="{A71A91A0-537E-435E-A57A-6A59184BC47A}" dt="2024-08-17T12:08:44.664" v="1" actId="478"/>
          <ac:inkMkLst>
            <pc:docMk/>
            <pc:sldMk cId="0" sldId="256"/>
            <ac:inkMk id="402" creationId="{FAE99FFF-DF8E-A9D3-EBD5-0442AC39E282}"/>
          </ac:inkMkLst>
        </pc:inkChg>
        <pc:inkChg chg="del">
          <ac:chgData name="Mahima Weerasinghe" userId="e11e3f55-42da-4e07-8ead-4d7a1d7ea1c6" providerId="ADAL" clId="{A71A91A0-537E-435E-A57A-6A59184BC47A}" dt="2024-08-17T12:08:44.664" v="1" actId="478"/>
          <ac:inkMkLst>
            <pc:docMk/>
            <pc:sldMk cId="0" sldId="256"/>
            <ac:inkMk id="404" creationId="{95E34224-9FB1-ADAE-8A3D-A9FCE87F8159}"/>
          </ac:inkMkLst>
        </pc:inkChg>
        <pc:inkChg chg="del">
          <ac:chgData name="Mahima Weerasinghe" userId="e11e3f55-42da-4e07-8ead-4d7a1d7ea1c6" providerId="ADAL" clId="{A71A91A0-537E-435E-A57A-6A59184BC47A}" dt="2024-08-17T12:09:07.111" v="5" actId="478"/>
          <ac:inkMkLst>
            <pc:docMk/>
            <pc:sldMk cId="0" sldId="256"/>
            <ac:inkMk id="405" creationId="{20CB9B95-3C7D-C5DD-46F5-7B77B0AC9533}"/>
          </ac:inkMkLst>
        </pc:inkChg>
        <pc:inkChg chg="del">
          <ac:chgData name="Mahima Weerasinghe" userId="e11e3f55-42da-4e07-8ead-4d7a1d7ea1c6" providerId="ADAL" clId="{A71A91A0-537E-435E-A57A-6A59184BC47A}" dt="2024-08-17T12:09:07.111" v="5" actId="478"/>
          <ac:inkMkLst>
            <pc:docMk/>
            <pc:sldMk cId="0" sldId="256"/>
            <ac:inkMk id="406" creationId="{755048DA-E94D-096A-DD74-AD909DC492FB}"/>
          </ac:inkMkLst>
        </pc:inkChg>
        <pc:inkChg chg="del">
          <ac:chgData name="Mahima Weerasinghe" userId="e11e3f55-42da-4e07-8ead-4d7a1d7ea1c6" providerId="ADAL" clId="{A71A91A0-537E-435E-A57A-6A59184BC47A}" dt="2024-08-17T12:09:07.111" v="5" actId="478"/>
          <ac:inkMkLst>
            <pc:docMk/>
            <pc:sldMk cId="0" sldId="256"/>
            <ac:inkMk id="407" creationId="{FC895718-2C6D-BBDA-E88C-F4F5251C3749}"/>
          </ac:inkMkLst>
        </pc:inkChg>
        <pc:inkChg chg="del">
          <ac:chgData name="Mahima Weerasinghe" userId="e11e3f55-42da-4e07-8ead-4d7a1d7ea1c6" providerId="ADAL" clId="{A71A91A0-537E-435E-A57A-6A59184BC47A}" dt="2024-08-17T12:08:44.664" v="1" actId="478"/>
          <ac:inkMkLst>
            <pc:docMk/>
            <pc:sldMk cId="0" sldId="256"/>
            <ac:inkMk id="408" creationId="{DFA18031-6233-9FF0-D89A-042B2120DEC8}"/>
          </ac:inkMkLst>
        </pc:inkChg>
        <pc:inkChg chg="del">
          <ac:chgData name="Mahima Weerasinghe" userId="e11e3f55-42da-4e07-8ead-4d7a1d7ea1c6" providerId="ADAL" clId="{A71A91A0-537E-435E-A57A-6A59184BC47A}" dt="2024-08-17T12:08:44.664" v="1" actId="478"/>
          <ac:inkMkLst>
            <pc:docMk/>
            <pc:sldMk cId="0" sldId="256"/>
            <ac:inkMk id="409" creationId="{8CA69362-7A7D-7BA0-E55A-674F057E0DFB}"/>
          </ac:inkMkLst>
        </pc:inkChg>
        <pc:inkChg chg="del">
          <ac:chgData name="Mahima Weerasinghe" userId="e11e3f55-42da-4e07-8ead-4d7a1d7ea1c6" providerId="ADAL" clId="{A71A91A0-537E-435E-A57A-6A59184BC47A}" dt="2024-08-17T12:08:44.664" v="1" actId="478"/>
          <ac:inkMkLst>
            <pc:docMk/>
            <pc:sldMk cId="0" sldId="256"/>
            <ac:inkMk id="410" creationId="{1BAEAED6-E017-9525-5720-1C45A0D14CB7}"/>
          </ac:inkMkLst>
        </pc:inkChg>
        <pc:inkChg chg="del">
          <ac:chgData name="Mahima Weerasinghe" userId="e11e3f55-42da-4e07-8ead-4d7a1d7ea1c6" providerId="ADAL" clId="{A71A91A0-537E-435E-A57A-6A59184BC47A}" dt="2024-08-17T12:08:44.664" v="1" actId="478"/>
          <ac:inkMkLst>
            <pc:docMk/>
            <pc:sldMk cId="0" sldId="256"/>
            <ac:inkMk id="411" creationId="{66505EBE-C5AD-1DA7-5C68-56C8A34788D5}"/>
          </ac:inkMkLst>
        </pc:inkChg>
        <pc:inkChg chg="del">
          <ac:chgData name="Mahima Weerasinghe" userId="e11e3f55-42da-4e07-8ead-4d7a1d7ea1c6" providerId="ADAL" clId="{A71A91A0-537E-435E-A57A-6A59184BC47A}" dt="2024-08-17T12:08:44.664" v="1" actId="478"/>
          <ac:inkMkLst>
            <pc:docMk/>
            <pc:sldMk cId="0" sldId="256"/>
            <ac:inkMk id="412" creationId="{BAE611CF-44FA-8874-CA09-C69D8C69EE29}"/>
          </ac:inkMkLst>
        </pc:inkChg>
        <pc:inkChg chg="del">
          <ac:chgData name="Mahima Weerasinghe" userId="e11e3f55-42da-4e07-8ead-4d7a1d7ea1c6" providerId="ADAL" clId="{A71A91A0-537E-435E-A57A-6A59184BC47A}" dt="2024-08-17T12:08:44.664" v="1" actId="478"/>
          <ac:inkMkLst>
            <pc:docMk/>
            <pc:sldMk cId="0" sldId="256"/>
            <ac:inkMk id="413" creationId="{DA028D69-E87B-F673-643D-77BE48BD292E}"/>
          </ac:inkMkLst>
        </pc:inkChg>
        <pc:inkChg chg="del">
          <ac:chgData name="Mahima Weerasinghe" userId="e11e3f55-42da-4e07-8ead-4d7a1d7ea1c6" providerId="ADAL" clId="{A71A91A0-537E-435E-A57A-6A59184BC47A}" dt="2024-08-17T12:09:07.111" v="5" actId="478"/>
          <ac:inkMkLst>
            <pc:docMk/>
            <pc:sldMk cId="0" sldId="256"/>
            <ac:inkMk id="415" creationId="{72842F09-036F-8D37-42B9-AB9F7DCE7DFB}"/>
          </ac:inkMkLst>
        </pc:inkChg>
        <pc:inkChg chg="del">
          <ac:chgData name="Mahima Weerasinghe" userId="e11e3f55-42da-4e07-8ead-4d7a1d7ea1c6" providerId="ADAL" clId="{A71A91A0-537E-435E-A57A-6A59184BC47A}" dt="2024-08-17T12:09:07.111" v="5" actId="478"/>
          <ac:inkMkLst>
            <pc:docMk/>
            <pc:sldMk cId="0" sldId="256"/>
            <ac:inkMk id="416" creationId="{5034E563-0A6A-37BB-CF74-C791F36489DE}"/>
          </ac:inkMkLst>
        </pc:inkChg>
        <pc:inkChg chg="del">
          <ac:chgData name="Mahima Weerasinghe" userId="e11e3f55-42da-4e07-8ead-4d7a1d7ea1c6" providerId="ADAL" clId="{A71A91A0-537E-435E-A57A-6A59184BC47A}" dt="2024-08-17T12:08:44.664" v="1" actId="478"/>
          <ac:inkMkLst>
            <pc:docMk/>
            <pc:sldMk cId="0" sldId="256"/>
            <ac:inkMk id="418" creationId="{8ABBFB82-3D99-14A1-2FE2-069EF1D8E861}"/>
          </ac:inkMkLst>
        </pc:inkChg>
        <pc:inkChg chg="del">
          <ac:chgData name="Mahima Weerasinghe" userId="e11e3f55-42da-4e07-8ead-4d7a1d7ea1c6" providerId="ADAL" clId="{A71A91A0-537E-435E-A57A-6A59184BC47A}" dt="2024-08-17T12:08:44.664" v="1" actId="478"/>
          <ac:inkMkLst>
            <pc:docMk/>
            <pc:sldMk cId="0" sldId="256"/>
            <ac:inkMk id="419" creationId="{D6708E1F-D790-9614-7A2F-530C9FD60C9D}"/>
          </ac:inkMkLst>
        </pc:inkChg>
        <pc:inkChg chg="del">
          <ac:chgData name="Mahima Weerasinghe" userId="e11e3f55-42da-4e07-8ead-4d7a1d7ea1c6" providerId="ADAL" clId="{A71A91A0-537E-435E-A57A-6A59184BC47A}" dt="2024-08-17T12:08:44.664" v="1" actId="478"/>
          <ac:inkMkLst>
            <pc:docMk/>
            <pc:sldMk cId="0" sldId="256"/>
            <ac:inkMk id="420" creationId="{7F81F8C1-7CC8-E2FE-9AD5-CE52E3DA24AD}"/>
          </ac:inkMkLst>
        </pc:inkChg>
        <pc:inkChg chg="del">
          <ac:chgData name="Mahima Weerasinghe" userId="e11e3f55-42da-4e07-8ead-4d7a1d7ea1c6" providerId="ADAL" clId="{A71A91A0-537E-435E-A57A-6A59184BC47A}" dt="2024-08-17T12:08:44.664" v="1" actId="478"/>
          <ac:inkMkLst>
            <pc:docMk/>
            <pc:sldMk cId="0" sldId="256"/>
            <ac:inkMk id="421" creationId="{A3D76583-56B1-6C8F-C77C-AEFA81FC5069}"/>
          </ac:inkMkLst>
        </pc:inkChg>
        <pc:inkChg chg="del">
          <ac:chgData name="Mahima Weerasinghe" userId="e11e3f55-42da-4e07-8ead-4d7a1d7ea1c6" providerId="ADAL" clId="{A71A91A0-537E-435E-A57A-6A59184BC47A}" dt="2024-08-17T12:08:44.664" v="1" actId="478"/>
          <ac:inkMkLst>
            <pc:docMk/>
            <pc:sldMk cId="0" sldId="256"/>
            <ac:inkMk id="422" creationId="{9335BF85-42B6-3133-D848-34C5CC0D2D4C}"/>
          </ac:inkMkLst>
        </pc:inkChg>
        <pc:inkChg chg="del">
          <ac:chgData name="Mahima Weerasinghe" userId="e11e3f55-42da-4e07-8ead-4d7a1d7ea1c6" providerId="ADAL" clId="{A71A91A0-537E-435E-A57A-6A59184BC47A}" dt="2024-08-17T12:08:44.664" v="1" actId="478"/>
          <ac:inkMkLst>
            <pc:docMk/>
            <pc:sldMk cId="0" sldId="256"/>
            <ac:inkMk id="423" creationId="{24AEEA8E-2D58-487B-F32A-8CF8F8C6264A}"/>
          </ac:inkMkLst>
        </pc:inkChg>
        <pc:inkChg chg="del">
          <ac:chgData name="Mahima Weerasinghe" userId="e11e3f55-42da-4e07-8ead-4d7a1d7ea1c6" providerId="ADAL" clId="{A71A91A0-537E-435E-A57A-6A59184BC47A}" dt="2024-08-17T12:08:44.664" v="1" actId="478"/>
          <ac:inkMkLst>
            <pc:docMk/>
            <pc:sldMk cId="0" sldId="256"/>
            <ac:inkMk id="424" creationId="{EA9A7B76-FB46-9866-8AAF-B615A2C735A0}"/>
          </ac:inkMkLst>
        </pc:inkChg>
        <pc:inkChg chg="del">
          <ac:chgData name="Mahima Weerasinghe" userId="e11e3f55-42da-4e07-8ead-4d7a1d7ea1c6" providerId="ADAL" clId="{A71A91A0-537E-435E-A57A-6A59184BC47A}" dt="2024-08-17T12:08:44.664" v="1" actId="478"/>
          <ac:inkMkLst>
            <pc:docMk/>
            <pc:sldMk cId="0" sldId="256"/>
            <ac:inkMk id="425" creationId="{39068F87-E06F-8588-D767-9A1388911255}"/>
          </ac:inkMkLst>
        </pc:inkChg>
        <pc:inkChg chg="del">
          <ac:chgData name="Mahima Weerasinghe" userId="e11e3f55-42da-4e07-8ead-4d7a1d7ea1c6" providerId="ADAL" clId="{A71A91A0-537E-435E-A57A-6A59184BC47A}" dt="2024-08-17T12:08:44.664" v="1" actId="478"/>
          <ac:inkMkLst>
            <pc:docMk/>
            <pc:sldMk cId="0" sldId="256"/>
            <ac:inkMk id="426" creationId="{391817A0-6CAC-D971-44E4-9434BCDBB731}"/>
          </ac:inkMkLst>
        </pc:inkChg>
        <pc:inkChg chg="del">
          <ac:chgData name="Mahima Weerasinghe" userId="e11e3f55-42da-4e07-8ead-4d7a1d7ea1c6" providerId="ADAL" clId="{A71A91A0-537E-435E-A57A-6A59184BC47A}" dt="2024-08-17T12:08:44.664" v="1" actId="478"/>
          <ac:inkMkLst>
            <pc:docMk/>
            <pc:sldMk cId="0" sldId="256"/>
            <ac:inkMk id="427" creationId="{D226AD85-828D-3E41-0935-54F2C5E43D9D}"/>
          </ac:inkMkLst>
        </pc:inkChg>
        <pc:inkChg chg="del">
          <ac:chgData name="Mahima Weerasinghe" userId="e11e3f55-42da-4e07-8ead-4d7a1d7ea1c6" providerId="ADAL" clId="{A71A91A0-537E-435E-A57A-6A59184BC47A}" dt="2024-08-17T12:08:44.664" v="1" actId="478"/>
          <ac:inkMkLst>
            <pc:docMk/>
            <pc:sldMk cId="0" sldId="256"/>
            <ac:inkMk id="428" creationId="{7CEF6E46-0E1A-7DBE-2F8B-10AB9009D1B2}"/>
          </ac:inkMkLst>
        </pc:inkChg>
        <pc:inkChg chg="del">
          <ac:chgData name="Mahima Weerasinghe" userId="e11e3f55-42da-4e07-8ead-4d7a1d7ea1c6" providerId="ADAL" clId="{A71A91A0-537E-435E-A57A-6A59184BC47A}" dt="2024-08-17T12:09:07.111" v="5" actId="478"/>
          <ac:inkMkLst>
            <pc:docMk/>
            <pc:sldMk cId="0" sldId="256"/>
            <ac:inkMk id="429" creationId="{5601B597-1B42-2537-88D4-772823E3C81A}"/>
          </ac:inkMkLst>
        </pc:inkChg>
        <pc:inkChg chg="del">
          <ac:chgData name="Mahima Weerasinghe" userId="e11e3f55-42da-4e07-8ead-4d7a1d7ea1c6" providerId="ADAL" clId="{A71A91A0-537E-435E-A57A-6A59184BC47A}" dt="2024-08-17T12:09:07.111" v="5" actId="478"/>
          <ac:inkMkLst>
            <pc:docMk/>
            <pc:sldMk cId="0" sldId="256"/>
            <ac:inkMk id="430" creationId="{5BDA08A5-660E-BC8A-3221-FCF336078996}"/>
          </ac:inkMkLst>
        </pc:inkChg>
        <pc:inkChg chg="del">
          <ac:chgData name="Mahima Weerasinghe" userId="e11e3f55-42da-4e07-8ead-4d7a1d7ea1c6" providerId="ADAL" clId="{A71A91A0-537E-435E-A57A-6A59184BC47A}" dt="2024-08-17T12:09:07.111" v="5" actId="478"/>
          <ac:inkMkLst>
            <pc:docMk/>
            <pc:sldMk cId="0" sldId="256"/>
            <ac:inkMk id="431" creationId="{B6DDC055-5D16-9513-503E-B78D9CF5FE80}"/>
          </ac:inkMkLst>
        </pc:inkChg>
        <pc:inkChg chg="del">
          <ac:chgData name="Mahima Weerasinghe" userId="e11e3f55-42da-4e07-8ead-4d7a1d7ea1c6" providerId="ADAL" clId="{A71A91A0-537E-435E-A57A-6A59184BC47A}" dt="2024-08-17T12:08:44.664" v="1" actId="478"/>
          <ac:inkMkLst>
            <pc:docMk/>
            <pc:sldMk cId="0" sldId="256"/>
            <ac:inkMk id="432" creationId="{12A0DEBD-0600-B94D-A358-B74D2D4A0AD2}"/>
          </ac:inkMkLst>
        </pc:inkChg>
        <pc:inkChg chg="del">
          <ac:chgData name="Mahima Weerasinghe" userId="e11e3f55-42da-4e07-8ead-4d7a1d7ea1c6" providerId="ADAL" clId="{A71A91A0-537E-435E-A57A-6A59184BC47A}" dt="2024-08-17T12:08:44.664" v="1" actId="478"/>
          <ac:inkMkLst>
            <pc:docMk/>
            <pc:sldMk cId="0" sldId="256"/>
            <ac:inkMk id="469" creationId="{DEC34D06-B3B9-BC85-0268-3148B3902A5E}"/>
          </ac:inkMkLst>
        </pc:inkChg>
        <pc:inkChg chg="del">
          <ac:chgData name="Mahima Weerasinghe" userId="e11e3f55-42da-4e07-8ead-4d7a1d7ea1c6" providerId="ADAL" clId="{A71A91A0-537E-435E-A57A-6A59184BC47A}" dt="2024-08-17T12:08:44.664" v="1" actId="478"/>
          <ac:inkMkLst>
            <pc:docMk/>
            <pc:sldMk cId="0" sldId="256"/>
            <ac:inkMk id="471" creationId="{F005B7A9-0CAB-577D-7C6C-DBE934EC9C52}"/>
          </ac:inkMkLst>
        </pc:inkChg>
        <pc:inkChg chg="del">
          <ac:chgData name="Mahima Weerasinghe" userId="e11e3f55-42da-4e07-8ead-4d7a1d7ea1c6" providerId="ADAL" clId="{A71A91A0-537E-435E-A57A-6A59184BC47A}" dt="2024-08-17T12:08:44.664" v="1" actId="478"/>
          <ac:inkMkLst>
            <pc:docMk/>
            <pc:sldMk cId="0" sldId="256"/>
            <ac:inkMk id="472" creationId="{58C946EB-0859-14AB-CC3E-D0B54BEE2255}"/>
          </ac:inkMkLst>
        </pc:inkChg>
        <pc:inkChg chg="del">
          <ac:chgData name="Mahima Weerasinghe" userId="e11e3f55-42da-4e07-8ead-4d7a1d7ea1c6" providerId="ADAL" clId="{A71A91A0-537E-435E-A57A-6A59184BC47A}" dt="2024-08-17T12:08:44.664" v="1" actId="478"/>
          <ac:inkMkLst>
            <pc:docMk/>
            <pc:sldMk cId="0" sldId="256"/>
            <ac:inkMk id="473" creationId="{D80ED2A3-BB58-4366-FE81-2AA062A3CBAB}"/>
          </ac:inkMkLst>
        </pc:inkChg>
        <pc:inkChg chg="del">
          <ac:chgData name="Mahima Weerasinghe" userId="e11e3f55-42da-4e07-8ead-4d7a1d7ea1c6" providerId="ADAL" clId="{A71A91A0-537E-435E-A57A-6A59184BC47A}" dt="2024-08-17T12:08:44.664" v="1" actId="478"/>
          <ac:inkMkLst>
            <pc:docMk/>
            <pc:sldMk cId="0" sldId="256"/>
            <ac:inkMk id="475" creationId="{24F42DAE-C83F-F4B2-8E8E-C65B7714902E}"/>
          </ac:inkMkLst>
        </pc:inkChg>
        <pc:inkChg chg="del">
          <ac:chgData name="Mahima Weerasinghe" userId="e11e3f55-42da-4e07-8ead-4d7a1d7ea1c6" providerId="ADAL" clId="{A71A91A0-537E-435E-A57A-6A59184BC47A}" dt="2024-08-17T12:08:44.664" v="1" actId="478"/>
          <ac:inkMkLst>
            <pc:docMk/>
            <pc:sldMk cId="0" sldId="256"/>
            <ac:inkMk id="476" creationId="{2D93B350-D627-6F0C-D08F-60773E9DF01F}"/>
          </ac:inkMkLst>
        </pc:inkChg>
        <pc:inkChg chg="del">
          <ac:chgData name="Mahima Weerasinghe" userId="e11e3f55-42da-4e07-8ead-4d7a1d7ea1c6" providerId="ADAL" clId="{A71A91A0-537E-435E-A57A-6A59184BC47A}" dt="2024-08-17T12:08:44.664" v="1" actId="478"/>
          <ac:inkMkLst>
            <pc:docMk/>
            <pc:sldMk cId="0" sldId="256"/>
            <ac:inkMk id="477" creationId="{ACD02DCA-AA7E-A775-3667-58417BD2749B}"/>
          </ac:inkMkLst>
        </pc:inkChg>
        <pc:inkChg chg="del">
          <ac:chgData name="Mahima Weerasinghe" userId="e11e3f55-42da-4e07-8ead-4d7a1d7ea1c6" providerId="ADAL" clId="{A71A91A0-537E-435E-A57A-6A59184BC47A}" dt="2024-08-17T12:08:44.664" v="1" actId="478"/>
          <ac:inkMkLst>
            <pc:docMk/>
            <pc:sldMk cId="0" sldId="256"/>
            <ac:inkMk id="478" creationId="{E2FC1765-9E8D-C4C7-63C7-9EA79DD922A5}"/>
          </ac:inkMkLst>
        </pc:inkChg>
        <pc:inkChg chg="del">
          <ac:chgData name="Mahima Weerasinghe" userId="e11e3f55-42da-4e07-8ead-4d7a1d7ea1c6" providerId="ADAL" clId="{A71A91A0-537E-435E-A57A-6A59184BC47A}" dt="2024-08-17T12:08:44.664" v="1" actId="478"/>
          <ac:inkMkLst>
            <pc:docMk/>
            <pc:sldMk cId="0" sldId="256"/>
            <ac:inkMk id="479" creationId="{24F157A8-3E07-2DD9-C2FE-02F3BD2E5432}"/>
          </ac:inkMkLst>
        </pc:inkChg>
        <pc:inkChg chg="del">
          <ac:chgData name="Mahima Weerasinghe" userId="e11e3f55-42da-4e07-8ead-4d7a1d7ea1c6" providerId="ADAL" clId="{A71A91A0-537E-435E-A57A-6A59184BC47A}" dt="2024-08-17T12:08:44.664" v="1" actId="478"/>
          <ac:inkMkLst>
            <pc:docMk/>
            <pc:sldMk cId="0" sldId="256"/>
            <ac:inkMk id="480" creationId="{701D59A9-352F-6102-E731-2F4292378996}"/>
          </ac:inkMkLst>
        </pc:inkChg>
        <pc:inkChg chg="del">
          <ac:chgData name="Mahima Weerasinghe" userId="e11e3f55-42da-4e07-8ead-4d7a1d7ea1c6" providerId="ADAL" clId="{A71A91A0-537E-435E-A57A-6A59184BC47A}" dt="2024-08-17T12:08:44.664" v="1" actId="478"/>
          <ac:inkMkLst>
            <pc:docMk/>
            <pc:sldMk cId="0" sldId="256"/>
            <ac:inkMk id="481" creationId="{CBC9DCEC-4EEF-6518-0B68-9C457ACA3BB6}"/>
          </ac:inkMkLst>
        </pc:inkChg>
        <pc:inkChg chg="del">
          <ac:chgData name="Mahima Weerasinghe" userId="e11e3f55-42da-4e07-8ead-4d7a1d7ea1c6" providerId="ADAL" clId="{A71A91A0-537E-435E-A57A-6A59184BC47A}" dt="2024-08-17T12:08:44.664" v="1" actId="478"/>
          <ac:inkMkLst>
            <pc:docMk/>
            <pc:sldMk cId="0" sldId="256"/>
            <ac:inkMk id="482" creationId="{1D102E97-FAB4-75A1-0EED-A772A94CBC40}"/>
          </ac:inkMkLst>
        </pc:inkChg>
        <pc:inkChg chg="del">
          <ac:chgData name="Mahima Weerasinghe" userId="e11e3f55-42da-4e07-8ead-4d7a1d7ea1c6" providerId="ADAL" clId="{A71A91A0-537E-435E-A57A-6A59184BC47A}" dt="2024-08-17T12:08:44.664" v="1" actId="478"/>
          <ac:inkMkLst>
            <pc:docMk/>
            <pc:sldMk cId="0" sldId="256"/>
            <ac:inkMk id="483" creationId="{0A16FCDA-2C37-22FC-1B62-2ABE645C25A8}"/>
          </ac:inkMkLst>
        </pc:inkChg>
        <pc:inkChg chg="del">
          <ac:chgData name="Mahima Weerasinghe" userId="e11e3f55-42da-4e07-8ead-4d7a1d7ea1c6" providerId="ADAL" clId="{A71A91A0-537E-435E-A57A-6A59184BC47A}" dt="2024-08-17T12:08:44.664" v="1" actId="478"/>
          <ac:inkMkLst>
            <pc:docMk/>
            <pc:sldMk cId="0" sldId="256"/>
            <ac:inkMk id="485" creationId="{47B9AE16-EF99-3C09-FB65-B89B48FE70B3}"/>
          </ac:inkMkLst>
        </pc:inkChg>
        <pc:inkChg chg="del">
          <ac:chgData name="Mahima Weerasinghe" userId="e11e3f55-42da-4e07-8ead-4d7a1d7ea1c6" providerId="ADAL" clId="{A71A91A0-537E-435E-A57A-6A59184BC47A}" dt="2024-08-17T12:08:44.664" v="1" actId="478"/>
          <ac:inkMkLst>
            <pc:docMk/>
            <pc:sldMk cId="0" sldId="256"/>
            <ac:inkMk id="486" creationId="{50A1D67D-ACEB-D867-B712-6069FE9A368C}"/>
          </ac:inkMkLst>
        </pc:inkChg>
        <pc:inkChg chg="del">
          <ac:chgData name="Mahima Weerasinghe" userId="e11e3f55-42da-4e07-8ead-4d7a1d7ea1c6" providerId="ADAL" clId="{A71A91A0-537E-435E-A57A-6A59184BC47A}" dt="2024-08-17T12:08:44.664" v="1" actId="478"/>
          <ac:inkMkLst>
            <pc:docMk/>
            <pc:sldMk cId="0" sldId="256"/>
            <ac:inkMk id="488" creationId="{49277D31-A8EF-2BBB-23C1-C109AB38BADB}"/>
          </ac:inkMkLst>
        </pc:inkChg>
        <pc:inkChg chg="del">
          <ac:chgData name="Mahima Weerasinghe" userId="e11e3f55-42da-4e07-8ead-4d7a1d7ea1c6" providerId="ADAL" clId="{A71A91A0-537E-435E-A57A-6A59184BC47A}" dt="2024-08-17T12:08:44.664" v="1" actId="478"/>
          <ac:inkMkLst>
            <pc:docMk/>
            <pc:sldMk cId="0" sldId="256"/>
            <ac:inkMk id="489" creationId="{5A40288B-C58C-430F-DF36-6127A3C69A62}"/>
          </ac:inkMkLst>
        </pc:inkChg>
        <pc:inkChg chg="del">
          <ac:chgData name="Mahima Weerasinghe" userId="e11e3f55-42da-4e07-8ead-4d7a1d7ea1c6" providerId="ADAL" clId="{A71A91A0-537E-435E-A57A-6A59184BC47A}" dt="2024-08-17T12:08:44.664" v="1" actId="478"/>
          <ac:inkMkLst>
            <pc:docMk/>
            <pc:sldMk cId="0" sldId="256"/>
            <ac:inkMk id="491" creationId="{A1BD2489-56CB-A18F-7318-A2E2F2848F9C}"/>
          </ac:inkMkLst>
        </pc:inkChg>
        <pc:inkChg chg="del">
          <ac:chgData name="Mahima Weerasinghe" userId="e11e3f55-42da-4e07-8ead-4d7a1d7ea1c6" providerId="ADAL" clId="{A71A91A0-537E-435E-A57A-6A59184BC47A}" dt="2024-08-17T12:08:44.664" v="1" actId="478"/>
          <ac:inkMkLst>
            <pc:docMk/>
            <pc:sldMk cId="0" sldId="256"/>
            <ac:inkMk id="492" creationId="{0CA6235A-4CD5-4BB6-A4A9-12B85E8B2170}"/>
          </ac:inkMkLst>
        </pc:inkChg>
        <pc:inkChg chg="del">
          <ac:chgData name="Mahima Weerasinghe" userId="e11e3f55-42da-4e07-8ead-4d7a1d7ea1c6" providerId="ADAL" clId="{A71A91A0-537E-435E-A57A-6A59184BC47A}" dt="2024-08-17T12:08:44.664" v="1" actId="478"/>
          <ac:inkMkLst>
            <pc:docMk/>
            <pc:sldMk cId="0" sldId="256"/>
            <ac:inkMk id="493" creationId="{E69F4273-C197-1E6D-0C9E-0D85B056935A}"/>
          </ac:inkMkLst>
        </pc:inkChg>
        <pc:inkChg chg="del">
          <ac:chgData name="Mahima Weerasinghe" userId="e11e3f55-42da-4e07-8ead-4d7a1d7ea1c6" providerId="ADAL" clId="{A71A91A0-537E-435E-A57A-6A59184BC47A}" dt="2024-08-17T12:08:44.664" v="1" actId="478"/>
          <ac:inkMkLst>
            <pc:docMk/>
            <pc:sldMk cId="0" sldId="256"/>
            <ac:inkMk id="494" creationId="{205BB5DE-CA53-2FDF-70EF-DEFC38C636AA}"/>
          </ac:inkMkLst>
        </pc:inkChg>
        <pc:inkChg chg="del">
          <ac:chgData name="Mahima Weerasinghe" userId="e11e3f55-42da-4e07-8ead-4d7a1d7ea1c6" providerId="ADAL" clId="{A71A91A0-537E-435E-A57A-6A59184BC47A}" dt="2024-08-17T12:08:44.664" v="1" actId="478"/>
          <ac:inkMkLst>
            <pc:docMk/>
            <pc:sldMk cId="0" sldId="256"/>
            <ac:inkMk id="495" creationId="{8ACB6E45-17F3-030E-07E8-0C3BFAE6A627}"/>
          </ac:inkMkLst>
        </pc:inkChg>
        <pc:inkChg chg="del">
          <ac:chgData name="Mahima Weerasinghe" userId="e11e3f55-42da-4e07-8ead-4d7a1d7ea1c6" providerId="ADAL" clId="{A71A91A0-537E-435E-A57A-6A59184BC47A}" dt="2024-08-17T12:08:44.664" v="1" actId="478"/>
          <ac:inkMkLst>
            <pc:docMk/>
            <pc:sldMk cId="0" sldId="256"/>
            <ac:inkMk id="496" creationId="{4A2A01B3-88D2-13D4-4EB2-C76095F01FDC}"/>
          </ac:inkMkLst>
        </pc:inkChg>
        <pc:inkChg chg="del">
          <ac:chgData name="Mahima Weerasinghe" userId="e11e3f55-42da-4e07-8ead-4d7a1d7ea1c6" providerId="ADAL" clId="{A71A91A0-537E-435E-A57A-6A59184BC47A}" dt="2024-08-17T12:08:44.664" v="1" actId="478"/>
          <ac:inkMkLst>
            <pc:docMk/>
            <pc:sldMk cId="0" sldId="256"/>
            <ac:inkMk id="498" creationId="{FE0EAB0D-A2F6-90D0-4882-5AE020677CA5}"/>
          </ac:inkMkLst>
        </pc:inkChg>
        <pc:inkChg chg="del">
          <ac:chgData name="Mahima Weerasinghe" userId="e11e3f55-42da-4e07-8ead-4d7a1d7ea1c6" providerId="ADAL" clId="{A71A91A0-537E-435E-A57A-6A59184BC47A}" dt="2024-08-17T12:08:44.664" v="1" actId="478"/>
          <ac:inkMkLst>
            <pc:docMk/>
            <pc:sldMk cId="0" sldId="256"/>
            <ac:inkMk id="499" creationId="{DAEFFD2B-DDFC-21DC-7ADB-00E695A89DFC}"/>
          </ac:inkMkLst>
        </pc:inkChg>
        <pc:inkChg chg="del">
          <ac:chgData name="Mahima Weerasinghe" userId="e11e3f55-42da-4e07-8ead-4d7a1d7ea1c6" providerId="ADAL" clId="{A71A91A0-537E-435E-A57A-6A59184BC47A}" dt="2024-08-17T12:08:49.927" v="2" actId="478"/>
          <ac:inkMkLst>
            <pc:docMk/>
            <pc:sldMk cId="0" sldId="256"/>
            <ac:inkMk id="501" creationId="{2C4FD373-D6FD-6AD5-3D67-B724BCFAFFA7}"/>
          </ac:inkMkLst>
        </pc:inkChg>
        <pc:inkChg chg="del">
          <ac:chgData name="Mahima Weerasinghe" userId="e11e3f55-42da-4e07-8ead-4d7a1d7ea1c6" providerId="ADAL" clId="{A71A91A0-537E-435E-A57A-6A59184BC47A}" dt="2024-08-17T12:08:49.927" v="2" actId="478"/>
          <ac:inkMkLst>
            <pc:docMk/>
            <pc:sldMk cId="0" sldId="256"/>
            <ac:inkMk id="502" creationId="{ACA5885B-1CD1-C504-D8B2-0A58407AE833}"/>
          </ac:inkMkLst>
        </pc:inkChg>
        <pc:inkChg chg="del">
          <ac:chgData name="Mahima Weerasinghe" userId="e11e3f55-42da-4e07-8ead-4d7a1d7ea1c6" providerId="ADAL" clId="{A71A91A0-537E-435E-A57A-6A59184BC47A}" dt="2024-08-17T12:08:49.927" v="2" actId="478"/>
          <ac:inkMkLst>
            <pc:docMk/>
            <pc:sldMk cId="0" sldId="256"/>
            <ac:inkMk id="503" creationId="{B675DC94-3AE3-6E6E-8CE1-963929FC68BF}"/>
          </ac:inkMkLst>
        </pc:inkChg>
        <pc:inkChg chg="del">
          <ac:chgData name="Mahima Weerasinghe" userId="e11e3f55-42da-4e07-8ead-4d7a1d7ea1c6" providerId="ADAL" clId="{A71A91A0-537E-435E-A57A-6A59184BC47A}" dt="2024-08-17T12:08:49.927" v="2" actId="478"/>
          <ac:inkMkLst>
            <pc:docMk/>
            <pc:sldMk cId="0" sldId="256"/>
            <ac:inkMk id="505" creationId="{47E42427-C856-E829-9805-5453BEE42C56}"/>
          </ac:inkMkLst>
        </pc:inkChg>
        <pc:inkChg chg="del">
          <ac:chgData name="Mahima Weerasinghe" userId="e11e3f55-42da-4e07-8ead-4d7a1d7ea1c6" providerId="ADAL" clId="{A71A91A0-537E-435E-A57A-6A59184BC47A}" dt="2024-08-17T12:08:44.664" v="1" actId="478"/>
          <ac:inkMkLst>
            <pc:docMk/>
            <pc:sldMk cId="0" sldId="256"/>
            <ac:inkMk id="506" creationId="{F3909E10-1D16-D617-95AA-EA582EF97F30}"/>
          </ac:inkMkLst>
        </pc:inkChg>
        <pc:inkChg chg="del">
          <ac:chgData name="Mahima Weerasinghe" userId="e11e3f55-42da-4e07-8ead-4d7a1d7ea1c6" providerId="ADAL" clId="{A71A91A0-537E-435E-A57A-6A59184BC47A}" dt="2024-08-17T12:08:44.664" v="1" actId="478"/>
          <ac:inkMkLst>
            <pc:docMk/>
            <pc:sldMk cId="0" sldId="256"/>
            <ac:inkMk id="507" creationId="{89FC4FCA-A4D4-7819-C7A6-C249995AE275}"/>
          </ac:inkMkLst>
        </pc:inkChg>
        <pc:inkChg chg="del">
          <ac:chgData name="Mahima Weerasinghe" userId="e11e3f55-42da-4e07-8ead-4d7a1d7ea1c6" providerId="ADAL" clId="{A71A91A0-537E-435E-A57A-6A59184BC47A}" dt="2024-08-17T12:08:44.664" v="1" actId="478"/>
          <ac:inkMkLst>
            <pc:docMk/>
            <pc:sldMk cId="0" sldId="256"/>
            <ac:inkMk id="508" creationId="{E101096B-5F41-6F70-F19B-B427EE72B6B2}"/>
          </ac:inkMkLst>
        </pc:inkChg>
        <pc:inkChg chg="del">
          <ac:chgData name="Mahima Weerasinghe" userId="e11e3f55-42da-4e07-8ead-4d7a1d7ea1c6" providerId="ADAL" clId="{A71A91A0-537E-435E-A57A-6A59184BC47A}" dt="2024-08-17T12:08:44.664" v="1" actId="478"/>
          <ac:inkMkLst>
            <pc:docMk/>
            <pc:sldMk cId="0" sldId="256"/>
            <ac:inkMk id="509" creationId="{08E0DA7F-CD89-1FCF-13ED-568E4DAF04E3}"/>
          </ac:inkMkLst>
        </pc:inkChg>
        <pc:inkChg chg="del">
          <ac:chgData name="Mahima Weerasinghe" userId="e11e3f55-42da-4e07-8ead-4d7a1d7ea1c6" providerId="ADAL" clId="{A71A91A0-537E-435E-A57A-6A59184BC47A}" dt="2024-08-17T12:08:44.664" v="1" actId="478"/>
          <ac:inkMkLst>
            <pc:docMk/>
            <pc:sldMk cId="0" sldId="256"/>
            <ac:inkMk id="510" creationId="{63EB2DB2-9616-6383-789E-F272AA911E8F}"/>
          </ac:inkMkLst>
        </pc:inkChg>
        <pc:inkChg chg="del">
          <ac:chgData name="Mahima Weerasinghe" userId="e11e3f55-42da-4e07-8ead-4d7a1d7ea1c6" providerId="ADAL" clId="{A71A91A0-537E-435E-A57A-6A59184BC47A}" dt="2024-08-17T12:08:44.664" v="1" actId="478"/>
          <ac:inkMkLst>
            <pc:docMk/>
            <pc:sldMk cId="0" sldId="256"/>
            <ac:inkMk id="511" creationId="{AD59D998-6FF4-D78D-605A-78B642AF2543}"/>
          </ac:inkMkLst>
        </pc:inkChg>
        <pc:inkChg chg="del">
          <ac:chgData name="Mahima Weerasinghe" userId="e11e3f55-42da-4e07-8ead-4d7a1d7ea1c6" providerId="ADAL" clId="{A71A91A0-537E-435E-A57A-6A59184BC47A}" dt="2024-08-17T12:08:44.664" v="1" actId="478"/>
          <ac:inkMkLst>
            <pc:docMk/>
            <pc:sldMk cId="0" sldId="256"/>
            <ac:inkMk id="512" creationId="{BE9965B3-A188-3714-6B30-6D65A1A37344}"/>
          </ac:inkMkLst>
        </pc:inkChg>
        <pc:inkChg chg="del">
          <ac:chgData name="Mahima Weerasinghe" userId="e11e3f55-42da-4e07-8ead-4d7a1d7ea1c6" providerId="ADAL" clId="{A71A91A0-537E-435E-A57A-6A59184BC47A}" dt="2024-08-17T12:08:44.664" v="1" actId="478"/>
          <ac:inkMkLst>
            <pc:docMk/>
            <pc:sldMk cId="0" sldId="256"/>
            <ac:inkMk id="513" creationId="{731F470F-21E4-D69C-BEE6-047C09E4594C}"/>
          </ac:inkMkLst>
        </pc:inkChg>
        <pc:inkChg chg="del">
          <ac:chgData name="Mahima Weerasinghe" userId="e11e3f55-42da-4e07-8ead-4d7a1d7ea1c6" providerId="ADAL" clId="{A71A91A0-537E-435E-A57A-6A59184BC47A}" dt="2024-08-17T12:08:44.664" v="1" actId="478"/>
          <ac:inkMkLst>
            <pc:docMk/>
            <pc:sldMk cId="0" sldId="256"/>
            <ac:inkMk id="514" creationId="{56BE810A-F15A-32AB-35E6-7454BBA98695}"/>
          </ac:inkMkLst>
        </pc:inkChg>
        <pc:inkChg chg="del">
          <ac:chgData name="Mahima Weerasinghe" userId="e11e3f55-42da-4e07-8ead-4d7a1d7ea1c6" providerId="ADAL" clId="{A71A91A0-537E-435E-A57A-6A59184BC47A}" dt="2024-08-17T12:08:44.664" v="1" actId="478"/>
          <ac:inkMkLst>
            <pc:docMk/>
            <pc:sldMk cId="0" sldId="256"/>
            <ac:inkMk id="515" creationId="{55C1F34F-8A42-0E64-5A88-71F432166ACD}"/>
          </ac:inkMkLst>
        </pc:inkChg>
        <pc:inkChg chg="del">
          <ac:chgData name="Mahima Weerasinghe" userId="e11e3f55-42da-4e07-8ead-4d7a1d7ea1c6" providerId="ADAL" clId="{A71A91A0-537E-435E-A57A-6A59184BC47A}" dt="2024-08-17T12:08:44.664" v="1" actId="478"/>
          <ac:inkMkLst>
            <pc:docMk/>
            <pc:sldMk cId="0" sldId="256"/>
            <ac:inkMk id="517" creationId="{CEABD240-6CBA-8F8F-7D34-F7C365FC9C4B}"/>
          </ac:inkMkLst>
        </pc:inkChg>
        <pc:inkChg chg="del">
          <ac:chgData name="Mahima Weerasinghe" userId="e11e3f55-42da-4e07-8ead-4d7a1d7ea1c6" providerId="ADAL" clId="{A71A91A0-537E-435E-A57A-6A59184BC47A}" dt="2024-08-17T12:08:44.664" v="1" actId="478"/>
          <ac:inkMkLst>
            <pc:docMk/>
            <pc:sldMk cId="0" sldId="256"/>
            <ac:inkMk id="518" creationId="{F9F634B5-FFFA-0D1C-9AC2-D924B514D424}"/>
          </ac:inkMkLst>
        </pc:inkChg>
        <pc:inkChg chg="del">
          <ac:chgData name="Mahima Weerasinghe" userId="e11e3f55-42da-4e07-8ead-4d7a1d7ea1c6" providerId="ADAL" clId="{A71A91A0-537E-435E-A57A-6A59184BC47A}" dt="2024-08-17T12:08:44.664" v="1" actId="478"/>
          <ac:inkMkLst>
            <pc:docMk/>
            <pc:sldMk cId="0" sldId="256"/>
            <ac:inkMk id="520" creationId="{76FEF191-CE36-3C1D-A5C6-C9FFF39BB736}"/>
          </ac:inkMkLst>
        </pc:inkChg>
        <pc:inkChg chg="del">
          <ac:chgData name="Mahima Weerasinghe" userId="e11e3f55-42da-4e07-8ead-4d7a1d7ea1c6" providerId="ADAL" clId="{A71A91A0-537E-435E-A57A-6A59184BC47A}" dt="2024-08-17T12:08:44.664" v="1" actId="478"/>
          <ac:inkMkLst>
            <pc:docMk/>
            <pc:sldMk cId="0" sldId="256"/>
            <ac:inkMk id="522" creationId="{19A4F89E-00CC-B4B3-BED2-0677ABCFBD3B}"/>
          </ac:inkMkLst>
        </pc:inkChg>
        <pc:inkChg chg="del">
          <ac:chgData name="Mahima Weerasinghe" userId="e11e3f55-42da-4e07-8ead-4d7a1d7ea1c6" providerId="ADAL" clId="{A71A91A0-537E-435E-A57A-6A59184BC47A}" dt="2024-08-17T12:08:44.664" v="1" actId="478"/>
          <ac:inkMkLst>
            <pc:docMk/>
            <pc:sldMk cId="0" sldId="256"/>
            <ac:inkMk id="523" creationId="{C9B4B286-AA0A-89AD-B0D1-971258AD238F}"/>
          </ac:inkMkLst>
        </pc:inkChg>
        <pc:inkChg chg="del">
          <ac:chgData name="Mahima Weerasinghe" userId="e11e3f55-42da-4e07-8ead-4d7a1d7ea1c6" providerId="ADAL" clId="{A71A91A0-537E-435E-A57A-6A59184BC47A}" dt="2024-08-17T12:08:44.664" v="1" actId="478"/>
          <ac:inkMkLst>
            <pc:docMk/>
            <pc:sldMk cId="0" sldId="256"/>
            <ac:inkMk id="525" creationId="{D064C863-D029-7F80-B0F2-71AF028D28BE}"/>
          </ac:inkMkLst>
        </pc:inkChg>
        <pc:inkChg chg="del">
          <ac:chgData name="Mahima Weerasinghe" userId="e11e3f55-42da-4e07-8ead-4d7a1d7ea1c6" providerId="ADAL" clId="{A71A91A0-537E-435E-A57A-6A59184BC47A}" dt="2024-08-17T12:08:44.664" v="1" actId="478"/>
          <ac:inkMkLst>
            <pc:docMk/>
            <pc:sldMk cId="0" sldId="256"/>
            <ac:inkMk id="526" creationId="{3BB35B89-9564-79F7-DD31-332DB67D04FB}"/>
          </ac:inkMkLst>
        </pc:inkChg>
        <pc:inkChg chg="del">
          <ac:chgData name="Mahima Weerasinghe" userId="e11e3f55-42da-4e07-8ead-4d7a1d7ea1c6" providerId="ADAL" clId="{A71A91A0-537E-435E-A57A-6A59184BC47A}" dt="2024-08-17T12:08:49.927" v="2" actId="478"/>
          <ac:inkMkLst>
            <pc:docMk/>
            <pc:sldMk cId="0" sldId="256"/>
            <ac:inkMk id="528" creationId="{922A25C2-A3CC-225A-F9C8-09702313830E}"/>
          </ac:inkMkLst>
        </pc:inkChg>
        <pc:inkChg chg="del">
          <ac:chgData name="Mahima Weerasinghe" userId="e11e3f55-42da-4e07-8ead-4d7a1d7ea1c6" providerId="ADAL" clId="{A71A91A0-537E-435E-A57A-6A59184BC47A}" dt="2024-08-17T12:08:49.927" v="2" actId="478"/>
          <ac:inkMkLst>
            <pc:docMk/>
            <pc:sldMk cId="0" sldId="256"/>
            <ac:inkMk id="529" creationId="{138047DA-55A9-0D4E-D0D2-E049EF803C2D}"/>
          </ac:inkMkLst>
        </pc:inkChg>
        <pc:inkChg chg="del">
          <ac:chgData name="Mahima Weerasinghe" userId="e11e3f55-42da-4e07-8ead-4d7a1d7ea1c6" providerId="ADAL" clId="{A71A91A0-537E-435E-A57A-6A59184BC47A}" dt="2024-08-17T12:08:49.927" v="2" actId="478"/>
          <ac:inkMkLst>
            <pc:docMk/>
            <pc:sldMk cId="0" sldId="256"/>
            <ac:inkMk id="530" creationId="{59FDC2EB-B0BC-DABB-1F37-F628366D6E49}"/>
          </ac:inkMkLst>
        </pc:inkChg>
        <pc:inkChg chg="del">
          <ac:chgData name="Mahima Weerasinghe" userId="e11e3f55-42da-4e07-8ead-4d7a1d7ea1c6" providerId="ADAL" clId="{A71A91A0-537E-435E-A57A-6A59184BC47A}" dt="2024-08-17T12:08:49.927" v="2" actId="478"/>
          <ac:inkMkLst>
            <pc:docMk/>
            <pc:sldMk cId="0" sldId="256"/>
            <ac:inkMk id="531" creationId="{1FF9C9CF-E5F0-C065-3502-9D1BBD69FB0E}"/>
          </ac:inkMkLst>
        </pc:inkChg>
        <pc:inkChg chg="del">
          <ac:chgData name="Mahima Weerasinghe" userId="e11e3f55-42da-4e07-8ead-4d7a1d7ea1c6" providerId="ADAL" clId="{A71A91A0-537E-435E-A57A-6A59184BC47A}" dt="2024-08-17T12:08:49.927" v="2" actId="478"/>
          <ac:inkMkLst>
            <pc:docMk/>
            <pc:sldMk cId="0" sldId="256"/>
            <ac:inkMk id="533" creationId="{2189B559-248C-6192-AB6F-EA7F6EACDD62}"/>
          </ac:inkMkLst>
        </pc:inkChg>
        <pc:inkChg chg="del">
          <ac:chgData name="Mahima Weerasinghe" userId="e11e3f55-42da-4e07-8ead-4d7a1d7ea1c6" providerId="ADAL" clId="{A71A91A0-537E-435E-A57A-6A59184BC47A}" dt="2024-08-17T12:08:49.927" v="2" actId="478"/>
          <ac:inkMkLst>
            <pc:docMk/>
            <pc:sldMk cId="0" sldId="256"/>
            <ac:inkMk id="534" creationId="{15C9B32C-CA36-24E0-E4B4-2C551AA1CC04}"/>
          </ac:inkMkLst>
        </pc:inkChg>
        <pc:inkChg chg="del">
          <ac:chgData name="Mahima Weerasinghe" userId="e11e3f55-42da-4e07-8ead-4d7a1d7ea1c6" providerId="ADAL" clId="{A71A91A0-537E-435E-A57A-6A59184BC47A}" dt="2024-08-17T12:08:49.927" v="2" actId="478"/>
          <ac:inkMkLst>
            <pc:docMk/>
            <pc:sldMk cId="0" sldId="256"/>
            <ac:inkMk id="535" creationId="{B77C0D98-2270-C66C-C7D6-D179E5FF5FF6}"/>
          </ac:inkMkLst>
        </pc:inkChg>
        <pc:inkChg chg="del">
          <ac:chgData name="Mahima Weerasinghe" userId="e11e3f55-42da-4e07-8ead-4d7a1d7ea1c6" providerId="ADAL" clId="{A71A91A0-537E-435E-A57A-6A59184BC47A}" dt="2024-08-17T12:08:44.664" v="1" actId="478"/>
          <ac:inkMkLst>
            <pc:docMk/>
            <pc:sldMk cId="0" sldId="256"/>
            <ac:inkMk id="537" creationId="{7711EEC9-C5AC-330B-668D-FECB38791C58}"/>
          </ac:inkMkLst>
        </pc:inkChg>
        <pc:inkChg chg="del">
          <ac:chgData name="Mahima Weerasinghe" userId="e11e3f55-42da-4e07-8ead-4d7a1d7ea1c6" providerId="ADAL" clId="{A71A91A0-537E-435E-A57A-6A59184BC47A}" dt="2024-08-17T12:08:44.664" v="1" actId="478"/>
          <ac:inkMkLst>
            <pc:docMk/>
            <pc:sldMk cId="0" sldId="256"/>
            <ac:inkMk id="538" creationId="{78B5D4D0-9C03-854D-789C-0E1E677BA060}"/>
          </ac:inkMkLst>
        </pc:inkChg>
        <pc:inkChg chg="del">
          <ac:chgData name="Mahima Weerasinghe" userId="e11e3f55-42da-4e07-8ead-4d7a1d7ea1c6" providerId="ADAL" clId="{A71A91A0-537E-435E-A57A-6A59184BC47A}" dt="2024-08-17T12:09:19.092" v="10" actId="478"/>
          <ac:inkMkLst>
            <pc:docMk/>
            <pc:sldMk cId="0" sldId="256"/>
            <ac:inkMk id="540" creationId="{981C2A7C-51ED-9157-7710-D249471D5BFF}"/>
          </ac:inkMkLst>
        </pc:inkChg>
        <pc:inkChg chg="del">
          <ac:chgData name="Mahima Weerasinghe" userId="e11e3f55-42da-4e07-8ead-4d7a1d7ea1c6" providerId="ADAL" clId="{A71A91A0-537E-435E-A57A-6A59184BC47A}" dt="2024-08-17T12:08:44.664" v="1" actId="478"/>
          <ac:inkMkLst>
            <pc:docMk/>
            <pc:sldMk cId="0" sldId="256"/>
            <ac:inkMk id="541" creationId="{C9B19DCF-82E1-A973-E33D-DE9607F9B7B1}"/>
          </ac:inkMkLst>
        </pc:inkChg>
        <pc:inkChg chg="del">
          <ac:chgData name="Mahima Weerasinghe" userId="e11e3f55-42da-4e07-8ead-4d7a1d7ea1c6" providerId="ADAL" clId="{A71A91A0-537E-435E-A57A-6A59184BC47A}" dt="2024-08-17T12:08:44.664" v="1" actId="478"/>
          <ac:inkMkLst>
            <pc:docMk/>
            <pc:sldMk cId="0" sldId="256"/>
            <ac:inkMk id="543" creationId="{0874D111-94D9-66F3-32DC-6E278EB6EF31}"/>
          </ac:inkMkLst>
        </pc:inkChg>
        <pc:inkChg chg="del">
          <ac:chgData name="Mahima Weerasinghe" userId="e11e3f55-42da-4e07-8ead-4d7a1d7ea1c6" providerId="ADAL" clId="{A71A91A0-537E-435E-A57A-6A59184BC47A}" dt="2024-08-17T12:08:44.664" v="1" actId="478"/>
          <ac:inkMkLst>
            <pc:docMk/>
            <pc:sldMk cId="0" sldId="256"/>
            <ac:inkMk id="545" creationId="{6125A323-CD6C-2B7F-1CE6-A49B804FA42E}"/>
          </ac:inkMkLst>
        </pc:inkChg>
        <pc:inkChg chg="del">
          <ac:chgData name="Mahima Weerasinghe" userId="e11e3f55-42da-4e07-8ead-4d7a1d7ea1c6" providerId="ADAL" clId="{A71A91A0-537E-435E-A57A-6A59184BC47A}" dt="2024-08-17T12:08:44.664" v="1" actId="478"/>
          <ac:inkMkLst>
            <pc:docMk/>
            <pc:sldMk cId="0" sldId="256"/>
            <ac:inkMk id="546" creationId="{B1DFC7CA-4F53-D41D-CCA0-B611918770B6}"/>
          </ac:inkMkLst>
        </pc:inkChg>
        <pc:inkChg chg="del">
          <ac:chgData name="Mahima Weerasinghe" userId="e11e3f55-42da-4e07-8ead-4d7a1d7ea1c6" providerId="ADAL" clId="{A71A91A0-537E-435E-A57A-6A59184BC47A}" dt="2024-08-17T12:08:44.664" v="1" actId="478"/>
          <ac:inkMkLst>
            <pc:docMk/>
            <pc:sldMk cId="0" sldId="256"/>
            <ac:inkMk id="547" creationId="{38876945-5C23-AE5C-CCEC-7E90D6E44FC3}"/>
          </ac:inkMkLst>
        </pc:inkChg>
        <pc:inkChg chg="del">
          <ac:chgData name="Mahima Weerasinghe" userId="e11e3f55-42da-4e07-8ead-4d7a1d7ea1c6" providerId="ADAL" clId="{A71A91A0-537E-435E-A57A-6A59184BC47A}" dt="2024-08-17T12:08:44.664" v="1" actId="478"/>
          <ac:inkMkLst>
            <pc:docMk/>
            <pc:sldMk cId="0" sldId="256"/>
            <ac:inkMk id="548" creationId="{6F429DB3-633B-5E21-8348-4A019534AD0F}"/>
          </ac:inkMkLst>
        </pc:inkChg>
        <pc:inkChg chg="del">
          <ac:chgData name="Mahima Weerasinghe" userId="e11e3f55-42da-4e07-8ead-4d7a1d7ea1c6" providerId="ADAL" clId="{A71A91A0-537E-435E-A57A-6A59184BC47A}" dt="2024-08-17T12:08:44.664" v="1" actId="478"/>
          <ac:inkMkLst>
            <pc:docMk/>
            <pc:sldMk cId="0" sldId="256"/>
            <ac:inkMk id="550" creationId="{DDE586AA-2580-4FA9-21FA-D6027063C89B}"/>
          </ac:inkMkLst>
        </pc:inkChg>
        <pc:inkChg chg="del">
          <ac:chgData name="Mahima Weerasinghe" userId="e11e3f55-42da-4e07-8ead-4d7a1d7ea1c6" providerId="ADAL" clId="{A71A91A0-537E-435E-A57A-6A59184BC47A}" dt="2024-08-17T12:08:44.664" v="1" actId="478"/>
          <ac:inkMkLst>
            <pc:docMk/>
            <pc:sldMk cId="0" sldId="256"/>
            <ac:inkMk id="551" creationId="{45A73FC2-00FC-2E20-29E4-382F8CE6E3B3}"/>
          </ac:inkMkLst>
        </pc:inkChg>
      </pc:sldChg>
      <pc:sldChg chg="delSp modSp mod">
        <pc:chgData name="Mahima Weerasinghe" userId="e11e3f55-42da-4e07-8ead-4d7a1d7ea1c6" providerId="ADAL" clId="{A71A91A0-537E-435E-A57A-6A59184BC47A}" dt="2024-08-18T06:30:29.974" v="2104" actId="20577"/>
        <pc:sldMkLst>
          <pc:docMk/>
          <pc:sldMk cId="0" sldId="326"/>
        </pc:sldMkLst>
        <pc:spChg chg="mod">
          <ac:chgData name="Mahima Weerasinghe" userId="e11e3f55-42da-4e07-8ead-4d7a1d7ea1c6" providerId="ADAL" clId="{A71A91A0-537E-435E-A57A-6A59184BC47A}" dt="2024-08-18T06:30:29.974" v="2104" actId="20577"/>
          <ac:spMkLst>
            <pc:docMk/>
            <pc:sldMk cId="0" sldId="326"/>
            <ac:spMk id="6" creationId="{8B6BF63A-7D3E-C8D4-8779-20534B236D9E}"/>
          </ac:spMkLst>
        </pc:spChg>
        <pc:grpChg chg="del">
          <ac:chgData name="Mahima Weerasinghe" userId="e11e3f55-42da-4e07-8ead-4d7a1d7ea1c6" providerId="ADAL" clId="{A71A91A0-537E-435E-A57A-6A59184BC47A}" dt="2024-08-17T12:07:59.827" v="0" actId="478"/>
          <ac:grpSpMkLst>
            <pc:docMk/>
            <pc:sldMk cId="0" sldId="326"/>
            <ac:grpSpMk id="99" creationId="{CFDFA4E8-D6D2-97ED-4489-3AA48B0166DF}"/>
          </ac:grpSpMkLst>
        </pc:grpChg>
      </pc:sldChg>
      <pc:sldChg chg="addSp delSp modSp mod">
        <pc:chgData name="Mahima Weerasinghe" userId="e11e3f55-42da-4e07-8ead-4d7a1d7ea1c6" providerId="ADAL" clId="{A71A91A0-537E-435E-A57A-6A59184BC47A}" dt="2024-08-18T11:46:01.517" v="2116"/>
        <pc:sldMkLst>
          <pc:docMk/>
          <pc:sldMk cId="1930261782" sldId="327"/>
        </pc:sldMkLst>
        <pc:spChg chg="mod">
          <ac:chgData name="Mahima Weerasinghe" userId="e11e3f55-42da-4e07-8ead-4d7a1d7ea1c6" providerId="ADAL" clId="{A71A91A0-537E-435E-A57A-6A59184BC47A}" dt="2024-08-18T02:43:14.430" v="953" actId="404"/>
          <ac:spMkLst>
            <pc:docMk/>
            <pc:sldMk cId="1930261782" sldId="327"/>
            <ac:spMk id="4" creationId="{B5C5F008-35EF-390B-DC0A-010B2A161C25}"/>
          </ac:spMkLst>
        </pc:spChg>
        <pc:grpChg chg="del mod">
          <ac:chgData name="Mahima Weerasinghe" userId="e11e3f55-42da-4e07-8ead-4d7a1d7ea1c6" providerId="ADAL" clId="{A71A91A0-537E-435E-A57A-6A59184BC47A}" dt="2024-08-18T11:45:53.173" v="2109"/>
          <ac:grpSpMkLst>
            <pc:docMk/>
            <pc:sldMk cId="1930261782" sldId="327"/>
            <ac:grpSpMk id="6" creationId="{D892110C-5F08-A58F-7F81-6C91898906E6}"/>
          </ac:grpSpMkLst>
        </pc:grpChg>
        <pc:grpChg chg="mod">
          <ac:chgData name="Mahima Weerasinghe" userId="e11e3f55-42da-4e07-8ead-4d7a1d7ea1c6" providerId="ADAL" clId="{A71A91A0-537E-435E-A57A-6A59184BC47A}" dt="2024-08-18T11:45:53.173" v="2109"/>
          <ac:grpSpMkLst>
            <pc:docMk/>
            <pc:sldMk cId="1930261782" sldId="327"/>
            <ac:grpSpMk id="8" creationId="{B5680D11-5134-BD0A-0BFE-C84ABBF85005}"/>
          </ac:grpSpMkLst>
        </pc:grpChg>
        <pc:grpChg chg="mod">
          <ac:chgData name="Mahima Weerasinghe" userId="e11e3f55-42da-4e07-8ead-4d7a1d7ea1c6" providerId="ADAL" clId="{A71A91A0-537E-435E-A57A-6A59184BC47A}" dt="2024-08-18T11:46:01.517" v="2116"/>
          <ac:grpSpMkLst>
            <pc:docMk/>
            <pc:sldMk cId="1930261782" sldId="327"/>
            <ac:grpSpMk id="15" creationId="{8A31269D-DB3E-DECC-9DD1-28D59A3B354C}"/>
          </ac:grpSpMkLst>
        </pc:grpChg>
        <pc:grpChg chg="mod">
          <ac:chgData name="Mahima Weerasinghe" userId="e11e3f55-42da-4e07-8ead-4d7a1d7ea1c6" providerId="ADAL" clId="{A71A91A0-537E-435E-A57A-6A59184BC47A}" dt="2024-08-18T11:46:01.517" v="2116"/>
          <ac:grpSpMkLst>
            <pc:docMk/>
            <pc:sldMk cId="1930261782" sldId="327"/>
            <ac:grpSpMk id="16" creationId="{5ADF8E4A-D7F9-F288-9A1D-6E16DC18B209}"/>
          </ac:grpSpMkLst>
        </pc:grpChg>
        <pc:grpChg chg="del">
          <ac:chgData name="Mahima Weerasinghe" userId="e11e3f55-42da-4e07-8ead-4d7a1d7ea1c6" providerId="ADAL" clId="{A71A91A0-537E-435E-A57A-6A59184BC47A}" dt="2024-08-17T12:09:54.920" v="27" actId="478"/>
          <ac:grpSpMkLst>
            <pc:docMk/>
            <pc:sldMk cId="1930261782" sldId="327"/>
            <ac:grpSpMk id="21" creationId="{8B46CE83-D0E8-8070-7C2A-C656DC99CC83}"/>
          </ac:grpSpMkLst>
        </pc:grpChg>
        <pc:grpChg chg="del">
          <ac:chgData name="Mahima Weerasinghe" userId="e11e3f55-42da-4e07-8ead-4d7a1d7ea1c6" providerId="ADAL" clId="{A71A91A0-537E-435E-A57A-6A59184BC47A}" dt="2024-08-17T12:09:39.185" v="23" actId="478"/>
          <ac:grpSpMkLst>
            <pc:docMk/>
            <pc:sldMk cId="1930261782" sldId="327"/>
            <ac:grpSpMk id="22" creationId="{B7CEA111-BB70-C541-38C3-EB32E3C33B89}"/>
          </ac:grpSpMkLst>
        </pc:grpChg>
        <pc:grpChg chg="del">
          <ac:chgData name="Mahima Weerasinghe" userId="e11e3f55-42da-4e07-8ead-4d7a1d7ea1c6" providerId="ADAL" clId="{A71A91A0-537E-435E-A57A-6A59184BC47A}" dt="2024-08-17T12:09:56.392" v="28" actId="478"/>
          <ac:grpSpMkLst>
            <pc:docMk/>
            <pc:sldMk cId="1930261782" sldId="327"/>
            <ac:grpSpMk id="90" creationId="{A1514648-E319-B921-7193-2A325DC3DEC5}"/>
          </ac:grpSpMkLst>
        </pc:grpChg>
        <pc:grpChg chg="del">
          <ac:chgData name="Mahima Weerasinghe" userId="e11e3f55-42da-4e07-8ead-4d7a1d7ea1c6" providerId="ADAL" clId="{A71A91A0-537E-435E-A57A-6A59184BC47A}" dt="2024-08-17T12:09:57.914" v="29" actId="478"/>
          <ac:grpSpMkLst>
            <pc:docMk/>
            <pc:sldMk cId="1930261782" sldId="327"/>
            <ac:grpSpMk id="94" creationId="{5E4F13D6-E7BE-F855-E670-3110531BC4DA}"/>
          </ac:grpSpMkLst>
        </pc:grpChg>
        <pc:grpChg chg="del">
          <ac:chgData name="Mahima Weerasinghe" userId="e11e3f55-42da-4e07-8ead-4d7a1d7ea1c6" providerId="ADAL" clId="{A71A91A0-537E-435E-A57A-6A59184BC47A}" dt="2024-08-17T12:09:39.185" v="23" actId="478"/>
          <ac:grpSpMkLst>
            <pc:docMk/>
            <pc:sldMk cId="1930261782" sldId="327"/>
            <ac:grpSpMk id="132" creationId="{2D42FA10-DAE1-C6A0-386B-A6A55FB0AB42}"/>
          </ac:grpSpMkLst>
        </pc:grpChg>
        <pc:grpChg chg="del">
          <ac:chgData name="Mahima Weerasinghe" userId="e11e3f55-42da-4e07-8ead-4d7a1d7ea1c6" providerId="ADAL" clId="{A71A91A0-537E-435E-A57A-6A59184BC47A}" dt="2024-08-17T12:09:50.797" v="26" actId="478"/>
          <ac:grpSpMkLst>
            <pc:docMk/>
            <pc:sldMk cId="1930261782" sldId="327"/>
            <ac:grpSpMk id="152" creationId="{684215FA-4190-94BE-ED08-35C266A50F13}"/>
          </ac:grpSpMkLst>
        </pc:grpChg>
        <pc:grpChg chg="del">
          <ac:chgData name="Mahima Weerasinghe" userId="e11e3f55-42da-4e07-8ead-4d7a1d7ea1c6" providerId="ADAL" clId="{A71A91A0-537E-435E-A57A-6A59184BC47A}" dt="2024-08-17T12:09:59.952" v="30" actId="478"/>
          <ac:grpSpMkLst>
            <pc:docMk/>
            <pc:sldMk cId="1930261782" sldId="327"/>
            <ac:grpSpMk id="160" creationId="{31AEB79C-6336-459F-54A2-8953B974FE8F}"/>
          </ac:grpSpMkLst>
        </pc:grpChg>
        <pc:grpChg chg="del">
          <ac:chgData name="Mahima Weerasinghe" userId="e11e3f55-42da-4e07-8ead-4d7a1d7ea1c6" providerId="ADAL" clId="{A71A91A0-537E-435E-A57A-6A59184BC47A}" dt="2024-08-17T12:09:45.365" v="24" actId="478"/>
          <ac:grpSpMkLst>
            <pc:docMk/>
            <pc:sldMk cId="1930261782" sldId="327"/>
            <ac:grpSpMk id="241" creationId="{3CB47798-FE31-BF20-E391-79C6AE7E1A0D}"/>
          </ac:grpSpMkLst>
        </pc:grpChg>
        <pc:grpChg chg="del">
          <ac:chgData name="Mahima Weerasinghe" userId="e11e3f55-42da-4e07-8ead-4d7a1d7ea1c6" providerId="ADAL" clId="{A71A91A0-537E-435E-A57A-6A59184BC47A}" dt="2024-08-17T12:09:48.995" v="25" actId="478"/>
          <ac:grpSpMkLst>
            <pc:docMk/>
            <pc:sldMk cId="1930261782" sldId="327"/>
            <ac:grpSpMk id="254" creationId="{86CF3DA5-FE8D-FF6E-240B-688D5DC83BE9}"/>
          </ac:grpSpMkLst>
        </pc:grpChg>
        <pc:grpChg chg="del">
          <ac:chgData name="Mahima Weerasinghe" userId="e11e3f55-42da-4e07-8ead-4d7a1d7ea1c6" providerId="ADAL" clId="{A71A91A0-537E-435E-A57A-6A59184BC47A}" dt="2024-08-17T12:09:45.365" v="24" actId="478"/>
          <ac:grpSpMkLst>
            <pc:docMk/>
            <pc:sldMk cId="1930261782" sldId="327"/>
            <ac:grpSpMk id="267" creationId="{2F175465-1C01-B9C2-0176-BC71BB008040}"/>
          </ac:grpSpMkLst>
        </pc:grpChg>
        <pc:grpChg chg="del">
          <ac:chgData name="Mahima Weerasinghe" userId="e11e3f55-42da-4e07-8ead-4d7a1d7ea1c6" providerId="ADAL" clId="{A71A91A0-537E-435E-A57A-6A59184BC47A}" dt="2024-08-17T12:09:45.365" v="24" actId="478"/>
          <ac:grpSpMkLst>
            <pc:docMk/>
            <pc:sldMk cId="1930261782" sldId="327"/>
            <ac:grpSpMk id="268" creationId="{182622B3-C738-A44E-C621-4D871E43EBB2}"/>
          </ac:grpSpMkLst>
        </pc:grpChg>
        <pc:grpChg chg="del">
          <ac:chgData name="Mahima Weerasinghe" userId="e11e3f55-42da-4e07-8ead-4d7a1d7ea1c6" providerId="ADAL" clId="{A71A91A0-537E-435E-A57A-6A59184BC47A}" dt="2024-08-17T12:09:45.365" v="24" actId="478"/>
          <ac:grpSpMkLst>
            <pc:docMk/>
            <pc:sldMk cId="1930261782" sldId="327"/>
            <ac:grpSpMk id="277" creationId="{4740C3CC-FA1B-541B-E7A7-78AFE0C3016F}"/>
          </ac:grpSpMkLst>
        </pc:grpChg>
        <pc:grpChg chg="del">
          <ac:chgData name="Mahima Weerasinghe" userId="e11e3f55-42da-4e07-8ead-4d7a1d7ea1c6" providerId="ADAL" clId="{A71A91A0-537E-435E-A57A-6A59184BC47A}" dt="2024-08-17T12:09:39.185" v="23" actId="478"/>
          <ac:grpSpMkLst>
            <pc:docMk/>
            <pc:sldMk cId="1930261782" sldId="327"/>
            <ac:grpSpMk id="284" creationId="{E3484A38-FF24-7DAD-2BCF-18FE631C40C4}"/>
          </ac:grpSpMkLst>
        </pc:grpChg>
        <pc:grpChg chg="del">
          <ac:chgData name="Mahima Weerasinghe" userId="e11e3f55-42da-4e07-8ead-4d7a1d7ea1c6" providerId="ADAL" clId="{A71A91A0-537E-435E-A57A-6A59184BC47A}" dt="2024-08-17T12:09:39.185" v="23" actId="478"/>
          <ac:grpSpMkLst>
            <pc:docMk/>
            <pc:sldMk cId="1930261782" sldId="327"/>
            <ac:grpSpMk id="290" creationId="{8B56B62E-001B-CCF9-79A8-5A299ECDEFB2}"/>
          </ac:grpSpMkLst>
        </pc:grpChg>
        <pc:inkChg chg="add mod">
          <ac:chgData name="Mahima Weerasinghe" userId="e11e3f55-42da-4e07-8ead-4d7a1d7ea1c6" providerId="ADAL" clId="{A71A91A0-537E-435E-A57A-6A59184BC47A}" dt="2024-08-18T11:45:53.173" v="2109"/>
          <ac:inkMkLst>
            <pc:docMk/>
            <pc:sldMk cId="1930261782" sldId="327"/>
            <ac:inkMk id="3" creationId="{9AF8E20F-F92A-63E7-E643-5671E987F591}"/>
          </ac:inkMkLst>
        </pc:inkChg>
        <pc:inkChg chg="add mod">
          <ac:chgData name="Mahima Weerasinghe" userId="e11e3f55-42da-4e07-8ead-4d7a1d7ea1c6" providerId="ADAL" clId="{A71A91A0-537E-435E-A57A-6A59184BC47A}" dt="2024-08-18T11:45:53.173" v="2109"/>
          <ac:inkMkLst>
            <pc:docMk/>
            <pc:sldMk cId="1930261782" sldId="327"/>
            <ac:inkMk id="5" creationId="{54AF5EC6-702D-77DD-BC49-2FFB07522371}"/>
          </ac:inkMkLst>
        </pc:inkChg>
        <pc:inkChg chg="add mod">
          <ac:chgData name="Mahima Weerasinghe" userId="e11e3f55-42da-4e07-8ead-4d7a1d7ea1c6" providerId="ADAL" clId="{A71A91A0-537E-435E-A57A-6A59184BC47A}" dt="2024-08-18T11:45:53.173" v="2109"/>
          <ac:inkMkLst>
            <pc:docMk/>
            <pc:sldMk cId="1930261782" sldId="327"/>
            <ac:inkMk id="7" creationId="{9CBFF63F-62EB-707A-9156-602A5D510F75}"/>
          </ac:inkMkLst>
        </pc:inkChg>
        <pc:inkChg chg="add mod">
          <ac:chgData name="Mahima Weerasinghe" userId="e11e3f55-42da-4e07-8ead-4d7a1d7ea1c6" providerId="ADAL" clId="{A71A91A0-537E-435E-A57A-6A59184BC47A}" dt="2024-08-18T11:46:01.517" v="2116"/>
          <ac:inkMkLst>
            <pc:docMk/>
            <pc:sldMk cId="1930261782" sldId="327"/>
            <ac:inkMk id="9" creationId="{CE86D4CF-49CD-B555-F1E5-734E596CA9F6}"/>
          </ac:inkMkLst>
        </pc:inkChg>
        <pc:inkChg chg="add mod">
          <ac:chgData name="Mahima Weerasinghe" userId="e11e3f55-42da-4e07-8ead-4d7a1d7ea1c6" providerId="ADAL" clId="{A71A91A0-537E-435E-A57A-6A59184BC47A}" dt="2024-08-18T11:46:01.517" v="2116"/>
          <ac:inkMkLst>
            <pc:docMk/>
            <pc:sldMk cId="1930261782" sldId="327"/>
            <ac:inkMk id="10" creationId="{D26165F6-D962-1EF0-9C0C-9E1EF35B67C3}"/>
          </ac:inkMkLst>
        </pc:inkChg>
        <pc:inkChg chg="add mod">
          <ac:chgData name="Mahima Weerasinghe" userId="e11e3f55-42da-4e07-8ead-4d7a1d7ea1c6" providerId="ADAL" clId="{A71A91A0-537E-435E-A57A-6A59184BC47A}" dt="2024-08-18T11:46:01.517" v="2116"/>
          <ac:inkMkLst>
            <pc:docMk/>
            <pc:sldMk cId="1930261782" sldId="327"/>
            <ac:inkMk id="11" creationId="{11439FC1-B1C6-E725-7C3D-4711AF51BFA3}"/>
          </ac:inkMkLst>
        </pc:inkChg>
        <pc:inkChg chg="add mod">
          <ac:chgData name="Mahima Weerasinghe" userId="e11e3f55-42da-4e07-8ead-4d7a1d7ea1c6" providerId="ADAL" clId="{A71A91A0-537E-435E-A57A-6A59184BC47A}" dt="2024-08-18T11:46:01.517" v="2116"/>
          <ac:inkMkLst>
            <pc:docMk/>
            <pc:sldMk cId="1930261782" sldId="327"/>
            <ac:inkMk id="12" creationId="{2BD8A502-1F90-2C34-268E-AE59938C6F24}"/>
          </ac:inkMkLst>
        </pc:inkChg>
        <pc:inkChg chg="add mod">
          <ac:chgData name="Mahima Weerasinghe" userId="e11e3f55-42da-4e07-8ead-4d7a1d7ea1c6" providerId="ADAL" clId="{A71A91A0-537E-435E-A57A-6A59184BC47A}" dt="2024-08-18T11:46:01.517" v="2116"/>
          <ac:inkMkLst>
            <pc:docMk/>
            <pc:sldMk cId="1930261782" sldId="327"/>
            <ac:inkMk id="13" creationId="{C32D9E02-992D-BE9F-9339-F0E1252BBB6A}"/>
          </ac:inkMkLst>
        </pc:inkChg>
        <pc:inkChg chg="add mod">
          <ac:chgData name="Mahima Weerasinghe" userId="e11e3f55-42da-4e07-8ead-4d7a1d7ea1c6" providerId="ADAL" clId="{A71A91A0-537E-435E-A57A-6A59184BC47A}" dt="2024-08-18T11:46:01.517" v="2116"/>
          <ac:inkMkLst>
            <pc:docMk/>
            <pc:sldMk cId="1930261782" sldId="327"/>
            <ac:inkMk id="14" creationId="{0016BC70-ABCB-2695-153D-6134BE8139A4}"/>
          </ac:inkMkLst>
        </pc:inkChg>
        <pc:inkChg chg="del">
          <ac:chgData name="Mahima Weerasinghe" userId="e11e3f55-42da-4e07-8ead-4d7a1d7ea1c6" providerId="ADAL" clId="{A71A91A0-537E-435E-A57A-6A59184BC47A}" dt="2024-08-17T12:09:39.185" v="23" actId="478"/>
          <ac:inkMkLst>
            <pc:docMk/>
            <pc:sldMk cId="1930261782" sldId="327"/>
            <ac:inkMk id="23" creationId="{F46C31ED-40DB-621D-FDCE-4E2DD002E430}"/>
          </ac:inkMkLst>
        </pc:inkChg>
        <pc:inkChg chg="del">
          <ac:chgData name="Mahima Weerasinghe" userId="e11e3f55-42da-4e07-8ead-4d7a1d7ea1c6" providerId="ADAL" clId="{A71A91A0-537E-435E-A57A-6A59184BC47A}" dt="2024-08-17T12:09:39.185" v="23" actId="478"/>
          <ac:inkMkLst>
            <pc:docMk/>
            <pc:sldMk cId="1930261782" sldId="327"/>
            <ac:inkMk id="25" creationId="{1587705F-70B9-7A80-70C5-FA8F1D08FB96}"/>
          </ac:inkMkLst>
        </pc:inkChg>
        <pc:inkChg chg="del">
          <ac:chgData name="Mahima Weerasinghe" userId="e11e3f55-42da-4e07-8ead-4d7a1d7ea1c6" providerId="ADAL" clId="{A71A91A0-537E-435E-A57A-6A59184BC47A}" dt="2024-08-17T12:10:00.982" v="31" actId="478"/>
          <ac:inkMkLst>
            <pc:docMk/>
            <pc:sldMk cId="1930261782" sldId="327"/>
            <ac:inkMk id="95" creationId="{86E15B39-432F-462C-396B-882EFBDC9024}"/>
          </ac:inkMkLst>
        </pc:inkChg>
        <pc:inkChg chg="del">
          <ac:chgData name="Mahima Weerasinghe" userId="e11e3f55-42da-4e07-8ead-4d7a1d7ea1c6" providerId="ADAL" clId="{A71A91A0-537E-435E-A57A-6A59184BC47A}" dt="2024-08-17T12:09:39.185" v="23" actId="478"/>
          <ac:inkMkLst>
            <pc:docMk/>
            <pc:sldMk cId="1930261782" sldId="327"/>
            <ac:inkMk id="128" creationId="{360CE3C3-920E-5E12-F644-621A1CC78E90}"/>
          </ac:inkMkLst>
        </pc:inkChg>
        <pc:inkChg chg="del">
          <ac:chgData name="Mahima Weerasinghe" userId="e11e3f55-42da-4e07-8ead-4d7a1d7ea1c6" providerId="ADAL" clId="{A71A91A0-537E-435E-A57A-6A59184BC47A}" dt="2024-08-17T12:09:54.920" v="27" actId="478"/>
          <ac:inkMkLst>
            <pc:docMk/>
            <pc:sldMk cId="1930261782" sldId="327"/>
            <ac:inkMk id="133" creationId="{96344FDE-600E-3F17-2D7D-893960A87142}"/>
          </ac:inkMkLst>
        </pc:inkChg>
        <pc:inkChg chg="del">
          <ac:chgData name="Mahima Weerasinghe" userId="e11e3f55-42da-4e07-8ead-4d7a1d7ea1c6" providerId="ADAL" clId="{A71A91A0-537E-435E-A57A-6A59184BC47A}" dt="2024-08-17T12:09:45.365" v="24" actId="478"/>
          <ac:inkMkLst>
            <pc:docMk/>
            <pc:sldMk cId="1930261782" sldId="327"/>
            <ac:inkMk id="135" creationId="{98E71F14-7802-D4DB-74F2-05B399EB7F3F}"/>
          </ac:inkMkLst>
        </pc:inkChg>
        <pc:inkChg chg="del">
          <ac:chgData name="Mahima Weerasinghe" userId="e11e3f55-42da-4e07-8ead-4d7a1d7ea1c6" providerId="ADAL" clId="{A71A91A0-537E-435E-A57A-6A59184BC47A}" dt="2024-08-17T12:09:45.365" v="24" actId="478"/>
          <ac:inkMkLst>
            <pc:docMk/>
            <pc:sldMk cId="1930261782" sldId="327"/>
            <ac:inkMk id="175" creationId="{96FF93C3-E6DF-A3FB-22B4-21D42BD81B54}"/>
          </ac:inkMkLst>
        </pc:inkChg>
        <pc:inkChg chg="del">
          <ac:chgData name="Mahima Weerasinghe" userId="e11e3f55-42da-4e07-8ead-4d7a1d7ea1c6" providerId="ADAL" clId="{A71A91A0-537E-435E-A57A-6A59184BC47A}" dt="2024-08-17T12:09:45.365" v="24" actId="478"/>
          <ac:inkMkLst>
            <pc:docMk/>
            <pc:sldMk cId="1930261782" sldId="327"/>
            <ac:inkMk id="215" creationId="{16E2F500-A610-D805-2F14-C4A73C104235}"/>
          </ac:inkMkLst>
        </pc:inkChg>
        <pc:inkChg chg="del">
          <ac:chgData name="Mahima Weerasinghe" userId="e11e3f55-42da-4e07-8ead-4d7a1d7ea1c6" providerId="ADAL" clId="{A71A91A0-537E-435E-A57A-6A59184BC47A}" dt="2024-08-17T12:09:39.185" v="23" actId="478"/>
          <ac:inkMkLst>
            <pc:docMk/>
            <pc:sldMk cId="1930261782" sldId="327"/>
            <ac:inkMk id="272" creationId="{6BE4C8D6-A231-286D-A652-FF223823C414}"/>
          </ac:inkMkLst>
        </pc:inkChg>
      </pc:sldChg>
      <pc:sldChg chg="addSp delSp modSp mod setBg">
        <pc:chgData name="Mahima Weerasinghe" userId="e11e3f55-42da-4e07-8ead-4d7a1d7ea1c6" providerId="ADAL" clId="{A71A91A0-537E-435E-A57A-6A59184BC47A}" dt="2024-08-26T05:22:40.864" v="3895"/>
        <pc:sldMkLst>
          <pc:docMk/>
          <pc:sldMk cId="2270794384" sldId="356"/>
        </pc:sldMkLst>
        <pc:spChg chg="mod">
          <ac:chgData name="Mahima Weerasinghe" userId="e11e3f55-42da-4e07-8ead-4d7a1d7ea1c6" providerId="ADAL" clId="{A71A91A0-537E-435E-A57A-6A59184BC47A}" dt="2024-08-17T12:23:57.519" v="105" actId="26606"/>
          <ac:spMkLst>
            <pc:docMk/>
            <pc:sldMk cId="2270794384" sldId="356"/>
            <ac:spMk id="2" creationId="{08FA9FCD-7F08-5A0D-4D88-27DD2A2E5A7E}"/>
          </ac:spMkLst>
        </pc:spChg>
        <pc:spChg chg="add del">
          <ac:chgData name="Mahima Weerasinghe" userId="e11e3f55-42da-4e07-8ead-4d7a1d7ea1c6" providerId="ADAL" clId="{A71A91A0-537E-435E-A57A-6A59184BC47A}" dt="2024-08-17T12:19:03.819" v="87" actId="478"/>
          <ac:spMkLst>
            <pc:docMk/>
            <pc:sldMk cId="2270794384" sldId="356"/>
            <ac:spMk id="9" creationId="{DA420454-6CA8-CC0C-2A0F-A0CA305CF1B4}"/>
          </ac:spMkLst>
        </pc:spChg>
        <pc:spChg chg="add del">
          <ac:chgData name="Mahima Weerasinghe" userId="e11e3f55-42da-4e07-8ead-4d7a1d7ea1c6" providerId="ADAL" clId="{A71A91A0-537E-435E-A57A-6A59184BC47A}" dt="2024-08-17T12:23:57.519" v="105" actId="26606"/>
          <ac:spMkLst>
            <pc:docMk/>
            <pc:sldMk cId="2270794384" sldId="356"/>
            <ac:spMk id="36" creationId="{47942995-B07F-4636-9A06-C6A104B260A8}"/>
          </ac:spMkLst>
        </pc:spChg>
        <pc:spChg chg="add del">
          <ac:chgData name="Mahima Weerasinghe" userId="e11e3f55-42da-4e07-8ead-4d7a1d7ea1c6" providerId="ADAL" clId="{A71A91A0-537E-435E-A57A-6A59184BC47A}" dt="2024-08-17T12:23:57.519" v="105" actId="26606"/>
          <ac:spMkLst>
            <pc:docMk/>
            <pc:sldMk cId="2270794384" sldId="356"/>
            <ac:spMk id="37" creationId="{B81933D1-5615-42C7-9C0B-4EB7105CCE2D}"/>
          </ac:spMkLst>
        </pc:spChg>
        <pc:spChg chg="add mod">
          <ac:chgData name="Mahima Weerasinghe" userId="e11e3f55-42da-4e07-8ead-4d7a1d7ea1c6" providerId="ADAL" clId="{A71A91A0-537E-435E-A57A-6A59184BC47A}" dt="2024-08-17T12:29:09.466" v="120" actId="1076"/>
          <ac:spMkLst>
            <pc:docMk/>
            <pc:sldMk cId="2270794384" sldId="356"/>
            <ac:spMk id="38" creationId="{4146FFB4-9C8E-FD4F-2A1F-34A6F064DD70}"/>
          </ac:spMkLst>
        </pc:spChg>
        <pc:spChg chg="add del">
          <ac:chgData name="Mahima Weerasinghe" userId="e11e3f55-42da-4e07-8ead-4d7a1d7ea1c6" providerId="ADAL" clId="{A71A91A0-537E-435E-A57A-6A59184BC47A}" dt="2024-08-17T12:23:57.519" v="105" actId="26606"/>
          <ac:spMkLst>
            <pc:docMk/>
            <pc:sldMk cId="2270794384" sldId="356"/>
            <ac:spMk id="39" creationId="{19C9EAEA-39D0-4B0E-A0EB-51E7B26740B1}"/>
          </ac:spMkLst>
        </pc:spChg>
        <pc:grpChg chg="del mod">
          <ac:chgData name="Mahima Weerasinghe" userId="e11e3f55-42da-4e07-8ead-4d7a1d7ea1c6" providerId="ADAL" clId="{A71A91A0-537E-435E-A57A-6A59184BC47A}" dt="2024-08-18T11:48:41.867" v="2122"/>
          <ac:grpSpMkLst>
            <pc:docMk/>
            <pc:sldMk cId="2270794384" sldId="356"/>
            <ac:grpSpMk id="6" creationId="{EF7C0DD0-E382-E982-23E2-2137A62CDE6D}"/>
          </ac:grpSpMkLst>
        </pc:grpChg>
        <pc:grpChg chg="del mod">
          <ac:chgData name="Mahima Weerasinghe" userId="e11e3f55-42da-4e07-8ead-4d7a1d7ea1c6" providerId="ADAL" clId="{A71A91A0-537E-435E-A57A-6A59184BC47A}" dt="2024-08-18T11:48:45.919" v="2125"/>
          <ac:grpSpMkLst>
            <pc:docMk/>
            <pc:sldMk cId="2270794384" sldId="356"/>
            <ac:grpSpMk id="8" creationId="{179A3957-522E-1D84-6C63-9DF3AC40C06C}"/>
          </ac:grpSpMkLst>
        </pc:grpChg>
        <pc:grpChg chg="del mod">
          <ac:chgData name="Mahima Weerasinghe" userId="e11e3f55-42da-4e07-8ead-4d7a1d7ea1c6" providerId="ADAL" clId="{A71A91A0-537E-435E-A57A-6A59184BC47A}" dt="2024-08-18T11:48:49.501" v="2128"/>
          <ac:grpSpMkLst>
            <pc:docMk/>
            <pc:sldMk cId="2270794384" sldId="356"/>
            <ac:grpSpMk id="11" creationId="{BC05403F-A29C-1027-503D-150D010035FF}"/>
          </ac:grpSpMkLst>
        </pc:grpChg>
        <pc:grpChg chg="del mod">
          <ac:chgData name="Mahima Weerasinghe" userId="e11e3f55-42da-4e07-8ead-4d7a1d7ea1c6" providerId="ADAL" clId="{A71A91A0-537E-435E-A57A-6A59184BC47A}" dt="2024-08-26T05:14:30.615" v="3696"/>
          <ac:grpSpMkLst>
            <pc:docMk/>
            <pc:sldMk cId="2270794384" sldId="356"/>
            <ac:grpSpMk id="14" creationId="{B391E6DC-3DEF-B2E2-E9FF-46D981F52178}"/>
          </ac:grpSpMkLst>
        </pc:grpChg>
        <pc:grpChg chg="del mod">
          <ac:chgData name="Mahima Weerasinghe" userId="e11e3f55-42da-4e07-8ead-4d7a1d7ea1c6" providerId="ADAL" clId="{A71A91A0-537E-435E-A57A-6A59184BC47A}" dt="2024-08-18T11:48:56.046" v="2131"/>
          <ac:grpSpMkLst>
            <pc:docMk/>
            <pc:sldMk cId="2270794384" sldId="356"/>
            <ac:grpSpMk id="14" creationId="{DF605E3C-1C76-CF24-F10E-2CD5CCFC983C}"/>
          </ac:grpSpMkLst>
        </pc:grpChg>
        <pc:grpChg chg="del mod">
          <ac:chgData name="Mahima Weerasinghe" userId="e11e3f55-42da-4e07-8ead-4d7a1d7ea1c6" providerId="ADAL" clId="{A71A91A0-537E-435E-A57A-6A59184BC47A}" dt="2024-08-18T11:48:57.149" v="2133"/>
          <ac:grpSpMkLst>
            <pc:docMk/>
            <pc:sldMk cId="2270794384" sldId="356"/>
            <ac:grpSpMk id="17" creationId="{3F8F3B14-3676-3DFE-0B5C-36B53F8503C8}"/>
          </ac:grpSpMkLst>
        </pc:grpChg>
        <pc:grpChg chg="del mod">
          <ac:chgData name="Mahima Weerasinghe" userId="e11e3f55-42da-4e07-8ead-4d7a1d7ea1c6" providerId="ADAL" clId="{A71A91A0-537E-435E-A57A-6A59184BC47A}" dt="2024-08-26T05:14:32.064" v="3698"/>
          <ac:grpSpMkLst>
            <pc:docMk/>
            <pc:sldMk cId="2270794384" sldId="356"/>
            <ac:grpSpMk id="19" creationId="{1E5F5ABF-4A99-3DE7-3F53-37954EC0AA75}"/>
          </ac:grpSpMkLst>
        </pc:grpChg>
        <pc:grpChg chg="del mod">
          <ac:chgData name="Mahima Weerasinghe" userId="e11e3f55-42da-4e07-8ead-4d7a1d7ea1c6" providerId="ADAL" clId="{A71A91A0-537E-435E-A57A-6A59184BC47A}" dt="2024-08-18T11:48:58.653" v="2135"/>
          <ac:grpSpMkLst>
            <pc:docMk/>
            <pc:sldMk cId="2270794384" sldId="356"/>
            <ac:grpSpMk id="19" creationId="{8335CDC5-F30C-BF30-57AE-4EB82B9940B2}"/>
          </ac:grpSpMkLst>
        </pc:grpChg>
        <pc:grpChg chg="del mod">
          <ac:chgData name="Mahima Weerasinghe" userId="e11e3f55-42da-4e07-8ead-4d7a1d7ea1c6" providerId="ADAL" clId="{A71A91A0-537E-435E-A57A-6A59184BC47A}" dt="2024-08-18T11:49:04.868" v="2141"/>
          <ac:grpSpMkLst>
            <pc:docMk/>
            <pc:sldMk cId="2270794384" sldId="356"/>
            <ac:grpSpMk id="21" creationId="{537A26F5-BFFD-9051-483A-E08A83188F7C}"/>
          </ac:grpSpMkLst>
        </pc:grpChg>
        <pc:grpChg chg="del mod">
          <ac:chgData name="Mahima Weerasinghe" userId="e11e3f55-42da-4e07-8ead-4d7a1d7ea1c6" providerId="ADAL" clId="{A71A91A0-537E-435E-A57A-6A59184BC47A}" dt="2024-08-26T05:14:35.268" v="3704"/>
          <ac:grpSpMkLst>
            <pc:docMk/>
            <pc:sldMk cId="2270794384" sldId="356"/>
            <ac:grpSpMk id="27" creationId="{0CA055CE-1F44-8B42-FECD-0226F2B71F47}"/>
          </ac:grpSpMkLst>
        </pc:grpChg>
        <pc:grpChg chg="del mod">
          <ac:chgData name="Mahima Weerasinghe" userId="e11e3f55-42da-4e07-8ead-4d7a1d7ea1c6" providerId="ADAL" clId="{A71A91A0-537E-435E-A57A-6A59184BC47A}" dt="2024-08-18T11:49:17.479" v="2147"/>
          <ac:grpSpMkLst>
            <pc:docMk/>
            <pc:sldMk cId="2270794384" sldId="356"/>
            <ac:grpSpMk id="27" creationId="{818D2B1A-811C-87CE-D032-17F83F2C4232}"/>
          </ac:grpSpMkLst>
        </pc:grpChg>
        <pc:grpChg chg="add del">
          <ac:chgData name="Mahima Weerasinghe" userId="e11e3f55-42da-4e07-8ead-4d7a1d7ea1c6" providerId="ADAL" clId="{A71A91A0-537E-435E-A57A-6A59184BC47A}" dt="2024-08-17T12:23:57.519" v="105" actId="26606"/>
          <ac:grpSpMkLst>
            <pc:docMk/>
            <pc:sldMk cId="2270794384" sldId="356"/>
            <ac:grpSpMk id="32" creationId="{032D8612-31EB-44CF-A1D0-14FD4C705424}"/>
          </ac:grpSpMkLst>
        </pc:grpChg>
        <pc:grpChg chg="del mod">
          <ac:chgData name="Mahima Weerasinghe" userId="e11e3f55-42da-4e07-8ead-4d7a1d7ea1c6" providerId="ADAL" clId="{A71A91A0-537E-435E-A57A-6A59184BC47A}" dt="2024-08-18T11:49:25.886" v="2152"/>
          <ac:grpSpMkLst>
            <pc:docMk/>
            <pc:sldMk cId="2270794384" sldId="356"/>
            <ac:grpSpMk id="33" creationId="{99347449-4479-1BD8-2B02-ADB011C61058}"/>
          </ac:grpSpMkLst>
        </pc:grpChg>
        <pc:grpChg chg="del mod">
          <ac:chgData name="Mahima Weerasinghe" userId="e11e3f55-42da-4e07-8ead-4d7a1d7ea1c6" providerId="ADAL" clId="{A71A91A0-537E-435E-A57A-6A59184BC47A}" dt="2024-08-18T11:50:10.402" v="2175"/>
          <ac:grpSpMkLst>
            <pc:docMk/>
            <pc:sldMk cId="2270794384" sldId="356"/>
            <ac:grpSpMk id="39" creationId="{9236E7C0-E4DF-6B4D-E046-18DB64865AC6}"/>
          </ac:grpSpMkLst>
        </pc:grpChg>
        <pc:grpChg chg="mod">
          <ac:chgData name="Mahima Weerasinghe" userId="e11e3f55-42da-4e07-8ead-4d7a1d7ea1c6" providerId="ADAL" clId="{A71A91A0-537E-435E-A57A-6A59184BC47A}" dt="2024-08-18T11:49:56.869" v="2171"/>
          <ac:grpSpMkLst>
            <pc:docMk/>
            <pc:sldMk cId="2270794384" sldId="356"/>
            <ac:grpSpMk id="58" creationId="{D170B707-E901-B290-62C3-DFF0C0EC4435}"/>
          </ac:grpSpMkLst>
        </pc:grpChg>
        <pc:grpChg chg="mod">
          <ac:chgData name="Mahima Weerasinghe" userId="e11e3f55-42da-4e07-8ead-4d7a1d7ea1c6" providerId="ADAL" clId="{A71A91A0-537E-435E-A57A-6A59184BC47A}" dt="2024-08-18T11:49:56.869" v="2171"/>
          <ac:grpSpMkLst>
            <pc:docMk/>
            <pc:sldMk cId="2270794384" sldId="356"/>
            <ac:grpSpMk id="59" creationId="{2DABAC01-473A-5924-DE14-FA7EFE6D1D7B}"/>
          </ac:grpSpMkLst>
        </pc:grpChg>
        <pc:grpChg chg="del mod">
          <ac:chgData name="Mahima Weerasinghe" userId="e11e3f55-42da-4e07-8ead-4d7a1d7ea1c6" providerId="ADAL" clId="{A71A91A0-537E-435E-A57A-6A59184BC47A}" dt="2024-08-26T05:15:04.091" v="3720"/>
          <ac:grpSpMkLst>
            <pc:docMk/>
            <pc:sldMk cId="2270794384" sldId="356"/>
            <ac:grpSpMk id="60" creationId="{0D36EF3F-99B7-BDF6-772F-8CA37838DB6F}"/>
          </ac:grpSpMkLst>
        </pc:grpChg>
        <pc:grpChg chg="del mod">
          <ac:chgData name="Mahima Weerasinghe" userId="e11e3f55-42da-4e07-8ead-4d7a1d7ea1c6" providerId="ADAL" clId="{A71A91A0-537E-435E-A57A-6A59184BC47A}" dt="2024-08-18T11:49:59.219" v="2173"/>
          <ac:grpSpMkLst>
            <pc:docMk/>
            <pc:sldMk cId="2270794384" sldId="356"/>
            <ac:grpSpMk id="60" creationId="{2C59385A-3ABB-A302-F309-ABBB0EE5D2CA}"/>
          </ac:grpSpMkLst>
        </pc:grpChg>
        <pc:grpChg chg="del mod">
          <ac:chgData name="Mahima Weerasinghe" userId="e11e3f55-42da-4e07-8ead-4d7a1d7ea1c6" providerId="ADAL" clId="{A71A91A0-537E-435E-A57A-6A59184BC47A}" dt="2024-08-18T11:51:01.603" v="2204"/>
          <ac:grpSpMkLst>
            <pc:docMk/>
            <pc:sldMk cId="2270794384" sldId="356"/>
            <ac:grpSpMk id="62" creationId="{3F5A2D11-3F8F-CC37-DCF4-497758E8DC53}"/>
          </ac:grpSpMkLst>
        </pc:grpChg>
        <pc:grpChg chg="del mod">
          <ac:chgData name="Mahima Weerasinghe" userId="e11e3f55-42da-4e07-8ead-4d7a1d7ea1c6" providerId="ADAL" clId="{A71A91A0-537E-435E-A57A-6A59184BC47A}" dt="2024-08-18T11:50:11.321" v="2177"/>
          <ac:grpSpMkLst>
            <pc:docMk/>
            <pc:sldMk cId="2270794384" sldId="356"/>
            <ac:grpSpMk id="64" creationId="{37D5231A-4D70-3BE6-815B-DA55FC2D45C2}"/>
          </ac:grpSpMkLst>
        </pc:grpChg>
        <pc:grpChg chg="del mod">
          <ac:chgData name="Mahima Weerasinghe" userId="e11e3f55-42da-4e07-8ead-4d7a1d7ea1c6" providerId="ADAL" clId="{A71A91A0-537E-435E-A57A-6A59184BC47A}" dt="2024-08-18T11:50:22.743" v="2179"/>
          <ac:grpSpMkLst>
            <pc:docMk/>
            <pc:sldMk cId="2270794384" sldId="356"/>
            <ac:grpSpMk id="66" creationId="{D2B3D170-14D2-1612-A627-249323CA8920}"/>
          </ac:grpSpMkLst>
        </pc:grpChg>
        <pc:grpChg chg="del mod">
          <ac:chgData name="Mahima Weerasinghe" userId="e11e3f55-42da-4e07-8ead-4d7a1d7ea1c6" providerId="ADAL" clId="{A71A91A0-537E-435E-A57A-6A59184BC47A}" dt="2024-08-18T11:51:01.603" v="2204"/>
          <ac:grpSpMkLst>
            <pc:docMk/>
            <pc:sldMk cId="2270794384" sldId="356"/>
            <ac:grpSpMk id="68" creationId="{AFC31C7C-4E04-2085-CB25-300BEDAA6742}"/>
          </ac:grpSpMkLst>
        </pc:grpChg>
        <pc:grpChg chg="del mod">
          <ac:chgData name="Mahima Weerasinghe" userId="e11e3f55-42da-4e07-8ead-4d7a1d7ea1c6" providerId="ADAL" clId="{A71A91A0-537E-435E-A57A-6A59184BC47A}" dt="2024-08-18T11:50:35.963" v="2185"/>
          <ac:grpSpMkLst>
            <pc:docMk/>
            <pc:sldMk cId="2270794384" sldId="356"/>
            <ac:grpSpMk id="72" creationId="{6DD99E40-FE3E-679E-B771-36F7067D9001}"/>
          </ac:grpSpMkLst>
        </pc:grpChg>
        <pc:grpChg chg="del mod">
          <ac:chgData name="Mahima Weerasinghe" userId="e11e3f55-42da-4e07-8ead-4d7a1d7ea1c6" providerId="ADAL" clId="{A71A91A0-537E-435E-A57A-6A59184BC47A}" dt="2024-08-26T05:15:22.715" v="3732"/>
          <ac:grpSpMkLst>
            <pc:docMk/>
            <pc:sldMk cId="2270794384" sldId="356"/>
            <ac:grpSpMk id="72" creationId="{D03EC59D-88E4-0DC2-5D36-3034A2F4B198}"/>
          </ac:grpSpMkLst>
        </pc:grpChg>
        <pc:grpChg chg="del mod">
          <ac:chgData name="Mahima Weerasinghe" userId="e11e3f55-42da-4e07-8ead-4d7a1d7ea1c6" providerId="ADAL" clId="{A71A91A0-537E-435E-A57A-6A59184BC47A}" dt="2024-08-18T11:50:39.770" v="2188"/>
          <ac:grpSpMkLst>
            <pc:docMk/>
            <pc:sldMk cId="2270794384" sldId="356"/>
            <ac:grpSpMk id="74" creationId="{0D1B394F-1B8D-DDAE-D36F-4EF736ED739A}"/>
          </ac:grpSpMkLst>
        </pc:grpChg>
        <pc:grpChg chg="del mod">
          <ac:chgData name="Mahima Weerasinghe" userId="e11e3f55-42da-4e07-8ead-4d7a1d7ea1c6" providerId="ADAL" clId="{A71A91A0-537E-435E-A57A-6A59184BC47A}" dt="2024-08-26T05:15:27.152" v="3736"/>
          <ac:grpSpMkLst>
            <pc:docMk/>
            <pc:sldMk cId="2270794384" sldId="356"/>
            <ac:grpSpMk id="74" creationId="{C5504F9F-732C-DADF-4304-2DF5A4305AEB}"/>
          </ac:grpSpMkLst>
        </pc:grpChg>
        <pc:grpChg chg="del mod">
          <ac:chgData name="Mahima Weerasinghe" userId="e11e3f55-42da-4e07-8ead-4d7a1d7ea1c6" providerId="ADAL" clId="{A71A91A0-537E-435E-A57A-6A59184BC47A}" dt="2024-08-18T11:50:42.837" v="2191"/>
          <ac:grpSpMkLst>
            <pc:docMk/>
            <pc:sldMk cId="2270794384" sldId="356"/>
            <ac:grpSpMk id="77" creationId="{F70F376D-517C-985D-70AE-B56B755E85F7}"/>
          </ac:grpSpMkLst>
        </pc:grpChg>
        <pc:grpChg chg="del mod">
          <ac:chgData name="Mahima Weerasinghe" userId="e11e3f55-42da-4e07-8ead-4d7a1d7ea1c6" providerId="ADAL" clId="{A71A91A0-537E-435E-A57A-6A59184BC47A}" dt="2024-08-18T11:51:01.603" v="2204"/>
          <ac:grpSpMkLst>
            <pc:docMk/>
            <pc:sldMk cId="2270794384" sldId="356"/>
            <ac:grpSpMk id="80" creationId="{C8E4FE31-7435-F1E8-3C77-8647EC8050D6}"/>
          </ac:grpSpMkLst>
        </pc:grpChg>
        <pc:grpChg chg="del mod">
          <ac:chgData name="Mahima Weerasinghe" userId="e11e3f55-42da-4e07-8ead-4d7a1d7ea1c6" providerId="ADAL" clId="{A71A91A0-537E-435E-A57A-6A59184BC47A}" dt="2024-08-18T11:51:01.603" v="2204"/>
          <ac:grpSpMkLst>
            <pc:docMk/>
            <pc:sldMk cId="2270794384" sldId="356"/>
            <ac:grpSpMk id="83" creationId="{49EB33A4-B3E8-A4DB-D741-ED06CE36E95A}"/>
          </ac:grpSpMkLst>
        </pc:grpChg>
        <pc:grpChg chg="del mod">
          <ac:chgData name="Mahima Weerasinghe" userId="e11e3f55-42da-4e07-8ead-4d7a1d7ea1c6" providerId="ADAL" clId="{A71A91A0-537E-435E-A57A-6A59184BC47A}" dt="2024-08-26T05:15:30.833" v="3739"/>
          <ac:grpSpMkLst>
            <pc:docMk/>
            <pc:sldMk cId="2270794384" sldId="356"/>
            <ac:grpSpMk id="93" creationId="{2F10D889-5B90-D4F4-9D3A-8B32C6345DF2}"/>
          </ac:grpSpMkLst>
        </pc:grpChg>
        <pc:grpChg chg="del mod">
          <ac:chgData name="Mahima Weerasinghe" userId="e11e3f55-42da-4e07-8ead-4d7a1d7ea1c6" providerId="ADAL" clId="{A71A91A0-537E-435E-A57A-6A59184BC47A}" dt="2024-08-18T11:51:35.964" v="2220"/>
          <ac:grpSpMkLst>
            <pc:docMk/>
            <pc:sldMk cId="2270794384" sldId="356"/>
            <ac:grpSpMk id="93" creationId="{D7B176AF-AE28-95E0-9169-612E6A8F3A5C}"/>
          </ac:grpSpMkLst>
        </pc:grpChg>
        <pc:grpChg chg="del mod">
          <ac:chgData name="Mahima Weerasinghe" userId="e11e3f55-42da-4e07-8ead-4d7a1d7ea1c6" providerId="ADAL" clId="{A71A91A0-537E-435E-A57A-6A59184BC47A}" dt="2024-08-18T11:51:39.977" v="2226"/>
          <ac:grpSpMkLst>
            <pc:docMk/>
            <pc:sldMk cId="2270794384" sldId="356"/>
            <ac:grpSpMk id="109" creationId="{78814377-7F6A-8E27-3D9B-00F572A0F7F2}"/>
          </ac:grpSpMkLst>
        </pc:grpChg>
        <pc:grpChg chg="mod">
          <ac:chgData name="Mahima Weerasinghe" userId="e11e3f55-42da-4e07-8ead-4d7a1d7ea1c6" providerId="ADAL" clId="{A71A91A0-537E-435E-A57A-6A59184BC47A}" dt="2024-08-18T11:51:39.977" v="2226"/>
          <ac:grpSpMkLst>
            <pc:docMk/>
            <pc:sldMk cId="2270794384" sldId="356"/>
            <ac:grpSpMk id="115" creationId="{A4F8BDB6-0A54-E91E-C166-1FB8BC397809}"/>
          </ac:grpSpMkLst>
        </pc:grpChg>
        <pc:grpChg chg="del mod">
          <ac:chgData name="Mahima Weerasinghe" userId="e11e3f55-42da-4e07-8ead-4d7a1d7ea1c6" providerId="ADAL" clId="{A71A91A0-537E-435E-A57A-6A59184BC47A}" dt="2024-08-18T11:55:58.304" v="2344"/>
          <ac:grpSpMkLst>
            <pc:docMk/>
            <pc:sldMk cId="2270794384" sldId="356"/>
            <ac:grpSpMk id="124" creationId="{66FDA8F8-6E62-657F-517E-E7E5470634EF}"/>
          </ac:grpSpMkLst>
        </pc:grpChg>
        <pc:grpChg chg="del mod">
          <ac:chgData name="Mahima Weerasinghe" userId="e11e3f55-42da-4e07-8ead-4d7a1d7ea1c6" providerId="ADAL" clId="{A71A91A0-537E-435E-A57A-6A59184BC47A}" dt="2024-08-18T11:55:58.304" v="2344"/>
          <ac:grpSpMkLst>
            <pc:docMk/>
            <pc:sldMk cId="2270794384" sldId="356"/>
            <ac:grpSpMk id="127" creationId="{A06080FB-9C63-9294-3BCA-43C4AE1091CD}"/>
          </ac:grpSpMkLst>
        </pc:grpChg>
        <pc:grpChg chg="del mod">
          <ac:chgData name="Mahima Weerasinghe" userId="e11e3f55-42da-4e07-8ead-4d7a1d7ea1c6" providerId="ADAL" clId="{A71A91A0-537E-435E-A57A-6A59184BC47A}" dt="2024-08-26T05:15:49.699" v="3743"/>
          <ac:grpSpMkLst>
            <pc:docMk/>
            <pc:sldMk cId="2270794384" sldId="356"/>
            <ac:grpSpMk id="127" creationId="{FAF33D05-4E04-7973-4F9A-DDDA2BB91819}"/>
          </ac:grpSpMkLst>
        </pc:grpChg>
        <pc:grpChg chg="mod">
          <ac:chgData name="Mahima Weerasinghe" userId="e11e3f55-42da-4e07-8ead-4d7a1d7ea1c6" providerId="ADAL" clId="{A71A91A0-537E-435E-A57A-6A59184BC47A}" dt="2024-08-18T11:51:59.099" v="2246"/>
          <ac:grpSpMkLst>
            <pc:docMk/>
            <pc:sldMk cId="2270794384" sldId="356"/>
            <ac:grpSpMk id="135" creationId="{574A1E74-E7A1-6403-5373-A48CC8976C40}"/>
          </ac:grpSpMkLst>
        </pc:grpChg>
        <pc:grpChg chg="mod">
          <ac:chgData name="Mahima Weerasinghe" userId="e11e3f55-42da-4e07-8ead-4d7a1d7ea1c6" providerId="ADAL" clId="{A71A91A0-537E-435E-A57A-6A59184BC47A}" dt="2024-08-18T11:51:59.099" v="2246"/>
          <ac:grpSpMkLst>
            <pc:docMk/>
            <pc:sldMk cId="2270794384" sldId="356"/>
            <ac:grpSpMk id="136" creationId="{7C65DC61-CED6-3AAB-47B4-6CA5F413ACD5}"/>
          </ac:grpSpMkLst>
        </pc:grpChg>
        <pc:grpChg chg="mod">
          <ac:chgData name="Mahima Weerasinghe" userId="e11e3f55-42da-4e07-8ead-4d7a1d7ea1c6" providerId="ADAL" clId="{A71A91A0-537E-435E-A57A-6A59184BC47A}" dt="2024-08-18T11:54:07.680" v="2260"/>
          <ac:grpSpMkLst>
            <pc:docMk/>
            <pc:sldMk cId="2270794384" sldId="356"/>
            <ac:grpSpMk id="150" creationId="{08E68403-6C77-65AE-D313-3107418A2B56}"/>
          </ac:grpSpMkLst>
        </pc:grpChg>
        <pc:grpChg chg="del mod">
          <ac:chgData name="Mahima Weerasinghe" userId="e11e3f55-42da-4e07-8ead-4d7a1d7ea1c6" providerId="ADAL" clId="{A71A91A0-537E-435E-A57A-6A59184BC47A}" dt="2024-08-18T11:54:18.101" v="2266"/>
          <ac:grpSpMkLst>
            <pc:docMk/>
            <pc:sldMk cId="2270794384" sldId="356"/>
            <ac:grpSpMk id="153" creationId="{04958C07-7EFE-8B3D-F1B2-2104A8B573CE}"/>
          </ac:grpSpMkLst>
        </pc:grpChg>
        <pc:grpChg chg="del mod">
          <ac:chgData name="Mahima Weerasinghe" userId="e11e3f55-42da-4e07-8ead-4d7a1d7ea1c6" providerId="ADAL" clId="{A71A91A0-537E-435E-A57A-6A59184BC47A}" dt="2024-08-18T11:54:20.826" v="2268"/>
          <ac:grpSpMkLst>
            <pc:docMk/>
            <pc:sldMk cId="2270794384" sldId="356"/>
            <ac:grpSpMk id="156" creationId="{725568E8-D9C0-8952-3D1A-4E2D540AE5A5}"/>
          </ac:grpSpMkLst>
        </pc:grpChg>
        <pc:grpChg chg="del mod">
          <ac:chgData name="Mahima Weerasinghe" userId="e11e3f55-42da-4e07-8ead-4d7a1d7ea1c6" providerId="ADAL" clId="{A71A91A0-537E-435E-A57A-6A59184BC47A}" dt="2024-08-18T11:55:22.291" v="2307"/>
          <ac:grpSpMkLst>
            <pc:docMk/>
            <pc:sldMk cId="2270794384" sldId="356"/>
            <ac:grpSpMk id="158" creationId="{B7BBAF61-E800-6F5D-3DFB-276E07157D18}"/>
          </ac:grpSpMkLst>
        </pc:grpChg>
        <pc:grpChg chg="del mod">
          <ac:chgData name="Mahima Weerasinghe" userId="e11e3f55-42da-4e07-8ead-4d7a1d7ea1c6" providerId="ADAL" clId="{A71A91A0-537E-435E-A57A-6A59184BC47A}" dt="2024-08-26T05:16:03.067" v="3748"/>
          <ac:grpSpMkLst>
            <pc:docMk/>
            <pc:sldMk cId="2270794384" sldId="356"/>
            <ac:grpSpMk id="161" creationId="{018F70A5-D471-C291-0331-DB1AF7C40A3B}"/>
          </ac:grpSpMkLst>
        </pc:grpChg>
        <pc:grpChg chg="del mod">
          <ac:chgData name="Mahima Weerasinghe" userId="e11e3f55-42da-4e07-8ead-4d7a1d7ea1c6" providerId="ADAL" clId="{A71A91A0-537E-435E-A57A-6A59184BC47A}" dt="2024-08-18T11:55:22.291" v="2307"/>
          <ac:grpSpMkLst>
            <pc:docMk/>
            <pc:sldMk cId="2270794384" sldId="356"/>
            <ac:grpSpMk id="161" creationId="{86789BA8-58CD-519C-6F08-4B8AFB0939FC}"/>
          </ac:grpSpMkLst>
        </pc:grpChg>
        <pc:grpChg chg="del mod">
          <ac:chgData name="Mahima Weerasinghe" userId="e11e3f55-42da-4e07-8ead-4d7a1d7ea1c6" providerId="ADAL" clId="{A71A91A0-537E-435E-A57A-6A59184BC47A}" dt="2024-08-18T11:55:22.291" v="2307"/>
          <ac:grpSpMkLst>
            <pc:docMk/>
            <pc:sldMk cId="2270794384" sldId="356"/>
            <ac:grpSpMk id="165" creationId="{B3167255-A546-E465-A234-E193E824B3A5}"/>
          </ac:grpSpMkLst>
        </pc:grpChg>
        <pc:grpChg chg="del mod">
          <ac:chgData name="Mahima Weerasinghe" userId="e11e3f55-42da-4e07-8ead-4d7a1d7ea1c6" providerId="ADAL" clId="{A71A91A0-537E-435E-A57A-6A59184BC47A}" dt="2024-08-18T11:54:51.131" v="2289"/>
          <ac:grpSpMkLst>
            <pc:docMk/>
            <pc:sldMk cId="2270794384" sldId="356"/>
            <ac:grpSpMk id="170" creationId="{47CE0A51-F99A-389B-0449-BD287D12FD0E}"/>
          </ac:grpSpMkLst>
        </pc:grpChg>
        <pc:grpChg chg="del mod">
          <ac:chgData name="Mahima Weerasinghe" userId="e11e3f55-42da-4e07-8ead-4d7a1d7ea1c6" providerId="ADAL" clId="{A71A91A0-537E-435E-A57A-6A59184BC47A}" dt="2024-08-18T11:54:54.775" v="2297"/>
          <ac:grpSpMkLst>
            <pc:docMk/>
            <pc:sldMk cId="2270794384" sldId="356"/>
            <ac:grpSpMk id="179" creationId="{C7AF34B9-FBFD-CB36-572F-31764F453A61}"/>
          </ac:grpSpMkLst>
        </pc:grpChg>
        <pc:grpChg chg="del mod">
          <ac:chgData name="Mahima Weerasinghe" userId="e11e3f55-42da-4e07-8ead-4d7a1d7ea1c6" providerId="ADAL" clId="{A71A91A0-537E-435E-A57A-6A59184BC47A}" dt="2024-08-18T11:54:58.699" v="2302"/>
          <ac:grpSpMkLst>
            <pc:docMk/>
            <pc:sldMk cId="2270794384" sldId="356"/>
            <ac:grpSpMk id="187" creationId="{A75FC426-6147-393F-27AC-4AE15C53F217}"/>
          </ac:grpSpMkLst>
        </pc:grpChg>
        <pc:grpChg chg="del mod">
          <ac:chgData name="Mahima Weerasinghe" userId="e11e3f55-42da-4e07-8ead-4d7a1d7ea1c6" providerId="ADAL" clId="{A71A91A0-537E-435E-A57A-6A59184BC47A}" dt="2024-08-18T11:54:58.699" v="2302"/>
          <ac:grpSpMkLst>
            <pc:docMk/>
            <pc:sldMk cId="2270794384" sldId="356"/>
            <ac:grpSpMk id="192" creationId="{C539E8D1-950B-2ADA-0BB8-A3D28D106560}"/>
          </ac:grpSpMkLst>
        </pc:grpChg>
        <pc:grpChg chg="del mod">
          <ac:chgData name="Mahima Weerasinghe" userId="e11e3f55-42da-4e07-8ead-4d7a1d7ea1c6" providerId="ADAL" clId="{A71A91A0-537E-435E-A57A-6A59184BC47A}" dt="2024-08-26T05:16:15.601" v="3753"/>
          <ac:grpSpMkLst>
            <pc:docMk/>
            <pc:sldMk cId="2270794384" sldId="356"/>
            <ac:grpSpMk id="192" creationId="{CCAD0501-43C4-FB46-2B15-1CC232DE05C0}"/>
          </ac:grpSpMkLst>
        </pc:grpChg>
        <pc:grpChg chg="del mod">
          <ac:chgData name="Mahima Weerasinghe" userId="e11e3f55-42da-4e07-8ead-4d7a1d7ea1c6" providerId="ADAL" clId="{A71A91A0-537E-435E-A57A-6A59184BC47A}" dt="2024-08-18T11:55:00.725" v="2305"/>
          <ac:grpSpMkLst>
            <pc:docMk/>
            <pc:sldMk cId="2270794384" sldId="356"/>
            <ac:grpSpMk id="193" creationId="{D7BC2D82-8723-2303-9E75-79650824651C}"/>
          </ac:grpSpMkLst>
        </pc:grpChg>
        <pc:grpChg chg="del mod">
          <ac:chgData name="Mahima Weerasinghe" userId="e11e3f55-42da-4e07-8ead-4d7a1d7ea1c6" providerId="ADAL" clId="{A71A91A0-537E-435E-A57A-6A59184BC47A}" dt="2024-08-18T11:55:58.304" v="2344"/>
          <ac:grpSpMkLst>
            <pc:docMk/>
            <pc:sldMk cId="2270794384" sldId="356"/>
            <ac:grpSpMk id="196" creationId="{9F8BE87C-1B4F-A2AB-FCD5-75A00B0BB6F2}"/>
          </ac:grpSpMkLst>
        </pc:grpChg>
        <pc:grpChg chg="del mod">
          <ac:chgData name="Mahima Weerasinghe" userId="e11e3f55-42da-4e07-8ead-4d7a1d7ea1c6" providerId="ADAL" clId="{A71A91A0-537E-435E-A57A-6A59184BC47A}" dt="2024-08-18T11:55:52.166" v="2332"/>
          <ac:grpSpMkLst>
            <pc:docMk/>
            <pc:sldMk cId="2270794384" sldId="356"/>
            <ac:grpSpMk id="198" creationId="{D8EE7EE1-88E4-C17E-D266-1769C0F635B5}"/>
          </ac:grpSpMkLst>
        </pc:grpChg>
        <pc:grpChg chg="del mod">
          <ac:chgData name="Mahima Weerasinghe" userId="e11e3f55-42da-4e07-8ead-4d7a1d7ea1c6" providerId="ADAL" clId="{A71A91A0-537E-435E-A57A-6A59184BC47A}" dt="2024-08-18T11:57:27.332" v="2353"/>
          <ac:grpSpMkLst>
            <pc:docMk/>
            <pc:sldMk cId="2270794384" sldId="356"/>
            <ac:grpSpMk id="201" creationId="{1EEF582C-AB7F-10CE-8AE5-2840ED1E5839}"/>
          </ac:grpSpMkLst>
        </pc:grpChg>
        <pc:grpChg chg="del mod">
          <ac:chgData name="Mahima Weerasinghe" userId="e11e3f55-42da-4e07-8ead-4d7a1d7ea1c6" providerId="ADAL" clId="{A71A91A0-537E-435E-A57A-6A59184BC47A}" dt="2024-08-18T11:55:39.932" v="2329"/>
          <ac:grpSpMkLst>
            <pc:docMk/>
            <pc:sldMk cId="2270794384" sldId="356"/>
            <ac:grpSpMk id="216" creationId="{5191AF97-F33B-6134-A127-C7B92DB4AE17}"/>
          </ac:grpSpMkLst>
        </pc:grpChg>
        <pc:grpChg chg="del mod">
          <ac:chgData name="Mahima Weerasinghe" userId="e11e3f55-42da-4e07-8ead-4d7a1d7ea1c6" providerId="ADAL" clId="{A71A91A0-537E-435E-A57A-6A59184BC47A}" dt="2024-08-26T05:20:16.407" v="3800"/>
          <ac:grpSpMkLst>
            <pc:docMk/>
            <pc:sldMk cId="2270794384" sldId="356"/>
            <ac:grpSpMk id="216" creationId="{8131F7E2-7C7D-09B9-EE48-278455F6D2CD}"/>
          </ac:grpSpMkLst>
        </pc:grpChg>
        <pc:grpChg chg="del mod">
          <ac:chgData name="Mahima Weerasinghe" userId="e11e3f55-42da-4e07-8ead-4d7a1d7ea1c6" providerId="ADAL" clId="{A71A91A0-537E-435E-A57A-6A59184BC47A}" dt="2024-08-18T11:57:33.697" v="2356"/>
          <ac:grpSpMkLst>
            <pc:docMk/>
            <pc:sldMk cId="2270794384" sldId="356"/>
            <ac:grpSpMk id="220" creationId="{EE9B0530-8CD3-99FE-011F-1BEA3865AEF8}"/>
          </ac:grpSpMkLst>
        </pc:grpChg>
        <pc:grpChg chg="del mod">
          <ac:chgData name="Mahima Weerasinghe" userId="e11e3f55-42da-4e07-8ead-4d7a1d7ea1c6" providerId="ADAL" clId="{A71A91A0-537E-435E-A57A-6A59184BC47A}" dt="2024-08-18T11:55:58.304" v="2344"/>
          <ac:grpSpMkLst>
            <pc:docMk/>
            <pc:sldMk cId="2270794384" sldId="356"/>
            <ac:grpSpMk id="223" creationId="{DAC1767E-D09E-9289-8320-BE14DA346A85}"/>
          </ac:grpSpMkLst>
        </pc:grpChg>
        <pc:grpChg chg="del mod">
          <ac:chgData name="Mahima Weerasinghe" userId="e11e3f55-42da-4e07-8ead-4d7a1d7ea1c6" providerId="ADAL" clId="{A71A91A0-537E-435E-A57A-6A59184BC47A}" dt="2024-08-18T11:55:58.304" v="2344"/>
          <ac:grpSpMkLst>
            <pc:docMk/>
            <pc:sldMk cId="2270794384" sldId="356"/>
            <ac:grpSpMk id="227" creationId="{A3D2767F-C2AD-218E-3060-9EC79C8BB99D}"/>
          </ac:grpSpMkLst>
        </pc:grpChg>
        <pc:grpChg chg="del mod">
          <ac:chgData name="Mahima Weerasinghe" userId="e11e3f55-42da-4e07-8ead-4d7a1d7ea1c6" providerId="ADAL" clId="{A71A91A0-537E-435E-A57A-6A59184BC47A}" dt="2024-08-18T11:57:20.993" v="2347"/>
          <ac:grpSpMkLst>
            <pc:docMk/>
            <pc:sldMk cId="2270794384" sldId="356"/>
            <ac:grpSpMk id="235" creationId="{963B366E-B041-B9F5-92ED-F28A56DE9851}"/>
          </ac:grpSpMkLst>
        </pc:grpChg>
        <pc:grpChg chg="del mod">
          <ac:chgData name="Mahima Weerasinghe" userId="e11e3f55-42da-4e07-8ead-4d7a1d7ea1c6" providerId="ADAL" clId="{A71A91A0-537E-435E-A57A-6A59184BC47A}" dt="2024-08-18T11:57:22.581" v="2349"/>
          <ac:grpSpMkLst>
            <pc:docMk/>
            <pc:sldMk cId="2270794384" sldId="356"/>
            <ac:grpSpMk id="238" creationId="{F819F8F1-0121-E10E-1198-617CEEF13F88}"/>
          </ac:grpSpMkLst>
        </pc:grpChg>
        <pc:grpChg chg="del mod">
          <ac:chgData name="Mahima Weerasinghe" userId="e11e3f55-42da-4e07-8ead-4d7a1d7ea1c6" providerId="ADAL" clId="{A71A91A0-537E-435E-A57A-6A59184BC47A}" dt="2024-08-18T11:57:24.015" v="2351"/>
          <ac:grpSpMkLst>
            <pc:docMk/>
            <pc:sldMk cId="2270794384" sldId="356"/>
            <ac:grpSpMk id="240" creationId="{D80F2199-D5BC-41C5-33A8-21AD54CB81AB}"/>
          </ac:grpSpMkLst>
        </pc:grpChg>
        <pc:grpChg chg="mod">
          <ac:chgData name="Mahima Weerasinghe" userId="e11e3f55-42da-4e07-8ead-4d7a1d7ea1c6" providerId="ADAL" clId="{A71A91A0-537E-435E-A57A-6A59184BC47A}" dt="2024-08-18T11:57:24.015" v="2351"/>
          <ac:grpSpMkLst>
            <pc:docMk/>
            <pc:sldMk cId="2270794384" sldId="356"/>
            <ac:grpSpMk id="242" creationId="{6BEA945E-6D24-D2FF-417B-858CA27E7563}"/>
          </ac:grpSpMkLst>
        </pc:grpChg>
        <pc:grpChg chg="mod">
          <ac:chgData name="Mahima Weerasinghe" userId="e11e3f55-42da-4e07-8ead-4d7a1d7ea1c6" providerId="ADAL" clId="{A71A91A0-537E-435E-A57A-6A59184BC47A}" dt="2024-08-18T11:57:27.332" v="2353"/>
          <ac:grpSpMkLst>
            <pc:docMk/>
            <pc:sldMk cId="2270794384" sldId="356"/>
            <ac:grpSpMk id="244" creationId="{B680147C-CE7A-07E3-3C8C-A7D4033CC450}"/>
          </ac:grpSpMkLst>
        </pc:grpChg>
        <pc:grpChg chg="del mod">
          <ac:chgData name="Mahima Weerasinghe" userId="e11e3f55-42da-4e07-8ead-4d7a1d7ea1c6" providerId="ADAL" clId="{A71A91A0-537E-435E-A57A-6A59184BC47A}" dt="2024-08-18T11:57:38.166" v="2359"/>
          <ac:grpSpMkLst>
            <pc:docMk/>
            <pc:sldMk cId="2270794384" sldId="356"/>
            <ac:grpSpMk id="247" creationId="{D8AE5350-D664-B6FE-9BB3-D760135BD8DA}"/>
          </ac:grpSpMkLst>
        </pc:grpChg>
        <pc:grpChg chg="del mod">
          <ac:chgData name="Mahima Weerasinghe" userId="e11e3f55-42da-4e07-8ead-4d7a1d7ea1c6" providerId="ADAL" clId="{A71A91A0-537E-435E-A57A-6A59184BC47A}" dt="2024-08-26T05:14:37.580" v="3707"/>
          <ac:grpSpMkLst>
            <pc:docMk/>
            <pc:sldMk cId="2270794384" sldId="356"/>
            <ac:grpSpMk id="250" creationId="{78EC480B-08C7-D966-02DE-69357E1547A6}"/>
          </ac:grpSpMkLst>
        </pc:grpChg>
        <pc:grpChg chg="del mod">
          <ac:chgData name="Mahima Weerasinghe" userId="e11e3f55-42da-4e07-8ead-4d7a1d7ea1c6" providerId="ADAL" clId="{A71A91A0-537E-435E-A57A-6A59184BC47A}" dt="2024-08-18T11:57:42.084" v="2362"/>
          <ac:grpSpMkLst>
            <pc:docMk/>
            <pc:sldMk cId="2270794384" sldId="356"/>
            <ac:grpSpMk id="250" creationId="{CF05F0D0-DF17-B392-AA5D-F3CC9ED780CA}"/>
          </ac:grpSpMkLst>
        </pc:grpChg>
        <pc:grpChg chg="mod">
          <ac:chgData name="Mahima Weerasinghe" userId="e11e3f55-42da-4e07-8ead-4d7a1d7ea1c6" providerId="ADAL" clId="{A71A91A0-537E-435E-A57A-6A59184BC47A}" dt="2024-08-18T11:57:42.084" v="2362"/>
          <ac:grpSpMkLst>
            <pc:docMk/>
            <pc:sldMk cId="2270794384" sldId="356"/>
            <ac:grpSpMk id="253" creationId="{9C623D05-FE94-652A-4B42-E0D8DC673728}"/>
          </ac:grpSpMkLst>
        </pc:grpChg>
        <pc:grpChg chg="mod">
          <ac:chgData name="Mahima Weerasinghe" userId="e11e3f55-42da-4e07-8ead-4d7a1d7ea1c6" providerId="ADAL" clId="{A71A91A0-537E-435E-A57A-6A59184BC47A}" dt="2024-08-18T11:58:23.223" v="2366"/>
          <ac:grpSpMkLst>
            <pc:docMk/>
            <pc:sldMk cId="2270794384" sldId="356"/>
            <ac:grpSpMk id="257" creationId="{D5086E57-A0B2-86DC-54EF-BE6B98EE0871}"/>
          </ac:grpSpMkLst>
        </pc:grpChg>
        <pc:grpChg chg="mod">
          <ac:chgData name="Mahima Weerasinghe" userId="e11e3f55-42da-4e07-8ead-4d7a1d7ea1c6" providerId="ADAL" clId="{A71A91A0-537E-435E-A57A-6A59184BC47A}" dt="2024-08-18T11:59:17.429" v="2373"/>
          <ac:grpSpMkLst>
            <pc:docMk/>
            <pc:sldMk cId="2270794384" sldId="356"/>
            <ac:grpSpMk id="264" creationId="{3BB20C37-6E1C-DCFF-5075-DB5002DC2BAE}"/>
          </ac:grpSpMkLst>
        </pc:grpChg>
        <pc:grpChg chg="mod">
          <ac:chgData name="Mahima Weerasinghe" userId="e11e3f55-42da-4e07-8ead-4d7a1d7ea1c6" providerId="ADAL" clId="{A71A91A0-537E-435E-A57A-6A59184BC47A}" dt="2024-08-18T11:59:20.493" v="2376"/>
          <ac:grpSpMkLst>
            <pc:docMk/>
            <pc:sldMk cId="2270794384" sldId="356"/>
            <ac:grpSpMk id="267" creationId="{6CB4A65A-E2AA-E810-C185-557B29E00AD0}"/>
          </ac:grpSpMkLst>
        </pc:grpChg>
        <pc:grpChg chg="del mod">
          <ac:chgData name="Mahima Weerasinghe" userId="e11e3f55-42da-4e07-8ead-4d7a1d7ea1c6" providerId="ADAL" clId="{A71A91A0-537E-435E-A57A-6A59184BC47A}" dt="2024-08-26T05:14:57.871" v="3713"/>
          <ac:grpSpMkLst>
            <pc:docMk/>
            <pc:sldMk cId="2270794384" sldId="356"/>
            <ac:grpSpMk id="269" creationId="{5E098262-1F6E-0CBE-C9B3-8316FB9E2FC5}"/>
          </ac:grpSpMkLst>
        </pc:grpChg>
        <pc:grpChg chg="del mod">
          <ac:chgData name="Mahima Weerasinghe" userId="e11e3f55-42da-4e07-8ead-4d7a1d7ea1c6" providerId="ADAL" clId="{A71A91A0-537E-435E-A57A-6A59184BC47A}" dt="2024-08-26T05:15:04.091" v="3720"/>
          <ac:grpSpMkLst>
            <pc:docMk/>
            <pc:sldMk cId="2270794384" sldId="356"/>
            <ac:grpSpMk id="272" creationId="{7E2A0407-7CCF-A31A-905B-5E3F972795A2}"/>
          </ac:grpSpMkLst>
        </pc:grpChg>
        <pc:grpChg chg="mod">
          <ac:chgData name="Mahima Weerasinghe" userId="e11e3f55-42da-4e07-8ead-4d7a1d7ea1c6" providerId="ADAL" clId="{A71A91A0-537E-435E-A57A-6A59184BC47A}" dt="2024-08-26T05:15:00.805" v="3718"/>
          <ac:grpSpMkLst>
            <pc:docMk/>
            <pc:sldMk cId="2270794384" sldId="356"/>
            <ac:grpSpMk id="277" creationId="{F1E9A881-6874-7A61-FF17-D5068FB7997B}"/>
          </ac:grpSpMkLst>
        </pc:grpChg>
        <pc:grpChg chg="mod">
          <ac:chgData name="Mahima Weerasinghe" userId="e11e3f55-42da-4e07-8ead-4d7a1d7ea1c6" providerId="ADAL" clId="{A71A91A0-537E-435E-A57A-6A59184BC47A}" dt="2024-08-26T05:15:04.091" v="3720"/>
          <ac:grpSpMkLst>
            <pc:docMk/>
            <pc:sldMk cId="2270794384" sldId="356"/>
            <ac:grpSpMk id="279" creationId="{9FFAE117-C03E-4F6E-B1F5-4217B26074A6}"/>
          </ac:grpSpMkLst>
        </pc:grpChg>
        <pc:grpChg chg="del mod">
          <ac:chgData name="Mahima Weerasinghe" userId="e11e3f55-42da-4e07-8ead-4d7a1d7ea1c6" providerId="ADAL" clId="{A71A91A0-537E-435E-A57A-6A59184BC47A}" dt="2024-08-26T05:15:22.715" v="3732"/>
          <ac:grpSpMkLst>
            <pc:docMk/>
            <pc:sldMk cId="2270794384" sldId="356"/>
            <ac:grpSpMk id="284" creationId="{9B94C05B-2ED8-E1D0-8620-19456E13E29B}"/>
          </ac:grpSpMkLst>
        </pc:grpChg>
        <pc:grpChg chg="del mod">
          <ac:chgData name="Mahima Weerasinghe" userId="e11e3f55-42da-4e07-8ead-4d7a1d7ea1c6" providerId="ADAL" clId="{A71A91A0-537E-435E-A57A-6A59184BC47A}" dt="2024-08-26T05:17:46.447" v="3763"/>
          <ac:grpSpMkLst>
            <pc:docMk/>
            <pc:sldMk cId="2270794384" sldId="356"/>
            <ac:grpSpMk id="291" creationId="{E6F84C94-8480-5EB9-485D-BDF0D8AECACB}"/>
          </ac:grpSpMkLst>
        </pc:grpChg>
        <pc:grpChg chg="del mod">
          <ac:chgData name="Mahima Weerasinghe" userId="e11e3f55-42da-4e07-8ead-4d7a1d7ea1c6" providerId="ADAL" clId="{A71A91A0-537E-435E-A57A-6A59184BC47A}" dt="2024-08-26T05:20:16.407" v="3800"/>
          <ac:grpSpMkLst>
            <pc:docMk/>
            <pc:sldMk cId="2270794384" sldId="356"/>
            <ac:grpSpMk id="295" creationId="{B6304897-E150-DE1B-1B16-FBE264C9433C}"/>
          </ac:grpSpMkLst>
        </pc:grpChg>
        <pc:grpChg chg="del mod">
          <ac:chgData name="Mahima Weerasinghe" userId="e11e3f55-42da-4e07-8ead-4d7a1d7ea1c6" providerId="ADAL" clId="{A71A91A0-537E-435E-A57A-6A59184BC47A}" dt="2024-08-26T05:19:11.438" v="3767"/>
          <ac:grpSpMkLst>
            <pc:docMk/>
            <pc:sldMk cId="2270794384" sldId="356"/>
            <ac:grpSpMk id="299" creationId="{20725DBC-A283-F62C-F51C-2D0CED09AF0F}"/>
          </ac:grpSpMkLst>
        </pc:grpChg>
        <pc:grpChg chg="del mod">
          <ac:chgData name="Mahima Weerasinghe" userId="e11e3f55-42da-4e07-8ead-4d7a1d7ea1c6" providerId="ADAL" clId="{A71A91A0-537E-435E-A57A-6A59184BC47A}" dt="2024-08-26T05:19:14.965" v="3770"/>
          <ac:grpSpMkLst>
            <pc:docMk/>
            <pc:sldMk cId="2270794384" sldId="356"/>
            <ac:grpSpMk id="300" creationId="{F69E6188-AE1C-F3F0-0BC1-A38B3CEC7F04}"/>
          </ac:grpSpMkLst>
        </pc:grpChg>
        <pc:grpChg chg="del mod">
          <ac:chgData name="Mahima Weerasinghe" userId="e11e3f55-42da-4e07-8ead-4d7a1d7ea1c6" providerId="ADAL" clId="{A71A91A0-537E-435E-A57A-6A59184BC47A}" dt="2024-08-26T05:19:25.799" v="3772"/>
          <ac:grpSpMkLst>
            <pc:docMk/>
            <pc:sldMk cId="2270794384" sldId="356"/>
            <ac:grpSpMk id="303" creationId="{7DFAE8F4-319F-22CF-AC48-FD5E24C49F10}"/>
          </ac:grpSpMkLst>
        </pc:grpChg>
        <pc:grpChg chg="del mod">
          <ac:chgData name="Mahima Weerasinghe" userId="e11e3f55-42da-4e07-8ead-4d7a1d7ea1c6" providerId="ADAL" clId="{A71A91A0-537E-435E-A57A-6A59184BC47A}" dt="2024-08-26T05:19:27.686" v="3774"/>
          <ac:grpSpMkLst>
            <pc:docMk/>
            <pc:sldMk cId="2270794384" sldId="356"/>
            <ac:grpSpMk id="305" creationId="{BFD5C120-1C84-9B7B-8674-E81D47A75E13}"/>
          </ac:grpSpMkLst>
        </pc:grpChg>
        <pc:grpChg chg="del mod">
          <ac:chgData name="Mahima Weerasinghe" userId="e11e3f55-42da-4e07-8ead-4d7a1d7ea1c6" providerId="ADAL" clId="{A71A91A0-537E-435E-A57A-6A59184BC47A}" dt="2024-08-26T05:19:31.569" v="3777"/>
          <ac:grpSpMkLst>
            <pc:docMk/>
            <pc:sldMk cId="2270794384" sldId="356"/>
            <ac:grpSpMk id="307" creationId="{09D4F037-0CCC-F35A-CF4E-B4B57A580F92}"/>
          </ac:grpSpMkLst>
        </pc:grpChg>
        <pc:grpChg chg="del mod">
          <ac:chgData name="Mahima Weerasinghe" userId="e11e3f55-42da-4e07-8ead-4d7a1d7ea1c6" providerId="ADAL" clId="{A71A91A0-537E-435E-A57A-6A59184BC47A}" dt="2024-08-26T05:19:46.800" v="3782"/>
          <ac:grpSpMkLst>
            <pc:docMk/>
            <pc:sldMk cId="2270794384" sldId="356"/>
            <ac:grpSpMk id="310" creationId="{C8C180E4-5E42-F118-AA27-5CF9B5132E68}"/>
          </ac:grpSpMkLst>
        </pc:grpChg>
        <pc:grpChg chg="del mod">
          <ac:chgData name="Mahima Weerasinghe" userId="e11e3f55-42da-4e07-8ead-4d7a1d7ea1c6" providerId="ADAL" clId="{A71A91A0-537E-435E-A57A-6A59184BC47A}" dt="2024-08-26T05:19:46.800" v="3782"/>
          <ac:grpSpMkLst>
            <pc:docMk/>
            <pc:sldMk cId="2270794384" sldId="356"/>
            <ac:grpSpMk id="315" creationId="{50DBAD5D-4FA8-E9CB-929A-C57E8AF39541}"/>
          </ac:grpSpMkLst>
        </pc:grpChg>
        <pc:grpChg chg="del mod">
          <ac:chgData name="Mahima Weerasinghe" userId="e11e3f55-42da-4e07-8ead-4d7a1d7ea1c6" providerId="ADAL" clId="{A71A91A0-537E-435E-A57A-6A59184BC47A}" dt="2024-08-26T05:19:49.078" v="3785"/>
          <ac:grpSpMkLst>
            <pc:docMk/>
            <pc:sldMk cId="2270794384" sldId="356"/>
            <ac:grpSpMk id="316" creationId="{432003A2-B875-DCE2-E716-205D7913C823}"/>
          </ac:grpSpMkLst>
        </pc:grpChg>
        <pc:grpChg chg="del mod">
          <ac:chgData name="Mahima Weerasinghe" userId="e11e3f55-42da-4e07-8ead-4d7a1d7ea1c6" providerId="ADAL" clId="{A71A91A0-537E-435E-A57A-6A59184BC47A}" dt="2024-08-26T05:19:50.862" v="3788"/>
          <ac:grpSpMkLst>
            <pc:docMk/>
            <pc:sldMk cId="2270794384" sldId="356"/>
            <ac:grpSpMk id="319" creationId="{71F9F23C-824D-1488-8A3F-F417B12B09DF}"/>
          </ac:grpSpMkLst>
        </pc:grpChg>
        <pc:grpChg chg="del mod">
          <ac:chgData name="Mahima Weerasinghe" userId="e11e3f55-42da-4e07-8ead-4d7a1d7ea1c6" providerId="ADAL" clId="{A71A91A0-537E-435E-A57A-6A59184BC47A}" dt="2024-08-26T05:19:53.811" v="3793"/>
          <ac:grpSpMkLst>
            <pc:docMk/>
            <pc:sldMk cId="2270794384" sldId="356"/>
            <ac:grpSpMk id="322" creationId="{ACB3A321-BA3E-5346-B245-DBCF17EA3E0F}"/>
          </ac:grpSpMkLst>
        </pc:grpChg>
        <pc:grpChg chg="del mod">
          <ac:chgData name="Mahima Weerasinghe" userId="e11e3f55-42da-4e07-8ead-4d7a1d7ea1c6" providerId="ADAL" clId="{A71A91A0-537E-435E-A57A-6A59184BC47A}" dt="2024-08-26T05:19:57.320" v="3797"/>
          <ac:grpSpMkLst>
            <pc:docMk/>
            <pc:sldMk cId="2270794384" sldId="356"/>
            <ac:grpSpMk id="327" creationId="{EB56D438-E435-1207-FB1E-DE5F63B742EF}"/>
          </ac:grpSpMkLst>
        </pc:grpChg>
        <pc:grpChg chg="mod">
          <ac:chgData name="Mahima Weerasinghe" userId="e11e3f55-42da-4e07-8ead-4d7a1d7ea1c6" providerId="ADAL" clId="{A71A91A0-537E-435E-A57A-6A59184BC47A}" dt="2024-08-26T05:19:57.320" v="3797"/>
          <ac:grpSpMkLst>
            <pc:docMk/>
            <pc:sldMk cId="2270794384" sldId="356"/>
            <ac:grpSpMk id="331" creationId="{D4D00DBA-FD9B-BD61-E11D-7968A5CC5C5E}"/>
          </ac:grpSpMkLst>
        </pc:grpChg>
        <pc:grpChg chg="del mod">
          <ac:chgData name="Mahima Weerasinghe" userId="e11e3f55-42da-4e07-8ead-4d7a1d7ea1c6" providerId="ADAL" clId="{A71A91A0-537E-435E-A57A-6A59184BC47A}" dt="2024-08-26T05:20:19.729" v="3807"/>
          <ac:grpSpMkLst>
            <pc:docMk/>
            <pc:sldMk cId="2270794384" sldId="356"/>
            <ac:grpSpMk id="334" creationId="{E96BD5C9-0A51-BD45-B7D2-340DD22BF71D}"/>
          </ac:grpSpMkLst>
        </pc:grpChg>
        <pc:grpChg chg="del mod">
          <ac:chgData name="Mahima Weerasinghe" userId="e11e3f55-42da-4e07-8ead-4d7a1d7ea1c6" providerId="ADAL" clId="{A71A91A0-537E-435E-A57A-6A59184BC47A}" dt="2024-08-26T05:20:25.464" v="3810"/>
          <ac:grpSpMkLst>
            <pc:docMk/>
            <pc:sldMk cId="2270794384" sldId="356"/>
            <ac:grpSpMk id="341" creationId="{6BB2FF0F-0014-DBCF-054E-2CDEEB7462D3}"/>
          </ac:grpSpMkLst>
        </pc:grpChg>
        <pc:grpChg chg="del mod">
          <ac:chgData name="Mahima Weerasinghe" userId="e11e3f55-42da-4e07-8ead-4d7a1d7ea1c6" providerId="ADAL" clId="{A71A91A0-537E-435E-A57A-6A59184BC47A}" dt="2024-08-26T05:20:29.605" v="3812"/>
          <ac:grpSpMkLst>
            <pc:docMk/>
            <pc:sldMk cId="2270794384" sldId="356"/>
            <ac:grpSpMk id="344" creationId="{7E8D58EB-42F2-E6A7-3F73-940A5B1B00F6}"/>
          </ac:grpSpMkLst>
        </pc:grpChg>
        <pc:grpChg chg="del mod">
          <ac:chgData name="Mahima Weerasinghe" userId="e11e3f55-42da-4e07-8ead-4d7a1d7ea1c6" providerId="ADAL" clId="{A71A91A0-537E-435E-A57A-6A59184BC47A}" dt="2024-08-26T05:20:35.133" v="3814"/>
          <ac:grpSpMkLst>
            <pc:docMk/>
            <pc:sldMk cId="2270794384" sldId="356"/>
            <ac:grpSpMk id="346" creationId="{B88E4C33-9B93-9C68-FC42-C6DF973C0B01}"/>
          </ac:grpSpMkLst>
        </pc:grpChg>
        <pc:grpChg chg="del mod">
          <ac:chgData name="Mahima Weerasinghe" userId="e11e3f55-42da-4e07-8ead-4d7a1d7ea1c6" providerId="ADAL" clId="{A71A91A0-537E-435E-A57A-6A59184BC47A}" dt="2024-08-26T05:20:36.823" v="3816"/>
          <ac:grpSpMkLst>
            <pc:docMk/>
            <pc:sldMk cId="2270794384" sldId="356"/>
            <ac:grpSpMk id="348" creationId="{D078C747-0163-8882-225F-F792711337A0}"/>
          </ac:grpSpMkLst>
        </pc:grpChg>
        <pc:grpChg chg="del mod">
          <ac:chgData name="Mahima Weerasinghe" userId="e11e3f55-42da-4e07-8ead-4d7a1d7ea1c6" providerId="ADAL" clId="{A71A91A0-537E-435E-A57A-6A59184BC47A}" dt="2024-08-26T05:20:49.241" v="3823"/>
          <ac:grpSpMkLst>
            <pc:docMk/>
            <pc:sldMk cId="2270794384" sldId="356"/>
            <ac:grpSpMk id="350" creationId="{4E159A03-09FD-BBD5-E1C1-2E730D4EE729}"/>
          </ac:grpSpMkLst>
        </pc:grpChg>
        <pc:grpChg chg="del mod">
          <ac:chgData name="Mahima Weerasinghe" userId="e11e3f55-42da-4e07-8ead-4d7a1d7ea1c6" providerId="ADAL" clId="{A71A91A0-537E-435E-A57A-6A59184BC47A}" dt="2024-08-26T05:21:06.971" v="3831"/>
          <ac:grpSpMkLst>
            <pc:docMk/>
            <pc:sldMk cId="2270794384" sldId="356"/>
            <ac:grpSpMk id="357" creationId="{2C72BFCA-3ECC-DA31-877C-B06A399BB61B}"/>
          </ac:grpSpMkLst>
        </pc:grpChg>
        <pc:grpChg chg="del mod">
          <ac:chgData name="Mahima Weerasinghe" userId="e11e3f55-42da-4e07-8ead-4d7a1d7ea1c6" providerId="ADAL" clId="{A71A91A0-537E-435E-A57A-6A59184BC47A}" dt="2024-08-26T05:21:06.971" v="3831"/>
          <ac:grpSpMkLst>
            <pc:docMk/>
            <pc:sldMk cId="2270794384" sldId="356"/>
            <ac:grpSpMk id="361" creationId="{508D0DD7-3E08-3ED3-53B5-D707C392A6FD}"/>
          </ac:grpSpMkLst>
        </pc:grpChg>
        <pc:grpChg chg="del mod">
          <ac:chgData name="Mahima Weerasinghe" userId="e11e3f55-42da-4e07-8ead-4d7a1d7ea1c6" providerId="ADAL" clId="{A71A91A0-537E-435E-A57A-6A59184BC47A}" dt="2024-08-26T05:21:12.178" v="3835"/>
          <ac:grpSpMkLst>
            <pc:docMk/>
            <pc:sldMk cId="2270794384" sldId="356"/>
            <ac:grpSpMk id="365" creationId="{6410667C-779C-CEDE-98E6-67559BE0C518}"/>
          </ac:grpSpMkLst>
        </pc:grpChg>
        <pc:grpChg chg="mod">
          <ac:chgData name="Mahima Weerasinghe" userId="e11e3f55-42da-4e07-8ead-4d7a1d7ea1c6" providerId="ADAL" clId="{A71A91A0-537E-435E-A57A-6A59184BC47A}" dt="2024-08-26T05:21:12.178" v="3835"/>
          <ac:grpSpMkLst>
            <pc:docMk/>
            <pc:sldMk cId="2270794384" sldId="356"/>
            <ac:grpSpMk id="369" creationId="{6FB4A0EC-9B1C-D9C7-17E2-7050501CB74B}"/>
          </ac:grpSpMkLst>
        </pc:grpChg>
        <pc:grpChg chg="mod">
          <ac:chgData name="Mahima Weerasinghe" userId="e11e3f55-42da-4e07-8ead-4d7a1d7ea1c6" providerId="ADAL" clId="{A71A91A0-537E-435E-A57A-6A59184BC47A}" dt="2024-08-26T05:21:16.813" v="3842"/>
          <ac:grpSpMkLst>
            <pc:docMk/>
            <pc:sldMk cId="2270794384" sldId="356"/>
            <ac:grpSpMk id="376" creationId="{B373C5F1-6CD9-8ECB-A14C-30DAED285C82}"/>
          </ac:grpSpMkLst>
        </pc:grpChg>
        <pc:grpChg chg="del mod">
          <ac:chgData name="Mahima Weerasinghe" userId="e11e3f55-42da-4e07-8ead-4d7a1d7ea1c6" providerId="ADAL" clId="{A71A91A0-537E-435E-A57A-6A59184BC47A}" dt="2024-08-26T05:21:56.458" v="3862"/>
          <ac:grpSpMkLst>
            <pc:docMk/>
            <pc:sldMk cId="2270794384" sldId="356"/>
            <ac:grpSpMk id="390" creationId="{32469954-A2B1-FA7A-DD24-7EF1560C03E4}"/>
          </ac:grpSpMkLst>
        </pc:grpChg>
        <pc:grpChg chg="del mod">
          <ac:chgData name="Mahima Weerasinghe" userId="e11e3f55-42da-4e07-8ead-4d7a1d7ea1c6" providerId="ADAL" clId="{A71A91A0-537E-435E-A57A-6A59184BC47A}" dt="2024-08-26T05:22:03.256" v="3874"/>
          <ac:grpSpMkLst>
            <pc:docMk/>
            <pc:sldMk cId="2270794384" sldId="356"/>
            <ac:grpSpMk id="396" creationId="{F485A97A-A905-FF64-4F79-799ECB6A395C}"/>
          </ac:grpSpMkLst>
        </pc:grpChg>
        <pc:grpChg chg="del mod">
          <ac:chgData name="Mahima Weerasinghe" userId="e11e3f55-42da-4e07-8ead-4d7a1d7ea1c6" providerId="ADAL" clId="{A71A91A0-537E-435E-A57A-6A59184BC47A}" dt="2024-08-26T05:22:03.256" v="3874"/>
          <ac:grpSpMkLst>
            <pc:docMk/>
            <pc:sldMk cId="2270794384" sldId="356"/>
            <ac:grpSpMk id="402" creationId="{60305093-EACA-1494-F78B-FC0972AD4801}"/>
          </ac:grpSpMkLst>
        </pc:grpChg>
        <pc:grpChg chg="del mod">
          <ac:chgData name="Mahima Weerasinghe" userId="e11e3f55-42da-4e07-8ead-4d7a1d7ea1c6" providerId="ADAL" clId="{A71A91A0-537E-435E-A57A-6A59184BC47A}" dt="2024-08-26T05:22:11.006" v="3882"/>
          <ac:grpSpMkLst>
            <pc:docMk/>
            <pc:sldMk cId="2270794384" sldId="356"/>
            <ac:grpSpMk id="408" creationId="{512B3934-751A-AF44-C63B-100621F26D4A}"/>
          </ac:grpSpMkLst>
        </pc:grpChg>
        <pc:grpChg chg="mod">
          <ac:chgData name="Mahima Weerasinghe" userId="e11e3f55-42da-4e07-8ead-4d7a1d7ea1c6" providerId="ADAL" clId="{A71A91A0-537E-435E-A57A-6A59184BC47A}" dt="2024-08-26T05:22:11.006" v="3882"/>
          <ac:grpSpMkLst>
            <pc:docMk/>
            <pc:sldMk cId="2270794384" sldId="356"/>
            <ac:grpSpMk id="416" creationId="{983F7C40-D98D-AD92-7C65-A8C799C7BCCE}"/>
          </ac:grpSpMkLst>
        </pc:grpChg>
        <pc:grpChg chg="mod">
          <ac:chgData name="Mahima Weerasinghe" userId="e11e3f55-42da-4e07-8ead-4d7a1d7ea1c6" providerId="ADAL" clId="{A71A91A0-537E-435E-A57A-6A59184BC47A}" dt="2024-08-26T05:22:40.864" v="3895"/>
          <ac:grpSpMkLst>
            <pc:docMk/>
            <pc:sldMk cId="2270794384" sldId="356"/>
            <ac:grpSpMk id="429" creationId="{A9DA4648-9FF1-6F1E-37C3-B7BB2CD99DED}"/>
          </ac:grpSpMkLst>
        </pc:grpChg>
        <pc:grpChg chg="del">
          <ac:chgData name="Mahima Weerasinghe" userId="e11e3f55-42da-4e07-8ead-4d7a1d7ea1c6" providerId="ADAL" clId="{A71A91A0-537E-435E-A57A-6A59184BC47A}" dt="2024-08-17T12:18:26.858" v="85" actId="478"/>
          <ac:grpSpMkLst>
            <pc:docMk/>
            <pc:sldMk cId="2270794384" sldId="356"/>
            <ac:grpSpMk id="1027" creationId="{90E47D64-2B8B-0970-60EE-A63BBBE21311}"/>
          </ac:grpSpMkLst>
        </pc:grpChg>
        <pc:picChg chg="add del mod">
          <ac:chgData name="Mahima Weerasinghe" userId="e11e3f55-42da-4e07-8ead-4d7a1d7ea1c6" providerId="ADAL" clId="{A71A91A0-537E-435E-A57A-6A59184BC47A}" dt="2024-08-17T12:21:13.582" v="98" actId="478"/>
          <ac:picMkLst>
            <pc:docMk/>
            <pc:sldMk cId="2270794384" sldId="356"/>
            <ac:picMk id="14" creationId="{0DE291B4-6567-FAA2-86E4-FAF129F8AA3A}"/>
          </ac:picMkLst>
        </pc:picChg>
        <pc:picChg chg="add del mod">
          <ac:chgData name="Mahima Weerasinghe" userId="e11e3f55-42da-4e07-8ead-4d7a1d7ea1c6" providerId="ADAL" clId="{A71A91A0-537E-435E-A57A-6A59184BC47A}" dt="2024-08-17T12:27:42.822" v="108" actId="478"/>
          <ac:picMkLst>
            <pc:docMk/>
            <pc:sldMk cId="2270794384" sldId="356"/>
            <ac:picMk id="25" creationId="{6D56C0CC-739F-4ABA-C29B-0C224AE90558}"/>
          </ac:picMkLst>
        </pc:picChg>
        <pc:picChg chg="add del">
          <ac:chgData name="Mahima Weerasinghe" userId="e11e3f55-42da-4e07-8ead-4d7a1d7ea1c6" providerId="ADAL" clId="{A71A91A0-537E-435E-A57A-6A59184BC47A}" dt="2024-08-17T12:18:21.604" v="84" actId="478"/>
          <ac:picMkLst>
            <pc:docMk/>
            <pc:sldMk cId="2270794384" sldId="356"/>
            <ac:picMk id="1026" creationId="{D34CD5A5-B328-904E-D9C8-9DB684968AA0}"/>
          </ac:picMkLst>
        </pc:picChg>
        <pc:picChg chg="add del">
          <ac:chgData name="Mahima Weerasinghe" userId="e11e3f55-42da-4e07-8ead-4d7a1d7ea1c6" providerId="ADAL" clId="{A71A91A0-537E-435E-A57A-6A59184BC47A}" dt="2024-08-17T12:20:03.626" v="90" actId="478"/>
          <ac:picMkLst>
            <pc:docMk/>
            <pc:sldMk cId="2270794384" sldId="356"/>
            <ac:picMk id="1028" creationId="{7500B252-F13A-6835-D5C4-478A1906F533}"/>
          </ac:picMkLst>
        </pc:picChg>
        <pc:inkChg chg="del">
          <ac:chgData name="Mahima Weerasinghe" userId="e11e3f55-42da-4e07-8ead-4d7a1d7ea1c6" providerId="ADAL" clId="{A71A91A0-537E-435E-A57A-6A59184BC47A}" dt="2024-08-17T12:18:26.858" v="85" actId="478"/>
          <ac:inkMkLst>
            <pc:docMk/>
            <pc:sldMk cId="2270794384" sldId="356"/>
            <ac:inkMk id="3" creationId="{2DB249F5-61A5-7373-1EC2-2752BDB70889}"/>
          </ac:inkMkLst>
        </pc:inkChg>
        <pc:inkChg chg="add mod">
          <ac:chgData name="Mahima Weerasinghe" userId="e11e3f55-42da-4e07-8ead-4d7a1d7ea1c6" providerId="ADAL" clId="{A71A91A0-537E-435E-A57A-6A59184BC47A}" dt="2024-08-18T11:51:39.977" v="2226"/>
          <ac:inkMkLst>
            <pc:docMk/>
            <pc:sldMk cId="2270794384" sldId="356"/>
            <ac:inkMk id="3" creationId="{49251283-CE0F-73DD-7C0B-94A1A89DB341}"/>
          </ac:inkMkLst>
        </pc:inkChg>
        <pc:inkChg chg="add mod">
          <ac:chgData name="Mahima Weerasinghe" userId="e11e3f55-42da-4e07-8ead-4d7a1d7ea1c6" providerId="ADAL" clId="{A71A91A0-537E-435E-A57A-6A59184BC47A}" dt="2024-08-18T11:51:39.977" v="2226"/>
          <ac:inkMkLst>
            <pc:docMk/>
            <pc:sldMk cId="2270794384" sldId="356"/>
            <ac:inkMk id="4" creationId="{9AE4540B-B27C-3144-F85F-6F4162CF1F9B}"/>
          </ac:inkMkLst>
        </pc:inkChg>
        <pc:inkChg chg="add mod">
          <ac:chgData name="Mahima Weerasinghe" userId="e11e3f55-42da-4e07-8ead-4d7a1d7ea1c6" providerId="ADAL" clId="{A71A91A0-537E-435E-A57A-6A59184BC47A}" dt="2024-08-18T11:51:39.977" v="2226"/>
          <ac:inkMkLst>
            <pc:docMk/>
            <pc:sldMk cId="2270794384" sldId="356"/>
            <ac:inkMk id="5" creationId="{7A649A3F-AB95-76C0-C823-002FE7A49694}"/>
          </ac:inkMkLst>
        </pc:inkChg>
        <pc:inkChg chg="add">
          <ac:chgData name="Mahima Weerasinghe" userId="e11e3f55-42da-4e07-8ead-4d7a1d7ea1c6" providerId="ADAL" clId="{A71A91A0-537E-435E-A57A-6A59184BC47A}" dt="2024-08-26T05:14:16.838" v="3691" actId="9405"/>
          <ac:inkMkLst>
            <pc:docMk/>
            <pc:sldMk cId="2270794384" sldId="356"/>
            <ac:inkMk id="6" creationId="{C992A283-41CD-F22B-6674-16CFF315A341}"/>
          </ac:inkMkLst>
        </pc:inkChg>
        <pc:inkChg chg="add mod">
          <ac:chgData name="Mahima Weerasinghe" userId="e11e3f55-42da-4e07-8ead-4d7a1d7ea1c6" providerId="ADAL" clId="{A71A91A0-537E-435E-A57A-6A59184BC47A}" dt="2024-08-18T11:51:39.977" v="2226"/>
          <ac:inkMkLst>
            <pc:docMk/>
            <pc:sldMk cId="2270794384" sldId="356"/>
            <ac:inkMk id="7" creationId="{0888BAEB-6350-21CC-E264-977ED441D076}"/>
          </ac:inkMkLst>
        </pc:inkChg>
        <pc:inkChg chg="add mod">
          <ac:chgData name="Mahima Weerasinghe" userId="e11e3f55-42da-4e07-8ead-4d7a1d7ea1c6" providerId="ADAL" clId="{A71A91A0-537E-435E-A57A-6A59184BC47A}" dt="2024-08-26T05:15:04.091" v="3720"/>
          <ac:inkMkLst>
            <pc:docMk/>
            <pc:sldMk cId="2270794384" sldId="356"/>
            <ac:inkMk id="8" creationId="{08FA38AA-43C0-0BEC-5AB6-5D3E6BC7CF66}"/>
          </ac:inkMkLst>
        </pc:inkChg>
        <pc:inkChg chg="add mod">
          <ac:chgData name="Mahima Weerasinghe" userId="e11e3f55-42da-4e07-8ead-4d7a1d7ea1c6" providerId="ADAL" clId="{A71A91A0-537E-435E-A57A-6A59184BC47A}" dt="2024-08-18T11:51:39.977" v="2226"/>
          <ac:inkMkLst>
            <pc:docMk/>
            <pc:sldMk cId="2270794384" sldId="356"/>
            <ac:inkMk id="9" creationId="{FECF125C-C2C3-18E8-7E2E-52A4CB4D7DCB}"/>
          </ac:inkMkLst>
        </pc:inkChg>
        <pc:inkChg chg="add mod">
          <ac:chgData name="Mahima Weerasinghe" userId="e11e3f55-42da-4e07-8ead-4d7a1d7ea1c6" providerId="ADAL" clId="{A71A91A0-537E-435E-A57A-6A59184BC47A}" dt="2024-08-18T11:51:39.977" v="2226"/>
          <ac:inkMkLst>
            <pc:docMk/>
            <pc:sldMk cId="2270794384" sldId="356"/>
            <ac:inkMk id="10" creationId="{B052EDE6-2251-5431-F74A-365428B848F0}"/>
          </ac:inkMkLst>
        </pc:inkChg>
        <pc:inkChg chg="add mod">
          <ac:chgData name="Mahima Weerasinghe" userId="e11e3f55-42da-4e07-8ead-4d7a1d7ea1c6" providerId="ADAL" clId="{A71A91A0-537E-435E-A57A-6A59184BC47A}" dt="2024-08-26T05:15:04.091" v="3720"/>
          <ac:inkMkLst>
            <pc:docMk/>
            <pc:sldMk cId="2270794384" sldId="356"/>
            <ac:inkMk id="11" creationId="{C37A5282-542E-32E2-E80A-2581B252A462}"/>
          </ac:inkMkLst>
        </pc:inkChg>
        <pc:inkChg chg="add mod">
          <ac:chgData name="Mahima Weerasinghe" userId="e11e3f55-42da-4e07-8ead-4d7a1d7ea1c6" providerId="ADAL" clId="{A71A91A0-537E-435E-A57A-6A59184BC47A}" dt="2024-08-18T11:51:39.977" v="2226"/>
          <ac:inkMkLst>
            <pc:docMk/>
            <pc:sldMk cId="2270794384" sldId="356"/>
            <ac:inkMk id="12" creationId="{4AEF96B4-A2DF-2367-6801-251E381A2968}"/>
          </ac:inkMkLst>
        </pc:inkChg>
        <pc:inkChg chg="add mod">
          <ac:chgData name="Mahima Weerasinghe" userId="e11e3f55-42da-4e07-8ead-4d7a1d7ea1c6" providerId="ADAL" clId="{A71A91A0-537E-435E-A57A-6A59184BC47A}" dt="2024-08-18T11:51:39.977" v="2226"/>
          <ac:inkMkLst>
            <pc:docMk/>
            <pc:sldMk cId="2270794384" sldId="356"/>
            <ac:inkMk id="13" creationId="{BDCBC666-B0CD-8C90-4883-A6353E129F47}"/>
          </ac:inkMkLst>
        </pc:inkChg>
        <pc:inkChg chg="add mod">
          <ac:chgData name="Mahima Weerasinghe" userId="e11e3f55-42da-4e07-8ead-4d7a1d7ea1c6" providerId="ADAL" clId="{A71A91A0-537E-435E-A57A-6A59184BC47A}" dt="2024-08-18T11:51:39.977" v="2226"/>
          <ac:inkMkLst>
            <pc:docMk/>
            <pc:sldMk cId="2270794384" sldId="356"/>
            <ac:inkMk id="15" creationId="{81BDB4BF-E6E4-8C84-EA69-B99C1BAE91AD}"/>
          </ac:inkMkLst>
        </pc:inkChg>
        <pc:inkChg chg="add mod">
          <ac:chgData name="Mahima Weerasinghe" userId="e11e3f55-42da-4e07-8ead-4d7a1d7ea1c6" providerId="ADAL" clId="{A71A91A0-537E-435E-A57A-6A59184BC47A}" dt="2024-08-18T11:51:39.977" v="2226"/>
          <ac:inkMkLst>
            <pc:docMk/>
            <pc:sldMk cId="2270794384" sldId="356"/>
            <ac:inkMk id="16" creationId="{BAE4FCAD-E09F-632D-A560-38D0CA03F97B}"/>
          </ac:inkMkLst>
        </pc:inkChg>
        <pc:inkChg chg="add mod">
          <ac:chgData name="Mahima Weerasinghe" userId="e11e3f55-42da-4e07-8ead-4d7a1d7ea1c6" providerId="ADAL" clId="{A71A91A0-537E-435E-A57A-6A59184BC47A}" dt="2024-08-26T05:15:04.091" v="3720"/>
          <ac:inkMkLst>
            <pc:docMk/>
            <pc:sldMk cId="2270794384" sldId="356"/>
            <ac:inkMk id="17" creationId="{1C326737-DDEF-DB5B-5B79-2256AE9989EE}"/>
          </ac:inkMkLst>
        </pc:inkChg>
        <pc:inkChg chg="add mod">
          <ac:chgData name="Mahima Weerasinghe" userId="e11e3f55-42da-4e07-8ead-4d7a1d7ea1c6" providerId="ADAL" clId="{A71A91A0-537E-435E-A57A-6A59184BC47A}" dt="2024-08-18T11:51:39.977" v="2226"/>
          <ac:inkMkLst>
            <pc:docMk/>
            <pc:sldMk cId="2270794384" sldId="356"/>
            <ac:inkMk id="18" creationId="{ED213616-0AF9-DC63-EFBA-9C38A2668B4D}"/>
          </ac:inkMkLst>
        </pc:inkChg>
        <pc:inkChg chg="add mod">
          <ac:chgData name="Mahima Weerasinghe" userId="e11e3f55-42da-4e07-8ead-4d7a1d7ea1c6" providerId="ADAL" clId="{A71A91A0-537E-435E-A57A-6A59184BC47A}" dt="2024-08-18T11:51:39.977" v="2226"/>
          <ac:inkMkLst>
            <pc:docMk/>
            <pc:sldMk cId="2270794384" sldId="356"/>
            <ac:inkMk id="20" creationId="{950AAE14-594C-7F63-4AFB-14C182F41722}"/>
          </ac:inkMkLst>
        </pc:inkChg>
        <pc:inkChg chg="add mod">
          <ac:chgData name="Mahima Weerasinghe" userId="e11e3f55-42da-4e07-8ead-4d7a1d7ea1c6" providerId="ADAL" clId="{A71A91A0-537E-435E-A57A-6A59184BC47A}" dt="2024-08-26T05:15:04.091" v="3720"/>
          <ac:inkMkLst>
            <pc:docMk/>
            <pc:sldMk cId="2270794384" sldId="356"/>
            <ac:inkMk id="21" creationId="{18269ED8-F9C5-47A2-0B0C-440B64DBC164}"/>
          </ac:inkMkLst>
        </pc:inkChg>
        <pc:inkChg chg="add mod">
          <ac:chgData name="Mahima Weerasinghe" userId="e11e3f55-42da-4e07-8ead-4d7a1d7ea1c6" providerId="ADAL" clId="{A71A91A0-537E-435E-A57A-6A59184BC47A}" dt="2024-08-18T11:51:39.977" v="2226"/>
          <ac:inkMkLst>
            <pc:docMk/>
            <pc:sldMk cId="2270794384" sldId="356"/>
            <ac:inkMk id="22" creationId="{2E13FFD9-688A-3D50-15B3-70DCA8BBF020}"/>
          </ac:inkMkLst>
        </pc:inkChg>
        <pc:inkChg chg="add mod">
          <ac:chgData name="Mahima Weerasinghe" userId="e11e3f55-42da-4e07-8ead-4d7a1d7ea1c6" providerId="ADAL" clId="{A71A91A0-537E-435E-A57A-6A59184BC47A}" dt="2024-08-18T11:51:39.977" v="2226"/>
          <ac:inkMkLst>
            <pc:docMk/>
            <pc:sldMk cId="2270794384" sldId="356"/>
            <ac:inkMk id="23" creationId="{C7990221-3715-C2F3-35C1-8EF56B43F3D8}"/>
          </ac:inkMkLst>
        </pc:inkChg>
        <pc:inkChg chg="add mod">
          <ac:chgData name="Mahima Weerasinghe" userId="e11e3f55-42da-4e07-8ead-4d7a1d7ea1c6" providerId="ADAL" clId="{A71A91A0-537E-435E-A57A-6A59184BC47A}" dt="2024-08-18T11:51:39.977" v="2226"/>
          <ac:inkMkLst>
            <pc:docMk/>
            <pc:sldMk cId="2270794384" sldId="356"/>
            <ac:inkMk id="24" creationId="{68376386-6172-D9A1-8F1A-A4ECA31E75F4}"/>
          </ac:inkMkLst>
        </pc:inkChg>
        <pc:inkChg chg="add mod">
          <ac:chgData name="Mahima Weerasinghe" userId="e11e3f55-42da-4e07-8ead-4d7a1d7ea1c6" providerId="ADAL" clId="{A71A91A0-537E-435E-A57A-6A59184BC47A}" dt="2024-08-18T11:51:39.977" v="2226"/>
          <ac:inkMkLst>
            <pc:docMk/>
            <pc:sldMk cId="2270794384" sldId="356"/>
            <ac:inkMk id="25" creationId="{134B7FD5-F635-32E0-98A7-C83F7BC672CE}"/>
          </ac:inkMkLst>
        </pc:inkChg>
        <pc:inkChg chg="add mod">
          <ac:chgData name="Mahima Weerasinghe" userId="e11e3f55-42da-4e07-8ead-4d7a1d7ea1c6" providerId="ADAL" clId="{A71A91A0-537E-435E-A57A-6A59184BC47A}" dt="2024-08-18T11:51:39.977" v="2226"/>
          <ac:inkMkLst>
            <pc:docMk/>
            <pc:sldMk cId="2270794384" sldId="356"/>
            <ac:inkMk id="26" creationId="{2241F997-2107-EC71-2E06-3923A38D74B8}"/>
          </ac:inkMkLst>
        </pc:inkChg>
        <pc:inkChg chg="add mod">
          <ac:chgData name="Mahima Weerasinghe" userId="e11e3f55-42da-4e07-8ead-4d7a1d7ea1c6" providerId="ADAL" clId="{A71A91A0-537E-435E-A57A-6A59184BC47A}" dt="2024-08-18T11:51:39.977" v="2226"/>
          <ac:inkMkLst>
            <pc:docMk/>
            <pc:sldMk cId="2270794384" sldId="356"/>
            <ac:inkMk id="28" creationId="{0AF40937-F022-2E16-8F2C-E6DCA6A3DB43}"/>
          </ac:inkMkLst>
        </pc:inkChg>
        <pc:inkChg chg="add mod">
          <ac:chgData name="Mahima Weerasinghe" userId="e11e3f55-42da-4e07-8ead-4d7a1d7ea1c6" providerId="ADAL" clId="{A71A91A0-537E-435E-A57A-6A59184BC47A}" dt="2024-08-18T11:51:39.977" v="2226"/>
          <ac:inkMkLst>
            <pc:docMk/>
            <pc:sldMk cId="2270794384" sldId="356"/>
            <ac:inkMk id="29" creationId="{83B5D6BC-AEBE-E7F5-5759-B7A941C8C319}"/>
          </ac:inkMkLst>
        </pc:inkChg>
        <pc:inkChg chg="add mod">
          <ac:chgData name="Mahima Weerasinghe" userId="e11e3f55-42da-4e07-8ead-4d7a1d7ea1c6" providerId="ADAL" clId="{A71A91A0-537E-435E-A57A-6A59184BC47A}" dt="2024-08-18T11:51:39.977" v="2226"/>
          <ac:inkMkLst>
            <pc:docMk/>
            <pc:sldMk cId="2270794384" sldId="356"/>
            <ac:inkMk id="30" creationId="{C04FA2B4-55B1-7050-76B4-D4CD02876807}"/>
          </ac:inkMkLst>
        </pc:inkChg>
        <pc:inkChg chg="add mod">
          <ac:chgData name="Mahima Weerasinghe" userId="e11e3f55-42da-4e07-8ead-4d7a1d7ea1c6" providerId="ADAL" clId="{A71A91A0-537E-435E-A57A-6A59184BC47A}" dt="2024-08-18T11:51:39.977" v="2226"/>
          <ac:inkMkLst>
            <pc:docMk/>
            <pc:sldMk cId="2270794384" sldId="356"/>
            <ac:inkMk id="31" creationId="{E8E7B8B0-3663-965B-E146-230F93877D2F}"/>
          </ac:inkMkLst>
        </pc:inkChg>
        <pc:inkChg chg="add mod">
          <ac:chgData name="Mahima Weerasinghe" userId="e11e3f55-42da-4e07-8ead-4d7a1d7ea1c6" providerId="ADAL" clId="{A71A91A0-537E-435E-A57A-6A59184BC47A}" dt="2024-08-18T11:51:39.977" v="2226"/>
          <ac:inkMkLst>
            <pc:docMk/>
            <pc:sldMk cId="2270794384" sldId="356"/>
            <ac:inkMk id="32" creationId="{43ADE070-AB39-5947-B91F-336B8FCC81FB}"/>
          </ac:inkMkLst>
        </pc:inkChg>
        <pc:inkChg chg="add mod">
          <ac:chgData name="Mahima Weerasinghe" userId="e11e3f55-42da-4e07-8ead-4d7a1d7ea1c6" providerId="ADAL" clId="{A71A91A0-537E-435E-A57A-6A59184BC47A}" dt="2024-08-26T05:15:04.091" v="3720"/>
          <ac:inkMkLst>
            <pc:docMk/>
            <pc:sldMk cId="2270794384" sldId="356"/>
            <ac:inkMk id="33" creationId="{382B70EE-D1C6-E9DD-936D-AD1241C15BD5}"/>
          </ac:inkMkLst>
        </pc:inkChg>
        <pc:inkChg chg="add mod">
          <ac:chgData name="Mahima Weerasinghe" userId="e11e3f55-42da-4e07-8ead-4d7a1d7ea1c6" providerId="ADAL" clId="{A71A91A0-537E-435E-A57A-6A59184BC47A}" dt="2024-08-18T11:51:39.977" v="2226"/>
          <ac:inkMkLst>
            <pc:docMk/>
            <pc:sldMk cId="2270794384" sldId="356"/>
            <ac:inkMk id="34" creationId="{E6A96DA5-DB45-16A1-CEF1-12A3903947F6}"/>
          </ac:inkMkLst>
        </pc:inkChg>
        <pc:inkChg chg="add mod">
          <ac:chgData name="Mahima Weerasinghe" userId="e11e3f55-42da-4e07-8ead-4d7a1d7ea1c6" providerId="ADAL" clId="{A71A91A0-537E-435E-A57A-6A59184BC47A}" dt="2024-08-18T11:51:39.977" v="2226"/>
          <ac:inkMkLst>
            <pc:docMk/>
            <pc:sldMk cId="2270794384" sldId="356"/>
            <ac:inkMk id="35" creationId="{AFA14BE9-B39E-298F-81AB-9F87105F14BD}"/>
          </ac:inkMkLst>
        </pc:inkChg>
        <pc:inkChg chg="add mod">
          <ac:chgData name="Mahima Weerasinghe" userId="e11e3f55-42da-4e07-8ead-4d7a1d7ea1c6" providerId="ADAL" clId="{A71A91A0-537E-435E-A57A-6A59184BC47A}" dt="2024-08-18T11:51:39.977" v="2226"/>
          <ac:inkMkLst>
            <pc:docMk/>
            <pc:sldMk cId="2270794384" sldId="356"/>
            <ac:inkMk id="36" creationId="{CB55EC45-7250-64FC-1248-FA39BB50D8AC}"/>
          </ac:inkMkLst>
        </pc:inkChg>
        <pc:inkChg chg="add mod">
          <ac:chgData name="Mahima Weerasinghe" userId="e11e3f55-42da-4e07-8ead-4d7a1d7ea1c6" providerId="ADAL" clId="{A71A91A0-537E-435E-A57A-6A59184BC47A}" dt="2024-08-18T11:51:39.977" v="2226"/>
          <ac:inkMkLst>
            <pc:docMk/>
            <pc:sldMk cId="2270794384" sldId="356"/>
            <ac:inkMk id="37" creationId="{0B407B0A-B74F-FF4F-550B-BED5332CA9D3}"/>
          </ac:inkMkLst>
        </pc:inkChg>
        <pc:inkChg chg="add mod">
          <ac:chgData name="Mahima Weerasinghe" userId="e11e3f55-42da-4e07-8ead-4d7a1d7ea1c6" providerId="ADAL" clId="{A71A91A0-537E-435E-A57A-6A59184BC47A}" dt="2024-08-26T05:15:04.091" v="3720"/>
          <ac:inkMkLst>
            <pc:docMk/>
            <pc:sldMk cId="2270794384" sldId="356"/>
            <ac:inkMk id="39" creationId="{BFA06CF8-5FDE-0635-12EE-CFE8029A7B32}"/>
          </ac:inkMkLst>
        </pc:inkChg>
        <pc:inkChg chg="add mod">
          <ac:chgData name="Mahima Weerasinghe" userId="e11e3f55-42da-4e07-8ead-4d7a1d7ea1c6" providerId="ADAL" clId="{A71A91A0-537E-435E-A57A-6A59184BC47A}" dt="2024-08-18T11:51:35.964" v="2220"/>
          <ac:inkMkLst>
            <pc:docMk/>
            <pc:sldMk cId="2270794384" sldId="356"/>
            <ac:inkMk id="40" creationId="{5D49F502-9F49-F48E-E603-75E956DB073B}"/>
          </ac:inkMkLst>
        </pc:inkChg>
        <pc:inkChg chg="add mod">
          <ac:chgData name="Mahima Weerasinghe" userId="e11e3f55-42da-4e07-8ead-4d7a1d7ea1c6" providerId="ADAL" clId="{A71A91A0-537E-435E-A57A-6A59184BC47A}" dt="2024-08-18T11:51:35.964" v="2220"/>
          <ac:inkMkLst>
            <pc:docMk/>
            <pc:sldMk cId="2270794384" sldId="356"/>
            <ac:inkMk id="41" creationId="{5F342978-EFAE-9C8B-0709-437BCC9FA004}"/>
          </ac:inkMkLst>
        </pc:inkChg>
        <pc:inkChg chg="add mod">
          <ac:chgData name="Mahima Weerasinghe" userId="e11e3f55-42da-4e07-8ead-4d7a1d7ea1c6" providerId="ADAL" clId="{A71A91A0-537E-435E-A57A-6A59184BC47A}" dt="2024-08-18T11:51:35.964" v="2220"/>
          <ac:inkMkLst>
            <pc:docMk/>
            <pc:sldMk cId="2270794384" sldId="356"/>
            <ac:inkMk id="42" creationId="{1CE0F89F-E2E3-3B9C-6811-7D740654C904}"/>
          </ac:inkMkLst>
        </pc:inkChg>
        <pc:inkChg chg="add mod">
          <ac:chgData name="Mahima Weerasinghe" userId="e11e3f55-42da-4e07-8ead-4d7a1d7ea1c6" providerId="ADAL" clId="{A71A91A0-537E-435E-A57A-6A59184BC47A}" dt="2024-08-18T11:51:35.964" v="2220"/>
          <ac:inkMkLst>
            <pc:docMk/>
            <pc:sldMk cId="2270794384" sldId="356"/>
            <ac:inkMk id="43" creationId="{D8C91B1B-6564-BDBF-7F6C-533206119EED}"/>
          </ac:inkMkLst>
        </pc:inkChg>
        <pc:inkChg chg="add mod">
          <ac:chgData name="Mahima Weerasinghe" userId="e11e3f55-42da-4e07-8ead-4d7a1d7ea1c6" providerId="ADAL" clId="{A71A91A0-537E-435E-A57A-6A59184BC47A}" dt="2024-08-18T11:51:35.964" v="2220"/>
          <ac:inkMkLst>
            <pc:docMk/>
            <pc:sldMk cId="2270794384" sldId="356"/>
            <ac:inkMk id="44" creationId="{48DA9BE2-1DC3-2864-21B2-FD3ADB57EBA4}"/>
          </ac:inkMkLst>
        </pc:inkChg>
        <pc:inkChg chg="add mod">
          <ac:chgData name="Mahima Weerasinghe" userId="e11e3f55-42da-4e07-8ead-4d7a1d7ea1c6" providerId="ADAL" clId="{A71A91A0-537E-435E-A57A-6A59184BC47A}" dt="2024-08-18T11:51:35.964" v="2220"/>
          <ac:inkMkLst>
            <pc:docMk/>
            <pc:sldMk cId="2270794384" sldId="356"/>
            <ac:inkMk id="45" creationId="{E8FF915C-AFFD-5C99-77F0-45B7AFC8AA67}"/>
          </ac:inkMkLst>
        </pc:inkChg>
        <pc:inkChg chg="add mod">
          <ac:chgData name="Mahima Weerasinghe" userId="e11e3f55-42da-4e07-8ead-4d7a1d7ea1c6" providerId="ADAL" clId="{A71A91A0-537E-435E-A57A-6A59184BC47A}" dt="2024-08-18T11:49:56.869" v="2171"/>
          <ac:inkMkLst>
            <pc:docMk/>
            <pc:sldMk cId="2270794384" sldId="356"/>
            <ac:inkMk id="46" creationId="{37682337-6E3A-38AA-A9F5-061440A5B452}"/>
          </ac:inkMkLst>
        </pc:inkChg>
        <pc:inkChg chg="add mod">
          <ac:chgData name="Mahima Weerasinghe" userId="e11e3f55-42da-4e07-8ead-4d7a1d7ea1c6" providerId="ADAL" clId="{A71A91A0-537E-435E-A57A-6A59184BC47A}" dt="2024-08-18T11:49:56.869" v="2171"/>
          <ac:inkMkLst>
            <pc:docMk/>
            <pc:sldMk cId="2270794384" sldId="356"/>
            <ac:inkMk id="47" creationId="{11D6694D-827B-0DEB-69EC-79C39F346268}"/>
          </ac:inkMkLst>
        </pc:inkChg>
        <pc:inkChg chg="add mod">
          <ac:chgData name="Mahima Weerasinghe" userId="e11e3f55-42da-4e07-8ead-4d7a1d7ea1c6" providerId="ADAL" clId="{A71A91A0-537E-435E-A57A-6A59184BC47A}" dt="2024-08-18T11:49:56.869" v="2171"/>
          <ac:inkMkLst>
            <pc:docMk/>
            <pc:sldMk cId="2270794384" sldId="356"/>
            <ac:inkMk id="48" creationId="{80D367A4-13FE-2872-13E1-77F026BC845D}"/>
          </ac:inkMkLst>
        </pc:inkChg>
        <pc:inkChg chg="add mod">
          <ac:chgData name="Mahima Weerasinghe" userId="e11e3f55-42da-4e07-8ead-4d7a1d7ea1c6" providerId="ADAL" clId="{A71A91A0-537E-435E-A57A-6A59184BC47A}" dt="2024-08-18T11:49:56.869" v="2171"/>
          <ac:inkMkLst>
            <pc:docMk/>
            <pc:sldMk cId="2270794384" sldId="356"/>
            <ac:inkMk id="49" creationId="{201A932E-B8C9-B25D-59A3-0AD3FCB3B8EA}"/>
          </ac:inkMkLst>
        </pc:inkChg>
        <pc:inkChg chg="add mod">
          <ac:chgData name="Mahima Weerasinghe" userId="e11e3f55-42da-4e07-8ead-4d7a1d7ea1c6" providerId="ADAL" clId="{A71A91A0-537E-435E-A57A-6A59184BC47A}" dt="2024-08-18T11:49:56.869" v="2171"/>
          <ac:inkMkLst>
            <pc:docMk/>
            <pc:sldMk cId="2270794384" sldId="356"/>
            <ac:inkMk id="50" creationId="{5314246B-89D7-F39C-7294-2202D71BD0AD}"/>
          </ac:inkMkLst>
        </pc:inkChg>
        <pc:inkChg chg="add mod">
          <ac:chgData name="Mahima Weerasinghe" userId="e11e3f55-42da-4e07-8ead-4d7a1d7ea1c6" providerId="ADAL" clId="{A71A91A0-537E-435E-A57A-6A59184BC47A}" dt="2024-08-18T11:49:56.869" v="2171"/>
          <ac:inkMkLst>
            <pc:docMk/>
            <pc:sldMk cId="2270794384" sldId="356"/>
            <ac:inkMk id="51" creationId="{771E783C-BE86-6310-43B5-107B1B2CDBD8}"/>
          </ac:inkMkLst>
        </pc:inkChg>
        <pc:inkChg chg="add mod">
          <ac:chgData name="Mahima Weerasinghe" userId="e11e3f55-42da-4e07-8ead-4d7a1d7ea1c6" providerId="ADAL" clId="{A71A91A0-537E-435E-A57A-6A59184BC47A}" dt="2024-08-18T11:49:56.869" v="2171"/>
          <ac:inkMkLst>
            <pc:docMk/>
            <pc:sldMk cId="2270794384" sldId="356"/>
            <ac:inkMk id="52" creationId="{11C2A214-63FB-5BAD-515E-E637BC9FBD26}"/>
          </ac:inkMkLst>
        </pc:inkChg>
        <pc:inkChg chg="add mod">
          <ac:chgData name="Mahima Weerasinghe" userId="e11e3f55-42da-4e07-8ead-4d7a1d7ea1c6" providerId="ADAL" clId="{A71A91A0-537E-435E-A57A-6A59184BC47A}" dt="2024-08-18T11:49:56.869" v="2171"/>
          <ac:inkMkLst>
            <pc:docMk/>
            <pc:sldMk cId="2270794384" sldId="356"/>
            <ac:inkMk id="53" creationId="{2FF7BEAE-F71B-0CC5-FAB2-928E73EBA125}"/>
          </ac:inkMkLst>
        </pc:inkChg>
        <pc:inkChg chg="add mod">
          <ac:chgData name="Mahima Weerasinghe" userId="e11e3f55-42da-4e07-8ead-4d7a1d7ea1c6" providerId="ADAL" clId="{A71A91A0-537E-435E-A57A-6A59184BC47A}" dt="2024-08-18T11:49:56.869" v="2171"/>
          <ac:inkMkLst>
            <pc:docMk/>
            <pc:sldMk cId="2270794384" sldId="356"/>
            <ac:inkMk id="54" creationId="{9E1C6938-E1F6-E715-A206-E36731CA4FEC}"/>
          </ac:inkMkLst>
        </pc:inkChg>
        <pc:inkChg chg="add mod">
          <ac:chgData name="Mahima Weerasinghe" userId="e11e3f55-42da-4e07-8ead-4d7a1d7ea1c6" providerId="ADAL" clId="{A71A91A0-537E-435E-A57A-6A59184BC47A}" dt="2024-08-18T11:49:56.869" v="2171"/>
          <ac:inkMkLst>
            <pc:docMk/>
            <pc:sldMk cId="2270794384" sldId="356"/>
            <ac:inkMk id="55" creationId="{4B65E3E1-3F7D-34C4-97C6-5B07B5C45347}"/>
          </ac:inkMkLst>
        </pc:inkChg>
        <pc:inkChg chg="add mod">
          <ac:chgData name="Mahima Weerasinghe" userId="e11e3f55-42da-4e07-8ead-4d7a1d7ea1c6" providerId="ADAL" clId="{A71A91A0-537E-435E-A57A-6A59184BC47A}" dt="2024-08-18T11:49:56.869" v="2171"/>
          <ac:inkMkLst>
            <pc:docMk/>
            <pc:sldMk cId="2270794384" sldId="356"/>
            <ac:inkMk id="56" creationId="{05B4370C-ECB6-20A0-35D6-B14DD04A92F3}"/>
          </ac:inkMkLst>
        </pc:inkChg>
        <pc:inkChg chg="add mod">
          <ac:chgData name="Mahima Weerasinghe" userId="e11e3f55-42da-4e07-8ead-4d7a1d7ea1c6" providerId="ADAL" clId="{A71A91A0-537E-435E-A57A-6A59184BC47A}" dt="2024-08-18T11:49:56.869" v="2171"/>
          <ac:inkMkLst>
            <pc:docMk/>
            <pc:sldMk cId="2270794384" sldId="356"/>
            <ac:inkMk id="57" creationId="{68718F47-7414-841A-5FB6-D5D8F957725E}"/>
          </ac:inkMkLst>
        </pc:inkChg>
        <pc:inkChg chg="add mod">
          <ac:chgData name="Mahima Weerasinghe" userId="e11e3f55-42da-4e07-8ead-4d7a1d7ea1c6" providerId="ADAL" clId="{A71A91A0-537E-435E-A57A-6A59184BC47A}" dt="2024-08-18T11:51:01.603" v="2204"/>
          <ac:inkMkLst>
            <pc:docMk/>
            <pc:sldMk cId="2270794384" sldId="356"/>
            <ac:inkMk id="61" creationId="{EAF8B0FC-0A36-E9FF-BFEC-F0AFC7242494}"/>
          </ac:inkMkLst>
        </pc:inkChg>
        <pc:inkChg chg="add mod">
          <ac:chgData name="Mahima Weerasinghe" userId="e11e3f55-42da-4e07-8ead-4d7a1d7ea1c6" providerId="ADAL" clId="{A71A91A0-537E-435E-A57A-6A59184BC47A}" dt="2024-08-26T05:15:04.091" v="3720"/>
          <ac:inkMkLst>
            <pc:docMk/>
            <pc:sldMk cId="2270794384" sldId="356"/>
            <ac:inkMk id="62" creationId="{A6EA6D08-1A60-2CC7-AD52-2CB4F205BD18}"/>
          </ac:inkMkLst>
        </pc:inkChg>
        <pc:inkChg chg="add mod">
          <ac:chgData name="Mahima Weerasinghe" userId="e11e3f55-42da-4e07-8ead-4d7a1d7ea1c6" providerId="ADAL" clId="{A71A91A0-537E-435E-A57A-6A59184BC47A}" dt="2024-08-18T11:51:39.977" v="2226"/>
          <ac:inkMkLst>
            <pc:docMk/>
            <pc:sldMk cId="2270794384" sldId="356"/>
            <ac:inkMk id="63" creationId="{F5C4B7B0-BE3D-D289-50B4-1A75292B2351}"/>
          </ac:inkMkLst>
        </pc:inkChg>
        <pc:inkChg chg="add mod">
          <ac:chgData name="Mahima Weerasinghe" userId="e11e3f55-42da-4e07-8ead-4d7a1d7ea1c6" providerId="ADAL" clId="{A71A91A0-537E-435E-A57A-6A59184BC47A}" dt="2024-08-26T05:21:12.178" v="3835"/>
          <ac:inkMkLst>
            <pc:docMk/>
            <pc:sldMk cId="2270794384" sldId="356"/>
            <ac:inkMk id="64" creationId="{5A5CCC06-03A5-E4C6-F745-8617F47A701A}"/>
          </ac:inkMkLst>
        </pc:inkChg>
        <pc:inkChg chg="add mod">
          <ac:chgData name="Mahima Weerasinghe" userId="e11e3f55-42da-4e07-8ead-4d7a1d7ea1c6" providerId="ADAL" clId="{A71A91A0-537E-435E-A57A-6A59184BC47A}" dt="2024-08-18T11:51:39.977" v="2226"/>
          <ac:inkMkLst>
            <pc:docMk/>
            <pc:sldMk cId="2270794384" sldId="356"/>
            <ac:inkMk id="65" creationId="{233096EC-DEEB-255E-BE67-5110D5693C7E}"/>
          </ac:inkMkLst>
        </pc:inkChg>
        <pc:inkChg chg="add mod">
          <ac:chgData name="Mahima Weerasinghe" userId="e11e3f55-42da-4e07-8ead-4d7a1d7ea1c6" providerId="ADAL" clId="{A71A91A0-537E-435E-A57A-6A59184BC47A}" dt="2024-08-26T05:21:12.178" v="3835"/>
          <ac:inkMkLst>
            <pc:docMk/>
            <pc:sldMk cId="2270794384" sldId="356"/>
            <ac:inkMk id="66" creationId="{AD570E9D-00A3-59A6-6A53-15B703C6A529}"/>
          </ac:inkMkLst>
        </pc:inkChg>
        <pc:inkChg chg="add mod">
          <ac:chgData name="Mahima Weerasinghe" userId="e11e3f55-42da-4e07-8ead-4d7a1d7ea1c6" providerId="ADAL" clId="{A71A91A0-537E-435E-A57A-6A59184BC47A}" dt="2024-08-18T11:51:39.977" v="2226"/>
          <ac:inkMkLst>
            <pc:docMk/>
            <pc:sldMk cId="2270794384" sldId="356"/>
            <ac:inkMk id="67" creationId="{853260C6-3ADA-2C06-C89C-BFCD4ECC4011}"/>
          </ac:inkMkLst>
        </pc:inkChg>
        <pc:inkChg chg="add mod">
          <ac:chgData name="Mahima Weerasinghe" userId="e11e3f55-42da-4e07-8ead-4d7a1d7ea1c6" providerId="ADAL" clId="{A71A91A0-537E-435E-A57A-6A59184BC47A}" dt="2024-08-26T05:21:12.178" v="3835"/>
          <ac:inkMkLst>
            <pc:docMk/>
            <pc:sldMk cId="2270794384" sldId="356"/>
            <ac:inkMk id="68" creationId="{0AEA10F5-0BBF-5D1C-B5A7-1ED46119ECF6}"/>
          </ac:inkMkLst>
        </pc:inkChg>
        <pc:inkChg chg="add mod">
          <ac:chgData name="Mahima Weerasinghe" userId="e11e3f55-42da-4e07-8ead-4d7a1d7ea1c6" providerId="ADAL" clId="{A71A91A0-537E-435E-A57A-6A59184BC47A}" dt="2024-08-18T11:51:39.977" v="2226"/>
          <ac:inkMkLst>
            <pc:docMk/>
            <pc:sldMk cId="2270794384" sldId="356"/>
            <ac:inkMk id="69" creationId="{4AE1B237-4A48-6DB7-703D-5A885C739CCB}"/>
          </ac:inkMkLst>
        </pc:inkChg>
        <pc:inkChg chg="add mod">
          <ac:chgData name="Mahima Weerasinghe" userId="e11e3f55-42da-4e07-8ead-4d7a1d7ea1c6" providerId="ADAL" clId="{A71A91A0-537E-435E-A57A-6A59184BC47A}" dt="2024-08-18T11:51:35.964" v="2220"/>
          <ac:inkMkLst>
            <pc:docMk/>
            <pc:sldMk cId="2270794384" sldId="356"/>
            <ac:inkMk id="70" creationId="{718311DE-FE11-D95D-74B8-9482F9254C56}"/>
          </ac:inkMkLst>
        </pc:inkChg>
        <pc:inkChg chg="add mod">
          <ac:chgData name="Mahima Weerasinghe" userId="e11e3f55-42da-4e07-8ead-4d7a1d7ea1c6" providerId="ADAL" clId="{A71A91A0-537E-435E-A57A-6A59184BC47A}" dt="2024-08-18T11:51:35.964" v="2220"/>
          <ac:inkMkLst>
            <pc:docMk/>
            <pc:sldMk cId="2270794384" sldId="356"/>
            <ac:inkMk id="71" creationId="{0AA1293C-D6DF-007C-531D-AAACCBC4B7F0}"/>
          </ac:inkMkLst>
        </pc:inkChg>
        <pc:inkChg chg="add mod">
          <ac:chgData name="Mahima Weerasinghe" userId="e11e3f55-42da-4e07-8ead-4d7a1d7ea1c6" providerId="ADAL" clId="{A71A91A0-537E-435E-A57A-6A59184BC47A}" dt="2024-08-18T11:51:35.964" v="2220"/>
          <ac:inkMkLst>
            <pc:docMk/>
            <pc:sldMk cId="2270794384" sldId="356"/>
            <ac:inkMk id="73" creationId="{25C4030C-2519-A9E9-A9D5-0BEA6397CF9E}"/>
          </ac:inkMkLst>
        </pc:inkChg>
        <pc:inkChg chg="add mod">
          <ac:chgData name="Mahima Weerasinghe" userId="e11e3f55-42da-4e07-8ead-4d7a1d7ea1c6" providerId="ADAL" clId="{A71A91A0-537E-435E-A57A-6A59184BC47A}" dt="2024-08-18T11:51:35.964" v="2220"/>
          <ac:inkMkLst>
            <pc:docMk/>
            <pc:sldMk cId="2270794384" sldId="356"/>
            <ac:inkMk id="75" creationId="{D7362C26-F5CC-5995-6365-3BF7D7391143}"/>
          </ac:inkMkLst>
        </pc:inkChg>
        <pc:inkChg chg="add mod">
          <ac:chgData name="Mahima Weerasinghe" userId="e11e3f55-42da-4e07-8ead-4d7a1d7ea1c6" providerId="ADAL" clId="{A71A91A0-537E-435E-A57A-6A59184BC47A}" dt="2024-08-18T11:51:35.964" v="2220"/>
          <ac:inkMkLst>
            <pc:docMk/>
            <pc:sldMk cId="2270794384" sldId="356"/>
            <ac:inkMk id="76" creationId="{B37A051B-ADCE-43B8-F6E5-5FAF1BB7AD80}"/>
          </ac:inkMkLst>
        </pc:inkChg>
        <pc:inkChg chg="add mod">
          <ac:chgData name="Mahima Weerasinghe" userId="e11e3f55-42da-4e07-8ead-4d7a1d7ea1c6" providerId="ADAL" clId="{A71A91A0-537E-435E-A57A-6A59184BC47A}" dt="2024-08-26T05:21:12.178" v="3835"/>
          <ac:inkMkLst>
            <pc:docMk/>
            <pc:sldMk cId="2270794384" sldId="356"/>
            <ac:inkMk id="77" creationId="{45660C87-376F-5250-0277-E7109854D65F}"/>
          </ac:inkMkLst>
        </pc:inkChg>
        <pc:inkChg chg="add mod">
          <ac:chgData name="Mahima Weerasinghe" userId="e11e3f55-42da-4e07-8ead-4d7a1d7ea1c6" providerId="ADAL" clId="{A71A91A0-537E-435E-A57A-6A59184BC47A}" dt="2024-08-18T11:51:35.964" v="2220"/>
          <ac:inkMkLst>
            <pc:docMk/>
            <pc:sldMk cId="2270794384" sldId="356"/>
            <ac:inkMk id="78" creationId="{AA5AF9B0-F4BC-C5B4-C7A5-CFE31F5C9F73}"/>
          </ac:inkMkLst>
        </pc:inkChg>
        <pc:inkChg chg="add mod">
          <ac:chgData name="Mahima Weerasinghe" userId="e11e3f55-42da-4e07-8ead-4d7a1d7ea1c6" providerId="ADAL" clId="{A71A91A0-537E-435E-A57A-6A59184BC47A}" dt="2024-08-18T11:51:35.964" v="2220"/>
          <ac:inkMkLst>
            <pc:docMk/>
            <pc:sldMk cId="2270794384" sldId="356"/>
            <ac:inkMk id="79" creationId="{29B0781A-3FBB-3F5C-BAB4-385FBC45887A}"/>
          </ac:inkMkLst>
        </pc:inkChg>
        <pc:inkChg chg="add mod">
          <ac:chgData name="Mahima Weerasinghe" userId="e11e3f55-42da-4e07-8ead-4d7a1d7ea1c6" providerId="ADAL" clId="{A71A91A0-537E-435E-A57A-6A59184BC47A}" dt="2024-08-26T05:21:12.178" v="3835"/>
          <ac:inkMkLst>
            <pc:docMk/>
            <pc:sldMk cId="2270794384" sldId="356"/>
            <ac:inkMk id="80" creationId="{9B35EC69-77F3-862E-103E-CAF75FCBECD7}"/>
          </ac:inkMkLst>
        </pc:inkChg>
        <pc:inkChg chg="add mod">
          <ac:chgData name="Mahima Weerasinghe" userId="e11e3f55-42da-4e07-8ead-4d7a1d7ea1c6" providerId="ADAL" clId="{A71A91A0-537E-435E-A57A-6A59184BC47A}" dt="2024-08-18T11:51:35.964" v="2220"/>
          <ac:inkMkLst>
            <pc:docMk/>
            <pc:sldMk cId="2270794384" sldId="356"/>
            <ac:inkMk id="81" creationId="{173E297B-7BA7-1C99-BB9E-1BA62287654A}"/>
          </ac:inkMkLst>
        </pc:inkChg>
        <pc:inkChg chg="add mod">
          <ac:chgData name="Mahima Weerasinghe" userId="e11e3f55-42da-4e07-8ead-4d7a1d7ea1c6" providerId="ADAL" clId="{A71A91A0-537E-435E-A57A-6A59184BC47A}" dt="2024-08-18T11:51:35.964" v="2220"/>
          <ac:inkMkLst>
            <pc:docMk/>
            <pc:sldMk cId="2270794384" sldId="356"/>
            <ac:inkMk id="82" creationId="{FF018159-3AA9-0E90-012C-C1DED6837F8F}"/>
          </ac:inkMkLst>
        </pc:inkChg>
        <pc:inkChg chg="add mod">
          <ac:chgData name="Mahima Weerasinghe" userId="e11e3f55-42da-4e07-8ead-4d7a1d7ea1c6" providerId="ADAL" clId="{A71A91A0-537E-435E-A57A-6A59184BC47A}" dt="2024-08-26T05:21:12.178" v="3835"/>
          <ac:inkMkLst>
            <pc:docMk/>
            <pc:sldMk cId="2270794384" sldId="356"/>
            <ac:inkMk id="83" creationId="{081A8D1F-CCAD-A72F-22DD-16B207029E38}"/>
          </ac:inkMkLst>
        </pc:inkChg>
        <pc:inkChg chg="add mod">
          <ac:chgData name="Mahima Weerasinghe" userId="e11e3f55-42da-4e07-8ead-4d7a1d7ea1c6" providerId="ADAL" clId="{A71A91A0-537E-435E-A57A-6A59184BC47A}" dt="2024-08-18T11:51:39.977" v="2226"/>
          <ac:inkMkLst>
            <pc:docMk/>
            <pc:sldMk cId="2270794384" sldId="356"/>
            <ac:inkMk id="84" creationId="{AC25CD0B-4CD0-2422-379A-434C50F03220}"/>
          </ac:inkMkLst>
        </pc:inkChg>
        <pc:inkChg chg="add mod">
          <ac:chgData name="Mahima Weerasinghe" userId="e11e3f55-42da-4e07-8ead-4d7a1d7ea1c6" providerId="ADAL" clId="{A71A91A0-537E-435E-A57A-6A59184BC47A}" dt="2024-08-18T11:51:39.977" v="2226"/>
          <ac:inkMkLst>
            <pc:docMk/>
            <pc:sldMk cId="2270794384" sldId="356"/>
            <ac:inkMk id="85" creationId="{75F35D51-1042-BD21-600C-2C4FDBF75D23}"/>
          </ac:inkMkLst>
        </pc:inkChg>
        <pc:inkChg chg="add mod">
          <ac:chgData name="Mahima Weerasinghe" userId="e11e3f55-42da-4e07-8ead-4d7a1d7ea1c6" providerId="ADAL" clId="{A71A91A0-537E-435E-A57A-6A59184BC47A}" dt="2024-08-18T11:51:39.977" v="2226"/>
          <ac:inkMkLst>
            <pc:docMk/>
            <pc:sldMk cId="2270794384" sldId="356"/>
            <ac:inkMk id="86" creationId="{88763AEB-6700-C1DD-0A82-E4F4F4BEACA1}"/>
          </ac:inkMkLst>
        </pc:inkChg>
        <pc:inkChg chg="add mod">
          <ac:chgData name="Mahima Weerasinghe" userId="e11e3f55-42da-4e07-8ead-4d7a1d7ea1c6" providerId="ADAL" clId="{A71A91A0-537E-435E-A57A-6A59184BC47A}" dt="2024-08-18T11:51:39.977" v="2226"/>
          <ac:inkMkLst>
            <pc:docMk/>
            <pc:sldMk cId="2270794384" sldId="356"/>
            <ac:inkMk id="87" creationId="{FE5C79B5-F78F-33DE-F451-A6233F6C1D95}"/>
          </ac:inkMkLst>
        </pc:inkChg>
        <pc:inkChg chg="add mod">
          <ac:chgData name="Mahima Weerasinghe" userId="e11e3f55-42da-4e07-8ead-4d7a1d7ea1c6" providerId="ADAL" clId="{A71A91A0-537E-435E-A57A-6A59184BC47A}" dt="2024-08-18T11:51:39.977" v="2226"/>
          <ac:inkMkLst>
            <pc:docMk/>
            <pc:sldMk cId="2270794384" sldId="356"/>
            <ac:inkMk id="88" creationId="{38D1FF9D-8754-9BAD-A4EC-74231F46C097}"/>
          </ac:inkMkLst>
        </pc:inkChg>
        <pc:inkChg chg="add mod">
          <ac:chgData name="Mahima Weerasinghe" userId="e11e3f55-42da-4e07-8ead-4d7a1d7ea1c6" providerId="ADAL" clId="{A71A91A0-537E-435E-A57A-6A59184BC47A}" dt="2024-08-18T11:51:39.977" v="2226"/>
          <ac:inkMkLst>
            <pc:docMk/>
            <pc:sldMk cId="2270794384" sldId="356"/>
            <ac:inkMk id="89" creationId="{41D111D1-A29B-D37D-66D2-4A1FFF4FB8A1}"/>
          </ac:inkMkLst>
        </pc:inkChg>
        <pc:inkChg chg="add mod">
          <ac:chgData name="Mahima Weerasinghe" userId="e11e3f55-42da-4e07-8ead-4d7a1d7ea1c6" providerId="ADAL" clId="{A71A91A0-537E-435E-A57A-6A59184BC47A}" dt="2024-08-18T11:51:39.977" v="2226"/>
          <ac:inkMkLst>
            <pc:docMk/>
            <pc:sldMk cId="2270794384" sldId="356"/>
            <ac:inkMk id="90" creationId="{42ED8C46-5C89-5E21-388F-5B34FDE874AC}"/>
          </ac:inkMkLst>
        </pc:inkChg>
        <pc:inkChg chg="add mod">
          <ac:chgData name="Mahima Weerasinghe" userId="e11e3f55-42da-4e07-8ead-4d7a1d7ea1c6" providerId="ADAL" clId="{A71A91A0-537E-435E-A57A-6A59184BC47A}" dt="2024-08-18T11:51:39.977" v="2226"/>
          <ac:inkMkLst>
            <pc:docMk/>
            <pc:sldMk cId="2270794384" sldId="356"/>
            <ac:inkMk id="91" creationId="{6AE5B3A1-C0E1-2E2F-28C4-EF0D8879AC5B}"/>
          </ac:inkMkLst>
        </pc:inkChg>
        <pc:inkChg chg="add mod">
          <ac:chgData name="Mahima Weerasinghe" userId="e11e3f55-42da-4e07-8ead-4d7a1d7ea1c6" providerId="ADAL" clId="{A71A91A0-537E-435E-A57A-6A59184BC47A}" dt="2024-08-18T11:51:39.977" v="2226"/>
          <ac:inkMkLst>
            <pc:docMk/>
            <pc:sldMk cId="2270794384" sldId="356"/>
            <ac:inkMk id="92" creationId="{5281E4B4-B5F9-C609-0A6B-EC5522A816F6}"/>
          </ac:inkMkLst>
        </pc:inkChg>
        <pc:inkChg chg="add mod">
          <ac:chgData name="Mahima Weerasinghe" userId="e11e3f55-42da-4e07-8ead-4d7a1d7ea1c6" providerId="ADAL" clId="{A71A91A0-537E-435E-A57A-6A59184BC47A}" dt="2024-08-18T11:51:39.977" v="2226"/>
          <ac:inkMkLst>
            <pc:docMk/>
            <pc:sldMk cId="2270794384" sldId="356"/>
            <ac:inkMk id="94" creationId="{D44294F7-1CF7-EC87-EA6D-2D9A27B9F6C7}"/>
          </ac:inkMkLst>
        </pc:inkChg>
        <pc:inkChg chg="add mod">
          <ac:chgData name="Mahima Weerasinghe" userId="e11e3f55-42da-4e07-8ead-4d7a1d7ea1c6" providerId="ADAL" clId="{A71A91A0-537E-435E-A57A-6A59184BC47A}" dt="2024-08-18T11:51:39.977" v="2226"/>
          <ac:inkMkLst>
            <pc:docMk/>
            <pc:sldMk cId="2270794384" sldId="356"/>
            <ac:inkMk id="95" creationId="{186F9DD2-1189-74A2-4168-9B3884158A88}"/>
          </ac:inkMkLst>
        </pc:inkChg>
        <pc:inkChg chg="add mod">
          <ac:chgData name="Mahima Weerasinghe" userId="e11e3f55-42da-4e07-8ead-4d7a1d7ea1c6" providerId="ADAL" clId="{A71A91A0-537E-435E-A57A-6A59184BC47A}" dt="2024-08-18T11:51:39.977" v="2226"/>
          <ac:inkMkLst>
            <pc:docMk/>
            <pc:sldMk cId="2270794384" sldId="356"/>
            <ac:inkMk id="96" creationId="{30E5B5C2-E1F3-6BDE-1B63-B32039550E09}"/>
          </ac:inkMkLst>
        </pc:inkChg>
        <pc:inkChg chg="add mod">
          <ac:chgData name="Mahima Weerasinghe" userId="e11e3f55-42da-4e07-8ead-4d7a1d7ea1c6" providerId="ADAL" clId="{A71A91A0-537E-435E-A57A-6A59184BC47A}" dt="2024-08-18T11:51:39.977" v="2226"/>
          <ac:inkMkLst>
            <pc:docMk/>
            <pc:sldMk cId="2270794384" sldId="356"/>
            <ac:inkMk id="97" creationId="{285302F9-4B6A-EF06-75ED-41DBD9A74B27}"/>
          </ac:inkMkLst>
        </pc:inkChg>
        <pc:inkChg chg="add mod">
          <ac:chgData name="Mahima Weerasinghe" userId="e11e3f55-42da-4e07-8ead-4d7a1d7ea1c6" providerId="ADAL" clId="{A71A91A0-537E-435E-A57A-6A59184BC47A}" dt="2024-08-18T11:51:39.977" v="2226"/>
          <ac:inkMkLst>
            <pc:docMk/>
            <pc:sldMk cId="2270794384" sldId="356"/>
            <ac:inkMk id="98" creationId="{A49BD07B-BF84-A9A2-6D95-949C3843A0DF}"/>
          </ac:inkMkLst>
        </pc:inkChg>
        <pc:inkChg chg="add mod">
          <ac:chgData name="Mahima Weerasinghe" userId="e11e3f55-42da-4e07-8ead-4d7a1d7ea1c6" providerId="ADAL" clId="{A71A91A0-537E-435E-A57A-6A59184BC47A}" dt="2024-08-18T11:51:39.977" v="2226"/>
          <ac:inkMkLst>
            <pc:docMk/>
            <pc:sldMk cId="2270794384" sldId="356"/>
            <ac:inkMk id="99" creationId="{D16762BB-3FDA-926E-DD8D-E4FCBA567FA5}"/>
          </ac:inkMkLst>
        </pc:inkChg>
        <pc:inkChg chg="add mod">
          <ac:chgData name="Mahima Weerasinghe" userId="e11e3f55-42da-4e07-8ead-4d7a1d7ea1c6" providerId="ADAL" clId="{A71A91A0-537E-435E-A57A-6A59184BC47A}" dt="2024-08-18T11:51:39.977" v="2226"/>
          <ac:inkMkLst>
            <pc:docMk/>
            <pc:sldMk cId="2270794384" sldId="356"/>
            <ac:inkMk id="100" creationId="{26F4C9F0-4D64-EBC1-CB33-3EFD15D67CF4}"/>
          </ac:inkMkLst>
        </pc:inkChg>
        <pc:inkChg chg="add mod">
          <ac:chgData name="Mahima Weerasinghe" userId="e11e3f55-42da-4e07-8ead-4d7a1d7ea1c6" providerId="ADAL" clId="{A71A91A0-537E-435E-A57A-6A59184BC47A}" dt="2024-08-18T11:51:39.977" v="2226"/>
          <ac:inkMkLst>
            <pc:docMk/>
            <pc:sldMk cId="2270794384" sldId="356"/>
            <ac:inkMk id="101" creationId="{FA669966-0B3C-2725-4682-3A28A5E0F11E}"/>
          </ac:inkMkLst>
        </pc:inkChg>
        <pc:inkChg chg="add mod">
          <ac:chgData name="Mahima Weerasinghe" userId="e11e3f55-42da-4e07-8ead-4d7a1d7ea1c6" providerId="ADAL" clId="{A71A91A0-537E-435E-A57A-6A59184BC47A}" dt="2024-08-18T11:51:39.977" v="2226"/>
          <ac:inkMkLst>
            <pc:docMk/>
            <pc:sldMk cId="2270794384" sldId="356"/>
            <ac:inkMk id="102" creationId="{65EEF876-C9CB-B85F-C49A-BDE276A72A8F}"/>
          </ac:inkMkLst>
        </pc:inkChg>
        <pc:inkChg chg="add mod">
          <ac:chgData name="Mahima Weerasinghe" userId="e11e3f55-42da-4e07-8ead-4d7a1d7ea1c6" providerId="ADAL" clId="{A71A91A0-537E-435E-A57A-6A59184BC47A}" dt="2024-08-18T11:51:39.977" v="2226"/>
          <ac:inkMkLst>
            <pc:docMk/>
            <pc:sldMk cId="2270794384" sldId="356"/>
            <ac:inkMk id="103" creationId="{3D521B80-437E-F68B-14FF-CA0CF54D5ABD}"/>
          </ac:inkMkLst>
        </pc:inkChg>
        <pc:inkChg chg="add mod">
          <ac:chgData name="Mahima Weerasinghe" userId="e11e3f55-42da-4e07-8ead-4d7a1d7ea1c6" providerId="ADAL" clId="{A71A91A0-537E-435E-A57A-6A59184BC47A}" dt="2024-08-18T11:51:39.977" v="2226"/>
          <ac:inkMkLst>
            <pc:docMk/>
            <pc:sldMk cId="2270794384" sldId="356"/>
            <ac:inkMk id="104" creationId="{75CD0BE4-4558-FBA8-BD63-10F16F177DDA}"/>
          </ac:inkMkLst>
        </pc:inkChg>
        <pc:inkChg chg="add mod">
          <ac:chgData name="Mahima Weerasinghe" userId="e11e3f55-42da-4e07-8ead-4d7a1d7ea1c6" providerId="ADAL" clId="{A71A91A0-537E-435E-A57A-6A59184BC47A}" dt="2024-08-18T11:51:39.977" v="2226"/>
          <ac:inkMkLst>
            <pc:docMk/>
            <pc:sldMk cId="2270794384" sldId="356"/>
            <ac:inkMk id="105" creationId="{54ACDB6B-2F21-757E-8FFD-275AE1406CF6}"/>
          </ac:inkMkLst>
        </pc:inkChg>
        <pc:inkChg chg="add mod">
          <ac:chgData name="Mahima Weerasinghe" userId="e11e3f55-42da-4e07-8ead-4d7a1d7ea1c6" providerId="ADAL" clId="{A71A91A0-537E-435E-A57A-6A59184BC47A}" dt="2024-08-18T11:51:39.977" v="2226"/>
          <ac:inkMkLst>
            <pc:docMk/>
            <pc:sldMk cId="2270794384" sldId="356"/>
            <ac:inkMk id="106" creationId="{9766AEB1-4399-45A8-E5CA-1975C33E787D}"/>
          </ac:inkMkLst>
        </pc:inkChg>
        <pc:inkChg chg="add mod">
          <ac:chgData name="Mahima Weerasinghe" userId="e11e3f55-42da-4e07-8ead-4d7a1d7ea1c6" providerId="ADAL" clId="{A71A91A0-537E-435E-A57A-6A59184BC47A}" dt="2024-08-18T11:51:39.977" v="2226"/>
          <ac:inkMkLst>
            <pc:docMk/>
            <pc:sldMk cId="2270794384" sldId="356"/>
            <ac:inkMk id="107" creationId="{43C674C0-397B-6BA6-5CAE-C8099E455EAC}"/>
          </ac:inkMkLst>
        </pc:inkChg>
        <pc:inkChg chg="add mod">
          <ac:chgData name="Mahima Weerasinghe" userId="e11e3f55-42da-4e07-8ead-4d7a1d7ea1c6" providerId="ADAL" clId="{A71A91A0-537E-435E-A57A-6A59184BC47A}" dt="2024-08-18T11:51:39.977" v="2226"/>
          <ac:inkMkLst>
            <pc:docMk/>
            <pc:sldMk cId="2270794384" sldId="356"/>
            <ac:inkMk id="108" creationId="{D6FE9DC8-C1AB-2C35-0860-5593272E06A1}"/>
          </ac:inkMkLst>
        </pc:inkChg>
        <pc:inkChg chg="add mod">
          <ac:chgData name="Mahima Weerasinghe" userId="e11e3f55-42da-4e07-8ead-4d7a1d7ea1c6" providerId="ADAL" clId="{A71A91A0-537E-435E-A57A-6A59184BC47A}" dt="2024-08-26T05:21:12.178" v="3835"/>
          <ac:inkMkLst>
            <pc:docMk/>
            <pc:sldMk cId="2270794384" sldId="356"/>
            <ac:inkMk id="109" creationId="{7D7300F0-5744-971C-2A92-A60B8C488512}"/>
          </ac:inkMkLst>
        </pc:inkChg>
        <pc:inkChg chg="add mod">
          <ac:chgData name="Mahima Weerasinghe" userId="e11e3f55-42da-4e07-8ead-4d7a1d7ea1c6" providerId="ADAL" clId="{A71A91A0-537E-435E-A57A-6A59184BC47A}" dt="2024-08-18T11:51:39.977" v="2226"/>
          <ac:inkMkLst>
            <pc:docMk/>
            <pc:sldMk cId="2270794384" sldId="356"/>
            <ac:inkMk id="110" creationId="{868C8134-CB1A-08C0-87B6-0E49B4BA7D9A}"/>
          </ac:inkMkLst>
        </pc:inkChg>
        <pc:inkChg chg="add mod">
          <ac:chgData name="Mahima Weerasinghe" userId="e11e3f55-42da-4e07-8ead-4d7a1d7ea1c6" providerId="ADAL" clId="{A71A91A0-537E-435E-A57A-6A59184BC47A}" dt="2024-08-18T11:51:39.977" v="2226"/>
          <ac:inkMkLst>
            <pc:docMk/>
            <pc:sldMk cId="2270794384" sldId="356"/>
            <ac:inkMk id="111" creationId="{C7C9C47A-6A44-B60B-9B8C-FFA4E48A8E1C}"/>
          </ac:inkMkLst>
        </pc:inkChg>
        <pc:inkChg chg="add mod">
          <ac:chgData name="Mahima Weerasinghe" userId="e11e3f55-42da-4e07-8ead-4d7a1d7ea1c6" providerId="ADAL" clId="{A71A91A0-537E-435E-A57A-6A59184BC47A}" dt="2024-08-18T11:51:39.977" v="2226"/>
          <ac:inkMkLst>
            <pc:docMk/>
            <pc:sldMk cId="2270794384" sldId="356"/>
            <ac:inkMk id="112" creationId="{D9BF6774-136F-BE0C-89CC-C9A70F2C04F0}"/>
          </ac:inkMkLst>
        </pc:inkChg>
        <pc:inkChg chg="add mod">
          <ac:chgData name="Mahima Weerasinghe" userId="e11e3f55-42da-4e07-8ead-4d7a1d7ea1c6" providerId="ADAL" clId="{A71A91A0-537E-435E-A57A-6A59184BC47A}" dt="2024-08-18T11:51:39.977" v="2226"/>
          <ac:inkMkLst>
            <pc:docMk/>
            <pc:sldMk cId="2270794384" sldId="356"/>
            <ac:inkMk id="113" creationId="{DAE4914C-8424-6FC3-F6FD-C0AF87904823}"/>
          </ac:inkMkLst>
        </pc:inkChg>
        <pc:inkChg chg="add mod">
          <ac:chgData name="Mahima Weerasinghe" userId="e11e3f55-42da-4e07-8ead-4d7a1d7ea1c6" providerId="ADAL" clId="{A71A91A0-537E-435E-A57A-6A59184BC47A}" dt="2024-08-18T11:51:39.977" v="2226"/>
          <ac:inkMkLst>
            <pc:docMk/>
            <pc:sldMk cId="2270794384" sldId="356"/>
            <ac:inkMk id="114" creationId="{B6C3DE8D-B578-6A4F-B340-9A395344786D}"/>
          </ac:inkMkLst>
        </pc:inkChg>
        <pc:inkChg chg="add mod">
          <ac:chgData name="Mahima Weerasinghe" userId="e11e3f55-42da-4e07-8ead-4d7a1d7ea1c6" providerId="ADAL" clId="{A71A91A0-537E-435E-A57A-6A59184BC47A}" dt="2024-08-18T11:57:20.993" v="2347"/>
          <ac:inkMkLst>
            <pc:docMk/>
            <pc:sldMk cId="2270794384" sldId="356"/>
            <ac:inkMk id="116" creationId="{058310F6-683D-E460-9C69-79244B8234E9}"/>
          </ac:inkMkLst>
        </pc:inkChg>
        <pc:inkChg chg="add mod">
          <ac:chgData name="Mahima Weerasinghe" userId="e11e3f55-42da-4e07-8ead-4d7a1d7ea1c6" providerId="ADAL" clId="{A71A91A0-537E-435E-A57A-6A59184BC47A}" dt="2024-08-18T11:57:20.993" v="2347"/>
          <ac:inkMkLst>
            <pc:docMk/>
            <pc:sldMk cId="2270794384" sldId="356"/>
            <ac:inkMk id="117" creationId="{DC4F9535-742E-E14A-AB21-FB12601666FE}"/>
          </ac:inkMkLst>
        </pc:inkChg>
        <pc:inkChg chg="add mod">
          <ac:chgData name="Mahima Weerasinghe" userId="e11e3f55-42da-4e07-8ead-4d7a1d7ea1c6" providerId="ADAL" clId="{A71A91A0-537E-435E-A57A-6A59184BC47A}" dt="2024-08-18T11:57:20.993" v="2347"/>
          <ac:inkMkLst>
            <pc:docMk/>
            <pc:sldMk cId="2270794384" sldId="356"/>
            <ac:inkMk id="118" creationId="{E918B23B-FDDE-DF7C-FFAD-AF88ADA30926}"/>
          </ac:inkMkLst>
        </pc:inkChg>
        <pc:inkChg chg="add mod">
          <ac:chgData name="Mahima Weerasinghe" userId="e11e3f55-42da-4e07-8ead-4d7a1d7ea1c6" providerId="ADAL" clId="{A71A91A0-537E-435E-A57A-6A59184BC47A}" dt="2024-08-18T11:57:20.993" v="2347"/>
          <ac:inkMkLst>
            <pc:docMk/>
            <pc:sldMk cId="2270794384" sldId="356"/>
            <ac:inkMk id="119" creationId="{74037C2D-563A-491C-599C-75BAE8326A58}"/>
          </ac:inkMkLst>
        </pc:inkChg>
        <pc:inkChg chg="add mod">
          <ac:chgData name="Mahima Weerasinghe" userId="e11e3f55-42da-4e07-8ead-4d7a1d7ea1c6" providerId="ADAL" clId="{A71A91A0-537E-435E-A57A-6A59184BC47A}" dt="2024-08-18T11:57:20.993" v="2347"/>
          <ac:inkMkLst>
            <pc:docMk/>
            <pc:sldMk cId="2270794384" sldId="356"/>
            <ac:inkMk id="120" creationId="{CAC5489C-C6E1-6959-AB48-7EF7D4D1E4DE}"/>
          </ac:inkMkLst>
        </pc:inkChg>
        <pc:inkChg chg="add mod">
          <ac:chgData name="Mahima Weerasinghe" userId="e11e3f55-42da-4e07-8ead-4d7a1d7ea1c6" providerId="ADAL" clId="{A71A91A0-537E-435E-A57A-6A59184BC47A}" dt="2024-08-18T11:57:20.993" v="2347"/>
          <ac:inkMkLst>
            <pc:docMk/>
            <pc:sldMk cId="2270794384" sldId="356"/>
            <ac:inkMk id="121" creationId="{121872D3-656F-82F2-5F39-01B58D6B08F4}"/>
          </ac:inkMkLst>
        </pc:inkChg>
        <pc:inkChg chg="add mod">
          <ac:chgData name="Mahima Weerasinghe" userId="e11e3f55-42da-4e07-8ead-4d7a1d7ea1c6" providerId="ADAL" clId="{A71A91A0-537E-435E-A57A-6A59184BC47A}" dt="2024-08-18T11:57:20.993" v="2347"/>
          <ac:inkMkLst>
            <pc:docMk/>
            <pc:sldMk cId="2270794384" sldId="356"/>
            <ac:inkMk id="122" creationId="{C73C26E6-0090-454D-5C49-0D9D91212AD5}"/>
          </ac:inkMkLst>
        </pc:inkChg>
        <pc:inkChg chg="add mod">
          <ac:chgData name="Mahima Weerasinghe" userId="e11e3f55-42da-4e07-8ead-4d7a1d7ea1c6" providerId="ADAL" clId="{A71A91A0-537E-435E-A57A-6A59184BC47A}" dt="2024-08-18T11:57:20.993" v="2347"/>
          <ac:inkMkLst>
            <pc:docMk/>
            <pc:sldMk cId="2270794384" sldId="356"/>
            <ac:inkMk id="123" creationId="{7BA6A5C2-8EFB-26B4-B601-D690C1E8754D}"/>
          </ac:inkMkLst>
        </pc:inkChg>
        <pc:inkChg chg="add mod">
          <ac:chgData name="Mahima Weerasinghe" userId="e11e3f55-42da-4e07-8ead-4d7a1d7ea1c6" providerId="ADAL" clId="{A71A91A0-537E-435E-A57A-6A59184BC47A}" dt="2024-08-26T05:21:12.178" v="3835"/>
          <ac:inkMkLst>
            <pc:docMk/>
            <pc:sldMk cId="2270794384" sldId="356"/>
            <ac:inkMk id="124" creationId="{73F1668B-39ED-304D-1960-458F7DE2AF48}"/>
          </ac:inkMkLst>
        </pc:inkChg>
        <pc:inkChg chg="add mod">
          <ac:chgData name="Mahima Weerasinghe" userId="e11e3f55-42da-4e07-8ead-4d7a1d7ea1c6" providerId="ADAL" clId="{A71A91A0-537E-435E-A57A-6A59184BC47A}" dt="2024-08-18T11:57:20.993" v="2347"/>
          <ac:inkMkLst>
            <pc:docMk/>
            <pc:sldMk cId="2270794384" sldId="356"/>
            <ac:inkMk id="125" creationId="{B3B7BAB0-B7C2-40DD-16E3-D75311A36488}"/>
          </ac:inkMkLst>
        </pc:inkChg>
        <pc:inkChg chg="add mod">
          <ac:chgData name="Mahima Weerasinghe" userId="e11e3f55-42da-4e07-8ead-4d7a1d7ea1c6" providerId="ADAL" clId="{A71A91A0-537E-435E-A57A-6A59184BC47A}" dt="2024-08-18T11:57:20.993" v="2347"/>
          <ac:inkMkLst>
            <pc:docMk/>
            <pc:sldMk cId="2270794384" sldId="356"/>
            <ac:inkMk id="126" creationId="{B5A26F24-F79E-BE38-5C63-7078E60A882F}"/>
          </ac:inkMkLst>
        </pc:inkChg>
        <pc:inkChg chg="add mod">
          <ac:chgData name="Mahima Weerasinghe" userId="e11e3f55-42da-4e07-8ead-4d7a1d7ea1c6" providerId="ADAL" clId="{A71A91A0-537E-435E-A57A-6A59184BC47A}" dt="2024-08-18T11:51:59.099" v="2246"/>
          <ac:inkMkLst>
            <pc:docMk/>
            <pc:sldMk cId="2270794384" sldId="356"/>
            <ac:inkMk id="128" creationId="{627A7A4B-F692-C2BE-E94F-E58E3DDA6E1B}"/>
          </ac:inkMkLst>
        </pc:inkChg>
        <pc:inkChg chg="add mod">
          <ac:chgData name="Mahima Weerasinghe" userId="e11e3f55-42da-4e07-8ead-4d7a1d7ea1c6" providerId="ADAL" clId="{A71A91A0-537E-435E-A57A-6A59184BC47A}" dt="2024-08-18T11:51:59.099" v="2246"/>
          <ac:inkMkLst>
            <pc:docMk/>
            <pc:sldMk cId="2270794384" sldId="356"/>
            <ac:inkMk id="129" creationId="{5577EFA6-AB73-1462-434B-587EFB809F96}"/>
          </ac:inkMkLst>
        </pc:inkChg>
        <pc:inkChg chg="add mod">
          <ac:chgData name="Mahima Weerasinghe" userId="e11e3f55-42da-4e07-8ead-4d7a1d7ea1c6" providerId="ADAL" clId="{A71A91A0-537E-435E-A57A-6A59184BC47A}" dt="2024-08-18T11:51:59.099" v="2246"/>
          <ac:inkMkLst>
            <pc:docMk/>
            <pc:sldMk cId="2270794384" sldId="356"/>
            <ac:inkMk id="130" creationId="{F6B56146-8118-9904-EA0D-D375D1238E66}"/>
          </ac:inkMkLst>
        </pc:inkChg>
        <pc:inkChg chg="add mod">
          <ac:chgData name="Mahima Weerasinghe" userId="e11e3f55-42da-4e07-8ead-4d7a1d7ea1c6" providerId="ADAL" clId="{A71A91A0-537E-435E-A57A-6A59184BC47A}" dt="2024-08-18T11:51:59.099" v="2246"/>
          <ac:inkMkLst>
            <pc:docMk/>
            <pc:sldMk cId="2270794384" sldId="356"/>
            <ac:inkMk id="131" creationId="{FE9F54D3-218C-E2FD-1B8D-49417D1C7AA2}"/>
          </ac:inkMkLst>
        </pc:inkChg>
        <pc:inkChg chg="add mod">
          <ac:chgData name="Mahima Weerasinghe" userId="e11e3f55-42da-4e07-8ead-4d7a1d7ea1c6" providerId="ADAL" clId="{A71A91A0-537E-435E-A57A-6A59184BC47A}" dt="2024-08-18T11:51:59.099" v="2246"/>
          <ac:inkMkLst>
            <pc:docMk/>
            <pc:sldMk cId="2270794384" sldId="356"/>
            <ac:inkMk id="132" creationId="{326371DD-A155-BED9-E7BD-127E3532F78E}"/>
          </ac:inkMkLst>
        </pc:inkChg>
        <pc:inkChg chg="add mod">
          <ac:chgData name="Mahima Weerasinghe" userId="e11e3f55-42da-4e07-8ead-4d7a1d7ea1c6" providerId="ADAL" clId="{A71A91A0-537E-435E-A57A-6A59184BC47A}" dt="2024-08-18T11:51:59.099" v="2246"/>
          <ac:inkMkLst>
            <pc:docMk/>
            <pc:sldMk cId="2270794384" sldId="356"/>
            <ac:inkMk id="133" creationId="{936B2CCC-5A49-82E6-5592-26E310734644}"/>
          </ac:inkMkLst>
        </pc:inkChg>
        <pc:inkChg chg="add mod">
          <ac:chgData name="Mahima Weerasinghe" userId="e11e3f55-42da-4e07-8ead-4d7a1d7ea1c6" providerId="ADAL" clId="{A71A91A0-537E-435E-A57A-6A59184BC47A}" dt="2024-08-18T11:51:59.099" v="2246"/>
          <ac:inkMkLst>
            <pc:docMk/>
            <pc:sldMk cId="2270794384" sldId="356"/>
            <ac:inkMk id="134" creationId="{8C1E4A18-C29E-A1A2-C79B-E9ABF533FC68}"/>
          </ac:inkMkLst>
        </pc:inkChg>
        <pc:inkChg chg="add mod">
          <ac:chgData name="Mahima Weerasinghe" userId="e11e3f55-42da-4e07-8ead-4d7a1d7ea1c6" providerId="ADAL" clId="{A71A91A0-537E-435E-A57A-6A59184BC47A}" dt="2024-08-18T11:54:07.680" v="2260"/>
          <ac:inkMkLst>
            <pc:docMk/>
            <pc:sldMk cId="2270794384" sldId="356"/>
            <ac:inkMk id="137" creationId="{C3091141-8CA4-5BCF-6E87-6CEB7F838C3C}"/>
          </ac:inkMkLst>
        </pc:inkChg>
        <pc:inkChg chg="add mod">
          <ac:chgData name="Mahima Weerasinghe" userId="e11e3f55-42da-4e07-8ead-4d7a1d7ea1c6" providerId="ADAL" clId="{A71A91A0-537E-435E-A57A-6A59184BC47A}" dt="2024-08-18T11:54:07.680" v="2260"/>
          <ac:inkMkLst>
            <pc:docMk/>
            <pc:sldMk cId="2270794384" sldId="356"/>
            <ac:inkMk id="138" creationId="{578FD813-40BC-6589-4873-084EA1FCEE8D}"/>
          </ac:inkMkLst>
        </pc:inkChg>
        <pc:inkChg chg="add mod">
          <ac:chgData name="Mahima Weerasinghe" userId="e11e3f55-42da-4e07-8ead-4d7a1d7ea1c6" providerId="ADAL" clId="{A71A91A0-537E-435E-A57A-6A59184BC47A}" dt="2024-08-18T11:54:07.680" v="2260"/>
          <ac:inkMkLst>
            <pc:docMk/>
            <pc:sldMk cId="2270794384" sldId="356"/>
            <ac:inkMk id="139" creationId="{85630EB9-38DC-21D0-877B-7A17EE012F4D}"/>
          </ac:inkMkLst>
        </pc:inkChg>
        <pc:inkChg chg="add mod">
          <ac:chgData name="Mahima Weerasinghe" userId="e11e3f55-42da-4e07-8ead-4d7a1d7ea1c6" providerId="ADAL" clId="{A71A91A0-537E-435E-A57A-6A59184BC47A}" dt="2024-08-18T11:54:07.680" v="2260"/>
          <ac:inkMkLst>
            <pc:docMk/>
            <pc:sldMk cId="2270794384" sldId="356"/>
            <ac:inkMk id="140" creationId="{AB6ACAA9-29CE-CA17-A169-FE6CB1D804A5}"/>
          </ac:inkMkLst>
        </pc:inkChg>
        <pc:inkChg chg="add mod">
          <ac:chgData name="Mahima Weerasinghe" userId="e11e3f55-42da-4e07-8ead-4d7a1d7ea1c6" providerId="ADAL" clId="{A71A91A0-537E-435E-A57A-6A59184BC47A}" dt="2024-08-18T11:54:07.680" v="2260"/>
          <ac:inkMkLst>
            <pc:docMk/>
            <pc:sldMk cId="2270794384" sldId="356"/>
            <ac:inkMk id="141" creationId="{622AE538-5937-31D8-BAFC-25D561B6A307}"/>
          </ac:inkMkLst>
        </pc:inkChg>
        <pc:inkChg chg="add mod">
          <ac:chgData name="Mahima Weerasinghe" userId="e11e3f55-42da-4e07-8ead-4d7a1d7ea1c6" providerId="ADAL" clId="{A71A91A0-537E-435E-A57A-6A59184BC47A}" dt="2024-08-18T11:54:07.680" v="2260"/>
          <ac:inkMkLst>
            <pc:docMk/>
            <pc:sldMk cId="2270794384" sldId="356"/>
            <ac:inkMk id="142" creationId="{7260D202-2378-79AD-6F25-A3108B16D372}"/>
          </ac:inkMkLst>
        </pc:inkChg>
        <pc:inkChg chg="add mod">
          <ac:chgData name="Mahima Weerasinghe" userId="e11e3f55-42da-4e07-8ead-4d7a1d7ea1c6" providerId="ADAL" clId="{A71A91A0-537E-435E-A57A-6A59184BC47A}" dt="2024-08-18T11:54:07.680" v="2260"/>
          <ac:inkMkLst>
            <pc:docMk/>
            <pc:sldMk cId="2270794384" sldId="356"/>
            <ac:inkMk id="143" creationId="{E82ACCC3-0476-61B8-93B9-E6B4153E788F}"/>
          </ac:inkMkLst>
        </pc:inkChg>
        <pc:inkChg chg="add mod">
          <ac:chgData name="Mahima Weerasinghe" userId="e11e3f55-42da-4e07-8ead-4d7a1d7ea1c6" providerId="ADAL" clId="{A71A91A0-537E-435E-A57A-6A59184BC47A}" dt="2024-08-18T11:54:07.680" v="2260"/>
          <ac:inkMkLst>
            <pc:docMk/>
            <pc:sldMk cId="2270794384" sldId="356"/>
            <ac:inkMk id="144" creationId="{2EC8CA05-BEA5-2AF0-8E59-79E7D3990260}"/>
          </ac:inkMkLst>
        </pc:inkChg>
        <pc:inkChg chg="add mod">
          <ac:chgData name="Mahima Weerasinghe" userId="e11e3f55-42da-4e07-8ead-4d7a1d7ea1c6" providerId="ADAL" clId="{A71A91A0-537E-435E-A57A-6A59184BC47A}" dt="2024-08-18T11:54:07.680" v="2260"/>
          <ac:inkMkLst>
            <pc:docMk/>
            <pc:sldMk cId="2270794384" sldId="356"/>
            <ac:inkMk id="145" creationId="{D221EA6C-2B53-F784-2F58-22E9EDD2069D}"/>
          </ac:inkMkLst>
        </pc:inkChg>
        <pc:inkChg chg="add mod">
          <ac:chgData name="Mahima Weerasinghe" userId="e11e3f55-42da-4e07-8ead-4d7a1d7ea1c6" providerId="ADAL" clId="{A71A91A0-537E-435E-A57A-6A59184BC47A}" dt="2024-08-18T11:54:07.680" v="2260"/>
          <ac:inkMkLst>
            <pc:docMk/>
            <pc:sldMk cId="2270794384" sldId="356"/>
            <ac:inkMk id="146" creationId="{8CBD00C2-AED7-B240-3F38-B21FFF405D14}"/>
          </ac:inkMkLst>
        </pc:inkChg>
        <pc:inkChg chg="add mod">
          <ac:chgData name="Mahima Weerasinghe" userId="e11e3f55-42da-4e07-8ead-4d7a1d7ea1c6" providerId="ADAL" clId="{A71A91A0-537E-435E-A57A-6A59184BC47A}" dt="2024-08-18T11:54:07.680" v="2260"/>
          <ac:inkMkLst>
            <pc:docMk/>
            <pc:sldMk cId="2270794384" sldId="356"/>
            <ac:inkMk id="147" creationId="{6F1237FA-E35D-1408-11F3-3A413D3C0F3C}"/>
          </ac:inkMkLst>
        </pc:inkChg>
        <pc:inkChg chg="add mod">
          <ac:chgData name="Mahima Weerasinghe" userId="e11e3f55-42da-4e07-8ead-4d7a1d7ea1c6" providerId="ADAL" clId="{A71A91A0-537E-435E-A57A-6A59184BC47A}" dt="2024-08-18T11:54:07.680" v="2260"/>
          <ac:inkMkLst>
            <pc:docMk/>
            <pc:sldMk cId="2270794384" sldId="356"/>
            <ac:inkMk id="148" creationId="{15942247-371C-DCF8-FE06-A1F90342117B}"/>
          </ac:inkMkLst>
        </pc:inkChg>
        <pc:inkChg chg="add mod">
          <ac:chgData name="Mahima Weerasinghe" userId="e11e3f55-42da-4e07-8ead-4d7a1d7ea1c6" providerId="ADAL" clId="{A71A91A0-537E-435E-A57A-6A59184BC47A}" dt="2024-08-18T11:54:07.680" v="2260"/>
          <ac:inkMkLst>
            <pc:docMk/>
            <pc:sldMk cId="2270794384" sldId="356"/>
            <ac:inkMk id="149" creationId="{C4FC6DB2-3AC6-869D-70A9-AD4D83B7B5C7}"/>
          </ac:inkMkLst>
        </pc:inkChg>
        <pc:inkChg chg="add mod">
          <ac:chgData name="Mahima Weerasinghe" userId="e11e3f55-42da-4e07-8ead-4d7a1d7ea1c6" providerId="ADAL" clId="{A71A91A0-537E-435E-A57A-6A59184BC47A}" dt="2024-08-18T11:57:20.993" v="2347"/>
          <ac:inkMkLst>
            <pc:docMk/>
            <pc:sldMk cId="2270794384" sldId="356"/>
            <ac:inkMk id="151" creationId="{BD563665-D151-C50A-EF87-24512AA22DB9}"/>
          </ac:inkMkLst>
        </pc:inkChg>
        <pc:inkChg chg="add mod">
          <ac:chgData name="Mahima Weerasinghe" userId="e11e3f55-42da-4e07-8ead-4d7a1d7ea1c6" providerId="ADAL" clId="{A71A91A0-537E-435E-A57A-6A59184BC47A}" dt="2024-08-18T11:57:20.993" v="2347"/>
          <ac:inkMkLst>
            <pc:docMk/>
            <pc:sldMk cId="2270794384" sldId="356"/>
            <ac:inkMk id="152" creationId="{1D845AB8-CE62-07DF-C722-2ADA43BF1E8E}"/>
          </ac:inkMkLst>
        </pc:inkChg>
        <pc:inkChg chg="add mod">
          <ac:chgData name="Mahima Weerasinghe" userId="e11e3f55-42da-4e07-8ead-4d7a1d7ea1c6" providerId="ADAL" clId="{A71A91A0-537E-435E-A57A-6A59184BC47A}" dt="2024-08-26T05:21:12.178" v="3835"/>
          <ac:inkMkLst>
            <pc:docMk/>
            <pc:sldMk cId="2270794384" sldId="356"/>
            <ac:inkMk id="153" creationId="{679649BB-FF7C-003E-8523-CDC5ED31A259}"/>
          </ac:inkMkLst>
        </pc:inkChg>
        <pc:inkChg chg="add mod">
          <ac:chgData name="Mahima Weerasinghe" userId="e11e3f55-42da-4e07-8ead-4d7a1d7ea1c6" providerId="ADAL" clId="{A71A91A0-537E-435E-A57A-6A59184BC47A}" dt="2024-08-18T11:57:20.993" v="2347"/>
          <ac:inkMkLst>
            <pc:docMk/>
            <pc:sldMk cId="2270794384" sldId="356"/>
            <ac:inkMk id="154" creationId="{0E0CD0FD-0DBA-D328-465F-3DB4BDD45829}"/>
          </ac:inkMkLst>
        </pc:inkChg>
        <pc:inkChg chg="add mod">
          <ac:chgData name="Mahima Weerasinghe" userId="e11e3f55-42da-4e07-8ead-4d7a1d7ea1c6" providerId="ADAL" clId="{A71A91A0-537E-435E-A57A-6A59184BC47A}" dt="2024-08-18T11:57:20.993" v="2347"/>
          <ac:inkMkLst>
            <pc:docMk/>
            <pc:sldMk cId="2270794384" sldId="356"/>
            <ac:inkMk id="155" creationId="{621E5CEA-48E8-FBA1-5C69-FCE29E0267F7}"/>
          </ac:inkMkLst>
        </pc:inkChg>
        <pc:inkChg chg="add mod">
          <ac:chgData name="Mahima Weerasinghe" userId="e11e3f55-42da-4e07-8ead-4d7a1d7ea1c6" providerId="ADAL" clId="{A71A91A0-537E-435E-A57A-6A59184BC47A}" dt="2024-08-26T05:21:12.178" v="3835"/>
          <ac:inkMkLst>
            <pc:docMk/>
            <pc:sldMk cId="2270794384" sldId="356"/>
            <ac:inkMk id="156" creationId="{FFDAB4AE-BF77-29BA-ABE1-8A8F5C142A7E}"/>
          </ac:inkMkLst>
        </pc:inkChg>
        <pc:inkChg chg="add mod">
          <ac:chgData name="Mahima Weerasinghe" userId="e11e3f55-42da-4e07-8ead-4d7a1d7ea1c6" providerId="ADAL" clId="{A71A91A0-537E-435E-A57A-6A59184BC47A}" dt="2024-08-18T11:57:20.993" v="2347"/>
          <ac:inkMkLst>
            <pc:docMk/>
            <pc:sldMk cId="2270794384" sldId="356"/>
            <ac:inkMk id="157" creationId="{4F5CE1EA-E056-27D4-7E77-7CCF173C21D5}"/>
          </ac:inkMkLst>
        </pc:inkChg>
        <pc:inkChg chg="add mod">
          <ac:chgData name="Mahima Weerasinghe" userId="e11e3f55-42da-4e07-8ead-4d7a1d7ea1c6" providerId="ADAL" clId="{A71A91A0-537E-435E-A57A-6A59184BC47A}" dt="2024-08-26T05:21:12.178" v="3835"/>
          <ac:inkMkLst>
            <pc:docMk/>
            <pc:sldMk cId="2270794384" sldId="356"/>
            <ac:inkMk id="158" creationId="{4572F6E1-04EB-C183-FC47-E3E12B0DA504}"/>
          </ac:inkMkLst>
        </pc:inkChg>
        <pc:inkChg chg="add mod">
          <ac:chgData name="Mahima Weerasinghe" userId="e11e3f55-42da-4e07-8ead-4d7a1d7ea1c6" providerId="ADAL" clId="{A71A91A0-537E-435E-A57A-6A59184BC47A}" dt="2024-08-18T11:57:20.993" v="2347"/>
          <ac:inkMkLst>
            <pc:docMk/>
            <pc:sldMk cId="2270794384" sldId="356"/>
            <ac:inkMk id="159" creationId="{762F7866-A888-C34C-649D-3CCF2D2CA0B1}"/>
          </ac:inkMkLst>
        </pc:inkChg>
        <pc:inkChg chg="add mod">
          <ac:chgData name="Mahima Weerasinghe" userId="e11e3f55-42da-4e07-8ead-4d7a1d7ea1c6" providerId="ADAL" clId="{A71A91A0-537E-435E-A57A-6A59184BC47A}" dt="2024-08-18T11:57:20.993" v="2347"/>
          <ac:inkMkLst>
            <pc:docMk/>
            <pc:sldMk cId="2270794384" sldId="356"/>
            <ac:inkMk id="160" creationId="{46407600-6BEF-EE89-4F6A-AAACCD63F533}"/>
          </ac:inkMkLst>
        </pc:inkChg>
        <pc:inkChg chg="add mod">
          <ac:chgData name="Mahima Weerasinghe" userId="e11e3f55-42da-4e07-8ead-4d7a1d7ea1c6" providerId="ADAL" clId="{A71A91A0-537E-435E-A57A-6A59184BC47A}" dt="2024-08-18T11:57:20.993" v="2347"/>
          <ac:inkMkLst>
            <pc:docMk/>
            <pc:sldMk cId="2270794384" sldId="356"/>
            <ac:inkMk id="162" creationId="{6DE09103-7BAD-2168-A84E-6DE882B0B74D}"/>
          </ac:inkMkLst>
        </pc:inkChg>
        <pc:inkChg chg="add mod">
          <ac:chgData name="Mahima Weerasinghe" userId="e11e3f55-42da-4e07-8ead-4d7a1d7ea1c6" providerId="ADAL" clId="{A71A91A0-537E-435E-A57A-6A59184BC47A}" dt="2024-08-18T11:57:20.993" v="2347"/>
          <ac:inkMkLst>
            <pc:docMk/>
            <pc:sldMk cId="2270794384" sldId="356"/>
            <ac:inkMk id="163" creationId="{5C28689D-9A49-EE3B-65BA-17C8A36DE5C4}"/>
          </ac:inkMkLst>
        </pc:inkChg>
        <pc:inkChg chg="add mod">
          <ac:chgData name="Mahima Weerasinghe" userId="e11e3f55-42da-4e07-8ead-4d7a1d7ea1c6" providerId="ADAL" clId="{A71A91A0-537E-435E-A57A-6A59184BC47A}" dt="2024-08-18T11:57:20.993" v="2347"/>
          <ac:inkMkLst>
            <pc:docMk/>
            <pc:sldMk cId="2270794384" sldId="356"/>
            <ac:inkMk id="164" creationId="{4D7C5D3D-E2A6-6D29-CB93-9C8B2B563026}"/>
          </ac:inkMkLst>
        </pc:inkChg>
        <pc:inkChg chg="add mod">
          <ac:chgData name="Mahima Weerasinghe" userId="e11e3f55-42da-4e07-8ead-4d7a1d7ea1c6" providerId="ADAL" clId="{A71A91A0-537E-435E-A57A-6A59184BC47A}" dt="2024-08-26T05:21:12.178" v="3835"/>
          <ac:inkMkLst>
            <pc:docMk/>
            <pc:sldMk cId="2270794384" sldId="356"/>
            <ac:inkMk id="165" creationId="{E147B72D-40C3-9871-C556-5F9456609A76}"/>
          </ac:inkMkLst>
        </pc:inkChg>
        <pc:inkChg chg="add mod">
          <ac:chgData name="Mahima Weerasinghe" userId="e11e3f55-42da-4e07-8ead-4d7a1d7ea1c6" providerId="ADAL" clId="{A71A91A0-537E-435E-A57A-6A59184BC47A}" dt="2024-08-18T11:57:24.015" v="2351"/>
          <ac:inkMkLst>
            <pc:docMk/>
            <pc:sldMk cId="2270794384" sldId="356"/>
            <ac:inkMk id="166" creationId="{53EDEF00-38F1-8823-9176-9614C8622EC4}"/>
          </ac:inkMkLst>
        </pc:inkChg>
        <pc:inkChg chg="add mod">
          <ac:chgData name="Mahima Weerasinghe" userId="e11e3f55-42da-4e07-8ead-4d7a1d7ea1c6" providerId="ADAL" clId="{A71A91A0-537E-435E-A57A-6A59184BC47A}" dt="2024-08-18T11:57:24.015" v="2351"/>
          <ac:inkMkLst>
            <pc:docMk/>
            <pc:sldMk cId="2270794384" sldId="356"/>
            <ac:inkMk id="167" creationId="{32A74F47-43E6-CD10-7471-236D02D306F8}"/>
          </ac:inkMkLst>
        </pc:inkChg>
        <pc:inkChg chg="add mod">
          <ac:chgData name="Mahima Weerasinghe" userId="e11e3f55-42da-4e07-8ead-4d7a1d7ea1c6" providerId="ADAL" clId="{A71A91A0-537E-435E-A57A-6A59184BC47A}" dt="2024-08-18T11:57:24.015" v="2351"/>
          <ac:inkMkLst>
            <pc:docMk/>
            <pc:sldMk cId="2270794384" sldId="356"/>
            <ac:inkMk id="168" creationId="{B9BDE54F-D852-17DA-4FE2-BF5E3FB0D329}"/>
          </ac:inkMkLst>
        </pc:inkChg>
        <pc:inkChg chg="add mod">
          <ac:chgData name="Mahima Weerasinghe" userId="e11e3f55-42da-4e07-8ead-4d7a1d7ea1c6" providerId="ADAL" clId="{A71A91A0-537E-435E-A57A-6A59184BC47A}" dt="2024-08-18T11:57:24.015" v="2351"/>
          <ac:inkMkLst>
            <pc:docMk/>
            <pc:sldMk cId="2270794384" sldId="356"/>
            <ac:inkMk id="169" creationId="{355D07C8-75FB-2322-8238-98C562AE4954}"/>
          </ac:inkMkLst>
        </pc:inkChg>
        <pc:inkChg chg="add mod">
          <ac:chgData name="Mahima Weerasinghe" userId="e11e3f55-42da-4e07-8ead-4d7a1d7ea1c6" providerId="ADAL" clId="{A71A91A0-537E-435E-A57A-6A59184BC47A}" dt="2024-08-26T05:21:12.178" v="3835"/>
          <ac:inkMkLst>
            <pc:docMk/>
            <pc:sldMk cId="2270794384" sldId="356"/>
            <ac:inkMk id="170" creationId="{653DFA68-B21C-0FF9-4D97-EB018E4CE439}"/>
          </ac:inkMkLst>
        </pc:inkChg>
        <pc:inkChg chg="add mod">
          <ac:chgData name="Mahima Weerasinghe" userId="e11e3f55-42da-4e07-8ead-4d7a1d7ea1c6" providerId="ADAL" clId="{A71A91A0-537E-435E-A57A-6A59184BC47A}" dt="2024-08-18T11:57:24.015" v="2351"/>
          <ac:inkMkLst>
            <pc:docMk/>
            <pc:sldMk cId="2270794384" sldId="356"/>
            <ac:inkMk id="171" creationId="{7F7A5712-B4ED-800F-F42C-389CFDEC66EA}"/>
          </ac:inkMkLst>
        </pc:inkChg>
        <pc:inkChg chg="add mod">
          <ac:chgData name="Mahima Weerasinghe" userId="e11e3f55-42da-4e07-8ead-4d7a1d7ea1c6" providerId="ADAL" clId="{A71A91A0-537E-435E-A57A-6A59184BC47A}" dt="2024-08-18T11:57:24.015" v="2351"/>
          <ac:inkMkLst>
            <pc:docMk/>
            <pc:sldMk cId="2270794384" sldId="356"/>
            <ac:inkMk id="172" creationId="{DED5B17D-9DFC-482E-606E-B888D8E48DFF}"/>
          </ac:inkMkLst>
        </pc:inkChg>
        <pc:inkChg chg="add mod">
          <ac:chgData name="Mahima Weerasinghe" userId="e11e3f55-42da-4e07-8ead-4d7a1d7ea1c6" providerId="ADAL" clId="{A71A91A0-537E-435E-A57A-6A59184BC47A}" dt="2024-08-18T11:57:24.015" v="2351"/>
          <ac:inkMkLst>
            <pc:docMk/>
            <pc:sldMk cId="2270794384" sldId="356"/>
            <ac:inkMk id="173" creationId="{C594A419-5EB1-33E6-66EC-F24E46400092}"/>
          </ac:inkMkLst>
        </pc:inkChg>
        <pc:inkChg chg="add mod">
          <ac:chgData name="Mahima Weerasinghe" userId="e11e3f55-42da-4e07-8ead-4d7a1d7ea1c6" providerId="ADAL" clId="{A71A91A0-537E-435E-A57A-6A59184BC47A}" dt="2024-08-18T11:57:24.015" v="2351"/>
          <ac:inkMkLst>
            <pc:docMk/>
            <pc:sldMk cId="2270794384" sldId="356"/>
            <ac:inkMk id="174" creationId="{D16D890A-AA30-8F2C-68E0-423A1122898F}"/>
          </ac:inkMkLst>
        </pc:inkChg>
        <pc:inkChg chg="add mod">
          <ac:chgData name="Mahima Weerasinghe" userId="e11e3f55-42da-4e07-8ead-4d7a1d7ea1c6" providerId="ADAL" clId="{A71A91A0-537E-435E-A57A-6A59184BC47A}" dt="2024-08-18T11:57:24.015" v="2351"/>
          <ac:inkMkLst>
            <pc:docMk/>
            <pc:sldMk cId="2270794384" sldId="356"/>
            <ac:inkMk id="175" creationId="{10028863-55B0-218F-1C95-3564C5EC8446}"/>
          </ac:inkMkLst>
        </pc:inkChg>
        <pc:inkChg chg="add mod">
          <ac:chgData name="Mahima Weerasinghe" userId="e11e3f55-42da-4e07-8ead-4d7a1d7ea1c6" providerId="ADAL" clId="{A71A91A0-537E-435E-A57A-6A59184BC47A}" dt="2024-08-18T11:57:24.015" v="2351"/>
          <ac:inkMkLst>
            <pc:docMk/>
            <pc:sldMk cId="2270794384" sldId="356"/>
            <ac:inkMk id="176" creationId="{6F1A85DF-1A3A-2D4A-74FA-7C6BD445D33B}"/>
          </ac:inkMkLst>
        </pc:inkChg>
        <pc:inkChg chg="add mod">
          <ac:chgData name="Mahima Weerasinghe" userId="e11e3f55-42da-4e07-8ead-4d7a1d7ea1c6" providerId="ADAL" clId="{A71A91A0-537E-435E-A57A-6A59184BC47A}" dt="2024-08-18T11:57:24.015" v="2351"/>
          <ac:inkMkLst>
            <pc:docMk/>
            <pc:sldMk cId="2270794384" sldId="356"/>
            <ac:inkMk id="177" creationId="{319AF872-E796-5E9A-D554-67757CD9AF82}"/>
          </ac:inkMkLst>
        </pc:inkChg>
        <pc:inkChg chg="add mod">
          <ac:chgData name="Mahima Weerasinghe" userId="e11e3f55-42da-4e07-8ead-4d7a1d7ea1c6" providerId="ADAL" clId="{A71A91A0-537E-435E-A57A-6A59184BC47A}" dt="2024-08-18T11:57:24.015" v="2351"/>
          <ac:inkMkLst>
            <pc:docMk/>
            <pc:sldMk cId="2270794384" sldId="356"/>
            <ac:inkMk id="178" creationId="{EE18358C-A361-A3A6-FC2F-BBE45E724F1F}"/>
          </ac:inkMkLst>
        </pc:inkChg>
        <pc:inkChg chg="add mod">
          <ac:chgData name="Mahima Weerasinghe" userId="e11e3f55-42da-4e07-8ead-4d7a1d7ea1c6" providerId="ADAL" clId="{A71A91A0-537E-435E-A57A-6A59184BC47A}" dt="2024-08-26T05:21:12.178" v="3835"/>
          <ac:inkMkLst>
            <pc:docMk/>
            <pc:sldMk cId="2270794384" sldId="356"/>
            <ac:inkMk id="179" creationId="{91B09F5B-2AFD-1CAC-8389-E964113FCF9B}"/>
          </ac:inkMkLst>
        </pc:inkChg>
        <pc:inkChg chg="add mod">
          <ac:chgData name="Mahima Weerasinghe" userId="e11e3f55-42da-4e07-8ead-4d7a1d7ea1c6" providerId="ADAL" clId="{A71A91A0-537E-435E-A57A-6A59184BC47A}" dt="2024-08-18T11:57:24.015" v="2351"/>
          <ac:inkMkLst>
            <pc:docMk/>
            <pc:sldMk cId="2270794384" sldId="356"/>
            <ac:inkMk id="180" creationId="{398496CF-1915-BB87-1827-B96F2564A403}"/>
          </ac:inkMkLst>
        </pc:inkChg>
        <pc:inkChg chg="add mod">
          <ac:chgData name="Mahima Weerasinghe" userId="e11e3f55-42da-4e07-8ead-4d7a1d7ea1c6" providerId="ADAL" clId="{A71A91A0-537E-435E-A57A-6A59184BC47A}" dt="2024-08-18T11:57:24.015" v="2351"/>
          <ac:inkMkLst>
            <pc:docMk/>
            <pc:sldMk cId="2270794384" sldId="356"/>
            <ac:inkMk id="181" creationId="{67D2EC87-0E02-D6FA-BC95-8E00D4392A43}"/>
          </ac:inkMkLst>
        </pc:inkChg>
        <pc:inkChg chg="add mod">
          <ac:chgData name="Mahima Weerasinghe" userId="e11e3f55-42da-4e07-8ead-4d7a1d7ea1c6" providerId="ADAL" clId="{A71A91A0-537E-435E-A57A-6A59184BC47A}" dt="2024-08-18T11:57:24.015" v="2351"/>
          <ac:inkMkLst>
            <pc:docMk/>
            <pc:sldMk cId="2270794384" sldId="356"/>
            <ac:inkMk id="182" creationId="{0DD98956-0AB8-91B8-E329-E6E64A92D4A9}"/>
          </ac:inkMkLst>
        </pc:inkChg>
        <pc:inkChg chg="add mod">
          <ac:chgData name="Mahima Weerasinghe" userId="e11e3f55-42da-4e07-8ead-4d7a1d7ea1c6" providerId="ADAL" clId="{A71A91A0-537E-435E-A57A-6A59184BC47A}" dt="2024-08-18T11:57:24.015" v="2351"/>
          <ac:inkMkLst>
            <pc:docMk/>
            <pc:sldMk cId="2270794384" sldId="356"/>
            <ac:inkMk id="183" creationId="{B97418A3-B513-8D8D-1720-DE78DB8FFD0F}"/>
          </ac:inkMkLst>
        </pc:inkChg>
        <pc:inkChg chg="add mod">
          <ac:chgData name="Mahima Weerasinghe" userId="e11e3f55-42da-4e07-8ead-4d7a1d7ea1c6" providerId="ADAL" clId="{A71A91A0-537E-435E-A57A-6A59184BC47A}" dt="2024-08-18T11:57:24.015" v="2351"/>
          <ac:inkMkLst>
            <pc:docMk/>
            <pc:sldMk cId="2270794384" sldId="356"/>
            <ac:inkMk id="184" creationId="{609F25F4-556D-A34A-FA3A-F0A5E1D95CF0}"/>
          </ac:inkMkLst>
        </pc:inkChg>
        <pc:inkChg chg="add mod">
          <ac:chgData name="Mahima Weerasinghe" userId="e11e3f55-42da-4e07-8ead-4d7a1d7ea1c6" providerId="ADAL" clId="{A71A91A0-537E-435E-A57A-6A59184BC47A}" dt="2024-08-18T11:57:24.015" v="2351"/>
          <ac:inkMkLst>
            <pc:docMk/>
            <pc:sldMk cId="2270794384" sldId="356"/>
            <ac:inkMk id="185" creationId="{7D5F00A5-D535-DAEE-6F0F-8F6DADCF2DB5}"/>
          </ac:inkMkLst>
        </pc:inkChg>
        <pc:inkChg chg="add mod">
          <ac:chgData name="Mahima Weerasinghe" userId="e11e3f55-42da-4e07-8ead-4d7a1d7ea1c6" providerId="ADAL" clId="{A71A91A0-537E-435E-A57A-6A59184BC47A}" dt="2024-08-18T11:57:24.015" v="2351"/>
          <ac:inkMkLst>
            <pc:docMk/>
            <pc:sldMk cId="2270794384" sldId="356"/>
            <ac:inkMk id="186" creationId="{2D2B7EE2-697A-3956-DC02-6F45FAA070A5}"/>
          </ac:inkMkLst>
        </pc:inkChg>
        <pc:inkChg chg="add mod">
          <ac:chgData name="Mahima Weerasinghe" userId="e11e3f55-42da-4e07-8ead-4d7a1d7ea1c6" providerId="ADAL" clId="{A71A91A0-537E-435E-A57A-6A59184BC47A}" dt="2024-08-26T05:21:12.178" v="3835"/>
          <ac:inkMkLst>
            <pc:docMk/>
            <pc:sldMk cId="2270794384" sldId="356"/>
            <ac:inkMk id="187" creationId="{BACF8BF4-60E4-51C5-36E9-8C777728587B}"/>
          </ac:inkMkLst>
        </pc:inkChg>
        <pc:inkChg chg="add mod">
          <ac:chgData name="Mahima Weerasinghe" userId="e11e3f55-42da-4e07-8ead-4d7a1d7ea1c6" providerId="ADAL" clId="{A71A91A0-537E-435E-A57A-6A59184BC47A}" dt="2024-08-18T11:57:24.015" v="2351"/>
          <ac:inkMkLst>
            <pc:docMk/>
            <pc:sldMk cId="2270794384" sldId="356"/>
            <ac:inkMk id="188" creationId="{0A3505B5-C246-234F-E124-EDFC0FCC7BAA}"/>
          </ac:inkMkLst>
        </pc:inkChg>
        <pc:inkChg chg="add mod">
          <ac:chgData name="Mahima Weerasinghe" userId="e11e3f55-42da-4e07-8ead-4d7a1d7ea1c6" providerId="ADAL" clId="{A71A91A0-537E-435E-A57A-6A59184BC47A}" dt="2024-08-18T11:57:24.015" v="2351"/>
          <ac:inkMkLst>
            <pc:docMk/>
            <pc:sldMk cId="2270794384" sldId="356"/>
            <ac:inkMk id="189" creationId="{33D4E0E1-188D-9C08-354E-4CF83DCA146E}"/>
          </ac:inkMkLst>
        </pc:inkChg>
        <pc:inkChg chg="add mod">
          <ac:chgData name="Mahima Weerasinghe" userId="e11e3f55-42da-4e07-8ead-4d7a1d7ea1c6" providerId="ADAL" clId="{A71A91A0-537E-435E-A57A-6A59184BC47A}" dt="2024-08-18T11:57:24.015" v="2351"/>
          <ac:inkMkLst>
            <pc:docMk/>
            <pc:sldMk cId="2270794384" sldId="356"/>
            <ac:inkMk id="190" creationId="{23525044-7C3F-5F17-70F8-30D6BA444B9E}"/>
          </ac:inkMkLst>
        </pc:inkChg>
        <pc:inkChg chg="add mod">
          <ac:chgData name="Mahima Weerasinghe" userId="e11e3f55-42da-4e07-8ead-4d7a1d7ea1c6" providerId="ADAL" clId="{A71A91A0-537E-435E-A57A-6A59184BC47A}" dt="2024-08-18T11:57:24.015" v="2351"/>
          <ac:inkMkLst>
            <pc:docMk/>
            <pc:sldMk cId="2270794384" sldId="356"/>
            <ac:inkMk id="191" creationId="{BB6F539E-2091-4FC8-4E6F-812110FB25CE}"/>
          </ac:inkMkLst>
        </pc:inkChg>
        <pc:inkChg chg="add mod">
          <ac:chgData name="Mahima Weerasinghe" userId="e11e3f55-42da-4e07-8ead-4d7a1d7ea1c6" providerId="ADAL" clId="{A71A91A0-537E-435E-A57A-6A59184BC47A}" dt="2024-08-26T05:21:12.178" v="3835"/>
          <ac:inkMkLst>
            <pc:docMk/>
            <pc:sldMk cId="2270794384" sldId="356"/>
            <ac:inkMk id="193" creationId="{6FC008B4-34D3-00F7-2362-02A09BA6B502}"/>
          </ac:inkMkLst>
        </pc:inkChg>
        <pc:inkChg chg="add mod">
          <ac:chgData name="Mahima Weerasinghe" userId="e11e3f55-42da-4e07-8ead-4d7a1d7ea1c6" providerId="ADAL" clId="{A71A91A0-537E-435E-A57A-6A59184BC47A}" dt="2024-08-18T11:57:24.015" v="2351"/>
          <ac:inkMkLst>
            <pc:docMk/>
            <pc:sldMk cId="2270794384" sldId="356"/>
            <ac:inkMk id="194" creationId="{FB754BCE-FB32-BCDB-C419-99789E93ED65}"/>
          </ac:inkMkLst>
        </pc:inkChg>
        <pc:inkChg chg="add mod">
          <ac:chgData name="Mahima Weerasinghe" userId="e11e3f55-42da-4e07-8ead-4d7a1d7ea1c6" providerId="ADAL" clId="{A71A91A0-537E-435E-A57A-6A59184BC47A}" dt="2024-08-18T11:57:24.015" v="2351"/>
          <ac:inkMkLst>
            <pc:docMk/>
            <pc:sldMk cId="2270794384" sldId="356"/>
            <ac:inkMk id="195" creationId="{930E1D33-32DD-4B3F-86F0-FFF0FF6C50B3}"/>
          </ac:inkMkLst>
        </pc:inkChg>
        <pc:inkChg chg="add mod">
          <ac:chgData name="Mahima Weerasinghe" userId="e11e3f55-42da-4e07-8ead-4d7a1d7ea1c6" providerId="ADAL" clId="{A71A91A0-537E-435E-A57A-6A59184BC47A}" dt="2024-08-26T05:21:12.178" v="3835"/>
          <ac:inkMkLst>
            <pc:docMk/>
            <pc:sldMk cId="2270794384" sldId="356"/>
            <ac:inkMk id="196" creationId="{D99F752D-D2A9-3AB4-DFED-69CD474F40E1}"/>
          </ac:inkMkLst>
        </pc:inkChg>
        <pc:inkChg chg="add mod">
          <ac:chgData name="Mahima Weerasinghe" userId="e11e3f55-42da-4e07-8ead-4d7a1d7ea1c6" providerId="ADAL" clId="{A71A91A0-537E-435E-A57A-6A59184BC47A}" dt="2024-08-18T11:55:52.166" v="2332"/>
          <ac:inkMkLst>
            <pc:docMk/>
            <pc:sldMk cId="2270794384" sldId="356"/>
            <ac:inkMk id="197" creationId="{FFA45BB7-B468-8796-D5D8-CADF35520326}"/>
          </ac:inkMkLst>
        </pc:inkChg>
        <pc:inkChg chg="add mod">
          <ac:chgData name="Mahima Weerasinghe" userId="e11e3f55-42da-4e07-8ead-4d7a1d7ea1c6" providerId="ADAL" clId="{A71A91A0-537E-435E-A57A-6A59184BC47A}" dt="2024-08-26T05:21:12.178" v="3835"/>
          <ac:inkMkLst>
            <pc:docMk/>
            <pc:sldMk cId="2270794384" sldId="356"/>
            <ac:inkMk id="198" creationId="{70F3482E-3EA1-17A2-2454-C3EC966943FB}"/>
          </ac:inkMkLst>
        </pc:inkChg>
        <pc:inkChg chg="add mod">
          <ac:chgData name="Mahima Weerasinghe" userId="e11e3f55-42da-4e07-8ead-4d7a1d7ea1c6" providerId="ADAL" clId="{A71A91A0-537E-435E-A57A-6A59184BC47A}" dt="2024-08-18T11:57:27.332" v="2353"/>
          <ac:inkMkLst>
            <pc:docMk/>
            <pc:sldMk cId="2270794384" sldId="356"/>
            <ac:inkMk id="199" creationId="{7EE83DD8-AE42-FC15-7347-2A129B21BDC8}"/>
          </ac:inkMkLst>
        </pc:inkChg>
        <pc:inkChg chg="add mod">
          <ac:chgData name="Mahima Weerasinghe" userId="e11e3f55-42da-4e07-8ead-4d7a1d7ea1c6" providerId="ADAL" clId="{A71A91A0-537E-435E-A57A-6A59184BC47A}" dt="2024-08-18T11:57:27.332" v="2353"/>
          <ac:inkMkLst>
            <pc:docMk/>
            <pc:sldMk cId="2270794384" sldId="356"/>
            <ac:inkMk id="200" creationId="{1882AEF0-483C-53A1-F89B-DA5F64D5CB27}"/>
          </ac:inkMkLst>
        </pc:inkChg>
        <pc:inkChg chg="add mod">
          <ac:chgData name="Mahima Weerasinghe" userId="e11e3f55-42da-4e07-8ead-4d7a1d7ea1c6" providerId="ADAL" clId="{A71A91A0-537E-435E-A57A-6A59184BC47A}" dt="2024-08-26T05:21:12.178" v="3835"/>
          <ac:inkMkLst>
            <pc:docMk/>
            <pc:sldMk cId="2270794384" sldId="356"/>
            <ac:inkMk id="201" creationId="{36B52D90-3DF4-B481-8B57-4325C4CFDDCC}"/>
          </ac:inkMkLst>
        </pc:inkChg>
        <pc:inkChg chg="add mod">
          <ac:chgData name="Mahima Weerasinghe" userId="e11e3f55-42da-4e07-8ead-4d7a1d7ea1c6" providerId="ADAL" clId="{A71A91A0-537E-435E-A57A-6A59184BC47A}" dt="2024-08-18T11:57:42.084" v="2362"/>
          <ac:inkMkLst>
            <pc:docMk/>
            <pc:sldMk cId="2270794384" sldId="356"/>
            <ac:inkMk id="202" creationId="{3E87140D-45BE-0A66-9469-AE3EACD740FA}"/>
          </ac:inkMkLst>
        </pc:inkChg>
        <pc:inkChg chg="add mod">
          <ac:chgData name="Mahima Weerasinghe" userId="e11e3f55-42da-4e07-8ead-4d7a1d7ea1c6" providerId="ADAL" clId="{A71A91A0-537E-435E-A57A-6A59184BC47A}" dt="2024-08-18T11:57:42.084" v="2362"/>
          <ac:inkMkLst>
            <pc:docMk/>
            <pc:sldMk cId="2270794384" sldId="356"/>
            <ac:inkMk id="203" creationId="{340AEAFD-6B0A-BCD8-9F64-5C6793BD3D2A}"/>
          </ac:inkMkLst>
        </pc:inkChg>
        <pc:inkChg chg="add mod">
          <ac:chgData name="Mahima Weerasinghe" userId="e11e3f55-42da-4e07-8ead-4d7a1d7ea1c6" providerId="ADAL" clId="{A71A91A0-537E-435E-A57A-6A59184BC47A}" dt="2024-08-18T11:57:42.084" v="2362"/>
          <ac:inkMkLst>
            <pc:docMk/>
            <pc:sldMk cId="2270794384" sldId="356"/>
            <ac:inkMk id="204" creationId="{00D16DE0-5677-3FEF-829E-8AAA8ED71620}"/>
          </ac:inkMkLst>
        </pc:inkChg>
        <pc:inkChg chg="add mod">
          <ac:chgData name="Mahima Weerasinghe" userId="e11e3f55-42da-4e07-8ead-4d7a1d7ea1c6" providerId="ADAL" clId="{A71A91A0-537E-435E-A57A-6A59184BC47A}" dt="2024-08-18T11:57:42.084" v="2362"/>
          <ac:inkMkLst>
            <pc:docMk/>
            <pc:sldMk cId="2270794384" sldId="356"/>
            <ac:inkMk id="205" creationId="{84FF889F-D100-A581-2348-DAB2B24AABAD}"/>
          </ac:inkMkLst>
        </pc:inkChg>
        <pc:inkChg chg="add mod">
          <ac:chgData name="Mahima Weerasinghe" userId="e11e3f55-42da-4e07-8ead-4d7a1d7ea1c6" providerId="ADAL" clId="{A71A91A0-537E-435E-A57A-6A59184BC47A}" dt="2024-08-18T11:57:42.084" v="2362"/>
          <ac:inkMkLst>
            <pc:docMk/>
            <pc:sldMk cId="2270794384" sldId="356"/>
            <ac:inkMk id="206" creationId="{992AD4B5-30E6-B236-C2A9-743E00EEF994}"/>
          </ac:inkMkLst>
        </pc:inkChg>
        <pc:inkChg chg="add mod">
          <ac:chgData name="Mahima Weerasinghe" userId="e11e3f55-42da-4e07-8ead-4d7a1d7ea1c6" providerId="ADAL" clId="{A71A91A0-537E-435E-A57A-6A59184BC47A}" dt="2024-08-18T11:57:42.084" v="2362"/>
          <ac:inkMkLst>
            <pc:docMk/>
            <pc:sldMk cId="2270794384" sldId="356"/>
            <ac:inkMk id="207" creationId="{344580CF-AC98-623E-A403-1C8F1EDA08E8}"/>
          </ac:inkMkLst>
        </pc:inkChg>
        <pc:inkChg chg="add mod">
          <ac:chgData name="Mahima Weerasinghe" userId="e11e3f55-42da-4e07-8ead-4d7a1d7ea1c6" providerId="ADAL" clId="{A71A91A0-537E-435E-A57A-6A59184BC47A}" dt="2024-08-18T11:57:42.084" v="2362"/>
          <ac:inkMkLst>
            <pc:docMk/>
            <pc:sldMk cId="2270794384" sldId="356"/>
            <ac:inkMk id="208" creationId="{1372EB36-24BE-40A6-0C73-99C7D43A7485}"/>
          </ac:inkMkLst>
        </pc:inkChg>
        <pc:inkChg chg="add mod">
          <ac:chgData name="Mahima Weerasinghe" userId="e11e3f55-42da-4e07-8ead-4d7a1d7ea1c6" providerId="ADAL" clId="{A71A91A0-537E-435E-A57A-6A59184BC47A}" dt="2024-08-18T11:57:42.084" v="2362"/>
          <ac:inkMkLst>
            <pc:docMk/>
            <pc:sldMk cId="2270794384" sldId="356"/>
            <ac:inkMk id="209" creationId="{9DDB2F14-6E93-F69E-FD31-2E68EB7B7B94}"/>
          </ac:inkMkLst>
        </pc:inkChg>
        <pc:inkChg chg="add mod">
          <ac:chgData name="Mahima Weerasinghe" userId="e11e3f55-42da-4e07-8ead-4d7a1d7ea1c6" providerId="ADAL" clId="{A71A91A0-537E-435E-A57A-6A59184BC47A}" dt="2024-08-18T11:57:42.084" v="2362"/>
          <ac:inkMkLst>
            <pc:docMk/>
            <pc:sldMk cId="2270794384" sldId="356"/>
            <ac:inkMk id="210" creationId="{A56C295D-DC55-EDE2-6101-8885F5DDE0EC}"/>
          </ac:inkMkLst>
        </pc:inkChg>
        <pc:inkChg chg="add mod">
          <ac:chgData name="Mahima Weerasinghe" userId="e11e3f55-42da-4e07-8ead-4d7a1d7ea1c6" providerId="ADAL" clId="{A71A91A0-537E-435E-A57A-6A59184BC47A}" dt="2024-08-18T11:57:42.084" v="2362"/>
          <ac:inkMkLst>
            <pc:docMk/>
            <pc:sldMk cId="2270794384" sldId="356"/>
            <ac:inkMk id="211" creationId="{A63BF9A5-35F2-AEF2-BB15-80579FF7D225}"/>
          </ac:inkMkLst>
        </pc:inkChg>
        <pc:inkChg chg="add mod">
          <ac:chgData name="Mahima Weerasinghe" userId="e11e3f55-42da-4e07-8ead-4d7a1d7ea1c6" providerId="ADAL" clId="{A71A91A0-537E-435E-A57A-6A59184BC47A}" dt="2024-08-18T11:57:42.084" v="2362"/>
          <ac:inkMkLst>
            <pc:docMk/>
            <pc:sldMk cId="2270794384" sldId="356"/>
            <ac:inkMk id="212" creationId="{1DB3790E-C2D5-75BE-1977-1F0FFFAA4664}"/>
          </ac:inkMkLst>
        </pc:inkChg>
        <pc:inkChg chg="add mod">
          <ac:chgData name="Mahima Weerasinghe" userId="e11e3f55-42da-4e07-8ead-4d7a1d7ea1c6" providerId="ADAL" clId="{A71A91A0-537E-435E-A57A-6A59184BC47A}" dt="2024-08-18T11:57:42.084" v="2362"/>
          <ac:inkMkLst>
            <pc:docMk/>
            <pc:sldMk cId="2270794384" sldId="356"/>
            <ac:inkMk id="213" creationId="{56B6F9CB-E19C-FB58-2778-21E5E71C9715}"/>
          </ac:inkMkLst>
        </pc:inkChg>
        <pc:inkChg chg="add mod">
          <ac:chgData name="Mahima Weerasinghe" userId="e11e3f55-42da-4e07-8ead-4d7a1d7ea1c6" providerId="ADAL" clId="{A71A91A0-537E-435E-A57A-6A59184BC47A}" dt="2024-08-18T11:57:42.084" v="2362"/>
          <ac:inkMkLst>
            <pc:docMk/>
            <pc:sldMk cId="2270794384" sldId="356"/>
            <ac:inkMk id="214" creationId="{51679572-C391-EE09-4633-55E9C7E93CE4}"/>
          </ac:inkMkLst>
        </pc:inkChg>
        <pc:inkChg chg="add mod">
          <ac:chgData name="Mahima Weerasinghe" userId="e11e3f55-42da-4e07-8ead-4d7a1d7ea1c6" providerId="ADAL" clId="{A71A91A0-537E-435E-A57A-6A59184BC47A}" dt="2024-08-18T11:57:42.084" v="2362"/>
          <ac:inkMkLst>
            <pc:docMk/>
            <pc:sldMk cId="2270794384" sldId="356"/>
            <ac:inkMk id="215" creationId="{AED272BF-9A30-EB13-AC2C-176F1CEE58AA}"/>
          </ac:inkMkLst>
        </pc:inkChg>
        <pc:inkChg chg="add mod">
          <ac:chgData name="Mahima Weerasinghe" userId="e11e3f55-42da-4e07-8ead-4d7a1d7ea1c6" providerId="ADAL" clId="{A71A91A0-537E-435E-A57A-6A59184BC47A}" dt="2024-08-18T11:57:42.084" v="2362"/>
          <ac:inkMkLst>
            <pc:docMk/>
            <pc:sldMk cId="2270794384" sldId="356"/>
            <ac:inkMk id="217" creationId="{77185AE8-B709-EF76-E802-9BD940C5D0BE}"/>
          </ac:inkMkLst>
        </pc:inkChg>
        <pc:inkChg chg="add mod">
          <ac:chgData name="Mahima Weerasinghe" userId="e11e3f55-42da-4e07-8ead-4d7a1d7ea1c6" providerId="ADAL" clId="{A71A91A0-537E-435E-A57A-6A59184BC47A}" dt="2024-08-18T11:57:42.084" v="2362"/>
          <ac:inkMkLst>
            <pc:docMk/>
            <pc:sldMk cId="2270794384" sldId="356"/>
            <ac:inkMk id="218" creationId="{B39FCB9A-04EC-1E1A-AF5F-F1CB89BFC9DE}"/>
          </ac:inkMkLst>
        </pc:inkChg>
        <pc:inkChg chg="add mod">
          <ac:chgData name="Mahima Weerasinghe" userId="e11e3f55-42da-4e07-8ead-4d7a1d7ea1c6" providerId="ADAL" clId="{A71A91A0-537E-435E-A57A-6A59184BC47A}" dt="2024-08-18T11:57:42.084" v="2362"/>
          <ac:inkMkLst>
            <pc:docMk/>
            <pc:sldMk cId="2270794384" sldId="356"/>
            <ac:inkMk id="219" creationId="{9FEF548D-C5B0-9683-67F4-2DD256C7FF24}"/>
          </ac:inkMkLst>
        </pc:inkChg>
        <pc:inkChg chg="add mod">
          <ac:chgData name="Mahima Weerasinghe" userId="e11e3f55-42da-4e07-8ead-4d7a1d7ea1c6" providerId="ADAL" clId="{A71A91A0-537E-435E-A57A-6A59184BC47A}" dt="2024-08-26T05:20:16.407" v="3800"/>
          <ac:inkMkLst>
            <pc:docMk/>
            <pc:sldMk cId="2270794384" sldId="356"/>
            <ac:inkMk id="220" creationId="{09F57D1B-74C0-E83D-5D76-359D96A84E98}"/>
          </ac:inkMkLst>
        </pc:inkChg>
        <pc:inkChg chg="add mod">
          <ac:chgData name="Mahima Weerasinghe" userId="e11e3f55-42da-4e07-8ead-4d7a1d7ea1c6" providerId="ADAL" clId="{A71A91A0-537E-435E-A57A-6A59184BC47A}" dt="2024-08-18T11:57:20.993" v="2347"/>
          <ac:inkMkLst>
            <pc:docMk/>
            <pc:sldMk cId="2270794384" sldId="356"/>
            <ac:inkMk id="221" creationId="{F723548B-351A-BD9E-745D-D844CCB8082A}"/>
          </ac:inkMkLst>
        </pc:inkChg>
        <pc:inkChg chg="add mod">
          <ac:chgData name="Mahima Weerasinghe" userId="e11e3f55-42da-4e07-8ead-4d7a1d7ea1c6" providerId="ADAL" clId="{A71A91A0-537E-435E-A57A-6A59184BC47A}" dt="2024-08-18T11:57:20.993" v="2347"/>
          <ac:inkMkLst>
            <pc:docMk/>
            <pc:sldMk cId="2270794384" sldId="356"/>
            <ac:inkMk id="222" creationId="{414A0168-40CD-E4FC-3509-A411FB401B83}"/>
          </ac:inkMkLst>
        </pc:inkChg>
        <pc:inkChg chg="add mod">
          <ac:chgData name="Mahima Weerasinghe" userId="e11e3f55-42da-4e07-8ead-4d7a1d7ea1c6" providerId="ADAL" clId="{A71A91A0-537E-435E-A57A-6A59184BC47A}" dt="2024-08-26T05:20:16.407" v="3800"/>
          <ac:inkMkLst>
            <pc:docMk/>
            <pc:sldMk cId="2270794384" sldId="356"/>
            <ac:inkMk id="223" creationId="{F4ADB4B0-FE7F-D410-27C2-FF551118D9F3}"/>
          </ac:inkMkLst>
        </pc:inkChg>
        <pc:inkChg chg="add mod">
          <ac:chgData name="Mahima Weerasinghe" userId="e11e3f55-42da-4e07-8ead-4d7a1d7ea1c6" providerId="ADAL" clId="{A71A91A0-537E-435E-A57A-6A59184BC47A}" dt="2024-08-18T11:57:20.993" v="2347"/>
          <ac:inkMkLst>
            <pc:docMk/>
            <pc:sldMk cId="2270794384" sldId="356"/>
            <ac:inkMk id="224" creationId="{10A25DF8-998C-34CD-3784-3E52C6422927}"/>
          </ac:inkMkLst>
        </pc:inkChg>
        <pc:inkChg chg="add mod">
          <ac:chgData name="Mahima Weerasinghe" userId="e11e3f55-42da-4e07-8ead-4d7a1d7ea1c6" providerId="ADAL" clId="{A71A91A0-537E-435E-A57A-6A59184BC47A}" dt="2024-08-18T11:57:20.993" v="2347"/>
          <ac:inkMkLst>
            <pc:docMk/>
            <pc:sldMk cId="2270794384" sldId="356"/>
            <ac:inkMk id="225" creationId="{74C9DBDF-36DB-569B-7AA9-CE0946C971C5}"/>
          </ac:inkMkLst>
        </pc:inkChg>
        <pc:inkChg chg="add mod">
          <ac:chgData name="Mahima Weerasinghe" userId="e11e3f55-42da-4e07-8ead-4d7a1d7ea1c6" providerId="ADAL" clId="{A71A91A0-537E-435E-A57A-6A59184BC47A}" dt="2024-08-18T11:57:20.993" v="2347"/>
          <ac:inkMkLst>
            <pc:docMk/>
            <pc:sldMk cId="2270794384" sldId="356"/>
            <ac:inkMk id="226" creationId="{C2DF357D-9724-2F79-0DBB-BD308B33AE3E}"/>
          </ac:inkMkLst>
        </pc:inkChg>
        <pc:inkChg chg="add mod">
          <ac:chgData name="Mahima Weerasinghe" userId="e11e3f55-42da-4e07-8ead-4d7a1d7ea1c6" providerId="ADAL" clId="{A71A91A0-537E-435E-A57A-6A59184BC47A}" dt="2024-08-26T05:15:04.091" v="3720"/>
          <ac:inkMkLst>
            <pc:docMk/>
            <pc:sldMk cId="2270794384" sldId="356"/>
            <ac:inkMk id="227" creationId="{BE82EBF5-757B-32AC-6D11-77A8CA4313C6}"/>
          </ac:inkMkLst>
        </pc:inkChg>
        <pc:inkChg chg="add mod">
          <ac:chgData name="Mahima Weerasinghe" userId="e11e3f55-42da-4e07-8ead-4d7a1d7ea1c6" providerId="ADAL" clId="{A71A91A0-537E-435E-A57A-6A59184BC47A}" dt="2024-08-18T11:57:20.993" v="2347"/>
          <ac:inkMkLst>
            <pc:docMk/>
            <pc:sldMk cId="2270794384" sldId="356"/>
            <ac:inkMk id="228" creationId="{5B8AAAA3-335E-1BFE-5295-30C6C514324F}"/>
          </ac:inkMkLst>
        </pc:inkChg>
        <pc:inkChg chg="add mod">
          <ac:chgData name="Mahima Weerasinghe" userId="e11e3f55-42da-4e07-8ead-4d7a1d7ea1c6" providerId="ADAL" clId="{A71A91A0-537E-435E-A57A-6A59184BC47A}" dt="2024-08-18T11:57:20.993" v="2347"/>
          <ac:inkMkLst>
            <pc:docMk/>
            <pc:sldMk cId="2270794384" sldId="356"/>
            <ac:inkMk id="229" creationId="{E77B64C6-4362-226E-9494-0596BDE5CD1F}"/>
          </ac:inkMkLst>
        </pc:inkChg>
        <pc:inkChg chg="add mod">
          <ac:chgData name="Mahima Weerasinghe" userId="e11e3f55-42da-4e07-8ead-4d7a1d7ea1c6" providerId="ADAL" clId="{A71A91A0-537E-435E-A57A-6A59184BC47A}" dt="2024-08-18T11:57:20.993" v="2347"/>
          <ac:inkMkLst>
            <pc:docMk/>
            <pc:sldMk cId="2270794384" sldId="356"/>
            <ac:inkMk id="230" creationId="{43C684AC-4A03-5FB0-2297-0E96FE471E65}"/>
          </ac:inkMkLst>
        </pc:inkChg>
        <pc:inkChg chg="add mod">
          <ac:chgData name="Mahima Weerasinghe" userId="e11e3f55-42da-4e07-8ead-4d7a1d7ea1c6" providerId="ADAL" clId="{A71A91A0-537E-435E-A57A-6A59184BC47A}" dt="2024-08-18T11:57:20.993" v="2347"/>
          <ac:inkMkLst>
            <pc:docMk/>
            <pc:sldMk cId="2270794384" sldId="356"/>
            <ac:inkMk id="231" creationId="{B73E8CCA-E471-4AF8-AE27-8F806BE3596F}"/>
          </ac:inkMkLst>
        </pc:inkChg>
        <pc:inkChg chg="add mod">
          <ac:chgData name="Mahima Weerasinghe" userId="e11e3f55-42da-4e07-8ead-4d7a1d7ea1c6" providerId="ADAL" clId="{A71A91A0-537E-435E-A57A-6A59184BC47A}" dt="2024-08-18T11:57:20.993" v="2347"/>
          <ac:inkMkLst>
            <pc:docMk/>
            <pc:sldMk cId="2270794384" sldId="356"/>
            <ac:inkMk id="232" creationId="{B72C3EAC-ABDC-1ED9-76FD-62F5FF68D198}"/>
          </ac:inkMkLst>
        </pc:inkChg>
        <pc:inkChg chg="add mod">
          <ac:chgData name="Mahima Weerasinghe" userId="e11e3f55-42da-4e07-8ead-4d7a1d7ea1c6" providerId="ADAL" clId="{A71A91A0-537E-435E-A57A-6A59184BC47A}" dt="2024-08-18T11:57:20.993" v="2347"/>
          <ac:inkMkLst>
            <pc:docMk/>
            <pc:sldMk cId="2270794384" sldId="356"/>
            <ac:inkMk id="233" creationId="{3FBE2496-83C5-A126-2C39-AD3FBAEBEEE6}"/>
          </ac:inkMkLst>
        </pc:inkChg>
        <pc:inkChg chg="add mod">
          <ac:chgData name="Mahima Weerasinghe" userId="e11e3f55-42da-4e07-8ead-4d7a1d7ea1c6" providerId="ADAL" clId="{A71A91A0-537E-435E-A57A-6A59184BC47A}" dt="2024-08-18T11:57:20.993" v="2347"/>
          <ac:inkMkLst>
            <pc:docMk/>
            <pc:sldMk cId="2270794384" sldId="356"/>
            <ac:inkMk id="234" creationId="{3EBFFC59-7983-856D-4A78-CC9BBEE7FB8D}"/>
          </ac:inkMkLst>
        </pc:inkChg>
        <pc:inkChg chg="add mod">
          <ac:chgData name="Mahima Weerasinghe" userId="e11e3f55-42da-4e07-8ead-4d7a1d7ea1c6" providerId="ADAL" clId="{A71A91A0-537E-435E-A57A-6A59184BC47A}" dt="2024-08-26T05:15:04.091" v="3720"/>
          <ac:inkMkLst>
            <pc:docMk/>
            <pc:sldMk cId="2270794384" sldId="356"/>
            <ac:inkMk id="235" creationId="{DC1C747F-926E-6AAE-5245-424D947858E7}"/>
          </ac:inkMkLst>
        </pc:inkChg>
        <pc:inkChg chg="add mod">
          <ac:chgData name="Mahima Weerasinghe" userId="e11e3f55-42da-4e07-8ead-4d7a1d7ea1c6" providerId="ADAL" clId="{A71A91A0-537E-435E-A57A-6A59184BC47A}" dt="2024-08-18T11:57:24.015" v="2351"/>
          <ac:inkMkLst>
            <pc:docMk/>
            <pc:sldMk cId="2270794384" sldId="356"/>
            <ac:inkMk id="236" creationId="{EB673AEC-1A82-321B-EA93-01A87BD1346A}"/>
          </ac:inkMkLst>
        </pc:inkChg>
        <pc:inkChg chg="add mod">
          <ac:chgData name="Mahima Weerasinghe" userId="e11e3f55-42da-4e07-8ead-4d7a1d7ea1c6" providerId="ADAL" clId="{A71A91A0-537E-435E-A57A-6A59184BC47A}" dt="2024-08-18T11:57:24.015" v="2351"/>
          <ac:inkMkLst>
            <pc:docMk/>
            <pc:sldMk cId="2270794384" sldId="356"/>
            <ac:inkMk id="237" creationId="{C4674420-6949-A445-349B-BEEEEA957991}"/>
          </ac:inkMkLst>
        </pc:inkChg>
        <pc:inkChg chg="add mod">
          <ac:chgData name="Mahima Weerasinghe" userId="e11e3f55-42da-4e07-8ead-4d7a1d7ea1c6" providerId="ADAL" clId="{A71A91A0-537E-435E-A57A-6A59184BC47A}" dt="2024-08-26T05:15:04.091" v="3720"/>
          <ac:inkMkLst>
            <pc:docMk/>
            <pc:sldMk cId="2270794384" sldId="356"/>
            <ac:inkMk id="238" creationId="{AC2CA7E1-42C7-3AF3-14B8-DF81202C43BA}"/>
          </ac:inkMkLst>
        </pc:inkChg>
        <pc:inkChg chg="add mod">
          <ac:chgData name="Mahima Weerasinghe" userId="e11e3f55-42da-4e07-8ead-4d7a1d7ea1c6" providerId="ADAL" clId="{A71A91A0-537E-435E-A57A-6A59184BC47A}" dt="2024-08-18T11:57:24.015" v="2351"/>
          <ac:inkMkLst>
            <pc:docMk/>
            <pc:sldMk cId="2270794384" sldId="356"/>
            <ac:inkMk id="239" creationId="{DB8360F7-76E6-08EE-289D-100C5C18B519}"/>
          </ac:inkMkLst>
        </pc:inkChg>
        <pc:inkChg chg="add mod">
          <ac:chgData name="Mahima Weerasinghe" userId="e11e3f55-42da-4e07-8ead-4d7a1d7ea1c6" providerId="ADAL" clId="{A71A91A0-537E-435E-A57A-6A59184BC47A}" dt="2024-08-26T05:15:04.091" v="3720"/>
          <ac:inkMkLst>
            <pc:docMk/>
            <pc:sldMk cId="2270794384" sldId="356"/>
            <ac:inkMk id="240" creationId="{B2FD74DB-BD5A-0654-F994-C7F7466220A9}"/>
          </ac:inkMkLst>
        </pc:inkChg>
        <pc:inkChg chg="add mod">
          <ac:chgData name="Mahima Weerasinghe" userId="e11e3f55-42da-4e07-8ead-4d7a1d7ea1c6" providerId="ADAL" clId="{A71A91A0-537E-435E-A57A-6A59184BC47A}" dt="2024-08-18T11:57:24.015" v="2351"/>
          <ac:inkMkLst>
            <pc:docMk/>
            <pc:sldMk cId="2270794384" sldId="356"/>
            <ac:inkMk id="241" creationId="{2468E565-CB3D-98CF-799D-FA82DA98025D}"/>
          </ac:inkMkLst>
        </pc:inkChg>
        <pc:inkChg chg="add mod">
          <ac:chgData name="Mahima Weerasinghe" userId="e11e3f55-42da-4e07-8ead-4d7a1d7ea1c6" providerId="ADAL" clId="{A71A91A0-537E-435E-A57A-6A59184BC47A}" dt="2024-08-18T11:57:27.332" v="2353"/>
          <ac:inkMkLst>
            <pc:docMk/>
            <pc:sldMk cId="2270794384" sldId="356"/>
            <ac:inkMk id="243" creationId="{94F755C7-2650-B15E-B2F6-D485B3622E13}"/>
          </ac:inkMkLst>
        </pc:inkChg>
        <pc:inkChg chg="add mod">
          <ac:chgData name="Mahima Weerasinghe" userId="e11e3f55-42da-4e07-8ead-4d7a1d7ea1c6" providerId="ADAL" clId="{A71A91A0-537E-435E-A57A-6A59184BC47A}" dt="2024-08-18T11:57:42.084" v="2362"/>
          <ac:inkMkLst>
            <pc:docMk/>
            <pc:sldMk cId="2270794384" sldId="356"/>
            <ac:inkMk id="245" creationId="{CF258DCD-053E-E743-A615-C0FD85C8CCE1}"/>
          </ac:inkMkLst>
        </pc:inkChg>
        <pc:inkChg chg="add mod">
          <ac:chgData name="Mahima Weerasinghe" userId="e11e3f55-42da-4e07-8ead-4d7a1d7ea1c6" providerId="ADAL" clId="{A71A91A0-537E-435E-A57A-6A59184BC47A}" dt="2024-08-18T11:57:42.084" v="2362"/>
          <ac:inkMkLst>
            <pc:docMk/>
            <pc:sldMk cId="2270794384" sldId="356"/>
            <ac:inkMk id="246" creationId="{F88E21E2-ACA3-C6A3-D8A7-AFE12B98ABF3}"/>
          </ac:inkMkLst>
        </pc:inkChg>
        <pc:inkChg chg="add mod">
          <ac:chgData name="Mahima Weerasinghe" userId="e11e3f55-42da-4e07-8ead-4d7a1d7ea1c6" providerId="ADAL" clId="{A71A91A0-537E-435E-A57A-6A59184BC47A}" dt="2024-08-26T05:15:04.091" v="3720"/>
          <ac:inkMkLst>
            <pc:docMk/>
            <pc:sldMk cId="2270794384" sldId="356"/>
            <ac:inkMk id="247" creationId="{AC12A5B6-B804-95FF-4F1E-CFA9752F4637}"/>
          </ac:inkMkLst>
        </pc:inkChg>
        <pc:inkChg chg="add mod">
          <ac:chgData name="Mahima Weerasinghe" userId="e11e3f55-42da-4e07-8ead-4d7a1d7ea1c6" providerId="ADAL" clId="{A71A91A0-537E-435E-A57A-6A59184BC47A}" dt="2024-08-18T11:57:42.084" v="2362"/>
          <ac:inkMkLst>
            <pc:docMk/>
            <pc:sldMk cId="2270794384" sldId="356"/>
            <ac:inkMk id="248" creationId="{ABD0EF96-1E34-0667-CABA-92C270D60BB9}"/>
          </ac:inkMkLst>
        </pc:inkChg>
        <pc:inkChg chg="add mod">
          <ac:chgData name="Mahima Weerasinghe" userId="e11e3f55-42da-4e07-8ead-4d7a1d7ea1c6" providerId="ADAL" clId="{A71A91A0-537E-435E-A57A-6A59184BC47A}" dt="2024-08-18T11:57:42.084" v="2362"/>
          <ac:inkMkLst>
            <pc:docMk/>
            <pc:sldMk cId="2270794384" sldId="356"/>
            <ac:inkMk id="249" creationId="{A7D4969C-FE53-2C7A-78E0-4DAB0B80051A}"/>
          </ac:inkMkLst>
        </pc:inkChg>
        <pc:inkChg chg="add mod">
          <ac:chgData name="Mahima Weerasinghe" userId="e11e3f55-42da-4e07-8ead-4d7a1d7ea1c6" providerId="ADAL" clId="{A71A91A0-537E-435E-A57A-6A59184BC47A}" dt="2024-08-18T11:57:42.084" v="2362"/>
          <ac:inkMkLst>
            <pc:docMk/>
            <pc:sldMk cId="2270794384" sldId="356"/>
            <ac:inkMk id="251" creationId="{239CFCE7-DD20-CA3F-4FEB-A4969568A38E}"/>
          </ac:inkMkLst>
        </pc:inkChg>
        <pc:inkChg chg="add mod">
          <ac:chgData name="Mahima Weerasinghe" userId="e11e3f55-42da-4e07-8ead-4d7a1d7ea1c6" providerId="ADAL" clId="{A71A91A0-537E-435E-A57A-6A59184BC47A}" dt="2024-08-18T11:57:42.084" v="2362"/>
          <ac:inkMkLst>
            <pc:docMk/>
            <pc:sldMk cId="2270794384" sldId="356"/>
            <ac:inkMk id="252" creationId="{3A38EAF2-B42E-E1B2-2158-C1ACA4DB3336}"/>
          </ac:inkMkLst>
        </pc:inkChg>
        <pc:inkChg chg="add mod">
          <ac:chgData name="Mahima Weerasinghe" userId="e11e3f55-42da-4e07-8ead-4d7a1d7ea1c6" providerId="ADAL" clId="{A71A91A0-537E-435E-A57A-6A59184BC47A}" dt="2024-08-18T11:58:23.223" v="2366"/>
          <ac:inkMkLst>
            <pc:docMk/>
            <pc:sldMk cId="2270794384" sldId="356"/>
            <ac:inkMk id="254" creationId="{25072A69-77A0-2590-32BF-47CB3FBEEC93}"/>
          </ac:inkMkLst>
        </pc:inkChg>
        <pc:inkChg chg="add mod">
          <ac:chgData name="Mahima Weerasinghe" userId="e11e3f55-42da-4e07-8ead-4d7a1d7ea1c6" providerId="ADAL" clId="{A71A91A0-537E-435E-A57A-6A59184BC47A}" dt="2024-08-18T11:58:23.223" v="2366"/>
          <ac:inkMkLst>
            <pc:docMk/>
            <pc:sldMk cId="2270794384" sldId="356"/>
            <ac:inkMk id="255" creationId="{2FF91C7C-C542-EAA7-73B9-A29F3E74213A}"/>
          </ac:inkMkLst>
        </pc:inkChg>
        <pc:inkChg chg="add mod">
          <ac:chgData name="Mahima Weerasinghe" userId="e11e3f55-42da-4e07-8ead-4d7a1d7ea1c6" providerId="ADAL" clId="{A71A91A0-537E-435E-A57A-6A59184BC47A}" dt="2024-08-18T11:58:23.223" v="2366"/>
          <ac:inkMkLst>
            <pc:docMk/>
            <pc:sldMk cId="2270794384" sldId="356"/>
            <ac:inkMk id="256" creationId="{BB474A44-002A-D27D-8E36-EB12887C7F39}"/>
          </ac:inkMkLst>
        </pc:inkChg>
        <pc:inkChg chg="add">
          <ac:chgData name="Mahima Weerasinghe" userId="e11e3f55-42da-4e07-8ead-4d7a1d7ea1c6" providerId="ADAL" clId="{A71A91A0-537E-435E-A57A-6A59184BC47A}" dt="2024-08-18T11:59:12.050" v="2367" actId="9405"/>
          <ac:inkMkLst>
            <pc:docMk/>
            <pc:sldMk cId="2270794384" sldId="356"/>
            <ac:inkMk id="258" creationId="{C72E9690-CCB8-577A-2B8B-514FF03FB78A}"/>
          </ac:inkMkLst>
        </pc:inkChg>
        <pc:inkChg chg="add mod">
          <ac:chgData name="Mahima Weerasinghe" userId="e11e3f55-42da-4e07-8ead-4d7a1d7ea1c6" providerId="ADAL" clId="{A71A91A0-537E-435E-A57A-6A59184BC47A}" dt="2024-08-18T11:59:17.429" v="2373"/>
          <ac:inkMkLst>
            <pc:docMk/>
            <pc:sldMk cId="2270794384" sldId="356"/>
            <ac:inkMk id="259" creationId="{0BAC5CEA-4C38-4337-6DDF-23E9AD69BD88}"/>
          </ac:inkMkLst>
        </pc:inkChg>
        <pc:inkChg chg="add mod">
          <ac:chgData name="Mahima Weerasinghe" userId="e11e3f55-42da-4e07-8ead-4d7a1d7ea1c6" providerId="ADAL" clId="{A71A91A0-537E-435E-A57A-6A59184BC47A}" dt="2024-08-18T11:59:17.429" v="2373"/>
          <ac:inkMkLst>
            <pc:docMk/>
            <pc:sldMk cId="2270794384" sldId="356"/>
            <ac:inkMk id="260" creationId="{7315DB7B-C36C-9F12-3A81-4D1715C80087}"/>
          </ac:inkMkLst>
        </pc:inkChg>
        <pc:inkChg chg="add mod">
          <ac:chgData name="Mahima Weerasinghe" userId="e11e3f55-42da-4e07-8ead-4d7a1d7ea1c6" providerId="ADAL" clId="{A71A91A0-537E-435E-A57A-6A59184BC47A}" dt="2024-08-18T11:59:17.429" v="2373"/>
          <ac:inkMkLst>
            <pc:docMk/>
            <pc:sldMk cId="2270794384" sldId="356"/>
            <ac:inkMk id="261" creationId="{67F0FC6F-F6BF-567D-95B6-CA49BBEF873F}"/>
          </ac:inkMkLst>
        </pc:inkChg>
        <pc:inkChg chg="add mod">
          <ac:chgData name="Mahima Weerasinghe" userId="e11e3f55-42da-4e07-8ead-4d7a1d7ea1c6" providerId="ADAL" clId="{A71A91A0-537E-435E-A57A-6A59184BC47A}" dt="2024-08-18T11:59:17.429" v="2373"/>
          <ac:inkMkLst>
            <pc:docMk/>
            <pc:sldMk cId="2270794384" sldId="356"/>
            <ac:inkMk id="262" creationId="{7BA94ED6-9330-BB1B-61E4-DE8C70525E10}"/>
          </ac:inkMkLst>
        </pc:inkChg>
        <pc:inkChg chg="add mod">
          <ac:chgData name="Mahima Weerasinghe" userId="e11e3f55-42da-4e07-8ead-4d7a1d7ea1c6" providerId="ADAL" clId="{A71A91A0-537E-435E-A57A-6A59184BC47A}" dt="2024-08-18T11:59:17.429" v="2373"/>
          <ac:inkMkLst>
            <pc:docMk/>
            <pc:sldMk cId="2270794384" sldId="356"/>
            <ac:inkMk id="263" creationId="{E88AF074-0784-071A-61CC-0F3C75EEA2B4}"/>
          </ac:inkMkLst>
        </pc:inkChg>
        <pc:inkChg chg="add mod">
          <ac:chgData name="Mahima Weerasinghe" userId="e11e3f55-42da-4e07-8ead-4d7a1d7ea1c6" providerId="ADAL" clId="{A71A91A0-537E-435E-A57A-6A59184BC47A}" dt="2024-08-18T11:59:20.493" v="2376"/>
          <ac:inkMkLst>
            <pc:docMk/>
            <pc:sldMk cId="2270794384" sldId="356"/>
            <ac:inkMk id="265" creationId="{A54C5DAA-8D0E-6F72-A7FD-B1E7E3605B2B}"/>
          </ac:inkMkLst>
        </pc:inkChg>
        <pc:inkChg chg="add mod">
          <ac:chgData name="Mahima Weerasinghe" userId="e11e3f55-42da-4e07-8ead-4d7a1d7ea1c6" providerId="ADAL" clId="{A71A91A0-537E-435E-A57A-6A59184BC47A}" dt="2024-08-18T11:59:20.493" v="2376"/>
          <ac:inkMkLst>
            <pc:docMk/>
            <pc:sldMk cId="2270794384" sldId="356"/>
            <ac:inkMk id="266" creationId="{9FBBB396-9053-8D99-A71A-3866AC9CFFC9}"/>
          </ac:inkMkLst>
        </pc:inkChg>
        <pc:inkChg chg="add mod">
          <ac:chgData name="Mahima Weerasinghe" userId="e11e3f55-42da-4e07-8ead-4d7a1d7ea1c6" providerId="ADAL" clId="{A71A91A0-537E-435E-A57A-6A59184BC47A}" dt="2024-08-26T05:15:04.091" v="3720"/>
          <ac:inkMkLst>
            <pc:docMk/>
            <pc:sldMk cId="2270794384" sldId="356"/>
            <ac:inkMk id="268" creationId="{BD3786DF-9B9F-027C-B8B9-84278CECF362}"/>
          </ac:inkMkLst>
        </pc:inkChg>
        <pc:inkChg chg="add mod">
          <ac:chgData name="Mahima Weerasinghe" userId="e11e3f55-42da-4e07-8ead-4d7a1d7ea1c6" providerId="ADAL" clId="{A71A91A0-537E-435E-A57A-6A59184BC47A}" dt="2024-08-26T05:15:04.091" v="3720"/>
          <ac:inkMkLst>
            <pc:docMk/>
            <pc:sldMk cId="2270794384" sldId="356"/>
            <ac:inkMk id="270" creationId="{CEA8ECC9-3EDF-DD74-75B2-029550637889}"/>
          </ac:inkMkLst>
        </pc:inkChg>
        <pc:inkChg chg="add mod">
          <ac:chgData name="Mahima Weerasinghe" userId="e11e3f55-42da-4e07-8ead-4d7a1d7ea1c6" providerId="ADAL" clId="{A71A91A0-537E-435E-A57A-6A59184BC47A}" dt="2024-08-26T05:15:04.091" v="3720"/>
          <ac:inkMkLst>
            <pc:docMk/>
            <pc:sldMk cId="2270794384" sldId="356"/>
            <ac:inkMk id="271" creationId="{BFE22502-9328-9E30-3894-0496B671E113}"/>
          </ac:inkMkLst>
        </pc:inkChg>
        <pc:inkChg chg="add mod">
          <ac:chgData name="Mahima Weerasinghe" userId="e11e3f55-42da-4e07-8ead-4d7a1d7ea1c6" providerId="ADAL" clId="{A71A91A0-537E-435E-A57A-6A59184BC47A}" dt="2024-08-26T05:15:04.091" v="3720"/>
          <ac:inkMkLst>
            <pc:docMk/>
            <pc:sldMk cId="2270794384" sldId="356"/>
            <ac:inkMk id="273" creationId="{DD358C0E-F229-90F7-6A1F-03726B4BB8A5}"/>
          </ac:inkMkLst>
        </pc:inkChg>
        <pc:inkChg chg="add mod">
          <ac:chgData name="Mahima Weerasinghe" userId="e11e3f55-42da-4e07-8ead-4d7a1d7ea1c6" providerId="ADAL" clId="{A71A91A0-537E-435E-A57A-6A59184BC47A}" dt="2024-08-26T05:15:00.805" v="3718"/>
          <ac:inkMkLst>
            <pc:docMk/>
            <pc:sldMk cId="2270794384" sldId="356"/>
            <ac:inkMk id="274" creationId="{1A3E5528-B9D0-043D-C734-05677CE6F57E}"/>
          </ac:inkMkLst>
        </pc:inkChg>
        <pc:inkChg chg="add mod">
          <ac:chgData name="Mahima Weerasinghe" userId="e11e3f55-42da-4e07-8ead-4d7a1d7ea1c6" providerId="ADAL" clId="{A71A91A0-537E-435E-A57A-6A59184BC47A}" dt="2024-08-26T05:15:00.805" v="3718"/>
          <ac:inkMkLst>
            <pc:docMk/>
            <pc:sldMk cId="2270794384" sldId="356"/>
            <ac:inkMk id="275" creationId="{DFE86CFA-0B1F-0472-473C-F186873F31FA}"/>
          </ac:inkMkLst>
        </pc:inkChg>
        <pc:inkChg chg="add mod">
          <ac:chgData name="Mahima Weerasinghe" userId="e11e3f55-42da-4e07-8ead-4d7a1d7ea1c6" providerId="ADAL" clId="{A71A91A0-537E-435E-A57A-6A59184BC47A}" dt="2024-08-26T05:15:00.805" v="3718"/>
          <ac:inkMkLst>
            <pc:docMk/>
            <pc:sldMk cId="2270794384" sldId="356"/>
            <ac:inkMk id="276" creationId="{30E41B59-6482-E9F1-925A-D2E56022CD39}"/>
          </ac:inkMkLst>
        </pc:inkChg>
        <pc:inkChg chg="add mod">
          <ac:chgData name="Mahima Weerasinghe" userId="e11e3f55-42da-4e07-8ead-4d7a1d7ea1c6" providerId="ADAL" clId="{A71A91A0-537E-435E-A57A-6A59184BC47A}" dt="2024-08-26T05:15:04.091" v="3720"/>
          <ac:inkMkLst>
            <pc:docMk/>
            <pc:sldMk cId="2270794384" sldId="356"/>
            <ac:inkMk id="278" creationId="{6C475243-4216-B95A-CE40-36D51CF9067D}"/>
          </ac:inkMkLst>
        </pc:inkChg>
        <pc:inkChg chg="add mod">
          <ac:chgData name="Mahima Weerasinghe" userId="e11e3f55-42da-4e07-8ead-4d7a1d7ea1c6" providerId="ADAL" clId="{A71A91A0-537E-435E-A57A-6A59184BC47A}" dt="2024-08-26T05:21:12.178" v="3835"/>
          <ac:inkMkLst>
            <pc:docMk/>
            <pc:sldMk cId="2270794384" sldId="356"/>
            <ac:inkMk id="280" creationId="{FBB37F9F-257C-47C8-FB7B-F04B5F31B9E6}"/>
          </ac:inkMkLst>
        </pc:inkChg>
        <pc:inkChg chg="add mod">
          <ac:chgData name="Mahima Weerasinghe" userId="e11e3f55-42da-4e07-8ead-4d7a1d7ea1c6" providerId="ADAL" clId="{A71A91A0-537E-435E-A57A-6A59184BC47A}" dt="2024-08-26T05:21:12.178" v="3835"/>
          <ac:inkMkLst>
            <pc:docMk/>
            <pc:sldMk cId="2270794384" sldId="356"/>
            <ac:inkMk id="281" creationId="{FBEABE44-F1D3-9FFA-E1DF-8F5A76000A58}"/>
          </ac:inkMkLst>
        </pc:inkChg>
        <pc:inkChg chg="add mod">
          <ac:chgData name="Mahima Weerasinghe" userId="e11e3f55-42da-4e07-8ead-4d7a1d7ea1c6" providerId="ADAL" clId="{A71A91A0-537E-435E-A57A-6A59184BC47A}" dt="2024-08-26T05:21:12.178" v="3835"/>
          <ac:inkMkLst>
            <pc:docMk/>
            <pc:sldMk cId="2270794384" sldId="356"/>
            <ac:inkMk id="282" creationId="{924D3451-4520-FA3D-09B6-20289AC47D09}"/>
          </ac:inkMkLst>
        </pc:inkChg>
        <pc:inkChg chg="add mod">
          <ac:chgData name="Mahima Weerasinghe" userId="e11e3f55-42da-4e07-8ead-4d7a1d7ea1c6" providerId="ADAL" clId="{A71A91A0-537E-435E-A57A-6A59184BC47A}" dt="2024-08-26T05:21:12.178" v="3835"/>
          <ac:inkMkLst>
            <pc:docMk/>
            <pc:sldMk cId="2270794384" sldId="356"/>
            <ac:inkMk id="283" creationId="{179B8436-9C0C-2775-F182-ED855E57D514}"/>
          </ac:inkMkLst>
        </pc:inkChg>
        <pc:inkChg chg="add mod">
          <ac:chgData name="Mahima Weerasinghe" userId="e11e3f55-42da-4e07-8ead-4d7a1d7ea1c6" providerId="ADAL" clId="{A71A91A0-537E-435E-A57A-6A59184BC47A}" dt="2024-08-26T05:21:12.178" v="3835"/>
          <ac:inkMkLst>
            <pc:docMk/>
            <pc:sldMk cId="2270794384" sldId="356"/>
            <ac:inkMk id="285" creationId="{36679D72-BEE7-8A77-6AE7-3BDA44A6045F}"/>
          </ac:inkMkLst>
        </pc:inkChg>
        <pc:inkChg chg="add mod">
          <ac:chgData name="Mahima Weerasinghe" userId="e11e3f55-42da-4e07-8ead-4d7a1d7ea1c6" providerId="ADAL" clId="{A71A91A0-537E-435E-A57A-6A59184BC47A}" dt="2024-08-26T05:21:12.178" v="3835"/>
          <ac:inkMkLst>
            <pc:docMk/>
            <pc:sldMk cId="2270794384" sldId="356"/>
            <ac:inkMk id="286" creationId="{5F61E2DD-82E5-BD18-2C1D-5EF4E6A1BE95}"/>
          </ac:inkMkLst>
        </pc:inkChg>
        <pc:inkChg chg="add mod">
          <ac:chgData name="Mahima Weerasinghe" userId="e11e3f55-42da-4e07-8ead-4d7a1d7ea1c6" providerId="ADAL" clId="{A71A91A0-537E-435E-A57A-6A59184BC47A}" dt="2024-08-26T05:21:12.178" v="3835"/>
          <ac:inkMkLst>
            <pc:docMk/>
            <pc:sldMk cId="2270794384" sldId="356"/>
            <ac:inkMk id="287" creationId="{C93F84B4-A20E-F179-EFE3-16A0B7C09B01}"/>
          </ac:inkMkLst>
        </pc:inkChg>
        <pc:inkChg chg="add mod">
          <ac:chgData name="Mahima Weerasinghe" userId="e11e3f55-42da-4e07-8ead-4d7a1d7ea1c6" providerId="ADAL" clId="{A71A91A0-537E-435E-A57A-6A59184BC47A}" dt="2024-08-26T05:20:16.407" v="3800"/>
          <ac:inkMkLst>
            <pc:docMk/>
            <pc:sldMk cId="2270794384" sldId="356"/>
            <ac:inkMk id="288" creationId="{126C1E3B-147D-B253-64A3-B303D5A589D1}"/>
          </ac:inkMkLst>
        </pc:inkChg>
        <pc:inkChg chg="add mod">
          <ac:chgData name="Mahima Weerasinghe" userId="e11e3f55-42da-4e07-8ead-4d7a1d7ea1c6" providerId="ADAL" clId="{A71A91A0-537E-435E-A57A-6A59184BC47A}" dt="2024-08-26T05:20:16.407" v="3800"/>
          <ac:inkMkLst>
            <pc:docMk/>
            <pc:sldMk cId="2270794384" sldId="356"/>
            <ac:inkMk id="289" creationId="{EBC02931-0BB3-2828-211E-40A52B479852}"/>
          </ac:inkMkLst>
        </pc:inkChg>
        <pc:inkChg chg="add mod">
          <ac:chgData name="Mahima Weerasinghe" userId="e11e3f55-42da-4e07-8ead-4d7a1d7ea1c6" providerId="ADAL" clId="{A71A91A0-537E-435E-A57A-6A59184BC47A}" dt="2024-08-26T05:20:16.407" v="3800"/>
          <ac:inkMkLst>
            <pc:docMk/>
            <pc:sldMk cId="2270794384" sldId="356"/>
            <ac:inkMk id="290" creationId="{0C381075-A2EB-28AB-ED06-3FCB9ADF02C7}"/>
          </ac:inkMkLst>
        </pc:inkChg>
        <pc:inkChg chg="add mod">
          <ac:chgData name="Mahima Weerasinghe" userId="e11e3f55-42da-4e07-8ead-4d7a1d7ea1c6" providerId="ADAL" clId="{A71A91A0-537E-435E-A57A-6A59184BC47A}" dt="2024-08-26T05:21:12.178" v="3835"/>
          <ac:inkMkLst>
            <pc:docMk/>
            <pc:sldMk cId="2270794384" sldId="356"/>
            <ac:inkMk id="292" creationId="{03A2F1EF-23D5-E4CB-82D5-92992B680FF8}"/>
          </ac:inkMkLst>
        </pc:inkChg>
        <pc:inkChg chg="add mod">
          <ac:chgData name="Mahima Weerasinghe" userId="e11e3f55-42da-4e07-8ead-4d7a1d7ea1c6" providerId="ADAL" clId="{A71A91A0-537E-435E-A57A-6A59184BC47A}" dt="2024-08-26T05:21:12.178" v="3835"/>
          <ac:inkMkLst>
            <pc:docMk/>
            <pc:sldMk cId="2270794384" sldId="356"/>
            <ac:inkMk id="293" creationId="{C0D5813F-2AB5-E0BB-8085-EFDF8E998936}"/>
          </ac:inkMkLst>
        </pc:inkChg>
        <pc:inkChg chg="add mod">
          <ac:chgData name="Mahima Weerasinghe" userId="e11e3f55-42da-4e07-8ead-4d7a1d7ea1c6" providerId="ADAL" clId="{A71A91A0-537E-435E-A57A-6A59184BC47A}" dt="2024-08-26T05:21:12.178" v="3835"/>
          <ac:inkMkLst>
            <pc:docMk/>
            <pc:sldMk cId="2270794384" sldId="356"/>
            <ac:inkMk id="294" creationId="{69434A19-BF51-2CCF-098E-2F182F168D6D}"/>
          </ac:inkMkLst>
        </pc:inkChg>
        <pc:inkChg chg="add mod">
          <ac:chgData name="Mahima Weerasinghe" userId="e11e3f55-42da-4e07-8ead-4d7a1d7ea1c6" providerId="ADAL" clId="{A71A91A0-537E-435E-A57A-6A59184BC47A}" dt="2024-08-26T05:19:14.965" v="3770"/>
          <ac:inkMkLst>
            <pc:docMk/>
            <pc:sldMk cId="2270794384" sldId="356"/>
            <ac:inkMk id="296" creationId="{52E1CABA-0175-7DBE-D7A1-9798B1B56161}"/>
          </ac:inkMkLst>
        </pc:inkChg>
        <pc:inkChg chg="add mod">
          <ac:chgData name="Mahima Weerasinghe" userId="e11e3f55-42da-4e07-8ead-4d7a1d7ea1c6" providerId="ADAL" clId="{A71A91A0-537E-435E-A57A-6A59184BC47A}" dt="2024-08-26T05:19:57.320" v="3797"/>
          <ac:inkMkLst>
            <pc:docMk/>
            <pc:sldMk cId="2270794384" sldId="356"/>
            <ac:inkMk id="297" creationId="{EF4F3BCC-3BEA-1BB6-B81F-B100FB70C76A}"/>
          </ac:inkMkLst>
        </pc:inkChg>
        <pc:inkChg chg="add mod">
          <ac:chgData name="Mahima Weerasinghe" userId="e11e3f55-42da-4e07-8ead-4d7a1d7ea1c6" providerId="ADAL" clId="{A71A91A0-537E-435E-A57A-6A59184BC47A}" dt="2024-08-26T05:19:57.320" v="3797"/>
          <ac:inkMkLst>
            <pc:docMk/>
            <pc:sldMk cId="2270794384" sldId="356"/>
            <ac:inkMk id="298" creationId="{2AD1AB50-3801-838A-7E09-19A30E32E9C8}"/>
          </ac:inkMkLst>
        </pc:inkChg>
        <pc:inkChg chg="add mod">
          <ac:chgData name="Mahima Weerasinghe" userId="e11e3f55-42da-4e07-8ead-4d7a1d7ea1c6" providerId="ADAL" clId="{A71A91A0-537E-435E-A57A-6A59184BC47A}" dt="2024-08-26T05:19:57.320" v="3797"/>
          <ac:inkMkLst>
            <pc:docMk/>
            <pc:sldMk cId="2270794384" sldId="356"/>
            <ac:inkMk id="301" creationId="{708613F8-B5B8-4230-2097-6A7FB8EFED0C}"/>
          </ac:inkMkLst>
        </pc:inkChg>
        <pc:inkChg chg="add mod">
          <ac:chgData name="Mahima Weerasinghe" userId="e11e3f55-42da-4e07-8ead-4d7a1d7ea1c6" providerId="ADAL" clId="{A71A91A0-537E-435E-A57A-6A59184BC47A}" dt="2024-08-26T05:19:57.320" v="3797"/>
          <ac:inkMkLst>
            <pc:docMk/>
            <pc:sldMk cId="2270794384" sldId="356"/>
            <ac:inkMk id="302" creationId="{3BE0E4CC-5B7A-D0E4-AC40-F99969FA2B53}"/>
          </ac:inkMkLst>
        </pc:inkChg>
        <pc:inkChg chg="add mod">
          <ac:chgData name="Mahima Weerasinghe" userId="e11e3f55-42da-4e07-8ead-4d7a1d7ea1c6" providerId="ADAL" clId="{A71A91A0-537E-435E-A57A-6A59184BC47A}" dt="2024-08-26T05:19:57.320" v="3797"/>
          <ac:inkMkLst>
            <pc:docMk/>
            <pc:sldMk cId="2270794384" sldId="356"/>
            <ac:inkMk id="304" creationId="{FE3C6AB4-5484-8588-71E5-82F1A0606986}"/>
          </ac:inkMkLst>
        </pc:inkChg>
        <pc:inkChg chg="add mod">
          <ac:chgData name="Mahima Weerasinghe" userId="e11e3f55-42da-4e07-8ead-4d7a1d7ea1c6" providerId="ADAL" clId="{A71A91A0-537E-435E-A57A-6A59184BC47A}" dt="2024-08-26T05:19:57.320" v="3797"/>
          <ac:inkMkLst>
            <pc:docMk/>
            <pc:sldMk cId="2270794384" sldId="356"/>
            <ac:inkMk id="306" creationId="{089F7AA8-32EF-0FEC-A8DF-C2D542669C44}"/>
          </ac:inkMkLst>
        </pc:inkChg>
        <pc:inkChg chg="add mod">
          <ac:chgData name="Mahima Weerasinghe" userId="e11e3f55-42da-4e07-8ead-4d7a1d7ea1c6" providerId="ADAL" clId="{A71A91A0-537E-435E-A57A-6A59184BC47A}" dt="2024-08-26T05:19:57.320" v="3797"/>
          <ac:inkMkLst>
            <pc:docMk/>
            <pc:sldMk cId="2270794384" sldId="356"/>
            <ac:inkMk id="308" creationId="{990F99B5-9347-12D6-F7AC-F932D728D7B3}"/>
          </ac:inkMkLst>
        </pc:inkChg>
        <pc:inkChg chg="add mod">
          <ac:chgData name="Mahima Weerasinghe" userId="e11e3f55-42da-4e07-8ead-4d7a1d7ea1c6" providerId="ADAL" clId="{A71A91A0-537E-435E-A57A-6A59184BC47A}" dt="2024-08-26T05:19:57.320" v="3797"/>
          <ac:inkMkLst>
            <pc:docMk/>
            <pc:sldMk cId="2270794384" sldId="356"/>
            <ac:inkMk id="309" creationId="{D7F86BE5-2DFD-CB82-C617-8DDD08194D18}"/>
          </ac:inkMkLst>
        </pc:inkChg>
        <pc:inkChg chg="add mod">
          <ac:chgData name="Mahima Weerasinghe" userId="e11e3f55-42da-4e07-8ead-4d7a1d7ea1c6" providerId="ADAL" clId="{A71A91A0-537E-435E-A57A-6A59184BC47A}" dt="2024-08-26T05:19:57.320" v="3797"/>
          <ac:inkMkLst>
            <pc:docMk/>
            <pc:sldMk cId="2270794384" sldId="356"/>
            <ac:inkMk id="311" creationId="{B5751173-B375-41AC-9386-BF1565B92EF2}"/>
          </ac:inkMkLst>
        </pc:inkChg>
        <pc:inkChg chg="add mod">
          <ac:chgData name="Mahima Weerasinghe" userId="e11e3f55-42da-4e07-8ead-4d7a1d7ea1c6" providerId="ADAL" clId="{A71A91A0-537E-435E-A57A-6A59184BC47A}" dt="2024-08-26T05:19:57.320" v="3797"/>
          <ac:inkMkLst>
            <pc:docMk/>
            <pc:sldMk cId="2270794384" sldId="356"/>
            <ac:inkMk id="312" creationId="{CF5C92CB-D14C-4DB9-BBA0-9E88E1EF26D4}"/>
          </ac:inkMkLst>
        </pc:inkChg>
        <pc:inkChg chg="add mod">
          <ac:chgData name="Mahima Weerasinghe" userId="e11e3f55-42da-4e07-8ead-4d7a1d7ea1c6" providerId="ADAL" clId="{A71A91A0-537E-435E-A57A-6A59184BC47A}" dt="2024-08-26T05:19:57.320" v="3797"/>
          <ac:inkMkLst>
            <pc:docMk/>
            <pc:sldMk cId="2270794384" sldId="356"/>
            <ac:inkMk id="313" creationId="{1323570A-71AD-D7BF-D8A3-61820BF6FFBF}"/>
          </ac:inkMkLst>
        </pc:inkChg>
        <pc:inkChg chg="add mod">
          <ac:chgData name="Mahima Weerasinghe" userId="e11e3f55-42da-4e07-8ead-4d7a1d7ea1c6" providerId="ADAL" clId="{A71A91A0-537E-435E-A57A-6A59184BC47A}" dt="2024-08-26T05:19:57.320" v="3797"/>
          <ac:inkMkLst>
            <pc:docMk/>
            <pc:sldMk cId="2270794384" sldId="356"/>
            <ac:inkMk id="314" creationId="{12200E37-2884-FA91-B794-022E26954153}"/>
          </ac:inkMkLst>
        </pc:inkChg>
        <pc:inkChg chg="add mod">
          <ac:chgData name="Mahima Weerasinghe" userId="e11e3f55-42da-4e07-8ead-4d7a1d7ea1c6" providerId="ADAL" clId="{A71A91A0-537E-435E-A57A-6A59184BC47A}" dt="2024-08-26T05:19:57.320" v="3797"/>
          <ac:inkMkLst>
            <pc:docMk/>
            <pc:sldMk cId="2270794384" sldId="356"/>
            <ac:inkMk id="317" creationId="{3F118C3E-9657-C97B-B7D8-8964CC0228B2}"/>
          </ac:inkMkLst>
        </pc:inkChg>
        <pc:inkChg chg="add mod">
          <ac:chgData name="Mahima Weerasinghe" userId="e11e3f55-42da-4e07-8ead-4d7a1d7ea1c6" providerId="ADAL" clId="{A71A91A0-537E-435E-A57A-6A59184BC47A}" dt="2024-08-26T05:19:57.320" v="3797"/>
          <ac:inkMkLst>
            <pc:docMk/>
            <pc:sldMk cId="2270794384" sldId="356"/>
            <ac:inkMk id="318" creationId="{9C0A31DC-9916-994B-3920-0620C5DCD487}"/>
          </ac:inkMkLst>
        </pc:inkChg>
        <pc:inkChg chg="add mod">
          <ac:chgData name="Mahima Weerasinghe" userId="e11e3f55-42da-4e07-8ead-4d7a1d7ea1c6" providerId="ADAL" clId="{A71A91A0-537E-435E-A57A-6A59184BC47A}" dt="2024-08-26T05:19:57.320" v="3797"/>
          <ac:inkMkLst>
            <pc:docMk/>
            <pc:sldMk cId="2270794384" sldId="356"/>
            <ac:inkMk id="320" creationId="{82A8972B-3831-5DAD-1865-187DA0846DAD}"/>
          </ac:inkMkLst>
        </pc:inkChg>
        <pc:inkChg chg="add mod">
          <ac:chgData name="Mahima Weerasinghe" userId="e11e3f55-42da-4e07-8ead-4d7a1d7ea1c6" providerId="ADAL" clId="{A71A91A0-537E-435E-A57A-6A59184BC47A}" dt="2024-08-26T05:19:57.320" v="3797"/>
          <ac:inkMkLst>
            <pc:docMk/>
            <pc:sldMk cId="2270794384" sldId="356"/>
            <ac:inkMk id="321" creationId="{832DE6BD-0AE0-25F1-D7C0-8B19E0AF93D5}"/>
          </ac:inkMkLst>
        </pc:inkChg>
        <pc:inkChg chg="add mod">
          <ac:chgData name="Mahima Weerasinghe" userId="e11e3f55-42da-4e07-8ead-4d7a1d7ea1c6" providerId="ADAL" clId="{A71A91A0-537E-435E-A57A-6A59184BC47A}" dt="2024-08-26T05:19:57.320" v="3797"/>
          <ac:inkMkLst>
            <pc:docMk/>
            <pc:sldMk cId="2270794384" sldId="356"/>
            <ac:inkMk id="323" creationId="{56DF0799-815C-D89E-303E-03E295A36889}"/>
          </ac:inkMkLst>
        </pc:inkChg>
        <pc:inkChg chg="add mod">
          <ac:chgData name="Mahima Weerasinghe" userId="e11e3f55-42da-4e07-8ead-4d7a1d7ea1c6" providerId="ADAL" clId="{A71A91A0-537E-435E-A57A-6A59184BC47A}" dt="2024-08-26T05:19:57.320" v="3797"/>
          <ac:inkMkLst>
            <pc:docMk/>
            <pc:sldMk cId="2270794384" sldId="356"/>
            <ac:inkMk id="324" creationId="{D00E3B32-2584-A77C-6CA8-F67D438BFDB2}"/>
          </ac:inkMkLst>
        </pc:inkChg>
        <pc:inkChg chg="add mod">
          <ac:chgData name="Mahima Weerasinghe" userId="e11e3f55-42da-4e07-8ead-4d7a1d7ea1c6" providerId="ADAL" clId="{A71A91A0-537E-435E-A57A-6A59184BC47A}" dt="2024-08-26T05:19:57.320" v="3797"/>
          <ac:inkMkLst>
            <pc:docMk/>
            <pc:sldMk cId="2270794384" sldId="356"/>
            <ac:inkMk id="325" creationId="{964387D5-58DA-403C-29E3-97838D7E83B5}"/>
          </ac:inkMkLst>
        </pc:inkChg>
        <pc:inkChg chg="add mod">
          <ac:chgData name="Mahima Weerasinghe" userId="e11e3f55-42da-4e07-8ead-4d7a1d7ea1c6" providerId="ADAL" clId="{A71A91A0-537E-435E-A57A-6A59184BC47A}" dt="2024-08-26T05:19:57.320" v="3797"/>
          <ac:inkMkLst>
            <pc:docMk/>
            <pc:sldMk cId="2270794384" sldId="356"/>
            <ac:inkMk id="326" creationId="{6A2D337A-DF38-B4DA-1456-1E29B60AFCDB}"/>
          </ac:inkMkLst>
        </pc:inkChg>
        <pc:inkChg chg="add mod">
          <ac:chgData name="Mahima Weerasinghe" userId="e11e3f55-42da-4e07-8ead-4d7a1d7ea1c6" providerId="ADAL" clId="{A71A91A0-537E-435E-A57A-6A59184BC47A}" dt="2024-08-26T05:19:57.320" v="3797"/>
          <ac:inkMkLst>
            <pc:docMk/>
            <pc:sldMk cId="2270794384" sldId="356"/>
            <ac:inkMk id="328" creationId="{1C245084-A492-1AB1-25AC-4978CB32D608}"/>
          </ac:inkMkLst>
        </pc:inkChg>
        <pc:inkChg chg="add mod">
          <ac:chgData name="Mahima Weerasinghe" userId="e11e3f55-42da-4e07-8ead-4d7a1d7ea1c6" providerId="ADAL" clId="{A71A91A0-537E-435E-A57A-6A59184BC47A}" dt="2024-08-26T05:19:57.320" v="3797"/>
          <ac:inkMkLst>
            <pc:docMk/>
            <pc:sldMk cId="2270794384" sldId="356"/>
            <ac:inkMk id="329" creationId="{6F537089-C6D4-ABA7-4E80-EF7175046181}"/>
          </ac:inkMkLst>
        </pc:inkChg>
        <pc:inkChg chg="add mod">
          <ac:chgData name="Mahima Weerasinghe" userId="e11e3f55-42da-4e07-8ead-4d7a1d7ea1c6" providerId="ADAL" clId="{A71A91A0-537E-435E-A57A-6A59184BC47A}" dt="2024-08-26T05:19:57.320" v="3797"/>
          <ac:inkMkLst>
            <pc:docMk/>
            <pc:sldMk cId="2270794384" sldId="356"/>
            <ac:inkMk id="330" creationId="{36BE7438-99CA-C175-49C8-38AAB6FEAB29}"/>
          </ac:inkMkLst>
        </pc:inkChg>
        <pc:inkChg chg="add mod">
          <ac:chgData name="Mahima Weerasinghe" userId="e11e3f55-42da-4e07-8ead-4d7a1d7ea1c6" providerId="ADAL" clId="{A71A91A0-537E-435E-A57A-6A59184BC47A}" dt="2024-08-26T05:21:12.178" v="3835"/>
          <ac:inkMkLst>
            <pc:docMk/>
            <pc:sldMk cId="2270794384" sldId="356"/>
            <ac:inkMk id="332" creationId="{F02062F0-C62B-4A02-3CF5-92AD47F1A898}"/>
          </ac:inkMkLst>
        </pc:inkChg>
        <pc:inkChg chg="add mod">
          <ac:chgData name="Mahima Weerasinghe" userId="e11e3f55-42da-4e07-8ead-4d7a1d7ea1c6" providerId="ADAL" clId="{A71A91A0-537E-435E-A57A-6A59184BC47A}" dt="2024-08-26T05:21:12.178" v="3835"/>
          <ac:inkMkLst>
            <pc:docMk/>
            <pc:sldMk cId="2270794384" sldId="356"/>
            <ac:inkMk id="333" creationId="{05FF97BB-22A9-0DC2-FC11-6D0E770CF5EC}"/>
          </ac:inkMkLst>
        </pc:inkChg>
        <pc:inkChg chg="add mod">
          <ac:chgData name="Mahima Weerasinghe" userId="e11e3f55-42da-4e07-8ead-4d7a1d7ea1c6" providerId="ADAL" clId="{A71A91A0-537E-435E-A57A-6A59184BC47A}" dt="2024-08-26T05:21:12.178" v="3835"/>
          <ac:inkMkLst>
            <pc:docMk/>
            <pc:sldMk cId="2270794384" sldId="356"/>
            <ac:inkMk id="335" creationId="{80C41FA8-21EA-564A-E4C2-ED0621C7D64B}"/>
          </ac:inkMkLst>
        </pc:inkChg>
        <pc:inkChg chg="add mod">
          <ac:chgData name="Mahima Weerasinghe" userId="e11e3f55-42da-4e07-8ead-4d7a1d7ea1c6" providerId="ADAL" clId="{A71A91A0-537E-435E-A57A-6A59184BC47A}" dt="2024-08-26T05:21:12.178" v="3835"/>
          <ac:inkMkLst>
            <pc:docMk/>
            <pc:sldMk cId="2270794384" sldId="356"/>
            <ac:inkMk id="336" creationId="{0D2F9876-E374-796B-9FB8-E956D9B74B82}"/>
          </ac:inkMkLst>
        </pc:inkChg>
        <pc:inkChg chg="add mod">
          <ac:chgData name="Mahima Weerasinghe" userId="e11e3f55-42da-4e07-8ead-4d7a1d7ea1c6" providerId="ADAL" clId="{A71A91A0-537E-435E-A57A-6A59184BC47A}" dt="2024-08-26T05:21:12.178" v="3835"/>
          <ac:inkMkLst>
            <pc:docMk/>
            <pc:sldMk cId="2270794384" sldId="356"/>
            <ac:inkMk id="337" creationId="{FF2A5529-009E-0FAC-ADC4-CBF8F498DA39}"/>
          </ac:inkMkLst>
        </pc:inkChg>
        <pc:inkChg chg="add mod">
          <ac:chgData name="Mahima Weerasinghe" userId="e11e3f55-42da-4e07-8ead-4d7a1d7ea1c6" providerId="ADAL" clId="{A71A91A0-537E-435E-A57A-6A59184BC47A}" dt="2024-08-26T05:21:12.178" v="3835"/>
          <ac:inkMkLst>
            <pc:docMk/>
            <pc:sldMk cId="2270794384" sldId="356"/>
            <ac:inkMk id="338" creationId="{C982F008-E729-8470-86D6-552ED3AE174D}"/>
          </ac:inkMkLst>
        </pc:inkChg>
        <pc:inkChg chg="add mod">
          <ac:chgData name="Mahima Weerasinghe" userId="e11e3f55-42da-4e07-8ead-4d7a1d7ea1c6" providerId="ADAL" clId="{A71A91A0-537E-435E-A57A-6A59184BC47A}" dt="2024-08-26T05:21:12.178" v="3835"/>
          <ac:inkMkLst>
            <pc:docMk/>
            <pc:sldMk cId="2270794384" sldId="356"/>
            <ac:inkMk id="339" creationId="{887D0715-16BB-8035-B2D9-5AA39D24FB7A}"/>
          </ac:inkMkLst>
        </pc:inkChg>
        <pc:inkChg chg="add mod">
          <ac:chgData name="Mahima Weerasinghe" userId="e11e3f55-42da-4e07-8ead-4d7a1d7ea1c6" providerId="ADAL" clId="{A71A91A0-537E-435E-A57A-6A59184BC47A}" dt="2024-08-26T05:21:12.178" v="3835"/>
          <ac:inkMkLst>
            <pc:docMk/>
            <pc:sldMk cId="2270794384" sldId="356"/>
            <ac:inkMk id="340" creationId="{EFA26885-5BE1-7EBE-1A06-E9C9511C7C0F}"/>
          </ac:inkMkLst>
        </pc:inkChg>
        <pc:inkChg chg="add mod">
          <ac:chgData name="Mahima Weerasinghe" userId="e11e3f55-42da-4e07-8ead-4d7a1d7ea1c6" providerId="ADAL" clId="{A71A91A0-537E-435E-A57A-6A59184BC47A}" dt="2024-08-26T05:21:12.178" v="3835"/>
          <ac:inkMkLst>
            <pc:docMk/>
            <pc:sldMk cId="2270794384" sldId="356"/>
            <ac:inkMk id="342" creationId="{32E96A68-1E20-6514-4D91-26F3B6C4CF5C}"/>
          </ac:inkMkLst>
        </pc:inkChg>
        <pc:inkChg chg="add mod">
          <ac:chgData name="Mahima Weerasinghe" userId="e11e3f55-42da-4e07-8ead-4d7a1d7ea1c6" providerId="ADAL" clId="{A71A91A0-537E-435E-A57A-6A59184BC47A}" dt="2024-08-26T05:21:12.178" v="3835"/>
          <ac:inkMkLst>
            <pc:docMk/>
            <pc:sldMk cId="2270794384" sldId="356"/>
            <ac:inkMk id="343" creationId="{A1763272-2AF3-48CA-BE80-539ADD01BC38}"/>
          </ac:inkMkLst>
        </pc:inkChg>
        <pc:inkChg chg="add mod">
          <ac:chgData name="Mahima Weerasinghe" userId="e11e3f55-42da-4e07-8ead-4d7a1d7ea1c6" providerId="ADAL" clId="{A71A91A0-537E-435E-A57A-6A59184BC47A}" dt="2024-08-26T05:20:35.133" v="3814"/>
          <ac:inkMkLst>
            <pc:docMk/>
            <pc:sldMk cId="2270794384" sldId="356"/>
            <ac:inkMk id="345" creationId="{D1722B1D-4298-F6F2-AE5C-A3CCB3D6AB94}"/>
          </ac:inkMkLst>
        </pc:inkChg>
        <pc:inkChg chg="add mod">
          <ac:chgData name="Mahima Weerasinghe" userId="e11e3f55-42da-4e07-8ead-4d7a1d7ea1c6" providerId="ADAL" clId="{A71A91A0-537E-435E-A57A-6A59184BC47A}" dt="2024-08-26T05:21:12.178" v="3835"/>
          <ac:inkMkLst>
            <pc:docMk/>
            <pc:sldMk cId="2270794384" sldId="356"/>
            <ac:inkMk id="347" creationId="{C2C4F884-9CE7-ED5B-66AB-9F02BEFC1FA7}"/>
          </ac:inkMkLst>
        </pc:inkChg>
        <pc:inkChg chg="add mod">
          <ac:chgData name="Mahima Weerasinghe" userId="e11e3f55-42da-4e07-8ead-4d7a1d7ea1c6" providerId="ADAL" clId="{A71A91A0-537E-435E-A57A-6A59184BC47A}" dt="2024-08-26T05:21:12.178" v="3835"/>
          <ac:inkMkLst>
            <pc:docMk/>
            <pc:sldMk cId="2270794384" sldId="356"/>
            <ac:inkMk id="349" creationId="{8502F4EA-4DEC-8C15-84A7-41BA0E8BF216}"/>
          </ac:inkMkLst>
        </pc:inkChg>
        <pc:inkChg chg="add mod">
          <ac:chgData name="Mahima Weerasinghe" userId="e11e3f55-42da-4e07-8ead-4d7a1d7ea1c6" providerId="ADAL" clId="{A71A91A0-537E-435E-A57A-6A59184BC47A}" dt="2024-08-26T05:21:12.178" v="3835"/>
          <ac:inkMkLst>
            <pc:docMk/>
            <pc:sldMk cId="2270794384" sldId="356"/>
            <ac:inkMk id="351" creationId="{BEA607DC-A7DE-A6F6-006B-6D062BC8C601}"/>
          </ac:inkMkLst>
        </pc:inkChg>
        <pc:inkChg chg="add mod">
          <ac:chgData name="Mahima Weerasinghe" userId="e11e3f55-42da-4e07-8ead-4d7a1d7ea1c6" providerId="ADAL" clId="{A71A91A0-537E-435E-A57A-6A59184BC47A}" dt="2024-08-26T05:21:12.178" v="3835"/>
          <ac:inkMkLst>
            <pc:docMk/>
            <pc:sldMk cId="2270794384" sldId="356"/>
            <ac:inkMk id="352" creationId="{69F58E69-876F-4C12-4CDB-496D74517535}"/>
          </ac:inkMkLst>
        </pc:inkChg>
        <pc:inkChg chg="add mod">
          <ac:chgData name="Mahima Weerasinghe" userId="e11e3f55-42da-4e07-8ead-4d7a1d7ea1c6" providerId="ADAL" clId="{A71A91A0-537E-435E-A57A-6A59184BC47A}" dt="2024-08-26T05:21:12.178" v="3835"/>
          <ac:inkMkLst>
            <pc:docMk/>
            <pc:sldMk cId="2270794384" sldId="356"/>
            <ac:inkMk id="353" creationId="{B81A0E7C-E5BF-4CDE-08DD-E3E9AF8D5955}"/>
          </ac:inkMkLst>
        </pc:inkChg>
        <pc:inkChg chg="add mod">
          <ac:chgData name="Mahima Weerasinghe" userId="e11e3f55-42da-4e07-8ead-4d7a1d7ea1c6" providerId="ADAL" clId="{A71A91A0-537E-435E-A57A-6A59184BC47A}" dt="2024-08-26T05:21:12.178" v="3835"/>
          <ac:inkMkLst>
            <pc:docMk/>
            <pc:sldMk cId="2270794384" sldId="356"/>
            <ac:inkMk id="354" creationId="{D07E6556-2383-D94A-29E4-85E6CD008586}"/>
          </ac:inkMkLst>
        </pc:inkChg>
        <pc:inkChg chg="add mod">
          <ac:chgData name="Mahima Weerasinghe" userId="e11e3f55-42da-4e07-8ead-4d7a1d7ea1c6" providerId="ADAL" clId="{A71A91A0-537E-435E-A57A-6A59184BC47A}" dt="2024-08-26T05:21:12.178" v="3835"/>
          <ac:inkMkLst>
            <pc:docMk/>
            <pc:sldMk cId="2270794384" sldId="356"/>
            <ac:inkMk id="355" creationId="{531A1798-813E-9680-67DE-38E796117AF4}"/>
          </ac:inkMkLst>
        </pc:inkChg>
        <pc:inkChg chg="add mod">
          <ac:chgData name="Mahima Weerasinghe" userId="e11e3f55-42da-4e07-8ead-4d7a1d7ea1c6" providerId="ADAL" clId="{A71A91A0-537E-435E-A57A-6A59184BC47A}" dt="2024-08-26T05:21:12.178" v="3835"/>
          <ac:inkMkLst>
            <pc:docMk/>
            <pc:sldMk cId="2270794384" sldId="356"/>
            <ac:inkMk id="356" creationId="{705AC3F9-8B6F-0564-A2BF-A830D4E4C430}"/>
          </ac:inkMkLst>
        </pc:inkChg>
        <pc:inkChg chg="add mod">
          <ac:chgData name="Mahima Weerasinghe" userId="e11e3f55-42da-4e07-8ead-4d7a1d7ea1c6" providerId="ADAL" clId="{A71A91A0-537E-435E-A57A-6A59184BC47A}" dt="2024-08-26T05:21:16.813" v="3842"/>
          <ac:inkMkLst>
            <pc:docMk/>
            <pc:sldMk cId="2270794384" sldId="356"/>
            <ac:inkMk id="358" creationId="{7A8D5932-6756-04D7-62D5-D48AB50A941F}"/>
          </ac:inkMkLst>
        </pc:inkChg>
        <pc:inkChg chg="add mod">
          <ac:chgData name="Mahima Weerasinghe" userId="e11e3f55-42da-4e07-8ead-4d7a1d7ea1c6" providerId="ADAL" clId="{A71A91A0-537E-435E-A57A-6A59184BC47A}" dt="2024-08-26T05:21:16.813" v="3842"/>
          <ac:inkMkLst>
            <pc:docMk/>
            <pc:sldMk cId="2270794384" sldId="356"/>
            <ac:inkMk id="359" creationId="{D2DBF559-305B-F256-3457-5970B1EA1D12}"/>
          </ac:inkMkLst>
        </pc:inkChg>
        <pc:inkChg chg="add mod">
          <ac:chgData name="Mahima Weerasinghe" userId="e11e3f55-42da-4e07-8ead-4d7a1d7ea1c6" providerId="ADAL" clId="{A71A91A0-537E-435E-A57A-6A59184BC47A}" dt="2024-08-26T05:21:16.813" v="3842"/>
          <ac:inkMkLst>
            <pc:docMk/>
            <pc:sldMk cId="2270794384" sldId="356"/>
            <ac:inkMk id="360" creationId="{F4D6BFA1-51FE-B5B2-A653-8A6B651FBF22}"/>
          </ac:inkMkLst>
        </pc:inkChg>
        <pc:inkChg chg="add mod">
          <ac:chgData name="Mahima Weerasinghe" userId="e11e3f55-42da-4e07-8ead-4d7a1d7ea1c6" providerId="ADAL" clId="{A71A91A0-537E-435E-A57A-6A59184BC47A}" dt="2024-08-26T05:21:12.178" v="3835"/>
          <ac:inkMkLst>
            <pc:docMk/>
            <pc:sldMk cId="2270794384" sldId="356"/>
            <ac:inkMk id="362" creationId="{E55A7D8C-FFC6-1CDE-7824-A910CCF24232}"/>
          </ac:inkMkLst>
        </pc:inkChg>
        <pc:inkChg chg="add mod">
          <ac:chgData name="Mahima Weerasinghe" userId="e11e3f55-42da-4e07-8ead-4d7a1d7ea1c6" providerId="ADAL" clId="{A71A91A0-537E-435E-A57A-6A59184BC47A}" dt="2024-08-26T05:21:12.178" v="3835"/>
          <ac:inkMkLst>
            <pc:docMk/>
            <pc:sldMk cId="2270794384" sldId="356"/>
            <ac:inkMk id="363" creationId="{EC91DF43-DE62-6F34-B61C-51CF494ECF67}"/>
          </ac:inkMkLst>
        </pc:inkChg>
        <pc:inkChg chg="add mod">
          <ac:chgData name="Mahima Weerasinghe" userId="e11e3f55-42da-4e07-8ead-4d7a1d7ea1c6" providerId="ADAL" clId="{A71A91A0-537E-435E-A57A-6A59184BC47A}" dt="2024-08-26T05:21:12.178" v="3835"/>
          <ac:inkMkLst>
            <pc:docMk/>
            <pc:sldMk cId="2270794384" sldId="356"/>
            <ac:inkMk id="364" creationId="{AD667F5D-0555-5DF0-E0F4-01A4129A8189}"/>
          </ac:inkMkLst>
        </pc:inkChg>
        <pc:inkChg chg="add mod">
          <ac:chgData name="Mahima Weerasinghe" userId="e11e3f55-42da-4e07-8ead-4d7a1d7ea1c6" providerId="ADAL" clId="{A71A91A0-537E-435E-A57A-6A59184BC47A}" dt="2024-08-26T05:21:12.178" v="3835"/>
          <ac:inkMkLst>
            <pc:docMk/>
            <pc:sldMk cId="2270794384" sldId="356"/>
            <ac:inkMk id="366" creationId="{0FEC9454-93FF-7740-4351-918F3286B1B6}"/>
          </ac:inkMkLst>
        </pc:inkChg>
        <pc:inkChg chg="add mod">
          <ac:chgData name="Mahima Weerasinghe" userId="e11e3f55-42da-4e07-8ead-4d7a1d7ea1c6" providerId="ADAL" clId="{A71A91A0-537E-435E-A57A-6A59184BC47A}" dt="2024-08-26T05:21:12.178" v="3835"/>
          <ac:inkMkLst>
            <pc:docMk/>
            <pc:sldMk cId="2270794384" sldId="356"/>
            <ac:inkMk id="367" creationId="{ECF41A77-2BC6-A087-131D-B5139A7B9AE8}"/>
          </ac:inkMkLst>
        </pc:inkChg>
        <pc:inkChg chg="add mod">
          <ac:chgData name="Mahima Weerasinghe" userId="e11e3f55-42da-4e07-8ead-4d7a1d7ea1c6" providerId="ADAL" clId="{A71A91A0-537E-435E-A57A-6A59184BC47A}" dt="2024-08-26T05:21:12.178" v="3835"/>
          <ac:inkMkLst>
            <pc:docMk/>
            <pc:sldMk cId="2270794384" sldId="356"/>
            <ac:inkMk id="368" creationId="{73771DE6-D3DC-E5F8-1EB1-A54525176A31}"/>
          </ac:inkMkLst>
        </pc:inkChg>
        <pc:inkChg chg="add mod">
          <ac:chgData name="Mahima Weerasinghe" userId="e11e3f55-42da-4e07-8ead-4d7a1d7ea1c6" providerId="ADAL" clId="{A71A91A0-537E-435E-A57A-6A59184BC47A}" dt="2024-08-26T05:21:16.813" v="3842"/>
          <ac:inkMkLst>
            <pc:docMk/>
            <pc:sldMk cId="2270794384" sldId="356"/>
            <ac:inkMk id="370" creationId="{9428D09B-F782-62C2-B714-91B431AC1B9B}"/>
          </ac:inkMkLst>
        </pc:inkChg>
        <pc:inkChg chg="add mod">
          <ac:chgData name="Mahima Weerasinghe" userId="e11e3f55-42da-4e07-8ead-4d7a1d7ea1c6" providerId="ADAL" clId="{A71A91A0-537E-435E-A57A-6A59184BC47A}" dt="2024-08-26T05:21:16.813" v="3842"/>
          <ac:inkMkLst>
            <pc:docMk/>
            <pc:sldMk cId="2270794384" sldId="356"/>
            <ac:inkMk id="371" creationId="{42F8E722-4FF9-C4D6-A607-06502819D687}"/>
          </ac:inkMkLst>
        </pc:inkChg>
        <pc:inkChg chg="add mod">
          <ac:chgData name="Mahima Weerasinghe" userId="e11e3f55-42da-4e07-8ead-4d7a1d7ea1c6" providerId="ADAL" clId="{A71A91A0-537E-435E-A57A-6A59184BC47A}" dt="2024-08-26T05:21:16.813" v="3842"/>
          <ac:inkMkLst>
            <pc:docMk/>
            <pc:sldMk cId="2270794384" sldId="356"/>
            <ac:inkMk id="372" creationId="{B4930E87-31F1-10CC-A2A7-8CC84E300591}"/>
          </ac:inkMkLst>
        </pc:inkChg>
        <pc:inkChg chg="add mod">
          <ac:chgData name="Mahima Weerasinghe" userId="e11e3f55-42da-4e07-8ead-4d7a1d7ea1c6" providerId="ADAL" clId="{A71A91A0-537E-435E-A57A-6A59184BC47A}" dt="2024-08-26T05:21:16.813" v="3842"/>
          <ac:inkMkLst>
            <pc:docMk/>
            <pc:sldMk cId="2270794384" sldId="356"/>
            <ac:inkMk id="373" creationId="{C63EB853-9A27-68B6-3862-A970C73407B7}"/>
          </ac:inkMkLst>
        </pc:inkChg>
        <pc:inkChg chg="add mod">
          <ac:chgData name="Mahima Weerasinghe" userId="e11e3f55-42da-4e07-8ead-4d7a1d7ea1c6" providerId="ADAL" clId="{A71A91A0-537E-435E-A57A-6A59184BC47A}" dt="2024-08-26T05:21:16.813" v="3842"/>
          <ac:inkMkLst>
            <pc:docMk/>
            <pc:sldMk cId="2270794384" sldId="356"/>
            <ac:inkMk id="374" creationId="{046B6A15-40E8-B296-C960-29E09CCFFBBB}"/>
          </ac:inkMkLst>
        </pc:inkChg>
        <pc:inkChg chg="add mod">
          <ac:chgData name="Mahima Weerasinghe" userId="e11e3f55-42da-4e07-8ead-4d7a1d7ea1c6" providerId="ADAL" clId="{A71A91A0-537E-435E-A57A-6A59184BC47A}" dt="2024-08-26T05:21:16.813" v="3842"/>
          <ac:inkMkLst>
            <pc:docMk/>
            <pc:sldMk cId="2270794384" sldId="356"/>
            <ac:inkMk id="375" creationId="{322ECB41-CF39-AF33-494D-DDC77D9D3CD4}"/>
          </ac:inkMkLst>
        </pc:inkChg>
        <pc:inkChg chg="add">
          <ac:chgData name="Mahima Weerasinghe" userId="e11e3f55-42da-4e07-8ead-4d7a1d7ea1c6" providerId="ADAL" clId="{A71A91A0-537E-435E-A57A-6A59184BC47A}" dt="2024-08-26T05:21:19.856" v="3843" actId="9405"/>
          <ac:inkMkLst>
            <pc:docMk/>
            <pc:sldMk cId="2270794384" sldId="356"/>
            <ac:inkMk id="377" creationId="{EE034741-72EF-34FA-F067-A76B990F8388}"/>
          </ac:inkMkLst>
        </pc:inkChg>
        <pc:inkChg chg="add">
          <ac:chgData name="Mahima Weerasinghe" userId="e11e3f55-42da-4e07-8ead-4d7a1d7ea1c6" providerId="ADAL" clId="{A71A91A0-537E-435E-A57A-6A59184BC47A}" dt="2024-08-26T05:21:21.441" v="3844" actId="9405"/>
          <ac:inkMkLst>
            <pc:docMk/>
            <pc:sldMk cId="2270794384" sldId="356"/>
            <ac:inkMk id="378" creationId="{A1B8812C-4BD2-56FA-9A69-BD6D71EAE54E}"/>
          </ac:inkMkLst>
        </pc:inkChg>
        <pc:inkChg chg="add mod">
          <ac:chgData name="Mahima Weerasinghe" userId="e11e3f55-42da-4e07-8ead-4d7a1d7ea1c6" providerId="ADAL" clId="{A71A91A0-537E-435E-A57A-6A59184BC47A}" dt="2024-08-26T05:22:11.006" v="3882"/>
          <ac:inkMkLst>
            <pc:docMk/>
            <pc:sldMk cId="2270794384" sldId="356"/>
            <ac:inkMk id="379" creationId="{079C8804-CDE8-AD88-FFEE-B71AF993ABFE}"/>
          </ac:inkMkLst>
        </pc:inkChg>
        <pc:inkChg chg="add mod">
          <ac:chgData name="Mahima Weerasinghe" userId="e11e3f55-42da-4e07-8ead-4d7a1d7ea1c6" providerId="ADAL" clId="{A71A91A0-537E-435E-A57A-6A59184BC47A}" dt="2024-08-26T05:22:11.006" v="3882"/>
          <ac:inkMkLst>
            <pc:docMk/>
            <pc:sldMk cId="2270794384" sldId="356"/>
            <ac:inkMk id="380" creationId="{525E9559-7F49-B68E-E52B-99CC3E7663D3}"/>
          </ac:inkMkLst>
        </pc:inkChg>
        <pc:inkChg chg="add mod">
          <ac:chgData name="Mahima Weerasinghe" userId="e11e3f55-42da-4e07-8ead-4d7a1d7ea1c6" providerId="ADAL" clId="{A71A91A0-537E-435E-A57A-6A59184BC47A}" dt="2024-08-26T05:22:11.006" v="3882"/>
          <ac:inkMkLst>
            <pc:docMk/>
            <pc:sldMk cId="2270794384" sldId="356"/>
            <ac:inkMk id="381" creationId="{8CF32E4E-3935-5DB2-43BD-D30F9446CF7E}"/>
          </ac:inkMkLst>
        </pc:inkChg>
        <pc:inkChg chg="add mod">
          <ac:chgData name="Mahima Weerasinghe" userId="e11e3f55-42da-4e07-8ead-4d7a1d7ea1c6" providerId="ADAL" clId="{A71A91A0-537E-435E-A57A-6A59184BC47A}" dt="2024-08-26T05:22:11.006" v="3882"/>
          <ac:inkMkLst>
            <pc:docMk/>
            <pc:sldMk cId="2270794384" sldId="356"/>
            <ac:inkMk id="382" creationId="{D21ADB21-46D2-FD99-F739-47C064C4C303}"/>
          </ac:inkMkLst>
        </pc:inkChg>
        <pc:inkChg chg="add mod">
          <ac:chgData name="Mahima Weerasinghe" userId="e11e3f55-42da-4e07-8ead-4d7a1d7ea1c6" providerId="ADAL" clId="{A71A91A0-537E-435E-A57A-6A59184BC47A}" dt="2024-08-26T05:22:11.006" v="3882"/>
          <ac:inkMkLst>
            <pc:docMk/>
            <pc:sldMk cId="2270794384" sldId="356"/>
            <ac:inkMk id="383" creationId="{56D338A2-3D40-AF12-966F-8AED292369A0}"/>
          </ac:inkMkLst>
        </pc:inkChg>
        <pc:inkChg chg="add mod">
          <ac:chgData name="Mahima Weerasinghe" userId="e11e3f55-42da-4e07-8ead-4d7a1d7ea1c6" providerId="ADAL" clId="{A71A91A0-537E-435E-A57A-6A59184BC47A}" dt="2024-08-26T05:22:11.006" v="3882"/>
          <ac:inkMkLst>
            <pc:docMk/>
            <pc:sldMk cId="2270794384" sldId="356"/>
            <ac:inkMk id="384" creationId="{4D54631B-9A53-8690-F320-17B6DAE18A0C}"/>
          </ac:inkMkLst>
        </pc:inkChg>
        <pc:inkChg chg="add mod">
          <ac:chgData name="Mahima Weerasinghe" userId="e11e3f55-42da-4e07-8ead-4d7a1d7ea1c6" providerId="ADAL" clId="{A71A91A0-537E-435E-A57A-6A59184BC47A}" dt="2024-08-26T05:22:11.006" v="3882"/>
          <ac:inkMkLst>
            <pc:docMk/>
            <pc:sldMk cId="2270794384" sldId="356"/>
            <ac:inkMk id="385" creationId="{36B8B322-14DC-2C22-3E94-E3156B21A4DD}"/>
          </ac:inkMkLst>
        </pc:inkChg>
        <pc:inkChg chg="add mod">
          <ac:chgData name="Mahima Weerasinghe" userId="e11e3f55-42da-4e07-8ead-4d7a1d7ea1c6" providerId="ADAL" clId="{A71A91A0-537E-435E-A57A-6A59184BC47A}" dt="2024-08-26T05:22:11.006" v="3882"/>
          <ac:inkMkLst>
            <pc:docMk/>
            <pc:sldMk cId="2270794384" sldId="356"/>
            <ac:inkMk id="386" creationId="{2A559B6F-4365-FE54-3BDB-7EDA1ABFE25B}"/>
          </ac:inkMkLst>
        </pc:inkChg>
        <pc:inkChg chg="add mod">
          <ac:chgData name="Mahima Weerasinghe" userId="e11e3f55-42da-4e07-8ead-4d7a1d7ea1c6" providerId="ADAL" clId="{A71A91A0-537E-435E-A57A-6A59184BC47A}" dt="2024-08-26T05:22:11.006" v="3882"/>
          <ac:inkMkLst>
            <pc:docMk/>
            <pc:sldMk cId="2270794384" sldId="356"/>
            <ac:inkMk id="387" creationId="{2B0A60FF-6272-F913-3AA1-49C0EB86B596}"/>
          </ac:inkMkLst>
        </pc:inkChg>
        <pc:inkChg chg="add mod">
          <ac:chgData name="Mahima Weerasinghe" userId="e11e3f55-42da-4e07-8ead-4d7a1d7ea1c6" providerId="ADAL" clId="{A71A91A0-537E-435E-A57A-6A59184BC47A}" dt="2024-08-26T05:22:11.006" v="3882"/>
          <ac:inkMkLst>
            <pc:docMk/>
            <pc:sldMk cId="2270794384" sldId="356"/>
            <ac:inkMk id="388" creationId="{AF08BF9C-8CF1-4F36-1AC2-156BE56A5CEB}"/>
          </ac:inkMkLst>
        </pc:inkChg>
        <pc:inkChg chg="add mod">
          <ac:chgData name="Mahima Weerasinghe" userId="e11e3f55-42da-4e07-8ead-4d7a1d7ea1c6" providerId="ADAL" clId="{A71A91A0-537E-435E-A57A-6A59184BC47A}" dt="2024-08-26T05:22:11.006" v="3882"/>
          <ac:inkMkLst>
            <pc:docMk/>
            <pc:sldMk cId="2270794384" sldId="356"/>
            <ac:inkMk id="389" creationId="{04C4DA81-1EA8-CB61-5A60-ED9419C8F67E}"/>
          </ac:inkMkLst>
        </pc:inkChg>
        <pc:inkChg chg="add mod">
          <ac:chgData name="Mahima Weerasinghe" userId="e11e3f55-42da-4e07-8ead-4d7a1d7ea1c6" providerId="ADAL" clId="{A71A91A0-537E-435E-A57A-6A59184BC47A}" dt="2024-08-26T05:22:11.006" v="3882"/>
          <ac:inkMkLst>
            <pc:docMk/>
            <pc:sldMk cId="2270794384" sldId="356"/>
            <ac:inkMk id="391" creationId="{A10AA616-7D6D-DA50-E219-9C5279F21627}"/>
          </ac:inkMkLst>
        </pc:inkChg>
        <pc:inkChg chg="add mod">
          <ac:chgData name="Mahima Weerasinghe" userId="e11e3f55-42da-4e07-8ead-4d7a1d7ea1c6" providerId="ADAL" clId="{A71A91A0-537E-435E-A57A-6A59184BC47A}" dt="2024-08-26T05:22:11.006" v="3882"/>
          <ac:inkMkLst>
            <pc:docMk/>
            <pc:sldMk cId="2270794384" sldId="356"/>
            <ac:inkMk id="392" creationId="{B4DAC75A-E4A9-30AB-B0B7-2375E3602A2F}"/>
          </ac:inkMkLst>
        </pc:inkChg>
        <pc:inkChg chg="add mod">
          <ac:chgData name="Mahima Weerasinghe" userId="e11e3f55-42da-4e07-8ead-4d7a1d7ea1c6" providerId="ADAL" clId="{A71A91A0-537E-435E-A57A-6A59184BC47A}" dt="2024-08-26T05:22:11.006" v="3882"/>
          <ac:inkMkLst>
            <pc:docMk/>
            <pc:sldMk cId="2270794384" sldId="356"/>
            <ac:inkMk id="393" creationId="{ABA1F4E4-2135-B05C-7F0F-EB3BE4EFA812}"/>
          </ac:inkMkLst>
        </pc:inkChg>
        <pc:inkChg chg="add mod">
          <ac:chgData name="Mahima Weerasinghe" userId="e11e3f55-42da-4e07-8ead-4d7a1d7ea1c6" providerId="ADAL" clId="{A71A91A0-537E-435E-A57A-6A59184BC47A}" dt="2024-08-26T05:22:11.006" v="3882"/>
          <ac:inkMkLst>
            <pc:docMk/>
            <pc:sldMk cId="2270794384" sldId="356"/>
            <ac:inkMk id="394" creationId="{86B4A3A8-C1B1-A257-7B90-98B614E70A02}"/>
          </ac:inkMkLst>
        </pc:inkChg>
        <pc:inkChg chg="add mod">
          <ac:chgData name="Mahima Weerasinghe" userId="e11e3f55-42da-4e07-8ead-4d7a1d7ea1c6" providerId="ADAL" clId="{A71A91A0-537E-435E-A57A-6A59184BC47A}" dt="2024-08-26T05:22:11.006" v="3882"/>
          <ac:inkMkLst>
            <pc:docMk/>
            <pc:sldMk cId="2270794384" sldId="356"/>
            <ac:inkMk id="395" creationId="{1B7F0CA7-B3EA-605F-42A1-9B28612FD03E}"/>
          </ac:inkMkLst>
        </pc:inkChg>
        <pc:inkChg chg="add mod">
          <ac:chgData name="Mahima Weerasinghe" userId="e11e3f55-42da-4e07-8ead-4d7a1d7ea1c6" providerId="ADAL" clId="{A71A91A0-537E-435E-A57A-6A59184BC47A}" dt="2024-08-26T05:22:11.006" v="3882"/>
          <ac:inkMkLst>
            <pc:docMk/>
            <pc:sldMk cId="2270794384" sldId="356"/>
            <ac:inkMk id="397" creationId="{2E8C6071-A7DF-60A5-C5B0-E1919BE704FD}"/>
          </ac:inkMkLst>
        </pc:inkChg>
        <pc:inkChg chg="add mod">
          <ac:chgData name="Mahima Weerasinghe" userId="e11e3f55-42da-4e07-8ead-4d7a1d7ea1c6" providerId="ADAL" clId="{A71A91A0-537E-435E-A57A-6A59184BC47A}" dt="2024-08-26T05:22:11.006" v="3882"/>
          <ac:inkMkLst>
            <pc:docMk/>
            <pc:sldMk cId="2270794384" sldId="356"/>
            <ac:inkMk id="398" creationId="{F29C134C-A896-8458-30D1-6414305AFF10}"/>
          </ac:inkMkLst>
        </pc:inkChg>
        <pc:inkChg chg="add mod">
          <ac:chgData name="Mahima Weerasinghe" userId="e11e3f55-42da-4e07-8ead-4d7a1d7ea1c6" providerId="ADAL" clId="{A71A91A0-537E-435E-A57A-6A59184BC47A}" dt="2024-08-26T05:22:11.006" v="3882"/>
          <ac:inkMkLst>
            <pc:docMk/>
            <pc:sldMk cId="2270794384" sldId="356"/>
            <ac:inkMk id="399" creationId="{C01D0D5E-747B-674A-EEF9-671E6EE3C51E}"/>
          </ac:inkMkLst>
        </pc:inkChg>
        <pc:inkChg chg="add mod">
          <ac:chgData name="Mahima Weerasinghe" userId="e11e3f55-42da-4e07-8ead-4d7a1d7ea1c6" providerId="ADAL" clId="{A71A91A0-537E-435E-A57A-6A59184BC47A}" dt="2024-08-26T05:22:11.006" v="3882"/>
          <ac:inkMkLst>
            <pc:docMk/>
            <pc:sldMk cId="2270794384" sldId="356"/>
            <ac:inkMk id="400" creationId="{59DCEC4E-25EE-D217-1FDE-4502B0585507}"/>
          </ac:inkMkLst>
        </pc:inkChg>
        <pc:inkChg chg="add mod">
          <ac:chgData name="Mahima Weerasinghe" userId="e11e3f55-42da-4e07-8ead-4d7a1d7ea1c6" providerId="ADAL" clId="{A71A91A0-537E-435E-A57A-6A59184BC47A}" dt="2024-08-26T05:22:11.006" v="3882"/>
          <ac:inkMkLst>
            <pc:docMk/>
            <pc:sldMk cId="2270794384" sldId="356"/>
            <ac:inkMk id="401" creationId="{863C7854-90E2-561D-78BB-34E51C3A24F2}"/>
          </ac:inkMkLst>
        </pc:inkChg>
        <pc:inkChg chg="add mod">
          <ac:chgData name="Mahima Weerasinghe" userId="e11e3f55-42da-4e07-8ead-4d7a1d7ea1c6" providerId="ADAL" clId="{A71A91A0-537E-435E-A57A-6A59184BC47A}" dt="2024-08-26T05:22:11.006" v="3882"/>
          <ac:inkMkLst>
            <pc:docMk/>
            <pc:sldMk cId="2270794384" sldId="356"/>
            <ac:inkMk id="403" creationId="{815AF2D8-FD5D-81EF-6AC1-67AAAFF79A69}"/>
          </ac:inkMkLst>
        </pc:inkChg>
        <pc:inkChg chg="add mod">
          <ac:chgData name="Mahima Weerasinghe" userId="e11e3f55-42da-4e07-8ead-4d7a1d7ea1c6" providerId="ADAL" clId="{A71A91A0-537E-435E-A57A-6A59184BC47A}" dt="2024-08-26T05:22:11.006" v="3882"/>
          <ac:inkMkLst>
            <pc:docMk/>
            <pc:sldMk cId="2270794384" sldId="356"/>
            <ac:inkMk id="404" creationId="{5D420246-ED6B-EF8F-C08F-F3B4B19846CD}"/>
          </ac:inkMkLst>
        </pc:inkChg>
        <pc:inkChg chg="add mod">
          <ac:chgData name="Mahima Weerasinghe" userId="e11e3f55-42da-4e07-8ead-4d7a1d7ea1c6" providerId="ADAL" clId="{A71A91A0-537E-435E-A57A-6A59184BC47A}" dt="2024-08-26T05:22:11.006" v="3882"/>
          <ac:inkMkLst>
            <pc:docMk/>
            <pc:sldMk cId="2270794384" sldId="356"/>
            <ac:inkMk id="405" creationId="{F4BCDFF7-6632-C076-C7D4-16D2492C6C16}"/>
          </ac:inkMkLst>
        </pc:inkChg>
        <pc:inkChg chg="add mod">
          <ac:chgData name="Mahima Weerasinghe" userId="e11e3f55-42da-4e07-8ead-4d7a1d7ea1c6" providerId="ADAL" clId="{A71A91A0-537E-435E-A57A-6A59184BC47A}" dt="2024-08-26T05:22:11.006" v="3882"/>
          <ac:inkMkLst>
            <pc:docMk/>
            <pc:sldMk cId="2270794384" sldId="356"/>
            <ac:inkMk id="406" creationId="{A1496024-A1E3-29D0-6E80-36994EAF0828}"/>
          </ac:inkMkLst>
        </pc:inkChg>
        <pc:inkChg chg="add mod">
          <ac:chgData name="Mahima Weerasinghe" userId="e11e3f55-42da-4e07-8ead-4d7a1d7ea1c6" providerId="ADAL" clId="{A71A91A0-537E-435E-A57A-6A59184BC47A}" dt="2024-08-26T05:22:11.006" v="3882"/>
          <ac:inkMkLst>
            <pc:docMk/>
            <pc:sldMk cId="2270794384" sldId="356"/>
            <ac:inkMk id="407" creationId="{510B36C0-7E93-64EE-B790-0F9F8D4BDB7E}"/>
          </ac:inkMkLst>
        </pc:inkChg>
        <pc:inkChg chg="add mod">
          <ac:chgData name="Mahima Weerasinghe" userId="e11e3f55-42da-4e07-8ead-4d7a1d7ea1c6" providerId="ADAL" clId="{A71A91A0-537E-435E-A57A-6A59184BC47A}" dt="2024-08-26T05:22:11.006" v="3882"/>
          <ac:inkMkLst>
            <pc:docMk/>
            <pc:sldMk cId="2270794384" sldId="356"/>
            <ac:inkMk id="409" creationId="{1AB01631-5A7B-405B-B227-0492442D1371}"/>
          </ac:inkMkLst>
        </pc:inkChg>
        <pc:inkChg chg="add mod">
          <ac:chgData name="Mahima Weerasinghe" userId="e11e3f55-42da-4e07-8ead-4d7a1d7ea1c6" providerId="ADAL" clId="{A71A91A0-537E-435E-A57A-6A59184BC47A}" dt="2024-08-26T05:22:11.006" v="3882"/>
          <ac:inkMkLst>
            <pc:docMk/>
            <pc:sldMk cId="2270794384" sldId="356"/>
            <ac:inkMk id="410" creationId="{C7B9316D-C229-2528-B7F3-E86B9D0EC442}"/>
          </ac:inkMkLst>
        </pc:inkChg>
        <pc:inkChg chg="add mod">
          <ac:chgData name="Mahima Weerasinghe" userId="e11e3f55-42da-4e07-8ead-4d7a1d7ea1c6" providerId="ADAL" clId="{A71A91A0-537E-435E-A57A-6A59184BC47A}" dt="2024-08-26T05:22:11.006" v="3882"/>
          <ac:inkMkLst>
            <pc:docMk/>
            <pc:sldMk cId="2270794384" sldId="356"/>
            <ac:inkMk id="411" creationId="{27611722-E4EF-213D-CED9-94244A622AFE}"/>
          </ac:inkMkLst>
        </pc:inkChg>
        <pc:inkChg chg="add">
          <ac:chgData name="Mahima Weerasinghe" userId="e11e3f55-42da-4e07-8ead-4d7a1d7ea1c6" providerId="ADAL" clId="{A71A91A0-537E-435E-A57A-6A59184BC47A}" dt="2024-08-26T05:22:07.239" v="3878" actId="9405"/>
          <ac:inkMkLst>
            <pc:docMk/>
            <pc:sldMk cId="2270794384" sldId="356"/>
            <ac:inkMk id="412" creationId="{40206DDF-7E21-8A70-832E-B6C96FEA3527}"/>
          </ac:inkMkLst>
        </pc:inkChg>
        <pc:inkChg chg="add">
          <ac:chgData name="Mahima Weerasinghe" userId="e11e3f55-42da-4e07-8ead-4d7a1d7ea1c6" providerId="ADAL" clId="{A71A91A0-537E-435E-A57A-6A59184BC47A}" dt="2024-08-26T05:22:07.748" v="3879" actId="9405"/>
          <ac:inkMkLst>
            <pc:docMk/>
            <pc:sldMk cId="2270794384" sldId="356"/>
            <ac:inkMk id="413" creationId="{A2EF35CE-D5BE-11F2-E48C-3339E4871F2D}"/>
          </ac:inkMkLst>
        </pc:inkChg>
        <pc:inkChg chg="add mod">
          <ac:chgData name="Mahima Weerasinghe" userId="e11e3f55-42da-4e07-8ead-4d7a1d7ea1c6" providerId="ADAL" clId="{A71A91A0-537E-435E-A57A-6A59184BC47A}" dt="2024-08-26T05:22:11.006" v="3882"/>
          <ac:inkMkLst>
            <pc:docMk/>
            <pc:sldMk cId="2270794384" sldId="356"/>
            <ac:inkMk id="414" creationId="{C2CBA0AF-1563-6E88-0B9A-4100D2FBBDFD}"/>
          </ac:inkMkLst>
        </pc:inkChg>
        <pc:inkChg chg="add mod">
          <ac:chgData name="Mahima Weerasinghe" userId="e11e3f55-42da-4e07-8ead-4d7a1d7ea1c6" providerId="ADAL" clId="{A71A91A0-537E-435E-A57A-6A59184BC47A}" dt="2024-08-26T05:22:11.006" v="3882"/>
          <ac:inkMkLst>
            <pc:docMk/>
            <pc:sldMk cId="2270794384" sldId="356"/>
            <ac:inkMk id="415" creationId="{4CAABC68-E9A7-E9D3-B2B6-C6F52058E08F}"/>
          </ac:inkMkLst>
        </pc:inkChg>
        <pc:inkChg chg="add mod">
          <ac:chgData name="Mahima Weerasinghe" userId="e11e3f55-42da-4e07-8ead-4d7a1d7ea1c6" providerId="ADAL" clId="{A71A91A0-537E-435E-A57A-6A59184BC47A}" dt="2024-08-26T05:22:40.864" v="3895"/>
          <ac:inkMkLst>
            <pc:docMk/>
            <pc:sldMk cId="2270794384" sldId="356"/>
            <ac:inkMk id="417" creationId="{8D5DBA12-C42C-F773-24EE-21FD23651028}"/>
          </ac:inkMkLst>
        </pc:inkChg>
        <pc:inkChg chg="add mod">
          <ac:chgData name="Mahima Weerasinghe" userId="e11e3f55-42da-4e07-8ead-4d7a1d7ea1c6" providerId="ADAL" clId="{A71A91A0-537E-435E-A57A-6A59184BC47A}" dt="2024-08-26T05:22:40.864" v="3895"/>
          <ac:inkMkLst>
            <pc:docMk/>
            <pc:sldMk cId="2270794384" sldId="356"/>
            <ac:inkMk id="418" creationId="{FE2BB051-EDAC-D65F-50A7-928CA902B434}"/>
          </ac:inkMkLst>
        </pc:inkChg>
        <pc:inkChg chg="add mod">
          <ac:chgData name="Mahima Weerasinghe" userId="e11e3f55-42da-4e07-8ead-4d7a1d7ea1c6" providerId="ADAL" clId="{A71A91A0-537E-435E-A57A-6A59184BC47A}" dt="2024-08-26T05:22:40.864" v="3895"/>
          <ac:inkMkLst>
            <pc:docMk/>
            <pc:sldMk cId="2270794384" sldId="356"/>
            <ac:inkMk id="419" creationId="{672A2A79-E305-6757-E39E-525B81FEE613}"/>
          </ac:inkMkLst>
        </pc:inkChg>
        <pc:inkChg chg="add mod">
          <ac:chgData name="Mahima Weerasinghe" userId="e11e3f55-42da-4e07-8ead-4d7a1d7ea1c6" providerId="ADAL" clId="{A71A91A0-537E-435E-A57A-6A59184BC47A}" dt="2024-08-26T05:22:40.864" v="3895"/>
          <ac:inkMkLst>
            <pc:docMk/>
            <pc:sldMk cId="2270794384" sldId="356"/>
            <ac:inkMk id="420" creationId="{672D321D-77FA-EFC6-86C3-03F595A65A89}"/>
          </ac:inkMkLst>
        </pc:inkChg>
        <pc:inkChg chg="add mod">
          <ac:chgData name="Mahima Weerasinghe" userId="e11e3f55-42da-4e07-8ead-4d7a1d7ea1c6" providerId="ADAL" clId="{A71A91A0-537E-435E-A57A-6A59184BC47A}" dt="2024-08-26T05:22:40.864" v="3895"/>
          <ac:inkMkLst>
            <pc:docMk/>
            <pc:sldMk cId="2270794384" sldId="356"/>
            <ac:inkMk id="421" creationId="{CE3ABCF1-2751-078C-8A8A-711557EA9764}"/>
          </ac:inkMkLst>
        </pc:inkChg>
        <pc:inkChg chg="add mod">
          <ac:chgData name="Mahima Weerasinghe" userId="e11e3f55-42da-4e07-8ead-4d7a1d7ea1c6" providerId="ADAL" clId="{A71A91A0-537E-435E-A57A-6A59184BC47A}" dt="2024-08-26T05:22:40.864" v="3895"/>
          <ac:inkMkLst>
            <pc:docMk/>
            <pc:sldMk cId="2270794384" sldId="356"/>
            <ac:inkMk id="422" creationId="{A4250CE2-25FA-DF30-99E5-F2DE2BCBE80B}"/>
          </ac:inkMkLst>
        </pc:inkChg>
        <pc:inkChg chg="add mod">
          <ac:chgData name="Mahima Weerasinghe" userId="e11e3f55-42da-4e07-8ead-4d7a1d7ea1c6" providerId="ADAL" clId="{A71A91A0-537E-435E-A57A-6A59184BC47A}" dt="2024-08-26T05:22:40.864" v="3895"/>
          <ac:inkMkLst>
            <pc:docMk/>
            <pc:sldMk cId="2270794384" sldId="356"/>
            <ac:inkMk id="423" creationId="{D0E4502A-9B23-95D5-F53C-8D2C9A35642A}"/>
          </ac:inkMkLst>
        </pc:inkChg>
        <pc:inkChg chg="add mod">
          <ac:chgData name="Mahima Weerasinghe" userId="e11e3f55-42da-4e07-8ead-4d7a1d7ea1c6" providerId="ADAL" clId="{A71A91A0-537E-435E-A57A-6A59184BC47A}" dt="2024-08-26T05:22:40.864" v="3895"/>
          <ac:inkMkLst>
            <pc:docMk/>
            <pc:sldMk cId="2270794384" sldId="356"/>
            <ac:inkMk id="424" creationId="{67F95972-A0D8-0888-529F-DD18D89E4A10}"/>
          </ac:inkMkLst>
        </pc:inkChg>
        <pc:inkChg chg="add mod">
          <ac:chgData name="Mahima Weerasinghe" userId="e11e3f55-42da-4e07-8ead-4d7a1d7ea1c6" providerId="ADAL" clId="{A71A91A0-537E-435E-A57A-6A59184BC47A}" dt="2024-08-26T05:22:40.864" v="3895"/>
          <ac:inkMkLst>
            <pc:docMk/>
            <pc:sldMk cId="2270794384" sldId="356"/>
            <ac:inkMk id="425" creationId="{99E9D1EE-D1BA-830C-5415-C6D023F18D31}"/>
          </ac:inkMkLst>
        </pc:inkChg>
        <pc:inkChg chg="add mod">
          <ac:chgData name="Mahima Weerasinghe" userId="e11e3f55-42da-4e07-8ead-4d7a1d7ea1c6" providerId="ADAL" clId="{A71A91A0-537E-435E-A57A-6A59184BC47A}" dt="2024-08-26T05:22:40.864" v="3895"/>
          <ac:inkMkLst>
            <pc:docMk/>
            <pc:sldMk cId="2270794384" sldId="356"/>
            <ac:inkMk id="426" creationId="{DDA89B83-C699-8375-BA99-6FD5C606506B}"/>
          </ac:inkMkLst>
        </pc:inkChg>
        <pc:inkChg chg="add mod">
          <ac:chgData name="Mahima Weerasinghe" userId="e11e3f55-42da-4e07-8ead-4d7a1d7ea1c6" providerId="ADAL" clId="{A71A91A0-537E-435E-A57A-6A59184BC47A}" dt="2024-08-26T05:22:40.864" v="3895"/>
          <ac:inkMkLst>
            <pc:docMk/>
            <pc:sldMk cId="2270794384" sldId="356"/>
            <ac:inkMk id="427" creationId="{29BD23D7-2C0D-77D9-6713-F41A294B6EBC}"/>
          </ac:inkMkLst>
        </pc:inkChg>
        <pc:inkChg chg="add mod">
          <ac:chgData name="Mahima Weerasinghe" userId="e11e3f55-42da-4e07-8ead-4d7a1d7ea1c6" providerId="ADAL" clId="{A71A91A0-537E-435E-A57A-6A59184BC47A}" dt="2024-08-26T05:22:40.864" v="3895"/>
          <ac:inkMkLst>
            <pc:docMk/>
            <pc:sldMk cId="2270794384" sldId="356"/>
            <ac:inkMk id="428" creationId="{1009F92F-6C2B-F762-3054-2539B4BC2E44}"/>
          </ac:inkMkLst>
        </pc:inkChg>
      </pc:sldChg>
      <pc:sldChg chg="del">
        <pc:chgData name="Mahima Weerasinghe" userId="e11e3f55-42da-4e07-8ead-4d7a1d7ea1c6" providerId="ADAL" clId="{A71A91A0-537E-435E-A57A-6A59184BC47A}" dt="2024-08-17T13:20:09.147" v="175" actId="47"/>
        <pc:sldMkLst>
          <pc:docMk/>
          <pc:sldMk cId="244273228" sldId="364"/>
        </pc:sldMkLst>
      </pc:sldChg>
      <pc:sldChg chg="addSp delSp modSp mod">
        <pc:chgData name="Mahima Weerasinghe" userId="e11e3f55-42da-4e07-8ead-4d7a1d7ea1c6" providerId="ADAL" clId="{A71A91A0-537E-435E-A57A-6A59184BC47A}" dt="2024-08-18T13:00:01.467" v="3174"/>
        <pc:sldMkLst>
          <pc:docMk/>
          <pc:sldMk cId="1130117801" sldId="365"/>
        </pc:sldMkLst>
        <pc:spChg chg="mod">
          <ac:chgData name="Mahima Weerasinghe" userId="e11e3f55-42da-4e07-8ead-4d7a1d7ea1c6" providerId="ADAL" clId="{A71A91A0-537E-435E-A57A-6A59184BC47A}" dt="2024-08-17T13:20:15.247" v="189" actId="20577"/>
          <ac:spMkLst>
            <pc:docMk/>
            <pc:sldMk cId="1130117801" sldId="365"/>
            <ac:spMk id="2" creationId="{4EBFBADD-3806-7820-919A-1AF73DB657B7}"/>
          </ac:spMkLst>
        </pc:spChg>
        <pc:spChg chg="add mod">
          <ac:chgData name="Mahima Weerasinghe" userId="e11e3f55-42da-4e07-8ead-4d7a1d7ea1c6" providerId="ADAL" clId="{A71A91A0-537E-435E-A57A-6A59184BC47A}" dt="2024-08-18T01:30:34.153" v="235" actId="767"/>
          <ac:spMkLst>
            <pc:docMk/>
            <pc:sldMk cId="1130117801" sldId="365"/>
            <ac:spMk id="3" creationId="{9B40B50E-5D9C-C9D3-9B16-7E43A712DBFA}"/>
          </ac:spMkLst>
        </pc:spChg>
        <pc:spChg chg="add mod">
          <ac:chgData name="Mahima Weerasinghe" userId="e11e3f55-42da-4e07-8ead-4d7a1d7ea1c6" providerId="ADAL" clId="{A71A91A0-537E-435E-A57A-6A59184BC47A}" dt="2024-08-18T01:33:30.018" v="260" actId="20577"/>
          <ac:spMkLst>
            <pc:docMk/>
            <pc:sldMk cId="1130117801" sldId="365"/>
            <ac:spMk id="5" creationId="{55068734-9BEE-AA24-D699-ECC9A91FA600}"/>
          </ac:spMkLst>
        </pc:spChg>
        <pc:grpChg chg="del mod">
          <ac:chgData name="Mahima Weerasinghe" userId="e11e3f55-42da-4e07-8ead-4d7a1d7ea1c6" providerId="ADAL" clId="{A71A91A0-537E-435E-A57A-6A59184BC47A}" dt="2024-08-18T12:58:13.749" v="3128"/>
          <ac:grpSpMkLst>
            <pc:docMk/>
            <pc:sldMk cId="1130117801" sldId="365"/>
            <ac:grpSpMk id="14" creationId="{EC49221F-E1CB-663E-2F5A-7BCEC897FE4F}"/>
          </ac:grpSpMkLst>
        </pc:grpChg>
        <pc:grpChg chg="del mod">
          <ac:chgData name="Mahima Weerasinghe" userId="e11e3f55-42da-4e07-8ead-4d7a1d7ea1c6" providerId="ADAL" clId="{A71A91A0-537E-435E-A57A-6A59184BC47A}" dt="2024-08-18T12:58:13.749" v="3128"/>
          <ac:grpSpMkLst>
            <pc:docMk/>
            <pc:sldMk cId="1130117801" sldId="365"/>
            <ac:grpSpMk id="22" creationId="{333A50E4-08CA-AF2F-DDBC-E8AA91D5672C}"/>
          </ac:grpSpMkLst>
        </pc:grpChg>
        <pc:grpChg chg="del mod">
          <ac:chgData name="Mahima Weerasinghe" userId="e11e3f55-42da-4e07-8ead-4d7a1d7ea1c6" providerId="ADAL" clId="{A71A91A0-537E-435E-A57A-6A59184BC47A}" dt="2024-08-18T12:59:11.883" v="3159"/>
          <ac:grpSpMkLst>
            <pc:docMk/>
            <pc:sldMk cId="1130117801" sldId="365"/>
            <ac:grpSpMk id="34" creationId="{5BEC649E-FD0A-0B9F-0F3B-0A075E38AB2F}"/>
          </ac:grpSpMkLst>
        </pc:grpChg>
        <pc:grpChg chg="del mod">
          <ac:chgData name="Mahima Weerasinghe" userId="e11e3f55-42da-4e07-8ead-4d7a1d7ea1c6" providerId="ADAL" clId="{A71A91A0-537E-435E-A57A-6A59184BC47A}" dt="2024-08-18T12:58:27.097" v="3134"/>
          <ac:grpSpMkLst>
            <pc:docMk/>
            <pc:sldMk cId="1130117801" sldId="365"/>
            <ac:grpSpMk id="38" creationId="{60C7040E-E914-E5B8-BBB2-749DE2289963}"/>
          </ac:grpSpMkLst>
        </pc:grpChg>
        <pc:grpChg chg="mod">
          <ac:chgData name="Mahima Weerasinghe" userId="e11e3f55-42da-4e07-8ead-4d7a1d7ea1c6" providerId="ADAL" clId="{A71A91A0-537E-435E-A57A-6A59184BC47A}" dt="2024-08-18T12:58:27.097" v="3134"/>
          <ac:grpSpMkLst>
            <pc:docMk/>
            <pc:sldMk cId="1130117801" sldId="365"/>
            <ac:grpSpMk id="40" creationId="{EAD90F0E-4CBD-576D-146D-3A1ABBE0B304}"/>
          </ac:grpSpMkLst>
        </pc:grpChg>
        <pc:grpChg chg="mod">
          <ac:chgData name="Mahima Weerasinghe" userId="e11e3f55-42da-4e07-8ead-4d7a1d7ea1c6" providerId="ADAL" clId="{A71A91A0-537E-435E-A57A-6A59184BC47A}" dt="2024-08-18T12:58:43.493" v="3141"/>
          <ac:grpSpMkLst>
            <pc:docMk/>
            <pc:sldMk cId="1130117801" sldId="365"/>
            <ac:grpSpMk id="47" creationId="{9E57CD1D-AB5D-A9C0-AC05-12D707647331}"/>
          </ac:grpSpMkLst>
        </pc:grpChg>
        <pc:grpChg chg="del mod">
          <ac:chgData name="Mahima Weerasinghe" userId="e11e3f55-42da-4e07-8ead-4d7a1d7ea1c6" providerId="ADAL" clId="{A71A91A0-537E-435E-A57A-6A59184BC47A}" dt="2024-08-18T12:59:06.877" v="3152"/>
          <ac:grpSpMkLst>
            <pc:docMk/>
            <pc:sldMk cId="1130117801" sldId="365"/>
            <ac:grpSpMk id="54" creationId="{7F666E5D-64E8-94CA-2275-775735077221}"/>
          </ac:grpSpMkLst>
        </pc:grpChg>
        <pc:grpChg chg="del mod">
          <ac:chgData name="Mahima Weerasinghe" userId="e11e3f55-42da-4e07-8ead-4d7a1d7ea1c6" providerId="ADAL" clId="{A71A91A0-537E-435E-A57A-6A59184BC47A}" dt="2024-08-18T12:59:13.862" v="3161"/>
          <ac:grpSpMkLst>
            <pc:docMk/>
            <pc:sldMk cId="1130117801" sldId="365"/>
            <ac:grpSpMk id="58" creationId="{1E43E199-D621-AE87-1A73-F0F6166EBBAD}"/>
          </ac:grpSpMkLst>
        </pc:grpChg>
        <pc:grpChg chg="del mod">
          <ac:chgData name="Mahima Weerasinghe" userId="e11e3f55-42da-4e07-8ead-4d7a1d7ea1c6" providerId="ADAL" clId="{A71A91A0-537E-435E-A57A-6A59184BC47A}" dt="2024-08-18T12:59:13.862" v="3161"/>
          <ac:grpSpMkLst>
            <pc:docMk/>
            <pc:sldMk cId="1130117801" sldId="365"/>
            <ac:grpSpMk id="65" creationId="{D7209C47-D44D-1C68-969C-752E9C4EFE90}"/>
          </ac:grpSpMkLst>
        </pc:grpChg>
        <pc:grpChg chg="mod">
          <ac:chgData name="Mahima Weerasinghe" userId="e11e3f55-42da-4e07-8ead-4d7a1d7ea1c6" providerId="ADAL" clId="{A71A91A0-537E-435E-A57A-6A59184BC47A}" dt="2024-08-18T12:59:13.862" v="3161"/>
          <ac:grpSpMkLst>
            <pc:docMk/>
            <pc:sldMk cId="1130117801" sldId="365"/>
            <ac:grpSpMk id="67" creationId="{2A23F7A1-A436-E7F3-9F5F-F29310FC28C9}"/>
          </ac:grpSpMkLst>
        </pc:grpChg>
        <pc:grpChg chg="del mod">
          <ac:chgData name="Mahima Weerasinghe" userId="e11e3f55-42da-4e07-8ead-4d7a1d7ea1c6" providerId="ADAL" clId="{A71A91A0-537E-435E-A57A-6A59184BC47A}" dt="2024-08-18T13:00:01.467" v="3174"/>
          <ac:grpSpMkLst>
            <pc:docMk/>
            <pc:sldMk cId="1130117801" sldId="365"/>
            <ac:grpSpMk id="76" creationId="{FDAD9111-C21F-14AC-746A-2DEB952DAA79}"/>
          </ac:grpSpMkLst>
        </pc:grpChg>
        <pc:grpChg chg="mod">
          <ac:chgData name="Mahima Weerasinghe" userId="e11e3f55-42da-4e07-8ead-4d7a1d7ea1c6" providerId="ADAL" clId="{A71A91A0-537E-435E-A57A-6A59184BC47A}" dt="2024-08-18T13:00:01.467" v="3174"/>
          <ac:grpSpMkLst>
            <pc:docMk/>
            <pc:sldMk cId="1130117801" sldId="365"/>
            <ac:grpSpMk id="78" creationId="{99FD4E45-EB5A-F4D5-B6CD-166B880AAAEA}"/>
          </ac:grpSpMkLst>
        </pc:grpChg>
        <pc:picChg chg="add mod">
          <ac:chgData name="Mahima Weerasinghe" userId="e11e3f55-42da-4e07-8ead-4d7a1d7ea1c6" providerId="ADAL" clId="{A71A91A0-537E-435E-A57A-6A59184BC47A}" dt="2024-08-18T01:32:53.157" v="253" actId="14100"/>
          <ac:picMkLst>
            <pc:docMk/>
            <pc:sldMk cId="1130117801" sldId="365"/>
            <ac:picMk id="7" creationId="{282E7FD8-123F-CC1D-055F-28BC9BBBD3D4}"/>
          </ac:picMkLst>
        </pc:picChg>
        <pc:picChg chg="del">
          <ac:chgData name="Mahima Weerasinghe" userId="e11e3f55-42da-4e07-8ead-4d7a1d7ea1c6" providerId="ADAL" clId="{A71A91A0-537E-435E-A57A-6A59184BC47A}" dt="2024-08-17T13:20:17.238" v="190" actId="478"/>
          <ac:picMkLst>
            <pc:docMk/>
            <pc:sldMk cId="1130117801" sldId="365"/>
            <ac:picMk id="3074" creationId="{26D570E7-471F-035D-316F-39F62B5636DC}"/>
          </ac:picMkLst>
        </pc:picChg>
        <pc:picChg chg="del">
          <ac:chgData name="Mahima Weerasinghe" userId="e11e3f55-42da-4e07-8ead-4d7a1d7ea1c6" providerId="ADAL" clId="{A71A91A0-537E-435E-A57A-6A59184BC47A}" dt="2024-08-17T13:20:18.345" v="191" actId="478"/>
          <ac:picMkLst>
            <pc:docMk/>
            <pc:sldMk cId="1130117801" sldId="365"/>
            <ac:picMk id="3078" creationId="{9A1B77D9-6EC1-EEFF-ACB0-EEC70CF5ADD1}"/>
          </ac:picMkLst>
        </pc:picChg>
        <pc:inkChg chg="add mod">
          <ac:chgData name="Mahima Weerasinghe" userId="e11e3f55-42da-4e07-8ead-4d7a1d7ea1c6" providerId="ADAL" clId="{A71A91A0-537E-435E-A57A-6A59184BC47A}" dt="2024-08-18T12:59:13.862" v="3161"/>
          <ac:inkMkLst>
            <pc:docMk/>
            <pc:sldMk cId="1130117801" sldId="365"/>
            <ac:inkMk id="3" creationId="{F8E44765-5714-9C03-35F4-F695933C5471}"/>
          </ac:inkMkLst>
        </pc:inkChg>
        <pc:inkChg chg="add mod">
          <ac:chgData name="Mahima Weerasinghe" userId="e11e3f55-42da-4e07-8ead-4d7a1d7ea1c6" providerId="ADAL" clId="{A71A91A0-537E-435E-A57A-6A59184BC47A}" dt="2024-08-18T12:59:13.862" v="3161"/>
          <ac:inkMkLst>
            <pc:docMk/>
            <pc:sldMk cId="1130117801" sldId="365"/>
            <ac:inkMk id="4" creationId="{F043003B-8085-8360-3B0E-F830A4AC1400}"/>
          </ac:inkMkLst>
        </pc:inkChg>
        <pc:inkChg chg="add mod">
          <ac:chgData name="Mahima Weerasinghe" userId="e11e3f55-42da-4e07-8ead-4d7a1d7ea1c6" providerId="ADAL" clId="{A71A91A0-537E-435E-A57A-6A59184BC47A}" dt="2024-08-18T12:59:13.862" v="3161"/>
          <ac:inkMkLst>
            <pc:docMk/>
            <pc:sldMk cId="1130117801" sldId="365"/>
            <ac:inkMk id="6" creationId="{210681AA-460B-54F1-FEA6-63B402973E99}"/>
          </ac:inkMkLst>
        </pc:inkChg>
        <pc:inkChg chg="add mod">
          <ac:chgData name="Mahima Weerasinghe" userId="e11e3f55-42da-4e07-8ead-4d7a1d7ea1c6" providerId="ADAL" clId="{A71A91A0-537E-435E-A57A-6A59184BC47A}" dt="2024-08-18T12:59:13.862" v="3161"/>
          <ac:inkMkLst>
            <pc:docMk/>
            <pc:sldMk cId="1130117801" sldId="365"/>
            <ac:inkMk id="8" creationId="{C4F512D5-F0E1-E2A6-E3B0-A37E3FDA7711}"/>
          </ac:inkMkLst>
        </pc:inkChg>
        <pc:inkChg chg="add">
          <ac:chgData name="Mahima Weerasinghe" userId="e11e3f55-42da-4e07-8ead-4d7a1d7ea1c6" providerId="ADAL" clId="{A71A91A0-537E-435E-A57A-6A59184BC47A}" dt="2024-08-18T12:57:56.878" v="3103" actId="9405"/>
          <ac:inkMkLst>
            <pc:docMk/>
            <pc:sldMk cId="1130117801" sldId="365"/>
            <ac:inkMk id="9" creationId="{8F12AEBE-D799-834E-239F-1D310BBE3CAA}"/>
          </ac:inkMkLst>
        </pc:inkChg>
        <pc:inkChg chg="add mod">
          <ac:chgData name="Mahima Weerasinghe" userId="e11e3f55-42da-4e07-8ead-4d7a1d7ea1c6" providerId="ADAL" clId="{A71A91A0-537E-435E-A57A-6A59184BC47A}" dt="2024-08-18T12:59:13.862" v="3161"/>
          <ac:inkMkLst>
            <pc:docMk/>
            <pc:sldMk cId="1130117801" sldId="365"/>
            <ac:inkMk id="10" creationId="{2F8C8FB7-0F43-24AA-3165-768282F1DEC8}"/>
          </ac:inkMkLst>
        </pc:inkChg>
        <pc:inkChg chg="add mod">
          <ac:chgData name="Mahima Weerasinghe" userId="e11e3f55-42da-4e07-8ead-4d7a1d7ea1c6" providerId="ADAL" clId="{A71A91A0-537E-435E-A57A-6A59184BC47A}" dt="2024-08-18T12:59:13.862" v="3161"/>
          <ac:inkMkLst>
            <pc:docMk/>
            <pc:sldMk cId="1130117801" sldId="365"/>
            <ac:inkMk id="11" creationId="{44E8A587-E511-9A29-0F4F-DD75AB2BAF57}"/>
          </ac:inkMkLst>
        </pc:inkChg>
        <pc:inkChg chg="add mod">
          <ac:chgData name="Mahima Weerasinghe" userId="e11e3f55-42da-4e07-8ead-4d7a1d7ea1c6" providerId="ADAL" clId="{A71A91A0-537E-435E-A57A-6A59184BC47A}" dt="2024-08-18T12:59:13.862" v="3161"/>
          <ac:inkMkLst>
            <pc:docMk/>
            <pc:sldMk cId="1130117801" sldId="365"/>
            <ac:inkMk id="12" creationId="{4A14B309-2732-24AB-39E1-0A16AB285D81}"/>
          </ac:inkMkLst>
        </pc:inkChg>
        <pc:inkChg chg="add mod">
          <ac:chgData name="Mahima Weerasinghe" userId="e11e3f55-42da-4e07-8ead-4d7a1d7ea1c6" providerId="ADAL" clId="{A71A91A0-537E-435E-A57A-6A59184BC47A}" dt="2024-08-18T12:59:13.862" v="3161"/>
          <ac:inkMkLst>
            <pc:docMk/>
            <pc:sldMk cId="1130117801" sldId="365"/>
            <ac:inkMk id="13" creationId="{CE23F02F-489F-0288-6706-485D708987C2}"/>
          </ac:inkMkLst>
        </pc:inkChg>
        <pc:inkChg chg="add mod">
          <ac:chgData name="Mahima Weerasinghe" userId="e11e3f55-42da-4e07-8ead-4d7a1d7ea1c6" providerId="ADAL" clId="{A71A91A0-537E-435E-A57A-6A59184BC47A}" dt="2024-08-18T12:59:13.862" v="3161"/>
          <ac:inkMkLst>
            <pc:docMk/>
            <pc:sldMk cId="1130117801" sldId="365"/>
            <ac:inkMk id="15" creationId="{EEAAF78A-646F-16D0-E36A-73564812E75D}"/>
          </ac:inkMkLst>
        </pc:inkChg>
        <pc:inkChg chg="add mod">
          <ac:chgData name="Mahima Weerasinghe" userId="e11e3f55-42da-4e07-8ead-4d7a1d7ea1c6" providerId="ADAL" clId="{A71A91A0-537E-435E-A57A-6A59184BC47A}" dt="2024-08-18T12:59:13.862" v="3161"/>
          <ac:inkMkLst>
            <pc:docMk/>
            <pc:sldMk cId="1130117801" sldId="365"/>
            <ac:inkMk id="16" creationId="{A7FF9C5C-8537-597A-73DB-D4B65884A71D}"/>
          </ac:inkMkLst>
        </pc:inkChg>
        <pc:inkChg chg="add mod">
          <ac:chgData name="Mahima Weerasinghe" userId="e11e3f55-42da-4e07-8ead-4d7a1d7ea1c6" providerId="ADAL" clId="{A71A91A0-537E-435E-A57A-6A59184BC47A}" dt="2024-08-18T12:59:13.862" v="3161"/>
          <ac:inkMkLst>
            <pc:docMk/>
            <pc:sldMk cId="1130117801" sldId="365"/>
            <ac:inkMk id="17" creationId="{8B5E1FDB-F70F-5D2A-BF54-4CA23004D73B}"/>
          </ac:inkMkLst>
        </pc:inkChg>
        <pc:inkChg chg="add mod">
          <ac:chgData name="Mahima Weerasinghe" userId="e11e3f55-42da-4e07-8ead-4d7a1d7ea1c6" providerId="ADAL" clId="{A71A91A0-537E-435E-A57A-6A59184BC47A}" dt="2024-08-18T12:59:13.862" v="3161"/>
          <ac:inkMkLst>
            <pc:docMk/>
            <pc:sldMk cId="1130117801" sldId="365"/>
            <ac:inkMk id="18" creationId="{FA96B481-824A-E2C5-537A-C7860F6D4FA6}"/>
          </ac:inkMkLst>
        </pc:inkChg>
        <pc:inkChg chg="add mod">
          <ac:chgData name="Mahima Weerasinghe" userId="e11e3f55-42da-4e07-8ead-4d7a1d7ea1c6" providerId="ADAL" clId="{A71A91A0-537E-435E-A57A-6A59184BC47A}" dt="2024-08-18T12:59:13.862" v="3161"/>
          <ac:inkMkLst>
            <pc:docMk/>
            <pc:sldMk cId="1130117801" sldId="365"/>
            <ac:inkMk id="19" creationId="{BF466AB0-17F1-2402-88DE-E54616314657}"/>
          </ac:inkMkLst>
        </pc:inkChg>
        <pc:inkChg chg="add mod">
          <ac:chgData name="Mahima Weerasinghe" userId="e11e3f55-42da-4e07-8ead-4d7a1d7ea1c6" providerId="ADAL" clId="{A71A91A0-537E-435E-A57A-6A59184BC47A}" dt="2024-08-18T12:59:13.862" v="3161"/>
          <ac:inkMkLst>
            <pc:docMk/>
            <pc:sldMk cId="1130117801" sldId="365"/>
            <ac:inkMk id="20" creationId="{9CACD2FA-7928-CA71-3F9E-034EC16240AF}"/>
          </ac:inkMkLst>
        </pc:inkChg>
        <pc:inkChg chg="add mod">
          <ac:chgData name="Mahima Weerasinghe" userId="e11e3f55-42da-4e07-8ead-4d7a1d7ea1c6" providerId="ADAL" clId="{A71A91A0-537E-435E-A57A-6A59184BC47A}" dt="2024-08-18T12:59:13.862" v="3161"/>
          <ac:inkMkLst>
            <pc:docMk/>
            <pc:sldMk cId="1130117801" sldId="365"/>
            <ac:inkMk id="21" creationId="{557B2BAB-6E9D-213A-E65A-D1F1A5352597}"/>
          </ac:inkMkLst>
        </pc:inkChg>
        <pc:inkChg chg="add mod">
          <ac:chgData name="Mahima Weerasinghe" userId="e11e3f55-42da-4e07-8ead-4d7a1d7ea1c6" providerId="ADAL" clId="{A71A91A0-537E-435E-A57A-6A59184BC47A}" dt="2024-08-18T12:59:13.862" v="3161"/>
          <ac:inkMkLst>
            <pc:docMk/>
            <pc:sldMk cId="1130117801" sldId="365"/>
            <ac:inkMk id="23" creationId="{E830B043-65FC-ECE6-D730-E0A316BFBDE9}"/>
          </ac:inkMkLst>
        </pc:inkChg>
        <pc:inkChg chg="add mod">
          <ac:chgData name="Mahima Weerasinghe" userId="e11e3f55-42da-4e07-8ead-4d7a1d7ea1c6" providerId="ADAL" clId="{A71A91A0-537E-435E-A57A-6A59184BC47A}" dt="2024-08-18T12:59:13.862" v="3161"/>
          <ac:inkMkLst>
            <pc:docMk/>
            <pc:sldMk cId="1130117801" sldId="365"/>
            <ac:inkMk id="24" creationId="{F79025DA-E356-C3C0-3A8B-59822091A4EA}"/>
          </ac:inkMkLst>
        </pc:inkChg>
        <pc:inkChg chg="add mod">
          <ac:chgData name="Mahima Weerasinghe" userId="e11e3f55-42da-4e07-8ead-4d7a1d7ea1c6" providerId="ADAL" clId="{A71A91A0-537E-435E-A57A-6A59184BC47A}" dt="2024-08-18T12:59:13.862" v="3161"/>
          <ac:inkMkLst>
            <pc:docMk/>
            <pc:sldMk cId="1130117801" sldId="365"/>
            <ac:inkMk id="25" creationId="{2E7E4187-F5EE-235C-87E2-D5AA527F270B}"/>
          </ac:inkMkLst>
        </pc:inkChg>
        <pc:inkChg chg="add mod">
          <ac:chgData name="Mahima Weerasinghe" userId="e11e3f55-42da-4e07-8ead-4d7a1d7ea1c6" providerId="ADAL" clId="{A71A91A0-537E-435E-A57A-6A59184BC47A}" dt="2024-08-18T12:59:13.862" v="3161"/>
          <ac:inkMkLst>
            <pc:docMk/>
            <pc:sldMk cId="1130117801" sldId="365"/>
            <ac:inkMk id="26" creationId="{6FA3D9BA-3938-3FE7-4608-64B3AA749057}"/>
          </ac:inkMkLst>
        </pc:inkChg>
        <pc:inkChg chg="add mod">
          <ac:chgData name="Mahima Weerasinghe" userId="e11e3f55-42da-4e07-8ead-4d7a1d7ea1c6" providerId="ADAL" clId="{A71A91A0-537E-435E-A57A-6A59184BC47A}" dt="2024-08-18T12:59:13.862" v="3161"/>
          <ac:inkMkLst>
            <pc:docMk/>
            <pc:sldMk cId="1130117801" sldId="365"/>
            <ac:inkMk id="27" creationId="{E3652C00-77BC-F65A-CCEB-353C27F2D4D6}"/>
          </ac:inkMkLst>
        </pc:inkChg>
        <pc:inkChg chg="add mod">
          <ac:chgData name="Mahima Weerasinghe" userId="e11e3f55-42da-4e07-8ead-4d7a1d7ea1c6" providerId="ADAL" clId="{A71A91A0-537E-435E-A57A-6A59184BC47A}" dt="2024-08-18T12:59:13.862" v="3161"/>
          <ac:inkMkLst>
            <pc:docMk/>
            <pc:sldMk cId="1130117801" sldId="365"/>
            <ac:inkMk id="28" creationId="{3516DB6B-E563-F41A-EE0A-C964819CDBCE}"/>
          </ac:inkMkLst>
        </pc:inkChg>
        <pc:inkChg chg="add mod">
          <ac:chgData name="Mahima Weerasinghe" userId="e11e3f55-42da-4e07-8ead-4d7a1d7ea1c6" providerId="ADAL" clId="{A71A91A0-537E-435E-A57A-6A59184BC47A}" dt="2024-08-18T12:59:13.862" v="3161"/>
          <ac:inkMkLst>
            <pc:docMk/>
            <pc:sldMk cId="1130117801" sldId="365"/>
            <ac:inkMk id="29" creationId="{28480361-8B1D-E930-E655-5F21518E841A}"/>
          </ac:inkMkLst>
        </pc:inkChg>
        <pc:inkChg chg="add mod">
          <ac:chgData name="Mahima Weerasinghe" userId="e11e3f55-42da-4e07-8ead-4d7a1d7ea1c6" providerId="ADAL" clId="{A71A91A0-537E-435E-A57A-6A59184BC47A}" dt="2024-08-18T12:59:13.862" v="3161"/>
          <ac:inkMkLst>
            <pc:docMk/>
            <pc:sldMk cId="1130117801" sldId="365"/>
            <ac:inkMk id="30" creationId="{BA81799C-4360-3046-332C-D1AD6D6C0496}"/>
          </ac:inkMkLst>
        </pc:inkChg>
        <pc:inkChg chg="add mod">
          <ac:chgData name="Mahima Weerasinghe" userId="e11e3f55-42da-4e07-8ead-4d7a1d7ea1c6" providerId="ADAL" clId="{A71A91A0-537E-435E-A57A-6A59184BC47A}" dt="2024-08-18T12:59:13.862" v="3161"/>
          <ac:inkMkLst>
            <pc:docMk/>
            <pc:sldMk cId="1130117801" sldId="365"/>
            <ac:inkMk id="31" creationId="{1D84E726-2079-660E-947D-D42548F83C0E}"/>
          </ac:inkMkLst>
        </pc:inkChg>
        <pc:inkChg chg="add mod">
          <ac:chgData name="Mahima Weerasinghe" userId="e11e3f55-42da-4e07-8ead-4d7a1d7ea1c6" providerId="ADAL" clId="{A71A91A0-537E-435E-A57A-6A59184BC47A}" dt="2024-08-18T12:59:13.862" v="3161"/>
          <ac:inkMkLst>
            <pc:docMk/>
            <pc:sldMk cId="1130117801" sldId="365"/>
            <ac:inkMk id="32" creationId="{CD6EE2E6-27AC-203F-51E4-63B34E01E508}"/>
          </ac:inkMkLst>
        </pc:inkChg>
        <pc:inkChg chg="add mod">
          <ac:chgData name="Mahima Weerasinghe" userId="e11e3f55-42da-4e07-8ead-4d7a1d7ea1c6" providerId="ADAL" clId="{A71A91A0-537E-435E-A57A-6A59184BC47A}" dt="2024-08-18T12:59:13.862" v="3161"/>
          <ac:inkMkLst>
            <pc:docMk/>
            <pc:sldMk cId="1130117801" sldId="365"/>
            <ac:inkMk id="33" creationId="{1AFC6244-B29D-7B6B-B238-BD1B46610FF5}"/>
          </ac:inkMkLst>
        </pc:inkChg>
        <pc:inkChg chg="add mod">
          <ac:chgData name="Mahima Weerasinghe" userId="e11e3f55-42da-4e07-8ead-4d7a1d7ea1c6" providerId="ADAL" clId="{A71A91A0-537E-435E-A57A-6A59184BC47A}" dt="2024-08-18T12:58:27.097" v="3134"/>
          <ac:inkMkLst>
            <pc:docMk/>
            <pc:sldMk cId="1130117801" sldId="365"/>
            <ac:inkMk id="35" creationId="{B811A478-73A8-DB83-069F-BAD3B950B45B}"/>
          </ac:inkMkLst>
        </pc:inkChg>
        <pc:inkChg chg="add mod">
          <ac:chgData name="Mahima Weerasinghe" userId="e11e3f55-42da-4e07-8ead-4d7a1d7ea1c6" providerId="ADAL" clId="{A71A91A0-537E-435E-A57A-6A59184BC47A}" dt="2024-08-18T12:58:27.097" v="3134"/>
          <ac:inkMkLst>
            <pc:docMk/>
            <pc:sldMk cId="1130117801" sldId="365"/>
            <ac:inkMk id="36" creationId="{41878728-39E1-268D-4325-71AF4D28B5CE}"/>
          </ac:inkMkLst>
        </pc:inkChg>
        <pc:inkChg chg="add mod">
          <ac:chgData name="Mahima Weerasinghe" userId="e11e3f55-42da-4e07-8ead-4d7a1d7ea1c6" providerId="ADAL" clId="{A71A91A0-537E-435E-A57A-6A59184BC47A}" dt="2024-08-18T12:58:27.097" v="3134"/>
          <ac:inkMkLst>
            <pc:docMk/>
            <pc:sldMk cId="1130117801" sldId="365"/>
            <ac:inkMk id="37" creationId="{CE3E048A-DFBE-1B58-4BF9-C375EFC5B63F}"/>
          </ac:inkMkLst>
        </pc:inkChg>
        <pc:inkChg chg="add mod">
          <ac:chgData name="Mahima Weerasinghe" userId="e11e3f55-42da-4e07-8ead-4d7a1d7ea1c6" providerId="ADAL" clId="{A71A91A0-537E-435E-A57A-6A59184BC47A}" dt="2024-08-18T12:58:27.097" v="3134"/>
          <ac:inkMkLst>
            <pc:docMk/>
            <pc:sldMk cId="1130117801" sldId="365"/>
            <ac:inkMk id="39" creationId="{43E59182-94D8-FC94-39AE-36ED95697144}"/>
          </ac:inkMkLst>
        </pc:inkChg>
        <pc:inkChg chg="add mod">
          <ac:chgData name="Mahima Weerasinghe" userId="e11e3f55-42da-4e07-8ead-4d7a1d7ea1c6" providerId="ADAL" clId="{A71A91A0-537E-435E-A57A-6A59184BC47A}" dt="2024-08-18T12:59:13.862" v="3161"/>
          <ac:inkMkLst>
            <pc:docMk/>
            <pc:sldMk cId="1130117801" sldId="365"/>
            <ac:inkMk id="41" creationId="{401A6F9D-EF6D-4975-FEAE-8E48B9B580E4}"/>
          </ac:inkMkLst>
        </pc:inkChg>
        <pc:inkChg chg="add mod">
          <ac:chgData name="Mahima Weerasinghe" userId="e11e3f55-42da-4e07-8ead-4d7a1d7ea1c6" providerId="ADAL" clId="{A71A91A0-537E-435E-A57A-6A59184BC47A}" dt="2024-08-18T12:59:13.862" v="3161"/>
          <ac:inkMkLst>
            <pc:docMk/>
            <pc:sldMk cId="1130117801" sldId="365"/>
            <ac:inkMk id="42" creationId="{F3BC13FE-7308-7777-9B88-7873AEE41B55}"/>
          </ac:inkMkLst>
        </pc:inkChg>
        <pc:inkChg chg="add mod">
          <ac:chgData name="Mahima Weerasinghe" userId="e11e3f55-42da-4e07-8ead-4d7a1d7ea1c6" providerId="ADAL" clId="{A71A91A0-537E-435E-A57A-6A59184BC47A}" dt="2024-08-18T12:59:13.862" v="3161"/>
          <ac:inkMkLst>
            <pc:docMk/>
            <pc:sldMk cId="1130117801" sldId="365"/>
            <ac:inkMk id="43" creationId="{9264FA0D-B82C-8800-21B0-9ECCEFAFE0A3}"/>
          </ac:inkMkLst>
        </pc:inkChg>
        <pc:inkChg chg="add">
          <ac:chgData name="Mahima Weerasinghe" userId="e11e3f55-42da-4e07-8ead-4d7a1d7ea1c6" providerId="ADAL" clId="{A71A91A0-537E-435E-A57A-6A59184BC47A}" dt="2024-08-18T12:58:34.857" v="3138" actId="9405"/>
          <ac:inkMkLst>
            <pc:docMk/>
            <pc:sldMk cId="1130117801" sldId="365"/>
            <ac:inkMk id="44" creationId="{BABFAA0E-2C78-31C0-5DD8-3E9BF66A1350}"/>
          </ac:inkMkLst>
        </pc:inkChg>
        <pc:inkChg chg="add mod">
          <ac:chgData name="Mahima Weerasinghe" userId="e11e3f55-42da-4e07-8ead-4d7a1d7ea1c6" providerId="ADAL" clId="{A71A91A0-537E-435E-A57A-6A59184BC47A}" dt="2024-08-18T12:58:43.493" v="3141"/>
          <ac:inkMkLst>
            <pc:docMk/>
            <pc:sldMk cId="1130117801" sldId="365"/>
            <ac:inkMk id="45" creationId="{72134F33-87AF-7207-C25D-FF802E8A27E8}"/>
          </ac:inkMkLst>
        </pc:inkChg>
        <pc:inkChg chg="add mod">
          <ac:chgData name="Mahima Weerasinghe" userId="e11e3f55-42da-4e07-8ead-4d7a1d7ea1c6" providerId="ADAL" clId="{A71A91A0-537E-435E-A57A-6A59184BC47A}" dt="2024-08-18T12:58:43.493" v="3141"/>
          <ac:inkMkLst>
            <pc:docMk/>
            <pc:sldMk cId="1130117801" sldId="365"/>
            <ac:inkMk id="46" creationId="{F47A4775-C0AA-CE5C-04B7-F9DEC7D1C800}"/>
          </ac:inkMkLst>
        </pc:inkChg>
        <pc:inkChg chg="add">
          <ac:chgData name="Mahima Weerasinghe" userId="e11e3f55-42da-4e07-8ead-4d7a1d7ea1c6" providerId="ADAL" clId="{A71A91A0-537E-435E-A57A-6A59184BC47A}" dt="2024-08-18T12:58:50.599" v="3142" actId="9405"/>
          <ac:inkMkLst>
            <pc:docMk/>
            <pc:sldMk cId="1130117801" sldId="365"/>
            <ac:inkMk id="48" creationId="{CEC3F286-1191-3A6B-9EED-93023077B7FB}"/>
          </ac:inkMkLst>
        </pc:inkChg>
        <pc:inkChg chg="add">
          <ac:chgData name="Mahima Weerasinghe" userId="e11e3f55-42da-4e07-8ead-4d7a1d7ea1c6" providerId="ADAL" clId="{A71A91A0-537E-435E-A57A-6A59184BC47A}" dt="2024-08-18T12:58:56.090" v="3143" actId="9405"/>
          <ac:inkMkLst>
            <pc:docMk/>
            <pc:sldMk cId="1130117801" sldId="365"/>
            <ac:inkMk id="49" creationId="{D290B5C2-7695-4950-3A04-216024D7C29E}"/>
          </ac:inkMkLst>
        </pc:inkChg>
        <pc:inkChg chg="add">
          <ac:chgData name="Mahima Weerasinghe" userId="e11e3f55-42da-4e07-8ead-4d7a1d7ea1c6" providerId="ADAL" clId="{A71A91A0-537E-435E-A57A-6A59184BC47A}" dt="2024-08-18T12:58:57.933" v="3144" actId="9405"/>
          <ac:inkMkLst>
            <pc:docMk/>
            <pc:sldMk cId="1130117801" sldId="365"/>
            <ac:inkMk id="50" creationId="{4B16E7A6-A1B9-842B-418C-5CFABE175EC7}"/>
          </ac:inkMkLst>
        </pc:inkChg>
        <pc:inkChg chg="add mod">
          <ac:chgData name="Mahima Weerasinghe" userId="e11e3f55-42da-4e07-8ead-4d7a1d7ea1c6" providerId="ADAL" clId="{A71A91A0-537E-435E-A57A-6A59184BC47A}" dt="2024-08-18T12:59:13.862" v="3161"/>
          <ac:inkMkLst>
            <pc:docMk/>
            <pc:sldMk cId="1130117801" sldId="365"/>
            <ac:inkMk id="51" creationId="{AAEAC4CF-266F-1189-8D66-E19C51FCFA1F}"/>
          </ac:inkMkLst>
        </pc:inkChg>
        <pc:inkChg chg="add mod">
          <ac:chgData name="Mahima Weerasinghe" userId="e11e3f55-42da-4e07-8ead-4d7a1d7ea1c6" providerId="ADAL" clId="{A71A91A0-537E-435E-A57A-6A59184BC47A}" dt="2024-08-18T12:59:13.862" v="3161"/>
          <ac:inkMkLst>
            <pc:docMk/>
            <pc:sldMk cId="1130117801" sldId="365"/>
            <ac:inkMk id="52" creationId="{FF2816DD-B88B-3464-44DE-C0B2D7ADDAA3}"/>
          </ac:inkMkLst>
        </pc:inkChg>
        <pc:inkChg chg="add mod">
          <ac:chgData name="Mahima Weerasinghe" userId="e11e3f55-42da-4e07-8ead-4d7a1d7ea1c6" providerId="ADAL" clId="{A71A91A0-537E-435E-A57A-6A59184BC47A}" dt="2024-08-18T12:59:13.862" v="3161"/>
          <ac:inkMkLst>
            <pc:docMk/>
            <pc:sldMk cId="1130117801" sldId="365"/>
            <ac:inkMk id="53" creationId="{7397F8BA-2DCB-52A2-F974-E6E6E156560A}"/>
          </ac:inkMkLst>
        </pc:inkChg>
        <pc:inkChg chg="add mod">
          <ac:chgData name="Mahima Weerasinghe" userId="e11e3f55-42da-4e07-8ead-4d7a1d7ea1c6" providerId="ADAL" clId="{A71A91A0-537E-435E-A57A-6A59184BC47A}" dt="2024-08-18T12:59:13.862" v="3161"/>
          <ac:inkMkLst>
            <pc:docMk/>
            <pc:sldMk cId="1130117801" sldId="365"/>
            <ac:inkMk id="55" creationId="{768FB035-8339-98C1-D355-A9E7231B49EE}"/>
          </ac:inkMkLst>
        </pc:inkChg>
        <pc:inkChg chg="add mod">
          <ac:chgData name="Mahima Weerasinghe" userId="e11e3f55-42da-4e07-8ead-4d7a1d7ea1c6" providerId="ADAL" clId="{A71A91A0-537E-435E-A57A-6A59184BC47A}" dt="2024-08-18T12:59:13.862" v="3161"/>
          <ac:inkMkLst>
            <pc:docMk/>
            <pc:sldMk cId="1130117801" sldId="365"/>
            <ac:inkMk id="56" creationId="{2EAFB3AF-73B8-8584-042D-A9E2DF8FF5D6}"/>
          </ac:inkMkLst>
        </pc:inkChg>
        <pc:inkChg chg="add mod">
          <ac:chgData name="Mahima Weerasinghe" userId="e11e3f55-42da-4e07-8ead-4d7a1d7ea1c6" providerId="ADAL" clId="{A71A91A0-537E-435E-A57A-6A59184BC47A}" dt="2024-08-18T12:59:13.862" v="3161"/>
          <ac:inkMkLst>
            <pc:docMk/>
            <pc:sldMk cId="1130117801" sldId="365"/>
            <ac:inkMk id="57" creationId="{8EBDAEA4-B3A8-D129-3667-8DF91133C140}"/>
          </ac:inkMkLst>
        </pc:inkChg>
        <pc:inkChg chg="add mod">
          <ac:chgData name="Mahima Weerasinghe" userId="e11e3f55-42da-4e07-8ead-4d7a1d7ea1c6" providerId="ADAL" clId="{A71A91A0-537E-435E-A57A-6A59184BC47A}" dt="2024-08-18T12:59:13.862" v="3161"/>
          <ac:inkMkLst>
            <pc:docMk/>
            <pc:sldMk cId="1130117801" sldId="365"/>
            <ac:inkMk id="59" creationId="{895453EB-6E54-17B3-238C-570A94CA32EC}"/>
          </ac:inkMkLst>
        </pc:inkChg>
        <pc:inkChg chg="add mod">
          <ac:chgData name="Mahima Weerasinghe" userId="e11e3f55-42da-4e07-8ead-4d7a1d7ea1c6" providerId="ADAL" clId="{A71A91A0-537E-435E-A57A-6A59184BC47A}" dt="2024-08-18T12:59:13.862" v="3161"/>
          <ac:inkMkLst>
            <pc:docMk/>
            <pc:sldMk cId="1130117801" sldId="365"/>
            <ac:inkMk id="60" creationId="{13AC000D-57BE-1B65-6490-385450037FCB}"/>
          </ac:inkMkLst>
        </pc:inkChg>
        <pc:inkChg chg="add mod">
          <ac:chgData name="Mahima Weerasinghe" userId="e11e3f55-42da-4e07-8ead-4d7a1d7ea1c6" providerId="ADAL" clId="{A71A91A0-537E-435E-A57A-6A59184BC47A}" dt="2024-08-18T12:59:13.862" v="3161"/>
          <ac:inkMkLst>
            <pc:docMk/>
            <pc:sldMk cId="1130117801" sldId="365"/>
            <ac:inkMk id="61" creationId="{7DDE8608-47D5-1108-1A7D-C2BF7DF3B0A7}"/>
          </ac:inkMkLst>
        </pc:inkChg>
        <pc:inkChg chg="add mod">
          <ac:chgData name="Mahima Weerasinghe" userId="e11e3f55-42da-4e07-8ead-4d7a1d7ea1c6" providerId="ADAL" clId="{A71A91A0-537E-435E-A57A-6A59184BC47A}" dt="2024-08-18T12:59:13.862" v="3161"/>
          <ac:inkMkLst>
            <pc:docMk/>
            <pc:sldMk cId="1130117801" sldId="365"/>
            <ac:inkMk id="62" creationId="{4B732F7E-6992-252B-94E3-1E86CEC61D91}"/>
          </ac:inkMkLst>
        </pc:inkChg>
        <pc:inkChg chg="add mod">
          <ac:chgData name="Mahima Weerasinghe" userId="e11e3f55-42da-4e07-8ead-4d7a1d7ea1c6" providerId="ADAL" clId="{A71A91A0-537E-435E-A57A-6A59184BC47A}" dt="2024-08-18T12:59:13.862" v="3161"/>
          <ac:inkMkLst>
            <pc:docMk/>
            <pc:sldMk cId="1130117801" sldId="365"/>
            <ac:inkMk id="63" creationId="{B12B426C-1F9E-7193-9EC5-EA0A08D68D79}"/>
          </ac:inkMkLst>
        </pc:inkChg>
        <pc:inkChg chg="add mod">
          <ac:chgData name="Mahima Weerasinghe" userId="e11e3f55-42da-4e07-8ead-4d7a1d7ea1c6" providerId="ADAL" clId="{A71A91A0-537E-435E-A57A-6A59184BC47A}" dt="2024-08-18T12:59:13.862" v="3161"/>
          <ac:inkMkLst>
            <pc:docMk/>
            <pc:sldMk cId="1130117801" sldId="365"/>
            <ac:inkMk id="64" creationId="{A5A59DF1-674F-D29B-446E-0772E0CC90E7}"/>
          </ac:inkMkLst>
        </pc:inkChg>
        <pc:inkChg chg="add mod">
          <ac:chgData name="Mahima Weerasinghe" userId="e11e3f55-42da-4e07-8ead-4d7a1d7ea1c6" providerId="ADAL" clId="{A71A91A0-537E-435E-A57A-6A59184BC47A}" dt="2024-08-18T12:59:13.862" v="3161"/>
          <ac:inkMkLst>
            <pc:docMk/>
            <pc:sldMk cId="1130117801" sldId="365"/>
            <ac:inkMk id="66" creationId="{932C31AA-D3B0-9FDD-FE54-1187933B2906}"/>
          </ac:inkMkLst>
        </pc:inkChg>
        <pc:inkChg chg="add">
          <ac:chgData name="Mahima Weerasinghe" userId="e11e3f55-42da-4e07-8ead-4d7a1d7ea1c6" providerId="ADAL" clId="{A71A91A0-537E-435E-A57A-6A59184BC47A}" dt="2024-08-18T12:59:26.657" v="3162" actId="9405"/>
          <ac:inkMkLst>
            <pc:docMk/>
            <pc:sldMk cId="1130117801" sldId="365"/>
            <ac:inkMk id="68" creationId="{A4F68994-DC39-0707-108B-804E4EC7BF3B}"/>
          </ac:inkMkLst>
        </pc:inkChg>
        <pc:inkChg chg="add">
          <ac:chgData name="Mahima Weerasinghe" userId="e11e3f55-42da-4e07-8ead-4d7a1d7ea1c6" providerId="ADAL" clId="{A71A91A0-537E-435E-A57A-6A59184BC47A}" dt="2024-08-18T12:59:28.639" v="3163" actId="9405"/>
          <ac:inkMkLst>
            <pc:docMk/>
            <pc:sldMk cId="1130117801" sldId="365"/>
            <ac:inkMk id="69" creationId="{3CBE5ED9-8308-F8DF-6E0B-DB1FB9E83FB8}"/>
          </ac:inkMkLst>
        </pc:inkChg>
        <pc:inkChg chg="add mod">
          <ac:chgData name="Mahima Weerasinghe" userId="e11e3f55-42da-4e07-8ead-4d7a1d7ea1c6" providerId="ADAL" clId="{A71A91A0-537E-435E-A57A-6A59184BC47A}" dt="2024-08-18T13:00:01.467" v="3174"/>
          <ac:inkMkLst>
            <pc:docMk/>
            <pc:sldMk cId="1130117801" sldId="365"/>
            <ac:inkMk id="70" creationId="{B022EF24-3BF3-3854-3C5E-F853817762E7}"/>
          </ac:inkMkLst>
        </pc:inkChg>
        <pc:inkChg chg="add mod">
          <ac:chgData name="Mahima Weerasinghe" userId="e11e3f55-42da-4e07-8ead-4d7a1d7ea1c6" providerId="ADAL" clId="{A71A91A0-537E-435E-A57A-6A59184BC47A}" dt="2024-08-18T13:00:01.467" v="3174"/>
          <ac:inkMkLst>
            <pc:docMk/>
            <pc:sldMk cId="1130117801" sldId="365"/>
            <ac:inkMk id="71" creationId="{CF5FE2D1-A741-6D93-5E17-B807FC335FBD}"/>
          </ac:inkMkLst>
        </pc:inkChg>
        <pc:inkChg chg="add mod">
          <ac:chgData name="Mahima Weerasinghe" userId="e11e3f55-42da-4e07-8ead-4d7a1d7ea1c6" providerId="ADAL" clId="{A71A91A0-537E-435E-A57A-6A59184BC47A}" dt="2024-08-18T13:00:01.467" v="3174"/>
          <ac:inkMkLst>
            <pc:docMk/>
            <pc:sldMk cId="1130117801" sldId="365"/>
            <ac:inkMk id="72" creationId="{D966443B-52B4-9EF6-19E8-1A3984673621}"/>
          </ac:inkMkLst>
        </pc:inkChg>
        <pc:inkChg chg="add mod">
          <ac:chgData name="Mahima Weerasinghe" userId="e11e3f55-42da-4e07-8ead-4d7a1d7ea1c6" providerId="ADAL" clId="{A71A91A0-537E-435E-A57A-6A59184BC47A}" dt="2024-08-18T13:00:01.467" v="3174"/>
          <ac:inkMkLst>
            <pc:docMk/>
            <pc:sldMk cId="1130117801" sldId="365"/>
            <ac:inkMk id="73" creationId="{03327EFC-4981-B4A6-983A-B9955485A8CD}"/>
          </ac:inkMkLst>
        </pc:inkChg>
        <pc:inkChg chg="add mod">
          <ac:chgData name="Mahima Weerasinghe" userId="e11e3f55-42da-4e07-8ead-4d7a1d7ea1c6" providerId="ADAL" clId="{A71A91A0-537E-435E-A57A-6A59184BC47A}" dt="2024-08-18T13:00:01.467" v="3174"/>
          <ac:inkMkLst>
            <pc:docMk/>
            <pc:sldMk cId="1130117801" sldId="365"/>
            <ac:inkMk id="74" creationId="{EF9C5F06-CAB0-E038-4EE7-F154A9EF505C}"/>
          </ac:inkMkLst>
        </pc:inkChg>
        <pc:inkChg chg="add mod">
          <ac:chgData name="Mahima Weerasinghe" userId="e11e3f55-42da-4e07-8ead-4d7a1d7ea1c6" providerId="ADAL" clId="{A71A91A0-537E-435E-A57A-6A59184BC47A}" dt="2024-08-18T13:00:01.467" v="3174"/>
          <ac:inkMkLst>
            <pc:docMk/>
            <pc:sldMk cId="1130117801" sldId="365"/>
            <ac:inkMk id="75" creationId="{FCB04074-6BA1-81FB-6CA4-58FB7CC6FFAF}"/>
          </ac:inkMkLst>
        </pc:inkChg>
        <pc:inkChg chg="add mod">
          <ac:chgData name="Mahima Weerasinghe" userId="e11e3f55-42da-4e07-8ead-4d7a1d7ea1c6" providerId="ADAL" clId="{A71A91A0-537E-435E-A57A-6A59184BC47A}" dt="2024-08-18T13:00:01.467" v="3174"/>
          <ac:inkMkLst>
            <pc:docMk/>
            <pc:sldMk cId="1130117801" sldId="365"/>
            <ac:inkMk id="77" creationId="{EBCB7BEA-5B61-6BA2-C615-BBA486B1AEBA}"/>
          </ac:inkMkLst>
        </pc:inkChg>
      </pc:sldChg>
      <pc:sldChg chg="del">
        <pc:chgData name="Mahima Weerasinghe" userId="e11e3f55-42da-4e07-8ead-4d7a1d7ea1c6" providerId="ADAL" clId="{A71A91A0-537E-435E-A57A-6A59184BC47A}" dt="2024-08-18T02:25:07.673" v="743" actId="47"/>
        <pc:sldMkLst>
          <pc:docMk/>
          <pc:sldMk cId="1668080903" sldId="366"/>
        </pc:sldMkLst>
      </pc:sldChg>
      <pc:sldChg chg="addSp delSp modSp mod">
        <pc:chgData name="Mahima Weerasinghe" userId="e11e3f55-42da-4e07-8ead-4d7a1d7ea1c6" providerId="ADAL" clId="{A71A91A0-537E-435E-A57A-6A59184BC47A}" dt="2024-08-18T13:57:44.345" v="3482"/>
        <pc:sldMkLst>
          <pc:docMk/>
          <pc:sldMk cId="4187991329" sldId="367"/>
        </pc:sldMkLst>
        <pc:spChg chg="mod">
          <ac:chgData name="Mahima Weerasinghe" userId="e11e3f55-42da-4e07-8ead-4d7a1d7ea1c6" providerId="ADAL" clId="{A71A91A0-537E-435E-A57A-6A59184BC47A}" dt="2024-08-18T02:25:16.679" v="761" actId="20577"/>
          <ac:spMkLst>
            <pc:docMk/>
            <pc:sldMk cId="4187991329" sldId="367"/>
            <ac:spMk id="2" creationId="{A243A1AB-73DE-5CF6-DB74-AB98BCBD62AF}"/>
          </ac:spMkLst>
        </pc:spChg>
        <pc:spChg chg="add del">
          <ac:chgData name="Mahima Weerasinghe" userId="e11e3f55-42da-4e07-8ead-4d7a1d7ea1c6" providerId="ADAL" clId="{A71A91A0-537E-435E-A57A-6A59184BC47A}" dt="2024-08-18T02:33:44.009" v="779" actId="478"/>
          <ac:spMkLst>
            <pc:docMk/>
            <pc:sldMk cId="4187991329" sldId="367"/>
            <ac:spMk id="3" creationId="{A6DCCFC7-0685-D8A7-F0AB-7A63FA613409}"/>
          </ac:spMkLst>
        </pc:spChg>
        <pc:spChg chg="add del">
          <ac:chgData name="Mahima Weerasinghe" userId="e11e3f55-42da-4e07-8ead-4d7a1d7ea1c6" providerId="ADAL" clId="{A71A91A0-537E-435E-A57A-6A59184BC47A}" dt="2024-08-18T02:34:02.671" v="785" actId="478"/>
          <ac:spMkLst>
            <pc:docMk/>
            <pc:sldMk cId="4187991329" sldId="367"/>
            <ac:spMk id="4" creationId="{E0675850-AEC9-698C-883A-8AEA2EA81F29}"/>
          </ac:spMkLst>
        </pc:spChg>
        <pc:grpChg chg="del mod">
          <ac:chgData name="Mahima Weerasinghe" userId="e11e3f55-42da-4e07-8ead-4d7a1d7ea1c6" providerId="ADAL" clId="{A71A91A0-537E-435E-A57A-6A59184BC47A}" dt="2024-08-18T13:50:10.758" v="3316"/>
          <ac:grpSpMkLst>
            <pc:docMk/>
            <pc:sldMk cId="4187991329" sldId="367"/>
            <ac:grpSpMk id="5" creationId="{DC15BDB7-1AE5-B957-FC33-AA271465AEEE}"/>
          </ac:grpSpMkLst>
        </pc:grpChg>
        <pc:grpChg chg="del mod">
          <ac:chgData name="Mahima Weerasinghe" userId="e11e3f55-42da-4e07-8ead-4d7a1d7ea1c6" providerId="ADAL" clId="{A71A91A0-537E-435E-A57A-6A59184BC47A}" dt="2024-08-18T13:50:16.361" v="3325"/>
          <ac:grpSpMkLst>
            <pc:docMk/>
            <pc:sldMk cId="4187991329" sldId="367"/>
            <ac:grpSpMk id="14" creationId="{D52A10F2-BE13-9D89-A3DB-8273E75FA0BC}"/>
          </ac:grpSpMkLst>
        </pc:grpChg>
        <pc:grpChg chg="mod">
          <ac:chgData name="Mahima Weerasinghe" userId="e11e3f55-42da-4e07-8ead-4d7a1d7ea1c6" providerId="ADAL" clId="{A71A91A0-537E-435E-A57A-6A59184BC47A}" dt="2024-08-18T13:50:16.361" v="3325"/>
          <ac:grpSpMkLst>
            <pc:docMk/>
            <pc:sldMk cId="4187991329" sldId="367"/>
            <ac:grpSpMk id="23" creationId="{967C4F89-5858-D69C-0F92-5ED6C9A6C4F5}"/>
          </ac:grpSpMkLst>
        </pc:grpChg>
        <pc:grpChg chg="mod">
          <ac:chgData name="Mahima Weerasinghe" userId="e11e3f55-42da-4e07-8ead-4d7a1d7ea1c6" providerId="ADAL" clId="{A71A91A0-537E-435E-A57A-6A59184BC47A}" dt="2024-08-18T13:53:43.116" v="3329"/>
          <ac:grpSpMkLst>
            <pc:docMk/>
            <pc:sldMk cId="4187991329" sldId="367"/>
            <ac:grpSpMk id="27" creationId="{100FBC00-55DD-45E2-4612-192EF50F1670}"/>
          </ac:grpSpMkLst>
        </pc:grpChg>
        <pc:grpChg chg="mod">
          <ac:chgData name="Mahima Weerasinghe" userId="e11e3f55-42da-4e07-8ead-4d7a1d7ea1c6" providerId="ADAL" clId="{A71A91A0-537E-435E-A57A-6A59184BC47A}" dt="2024-08-18T13:53:53.390" v="3344"/>
          <ac:grpSpMkLst>
            <pc:docMk/>
            <pc:sldMk cId="4187991329" sldId="367"/>
            <ac:grpSpMk id="8203" creationId="{8E723E2B-EB9B-0E2A-C599-E4CFD9B8F9E8}"/>
          </ac:grpSpMkLst>
        </pc:grpChg>
        <pc:grpChg chg="mod">
          <ac:chgData name="Mahima Weerasinghe" userId="e11e3f55-42da-4e07-8ead-4d7a1d7ea1c6" providerId="ADAL" clId="{A71A91A0-537E-435E-A57A-6A59184BC47A}" dt="2024-08-18T13:53:53.390" v="3344"/>
          <ac:grpSpMkLst>
            <pc:docMk/>
            <pc:sldMk cId="4187991329" sldId="367"/>
            <ac:grpSpMk id="8204" creationId="{19723D63-0BC1-3615-E492-3178F4E8635D}"/>
          </ac:grpSpMkLst>
        </pc:grpChg>
        <pc:grpChg chg="mod">
          <ac:chgData name="Mahima Weerasinghe" userId="e11e3f55-42da-4e07-8ead-4d7a1d7ea1c6" providerId="ADAL" clId="{A71A91A0-537E-435E-A57A-6A59184BC47A}" dt="2024-08-18T13:53:56.464" v="3347"/>
          <ac:grpSpMkLst>
            <pc:docMk/>
            <pc:sldMk cId="4187991329" sldId="367"/>
            <ac:grpSpMk id="8207" creationId="{34C76153-C54F-1730-4BBC-D584C5DC28EE}"/>
          </ac:grpSpMkLst>
        </pc:grpChg>
        <pc:grpChg chg="del mod">
          <ac:chgData name="Mahima Weerasinghe" userId="e11e3f55-42da-4e07-8ead-4d7a1d7ea1c6" providerId="ADAL" clId="{A71A91A0-537E-435E-A57A-6A59184BC47A}" dt="2024-08-18T13:54:10.703" v="3364"/>
          <ac:grpSpMkLst>
            <pc:docMk/>
            <pc:sldMk cId="4187991329" sldId="367"/>
            <ac:grpSpMk id="8214" creationId="{5E0A6B30-D983-24F6-0F2D-FF17F313C6F4}"/>
          </ac:grpSpMkLst>
        </pc:grpChg>
        <pc:grpChg chg="mod">
          <ac:chgData name="Mahima Weerasinghe" userId="e11e3f55-42da-4e07-8ead-4d7a1d7ea1c6" providerId="ADAL" clId="{A71A91A0-537E-435E-A57A-6A59184BC47A}" dt="2024-08-18T13:54:10.703" v="3364"/>
          <ac:grpSpMkLst>
            <pc:docMk/>
            <pc:sldMk cId="4187991329" sldId="367"/>
            <ac:grpSpMk id="8224" creationId="{43FCD60D-D33F-EC87-96DB-DCB60BDD45CF}"/>
          </ac:grpSpMkLst>
        </pc:grpChg>
        <pc:grpChg chg="del mod">
          <ac:chgData name="Mahima Weerasinghe" userId="e11e3f55-42da-4e07-8ead-4d7a1d7ea1c6" providerId="ADAL" clId="{A71A91A0-537E-435E-A57A-6A59184BC47A}" dt="2024-08-18T13:55:02.297" v="3405"/>
          <ac:grpSpMkLst>
            <pc:docMk/>
            <pc:sldMk cId="4187991329" sldId="367"/>
            <ac:grpSpMk id="8245" creationId="{7E70861C-D887-FE48-BF6E-09C467EA63F0}"/>
          </ac:grpSpMkLst>
        </pc:grpChg>
        <pc:grpChg chg="del mod">
          <ac:chgData name="Mahima Weerasinghe" userId="e11e3f55-42da-4e07-8ead-4d7a1d7ea1c6" providerId="ADAL" clId="{A71A91A0-537E-435E-A57A-6A59184BC47A}" dt="2024-08-18T13:55:02.297" v="3405"/>
          <ac:grpSpMkLst>
            <pc:docMk/>
            <pc:sldMk cId="4187991329" sldId="367"/>
            <ac:grpSpMk id="8255" creationId="{C6763D2C-9FC1-1643-140F-37E2AE14BB95}"/>
          </ac:grpSpMkLst>
        </pc:grpChg>
        <pc:grpChg chg="del mod">
          <ac:chgData name="Mahima Weerasinghe" userId="e11e3f55-42da-4e07-8ead-4d7a1d7ea1c6" providerId="ADAL" clId="{A71A91A0-537E-435E-A57A-6A59184BC47A}" dt="2024-08-18T13:54:59.590" v="3401"/>
          <ac:grpSpMkLst>
            <pc:docMk/>
            <pc:sldMk cId="4187991329" sldId="367"/>
            <ac:grpSpMk id="8258" creationId="{11AE0B85-4A26-C72E-29F4-FEF3FFB4F028}"/>
          </ac:grpSpMkLst>
        </pc:grpChg>
        <pc:grpChg chg="del mod">
          <ac:chgData name="Mahima Weerasinghe" userId="e11e3f55-42da-4e07-8ead-4d7a1d7ea1c6" providerId="ADAL" clId="{A71A91A0-537E-435E-A57A-6A59184BC47A}" dt="2024-08-18T13:55:02.297" v="3405"/>
          <ac:grpSpMkLst>
            <pc:docMk/>
            <pc:sldMk cId="4187991329" sldId="367"/>
            <ac:grpSpMk id="8261" creationId="{94C92B3B-41DE-A009-9E3F-8D536A073493}"/>
          </ac:grpSpMkLst>
        </pc:grpChg>
        <pc:grpChg chg="mod">
          <ac:chgData name="Mahima Weerasinghe" userId="e11e3f55-42da-4e07-8ead-4d7a1d7ea1c6" providerId="ADAL" clId="{A71A91A0-537E-435E-A57A-6A59184BC47A}" dt="2024-08-18T13:55:02.297" v="3405"/>
          <ac:grpSpMkLst>
            <pc:docMk/>
            <pc:sldMk cId="4187991329" sldId="367"/>
            <ac:grpSpMk id="8265" creationId="{D2E36236-E3C2-75BB-EB8C-2EC8307D9A6E}"/>
          </ac:grpSpMkLst>
        </pc:grpChg>
        <pc:grpChg chg="mod">
          <ac:chgData name="Mahima Weerasinghe" userId="e11e3f55-42da-4e07-8ead-4d7a1d7ea1c6" providerId="ADAL" clId="{A71A91A0-537E-435E-A57A-6A59184BC47A}" dt="2024-08-18T13:55:08.986" v="3413"/>
          <ac:grpSpMkLst>
            <pc:docMk/>
            <pc:sldMk cId="4187991329" sldId="367"/>
            <ac:grpSpMk id="8273" creationId="{F88E601E-5913-294B-6016-1CE397625B82}"/>
          </ac:grpSpMkLst>
        </pc:grpChg>
        <pc:grpChg chg="mod">
          <ac:chgData name="Mahima Weerasinghe" userId="e11e3f55-42da-4e07-8ead-4d7a1d7ea1c6" providerId="ADAL" clId="{A71A91A0-537E-435E-A57A-6A59184BC47A}" dt="2024-08-18T13:55:17.670" v="3416"/>
          <ac:grpSpMkLst>
            <pc:docMk/>
            <pc:sldMk cId="4187991329" sldId="367"/>
            <ac:grpSpMk id="8276" creationId="{52585567-D27B-8FD9-4009-7E1D1A70B73F}"/>
          </ac:grpSpMkLst>
        </pc:grpChg>
        <pc:grpChg chg="mod">
          <ac:chgData name="Mahima Weerasinghe" userId="e11e3f55-42da-4e07-8ead-4d7a1d7ea1c6" providerId="ADAL" clId="{A71A91A0-537E-435E-A57A-6A59184BC47A}" dt="2024-08-18T13:55:20.575" v="3420"/>
          <ac:grpSpMkLst>
            <pc:docMk/>
            <pc:sldMk cId="4187991329" sldId="367"/>
            <ac:grpSpMk id="8280" creationId="{C4B371A7-386F-AF02-C54F-0041DB338824}"/>
          </ac:grpSpMkLst>
        </pc:grpChg>
        <pc:grpChg chg="mod">
          <ac:chgData name="Mahima Weerasinghe" userId="e11e3f55-42da-4e07-8ead-4d7a1d7ea1c6" providerId="ADAL" clId="{A71A91A0-537E-435E-A57A-6A59184BC47A}" dt="2024-08-18T13:55:59.180" v="3423"/>
          <ac:grpSpMkLst>
            <pc:docMk/>
            <pc:sldMk cId="4187991329" sldId="367"/>
            <ac:grpSpMk id="8283" creationId="{DB0CB3AB-E5F2-8DC6-A68A-B1882B532587}"/>
          </ac:grpSpMkLst>
        </pc:grpChg>
        <pc:grpChg chg="del mod">
          <ac:chgData name="Mahima Weerasinghe" userId="e11e3f55-42da-4e07-8ead-4d7a1d7ea1c6" providerId="ADAL" clId="{A71A91A0-537E-435E-A57A-6A59184BC47A}" dt="2024-08-18T13:56:08.446" v="3433"/>
          <ac:grpSpMkLst>
            <pc:docMk/>
            <pc:sldMk cId="4187991329" sldId="367"/>
            <ac:grpSpMk id="8287" creationId="{46BBD1CA-762A-2991-A0EB-28B2EE7677BA}"/>
          </ac:grpSpMkLst>
        </pc:grpChg>
        <pc:grpChg chg="del mod">
          <ac:chgData name="Mahima Weerasinghe" userId="e11e3f55-42da-4e07-8ead-4d7a1d7ea1c6" providerId="ADAL" clId="{A71A91A0-537E-435E-A57A-6A59184BC47A}" dt="2024-08-18T13:56:10.560" v="3438"/>
          <ac:grpSpMkLst>
            <pc:docMk/>
            <pc:sldMk cId="4187991329" sldId="367"/>
            <ac:grpSpMk id="8293" creationId="{E42D4437-8BFF-11E1-5DA0-4C5C0463BFD5}"/>
          </ac:grpSpMkLst>
        </pc:grpChg>
        <pc:grpChg chg="mod">
          <ac:chgData name="Mahima Weerasinghe" userId="e11e3f55-42da-4e07-8ead-4d7a1d7ea1c6" providerId="ADAL" clId="{A71A91A0-537E-435E-A57A-6A59184BC47A}" dt="2024-08-18T13:56:10.560" v="3438"/>
          <ac:grpSpMkLst>
            <pc:docMk/>
            <pc:sldMk cId="4187991329" sldId="367"/>
            <ac:grpSpMk id="8298" creationId="{5435043D-610C-CAF4-2FE4-E7C872D3D3AA}"/>
          </ac:grpSpMkLst>
        </pc:grpChg>
        <pc:grpChg chg="mod">
          <ac:chgData name="Mahima Weerasinghe" userId="e11e3f55-42da-4e07-8ead-4d7a1d7ea1c6" providerId="ADAL" clId="{A71A91A0-537E-435E-A57A-6A59184BC47A}" dt="2024-08-18T13:56:15.968" v="3441"/>
          <ac:grpSpMkLst>
            <pc:docMk/>
            <pc:sldMk cId="4187991329" sldId="367"/>
            <ac:grpSpMk id="8301" creationId="{BE706ADB-B3F8-4846-7016-43F2E984B3C2}"/>
          </ac:grpSpMkLst>
        </pc:grpChg>
        <pc:grpChg chg="del mod">
          <ac:chgData name="Mahima Weerasinghe" userId="e11e3f55-42da-4e07-8ead-4d7a1d7ea1c6" providerId="ADAL" clId="{A71A91A0-537E-435E-A57A-6A59184BC47A}" dt="2024-08-18T13:57:29.604" v="3460"/>
          <ac:grpSpMkLst>
            <pc:docMk/>
            <pc:sldMk cId="4187991329" sldId="367"/>
            <ac:grpSpMk id="8312" creationId="{094D6243-8380-258F-5790-3DF268732EFD}"/>
          </ac:grpSpMkLst>
        </pc:grpChg>
        <pc:grpChg chg="del mod">
          <ac:chgData name="Mahima Weerasinghe" userId="e11e3f55-42da-4e07-8ead-4d7a1d7ea1c6" providerId="ADAL" clId="{A71A91A0-537E-435E-A57A-6A59184BC47A}" dt="2024-08-18T13:57:29.604" v="3460"/>
          <ac:grpSpMkLst>
            <pc:docMk/>
            <pc:sldMk cId="4187991329" sldId="367"/>
            <ac:grpSpMk id="8313" creationId="{B454C665-338A-CD8F-F9CA-FB3AA002FDFE}"/>
          </ac:grpSpMkLst>
        </pc:grpChg>
        <pc:grpChg chg="mod">
          <ac:chgData name="Mahima Weerasinghe" userId="e11e3f55-42da-4e07-8ead-4d7a1d7ea1c6" providerId="ADAL" clId="{A71A91A0-537E-435E-A57A-6A59184BC47A}" dt="2024-08-18T13:57:25.139" v="3452"/>
          <ac:grpSpMkLst>
            <pc:docMk/>
            <pc:sldMk cId="4187991329" sldId="367"/>
            <ac:grpSpMk id="8314" creationId="{65B73E6B-704E-0598-E3F0-1A8A2B574B38}"/>
          </ac:grpSpMkLst>
        </pc:grpChg>
        <pc:grpChg chg="mod">
          <ac:chgData name="Mahima Weerasinghe" userId="e11e3f55-42da-4e07-8ead-4d7a1d7ea1c6" providerId="ADAL" clId="{A71A91A0-537E-435E-A57A-6A59184BC47A}" dt="2024-08-18T13:57:29.604" v="3460"/>
          <ac:grpSpMkLst>
            <pc:docMk/>
            <pc:sldMk cId="4187991329" sldId="367"/>
            <ac:grpSpMk id="8322" creationId="{4AE3D97D-C8CA-A4AB-35E9-C614142AEFA7}"/>
          </ac:grpSpMkLst>
        </pc:grpChg>
        <pc:grpChg chg="mod">
          <ac:chgData name="Mahima Weerasinghe" userId="e11e3f55-42da-4e07-8ead-4d7a1d7ea1c6" providerId="ADAL" clId="{A71A91A0-537E-435E-A57A-6A59184BC47A}" dt="2024-08-18T13:57:29.604" v="3460"/>
          <ac:grpSpMkLst>
            <pc:docMk/>
            <pc:sldMk cId="4187991329" sldId="367"/>
            <ac:grpSpMk id="8323" creationId="{71306D1C-ADE1-E884-155A-C13B0D62AEFC}"/>
          </ac:grpSpMkLst>
        </pc:grpChg>
        <pc:grpChg chg="del mod">
          <ac:chgData name="Mahima Weerasinghe" userId="e11e3f55-42da-4e07-8ead-4d7a1d7ea1c6" providerId="ADAL" clId="{A71A91A0-537E-435E-A57A-6A59184BC47A}" dt="2024-08-18T13:57:38.780" v="3471"/>
          <ac:grpSpMkLst>
            <pc:docMk/>
            <pc:sldMk cId="4187991329" sldId="367"/>
            <ac:grpSpMk id="8330" creationId="{9507028C-35E6-6BB4-B9A9-753FD9636EFC}"/>
          </ac:grpSpMkLst>
        </pc:grpChg>
        <pc:grpChg chg="del mod">
          <ac:chgData name="Mahima Weerasinghe" userId="e11e3f55-42da-4e07-8ead-4d7a1d7ea1c6" providerId="ADAL" clId="{A71A91A0-537E-435E-A57A-6A59184BC47A}" dt="2024-08-18T13:57:40.858" v="3474"/>
          <ac:grpSpMkLst>
            <pc:docMk/>
            <pc:sldMk cId="4187991329" sldId="367"/>
            <ac:grpSpMk id="8334" creationId="{73E6B1C6-983C-E460-0F60-6BDE0E6D2832}"/>
          </ac:grpSpMkLst>
        </pc:grpChg>
        <pc:grpChg chg="mod">
          <ac:chgData name="Mahima Weerasinghe" userId="e11e3f55-42da-4e07-8ead-4d7a1d7ea1c6" providerId="ADAL" clId="{A71A91A0-537E-435E-A57A-6A59184BC47A}" dt="2024-08-18T13:57:38.780" v="3471"/>
          <ac:grpSpMkLst>
            <pc:docMk/>
            <pc:sldMk cId="4187991329" sldId="367"/>
            <ac:grpSpMk id="8335" creationId="{1D6A8682-82BF-62C5-26D3-AAB8D5A5F8EC}"/>
          </ac:grpSpMkLst>
        </pc:grpChg>
        <pc:grpChg chg="mod">
          <ac:chgData name="Mahima Weerasinghe" userId="e11e3f55-42da-4e07-8ead-4d7a1d7ea1c6" providerId="ADAL" clId="{A71A91A0-537E-435E-A57A-6A59184BC47A}" dt="2024-08-18T13:57:40.858" v="3474"/>
          <ac:grpSpMkLst>
            <pc:docMk/>
            <pc:sldMk cId="4187991329" sldId="367"/>
            <ac:grpSpMk id="8338" creationId="{E04AFEF3-4333-D09A-5519-B4A7DF9CDADB}"/>
          </ac:grpSpMkLst>
        </pc:grpChg>
        <pc:grpChg chg="mod">
          <ac:chgData name="Mahima Weerasinghe" userId="e11e3f55-42da-4e07-8ead-4d7a1d7ea1c6" providerId="ADAL" clId="{A71A91A0-537E-435E-A57A-6A59184BC47A}" dt="2024-08-18T13:57:44.345" v="3482"/>
          <ac:grpSpMkLst>
            <pc:docMk/>
            <pc:sldMk cId="4187991329" sldId="367"/>
            <ac:grpSpMk id="8346" creationId="{5A30650B-7550-91C7-C9B5-F42B33072314}"/>
          </ac:grpSpMkLst>
        </pc:grpChg>
        <pc:picChg chg="add del mod">
          <ac:chgData name="Mahima Weerasinghe" userId="e11e3f55-42da-4e07-8ead-4d7a1d7ea1c6" providerId="ADAL" clId="{A71A91A0-537E-435E-A57A-6A59184BC47A}" dt="2024-08-18T02:30:14.817" v="767" actId="478"/>
          <ac:picMkLst>
            <pc:docMk/>
            <pc:sldMk cId="4187991329" sldId="367"/>
            <ac:picMk id="8194" creationId="{6382FE94-A038-6692-B786-619C0A555EC1}"/>
          </ac:picMkLst>
        </pc:picChg>
        <pc:picChg chg="add del mod">
          <ac:chgData name="Mahima Weerasinghe" userId="e11e3f55-42da-4e07-8ead-4d7a1d7ea1c6" providerId="ADAL" clId="{A71A91A0-537E-435E-A57A-6A59184BC47A}" dt="2024-08-18T02:33:29.162" v="777" actId="478"/>
          <ac:picMkLst>
            <pc:docMk/>
            <pc:sldMk cId="4187991329" sldId="367"/>
            <ac:picMk id="8196" creationId="{A5BCA534-45D9-8837-7B5D-6D94F3F32F53}"/>
          </ac:picMkLst>
        </pc:picChg>
        <pc:picChg chg="add mod">
          <ac:chgData name="Mahima Weerasinghe" userId="e11e3f55-42da-4e07-8ead-4d7a1d7ea1c6" providerId="ADAL" clId="{A71A91A0-537E-435E-A57A-6A59184BC47A}" dt="2024-08-18T02:35:51.627" v="789" actId="1076"/>
          <ac:picMkLst>
            <pc:docMk/>
            <pc:sldMk cId="4187991329" sldId="367"/>
            <ac:picMk id="8202" creationId="{8F289AC0-67FF-ECC1-281F-B366E08D7ED4}"/>
          </ac:picMkLst>
        </pc:picChg>
        <pc:inkChg chg="add mod">
          <ac:chgData name="Mahima Weerasinghe" userId="e11e3f55-42da-4e07-8ead-4d7a1d7ea1c6" providerId="ADAL" clId="{A71A91A0-537E-435E-A57A-6A59184BC47A}" dt="2024-08-18T13:50:16.361" v="3325"/>
          <ac:inkMkLst>
            <pc:docMk/>
            <pc:sldMk cId="4187991329" sldId="367"/>
            <ac:inkMk id="3" creationId="{47F2C421-8115-B12D-1D30-B8BDB10C3775}"/>
          </ac:inkMkLst>
        </pc:inkChg>
        <pc:inkChg chg="add mod">
          <ac:chgData name="Mahima Weerasinghe" userId="e11e3f55-42da-4e07-8ead-4d7a1d7ea1c6" providerId="ADAL" clId="{A71A91A0-537E-435E-A57A-6A59184BC47A}" dt="2024-08-18T13:50:16.361" v="3325"/>
          <ac:inkMkLst>
            <pc:docMk/>
            <pc:sldMk cId="4187991329" sldId="367"/>
            <ac:inkMk id="4" creationId="{25803970-3BC4-BD2A-0642-D62279588A41}"/>
          </ac:inkMkLst>
        </pc:inkChg>
        <pc:inkChg chg="add mod">
          <ac:chgData name="Mahima Weerasinghe" userId="e11e3f55-42da-4e07-8ead-4d7a1d7ea1c6" providerId="ADAL" clId="{A71A91A0-537E-435E-A57A-6A59184BC47A}" dt="2024-08-18T13:50:16.361" v="3325"/>
          <ac:inkMkLst>
            <pc:docMk/>
            <pc:sldMk cId="4187991329" sldId="367"/>
            <ac:inkMk id="6" creationId="{A15F3E85-F4F5-7279-1AA3-BBD2D7E49B47}"/>
          </ac:inkMkLst>
        </pc:inkChg>
        <pc:inkChg chg="add mod">
          <ac:chgData name="Mahima Weerasinghe" userId="e11e3f55-42da-4e07-8ead-4d7a1d7ea1c6" providerId="ADAL" clId="{A71A91A0-537E-435E-A57A-6A59184BC47A}" dt="2024-08-18T13:50:16.361" v="3325"/>
          <ac:inkMkLst>
            <pc:docMk/>
            <pc:sldMk cId="4187991329" sldId="367"/>
            <ac:inkMk id="7" creationId="{8FB07EC5-512B-9F21-A4C2-9AAF86280848}"/>
          </ac:inkMkLst>
        </pc:inkChg>
        <pc:inkChg chg="add mod">
          <ac:chgData name="Mahima Weerasinghe" userId="e11e3f55-42da-4e07-8ead-4d7a1d7ea1c6" providerId="ADAL" clId="{A71A91A0-537E-435E-A57A-6A59184BC47A}" dt="2024-08-18T13:50:16.361" v="3325"/>
          <ac:inkMkLst>
            <pc:docMk/>
            <pc:sldMk cId="4187991329" sldId="367"/>
            <ac:inkMk id="8" creationId="{25C75C95-EE09-0813-70D7-A8D37DA43DA1}"/>
          </ac:inkMkLst>
        </pc:inkChg>
        <pc:inkChg chg="add mod">
          <ac:chgData name="Mahima Weerasinghe" userId="e11e3f55-42da-4e07-8ead-4d7a1d7ea1c6" providerId="ADAL" clId="{A71A91A0-537E-435E-A57A-6A59184BC47A}" dt="2024-08-18T13:50:16.361" v="3325"/>
          <ac:inkMkLst>
            <pc:docMk/>
            <pc:sldMk cId="4187991329" sldId="367"/>
            <ac:inkMk id="9" creationId="{492FAE00-1C3B-A0F5-DD99-0258B561D8EB}"/>
          </ac:inkMkLst>
        </pc:inkChg>
        <pc:inkChg chg="add mod">
          <ac:chgData name="Mahima Weerasinghe" userId="e11e3f55-42da-4e07-8ead-4d7a1d7ea1c6" providerId="ADAL" clId="{A71A91A0-537E-435E-A57A-6A59184BC47A}" dt="2024-08-18T13:50:16.361" v="3325"/>
          <ac:inkMkLst>
            <pc:docMk/>
            <pc:sldMk cId="4187991329" sldId="367"/>
            <ac:inkMk id="10" creationId="{FD21AE31-5AF8-789E-CA62-AD4721467CF3}"/>
          </ac:inkMkLst>
        </pc:inkChg>
        <pc:inkChg chg="add mod">
          <ac:chgData name="Mahima Weerasinghe" userId="e11e3f55-42da-4e07-8ead-4d7a1d7ea1c6" providerId="ADAL" clId="{A71A91A0-537E-435E-A57A-6A59184BC47A}" dt="2024-08-18T13:50:16.361" v="3325"/>
          <ac:inkMkLst>
            <pc:docMk/>
            <pc:sldMk cId="4187991329" sldId="367"/>
            <ac:inkMk id="11" creationId="{54C3C9EF-C619-01B1-D244-C2B7653E52A2}"/>
          </ac:inkMkLst>
        </pc:inkChg>
        <pc:inkChg chg="add mod">
          <ac:chgData name="Mahima Weerasinghe" userId="e11e3f55-42da-4e07-8ead-4d7a1d7ea1c6" providerId="ADAL" clId="{A71A91A0-537E-435E-A57A-6A59184BC47A}" dt="2024-08-18T13:50:16.361" v="3325"/>
          <ac:inkMkLst>
            <pc:docMk/>
            <pc:sldMk cId="4187991329" sldId="367"/>
            <ac:inkMk id="12" creationId="{69EFB7E6-98DB-5448-E76A-B9626BA2FD3E}"/>
          </ac:inkMkLst>
        </pc:inkChg>
        <pc:inkChg chg="add mod">
          <ac:chgData name="Mahima Weerasinghe" userId="e11e3f55-42da-4e07-8ead-4d7a1d7ea1c6" providerId="ADAL" clId="{A71A91A0-537E-435E-A57A-6A59184BC47A}" dt="2024-08-18T13:50:16.361" v="3325"/>
          <ac:inkMkLst>
            <pc:docMk/>
            <pc:sldMk cId="4187991329" sldId="367"/>
            <ac:inkMk id="13" creationId="{14BD9056-B06E-BBDA-A612-6C3B69067348}"/>
          </ac:inkMkLst>
        </pc:inkChg>
        <pc:inkChg chg="add mod">
          <ac:chgData name="Mahima Weerasinghe" userId="e11e3f55-42da-4e07-8ead-4d7a1d7ea1c6" providerId="ADAL" clId="{A71A91A0-537E-435E-A57A-6A59184BC47A}" dt="2024-08-18T13:50:16.361" v="3325"/>
          <ac:inkMkLst>
            <pc:docMk/>
            <pc:sldMk cId="4187991329" sldId="367"/>
            <ac:inkMk id="15" creationId="{922AD471-E549-AA58-AD24-145BD64E059B}"/>
          </ac:inkMkLst>
        </pc:inkChg>
        <pc:inkChg chg="add mod">
          <ac:chgData name="Mahima Weerasinghe" userId="e11e3f55-42da-4e07-8ead-4d7a1d7ea1c6" providerId="ADAL" clId="{A71A91A0-537E-435E-A57A-6A59184BC47A}" dt="2024-08-18T13:50:16.361" v="3325"/>
          <ac:inkMkLst>
            <pc:docMk/>
            <pc:sldMk cId="4187991329" sldId="367"/>
            <ac:inkMk id="16" creationId="{093AA132-8BAF-7B16-3E37-049F4728F091}"/>
          </ac:inkMkLst>
        </pc:inkChg>
        <pc:inkChg chg="add mod">
          <ac:chgData name="Mahima Weerasinghe" userId="e11e3f55-42da-4e07-8ead-4d7a1d7ea1c6" providerId="ADAL" clId="{A71A91A0-537E-435E-A57A-6A59184BC47A}" dt="2024-08-18T13:50:16.361" v="3325"/>
          <ac:inkMkLst>
            <pc:docMk/>
            <pc:sldMk cId="4187991329" sldId="367"/>
            <ac:inkMk id="17" creationId="{71EF5106-76CF-4669-8622-EE846081A3E3}"/>
          </ac:inkMkLst>
        </pc:inkChg>
        <pc:inkChg chg="add mod">
          <ac:chgData name="Mahima Weerasinghe" userId="e11e3f55-42da-4e07-8ead-4d7a1d7ea1c6" providerId="ADAL" clId="{A71A91A0-537E-435E-A57A-6A59184BC47A}" dt="2024-08-18T13:50:16.361" v="3325"/>
          <ac:inkMkLst>
            <pc:docMk/>
            <pc:sldMk cId="4187991329" sldId="367"/>
            <ac:inkMk id="18" creationId="{45021D05-DCDA-E1EC-0F8E-11467907AF6D}"/>
          </ac:inkMkLst>
        </pc:inkChg>
        <pc:inkChg chg="add mod">
          <ac:chgData name="Mahima Weerasinghe" userId="e11e3f55-42da-4e07-8ead-4d7a1d7ea1c6" providerId="ADAL" clId="{A71A91A0-537E-435E-A57A-6A59184BC47A}" dt="2024-08-18T13:50:16.361" v="3325"/>
          <ac:inkMkLst>
            <pc:docMk/>
            <pc:sldMk cId="4187991329" sldId="367"/>
            <ac:inkMk id="19" creationId="{02020580-5B0A-3251-F6D1-1BC48C3710EA}"/>
          </ac:inkMkLst>
        </pc:inkChg>
        <pc:inkChg chg="add mod">
          <ac:chgData name="Mahima Weerasinghe" userId="e11e3f55-42da-4e07-8ead-4d7a1d7ea1c6" providerId="ADAL" clId="{A71A91A0-537E-435E-A57A-6A59184BC47A}" dt="2024-08-18T13:50:16.361" v="3325"/>
          <ac:inkMkLst>
            <pc:docMk/>
            <pc:sldMk cId="4187991329" sldId="367"/>
            <ac:inkMk id="20" creationId="{6F104308-04C6-B49E-D627-79AD1FC3C8E8}"/>
          </ac:inkMkLst>
        </pc:inkChg>
        <pc:inkChg chg="add mod">
          <ac:chgData name="Mahima Weerasinghe" userId="e11e3f55-42da-4e07-8ead-4d7a1d7ea1c6" providerId="ADAL" clId="{A71A91A0-537E-435E-A57A-6A59184BC47A}" dt="2024-08-18T13:50:16.361" v="3325"/>
          <ac:inkMkLst>
            <pc:docMk/>
            <pc:sldMk cId="4187991329" sldId="367"/>
            <ac:inkMk id="21" creationId="{56219582-08AE-37AF-0B96-4074857DAA03}"/>
          </ac:inkMkLst>
        </pc:inkChg>
        <pc:inkChg chg="add mod">
          <ac:chgData name="Mahima Weerasinghe" userId="e11e3f55-42da-4e07-8ead-4d7a1d7ea1c6" providerId="ADAL" clId="{A71A91A0-537E-435E-A57A-6A59184BC47A}" dt="2024-08-18T13:50:16.361" v="3325"/>
          <ac:inkMkLst>
            <pc:docMk/>
            <pc:sldMk cId="4187991329" sldId="367"/>
            <ac:inkMk id="22" creationId="{0524B0D8-97B7-57DA-C25D-F4822FADCEB3}"/>
          </ac:inkMkLst>
        </pc:inkChg>
        <pc:inkChg chg="add">
          <ac:chgData name="Mahima Weerasinghe" userId="e11e3f55-42da-4e07-8ead-4d7a1d7ea1c6" providerId="ADAL" clId="{A71A91A0-537E-435E-A57A-6A59184BC47A}" dt="2024-08-18T13:50:20.407" v="3326" actId="9405"/>
          <ac:inkMkLst>
            <pc:docMk/>
            <pc:sldMk cId="4187991329" sldId="367"/>
            <ac:inkMk id="24" creationId="{61C2F289-C16F-A895-B8C7-C9ECC90B26E4}"/>
          </ac:inkMkLst>
        </pc:inkChg>
        <pc:inkChg chg="add mod">
          <ac:chgData name="Mahima Weerasinghe" userId="e11e3f55-42da-4e07-8ead-4d7a1d7ea1c6" providerId="ADAL" clId="{A71A91A0-537E-435E-A57A-6A59184BC47A}" dt="2024-08-18T13:53:43.116" v="3329"/>
          <ac:inkMkLst>
            <pc:docMk/>
            <pc:sldMk cId="4187991329" sldId="367"/>
            <ac:inkMk id="25" creationId="{3CBCED09-9FDE-0B5A-F414-0578FDF7DD6C}"/>
          </ac:inkMkLst>
        </pc:inkChg>
        <pc:inkChg chg="add mod">
          <ac:chgData name="Mahima Weerasinghe" userId="e11e3f55-42da-4e07-8ead-4d7a1d7ea1c6" providerId="ADAL" clId="{A71A91A0-537E-435E-A57A-6A59184BC47A}" dt="2024-08-18T13:53:43.116" v="3329"/>
          <ac:inkMkLst>
            <pc:docMk/>
            <pc:sldMk cId="4187991329" sldId="367"/>
            <ac:inkMk id="26" creationId="{250FA21E-8686-0642-3C6C-AA53F81979B9}"/>
          </ac:inkMkLst>
        </pc:inkChg>
        <pc:inkChg chg="add mod">
          <ac:chgData name="Mahima Weerasinghe" userId="e11e3f55-42da-4e07-8ead-4d7a1d7ea1c6" providerId="ADAL" clId="{A71A91A0-537E-435E-A57A-6A59184BC47A}" dt="2024-08-18T13:53:53.390" v="3344"/>
          <ac:inkMkLst>
            <pc:docMk/>
            <pc:sldMk cId="4187991329" sldId="367"/>
            <ac:inkMk id="28" creationId="{B46AB845-9231-2463-AB53-4D13DA8A654A}"/>
          </ac:inkMkLst>
        </pc:inkChg>
        <pc:inkChg chg="add mod">
          <ac:chgData name="Mahima Weerasinghe" userId="e11e3f55-42da-4e07-8ead-4d7a1d7ea1c6" providerId="ADAL" clId="{A71A91A0-537E-435E-A57A-6A59184BC47A}" dt="2024-08-18T13:53:53.390" v="3344"/>
          <ac:inkMkLst>
            <pc:docMk/>
            <pc:sldMk cId="4187991329" sldId="367"/>
            <ac:inkMk id="29" creationId="{4D65A802-E720-05BD-72D5-B910008F26A4}"/>
          </ac:inkMkLst>
        </pc:inkChg>
        <pc:inkChg chg="add mod">
          <ac:chgData name="Mahima Weerasinghe" userId="e11e3f55-42da-4e07-8ead-4d7a1d7ea1c6" providerId="ADAL" clId="{A71A91A0-537E-435E-A57A-6A59184BC47A}" dt="2024-08-18T13:53:53.390" v="3344"/>
          <ac:inkMkLst>
            <pc:docMk/>
            <pc:sldMk cId="4187991329" sldId="367"/>
            <ac:inkMk id="30" creationId="{2EF22F4A-07AA-E074-6B5B-622226E98BE4}"/>
          </ac:inkMkLst>
        </pc:inkChg>
        <pc:inkChg chg="add mod">
          <ac:chgData name="Mahima Weerasinghe" userId="e11e3f55-42da-4e07-8ead-4d7a1d7ea1c6" providerId="ADAL" clId="{A71A91A0-537E-435E-A57A-6A59184BC47A}" dt="2024-08-18T13:53:53.390" v="3344"/>
          <ac:inkMkLst>
            <pc:docMk/>
            <pc:sldMk cId="4187991329" sldId="367"/>
            <ac:inkMk id="31" creationId="{6A9087A6-2547-201B-6F31-FB06E7308E01}"/>
          </ac:inkMkLst>
        </pc:inkChg>
        <pc:inkChg chg="add mod">
          <ac:chgData name="Mahima Weerasinghe" userId="e11e3f55-42da-4e07-8ead-4d7a1d7ea1c6" providerId="ADAL" clId="{A71A91A0-537E-435E-A57A-6A59184BC47A}" dt="2024-08-18T13:53:53.390" v="3344"/>
          <ac:inkMkLst>
            <pc:docMk/>
            <pc:sldMk cId="4187991329" sldId="367"/>
            <ac:inkMk id="8192" creationId="{572FC5AA-3615-1C9F-0817-D7DC047751BD}"/>
          </ac:inkMkLst>
        </pc:inkChg>
        <pc:inkChg chg="add mod">
          <ac:chgData name="Mahima Weerasinghe" userId="e11e3f55-42da-4e07-8ead-4d7a1d7ea1c6" providerId="ADAL" clId="{A71A91A0-537E-435E-A57A-6A59184BC47A}" dt="2024-08-18T13:53:53.390" v="3344"/>
          <ac:inkMkLst>
            <pc:docMk/>
            <pc:sldMk cId="4187991329" sldId="367"/>
            <ac:inkMk id="8193" creationId="{91BD5491-789E-AAA3-954D-590835426D40}"/>
          </ac:inkMkLst>
        </pc:inkChg>
        <pc:inkChg chg="add mod">
          <ac:chgData name="Mahima Weerasinghe" userId="e11e3f55-42da-4e07-8ead-4d7a1d7ea1c6" providerId="ADAL" clId="{A71A91A0-537E-435E-A57A-6A59184BC47A}" dt="2024-08-18T13:53:53.390" v="3344"/>
          <ac:inkMkLst>
            <pc:docMk/>
            <pc:sldMk cId="4187991329" sldId="367"/>
            <ac:inkMk id="8194" creationId="{A74451EB-AD1D-4A4F-FD5F-F41B94B431A2}"/>
          </ac:inkMkLst>
        </pc:inkChg>
        <pc:inkChg chg="add mod">
          <ac:chgData name="Mahima Weerasinghe" userId="e11e3f55-42da-4e07-8ead-4d7a1d7ea1c6" providerId="ADAL" clId="{A71A91A0-537E-435E-A57A-6A59184BC47A}" dt="2024-08-18T13:53:53.390" v="3344"/>
          <ac:inkMkLst>
            <pc:docMk/>
            <pc:sldMk cId="4187991329" sldId="367"/>
            <ac:inkMk id="8195" creationId="{B8E620CB-6002-5EAB-2E0D-EFEB6A7C612F}"/>
          </ac:inkMkLst>
        </pc:inkChg>
        <pc:inkChg chg="add mod">
          <ac:chgData name="Mahima Weerasinghe" userId="e11e3f55-42da-4e07-8ead-4d7a1d7ea1c6" providerId="ADAL" clId="{A71A91A0-537E-435E-A57A-6A59184BC47A}" dt="2024-08-18T13:53:53.390" v="3344"/>
          <ac:inkMkLst>
            <pc:docMk/>
            <pc:sldMk cId="4187991329" sldId="367"/>
            <ac:inkMk id="8196" creationId="{974D9F6D-A75F-7AE2-776B-BF7D9B50F750}"/>
          </ac:inkMkLst>
        </pc:inkChg>
        <pc:inkChg chg="add mod">
          <ac:chgData name="Mahima Weerasinghe" userId="e11e3f55-42da-4e07-8ead-4d7a1d7ea1c6" providerId="ADAL" clId="{A71A91A0-537E-435E-A57A-6A59184BC47A}" dt="2024-08-18T13:53:53.390" v="3344"/>
          <ac:inkMkLst>
            <pc:docMk/>
            <pc:sldMk cId="4187991329" sldId="367"/>
            <ac:inkMk id="8197" creationId="{00813D35-6EB3-9328-917D-1CF2117049C4}"/>
          </ac:inkMkLst>
        </pc:inkChg>
        <pc:inkChg chg="add mod">
          <ac:chgData name="Mahima Weerasinghe" userId="e11e3f55-42da-4e07-8ead-4d7a1d7ea1c6" providerId="ADAL" clId="{A71A91A0-537E-435E-A57A-6A59184BC47A}" dt="2024-08-18T13:53:53.390" v="3344"/>
          <ac:inkMkLst>
            <pc:docMk/>
            <pc:sldMk cId="4187991329" sldId="367"/>
            <ac:inkMk id="8198" creationId="{BFA23C3C-8270-0A9B-DBF9-FF0460D29329}"/>
          </ac:inkMkLst>
        </pc:inkChg>
        <pc:inkChg chg="add mod">
          <ac:chgData name="Mahima Weerasinghe" userId="e11e3f55-42da-4e07-8ead-4d7a1d7ea1c6" providerId="ADAL" clId="{A71A91A0-537E-435E-A57A-6A59184BC47A}" dt="2024-08-18T13:53:53.390" v="3344"/>
          <ac:inkMkLst>
            <pc:docMk/>
            <pc:sldMk cId="4187991329" sldId="367"/>
            <ac:inkMk id="8199" creationId="{AE765EFB-8420-6A84-C9E5-0C2D3FDF4ED0}"/>
          </ac:inkMkLst>
        </pc:inkChg>
        <pc:inkChg chg="add mod">
          <ac:chgData name="Mahima Weerasinghe" userId="e11e3f55-42da-4e07-8ead-4d7a1d7ea1c6" providerId="ADAL" clId="{A71A91A0-537E-435E-A57A-6A59184BC47A}" dt="2024-08-18T13:53:53.390" v="3344"/>
          <ac:inkMkLst>
            <pc:docMk/>
            <pc:sldMk cId="4187991329" sldId="367"/>
            <ac:inkMk id="8200" creationId="{D3F55F4E-3C87-934D-B009-90334CEBB9D1}"/>
          </ac:inkMkLst>
        </pc:inkChg>
        <pc:inkChg chg="add mod">
          <ac:chgData name="Mahima Weerasinghe" userId="e11e3f55-42da-4e07-8ead-4d7a1d7ea1c6" providerId="ADAL" clId="{A71A91A0-537E-435E-A57A-6A59184BC47A}" dt="2024-08-18T13:53:53.390" v="3344"/>
          <ac:inkMkLst>
            <pc:docMk/>
            <pc:sldMk cId="4187991329" sldId="367"/>
            <ac:inkMk id="8201" creationId="{424C2C67-F22D-D2B1-1B44-1BFB3B84FC59}"/>
          </ac:inkMkLst>
        </pc:inkChg>
        <pc:inkChg chg="add mod">
          <ac:chgData name="Mahima Weerasinghe" userId="e11e3f55-42da-4e07-8ead-4d7a1d7ea1c6" providerId="ADAL" clId="{A71A91A0-537E-435E-A57A-6A59184BC47A}" dt="2024-08-18T13:53:56.464" v="3347"/>
          <ac:inkMkLst>
            <pc:docMk/>
            <pc:sldMk cId="4187991329" sldId="367"/>
            <ac:inkMk id="8205" creationId="{032B70BA-6DEB-2EBE-9C95-01451DECD2F4}"/>
          </ac:inkMkLst>
        </pc:inkChg>
        <pc:inkChg chg="add mod">
          <ac:chgData name="Mahima Weerasinghe" userId="e11e3f55-42da-4e07-8ead-4d7a1d7ea1c6" providerId="ADAL" clId="{A71A91A0-537E-435E-A57A-6A59184BC47A}" dt="2024-08-18T13:53:56.464" v="3347"/>
          <ac:inkMkLst>
            <pc:docMk/>
            <pc:sldMk cId="4187991329" sldId="367"/>
            <ac:inkMk id="8206" creationId="{9AE7D33B-D184-AB3F-CE93-0892F30F4259}"/>
          </ac:inkMkLst>
        </pc:inkChg>
        <pc:inkChg chg="add mod">
          <ac:chgData name="Mahima Weerasinghe" userId="e11e3f55-42da-4e07-8ead-4d7a1d7ea1c6" providerId="ADAL" clId="{A71A91A0-537E-435E-A57A-6A59184BC47A}" dt="2024-08-18T13:54:10.703" v="3364"/>
          <ac:inkMkLst>
            <pc:docMk/>
            <pc:sldMk cId="4187991329" sldId="367"/>
            <ac:inkMk id="8208" creationId="{8CADC127-9F9B-3ED6-D1B1-C1517A8E8D13}"/>
          </ac:inkMkLst>
        </pc:inkChg>
        <pc:inkChg chg="add mod">
          <ac:chgData name="Mahima Weerasinghe" userId="e11e3f55-42da-4e07-8ead-4d7a1d7ea1c6" providerId="ADAL" clId="{A71A91A0-537E-435E-A57A-6A59184BC47A}" dt="2024-08-18T13:54:10.703" v="3364"/>
          <ac:inkMkLst>
            <pc:docMk/>
            <pc:sldMk cId="4187991329" sldId="367"/>
            <ac:inkMk id="8209" creationId="{EE233AE4-86D0-D5F3-6BAC-DC81AEC8303A}"/>
          </ac:inkMkLst>
        </pc:inkChg>
        <pc:inkChg chg="add mod">
          <ac:chgData name="Mahima Weerasinghe" userId="e11e3f55-42da-4e07-8ead-4d7a1d7ea1c6" providerId="ADAL" clId="{A71A91A0-537E-435E-A57A-6A59184BC47A}" dt="2024-08-18T13:54:10.703" v="3364"/>
          <ac:inkMkLst>
            <pc:docMk/>
            <pc:sldMk cId="4187991329" sldId="367"/>
            <ac:inkMk id="8210" creationId="{53041957-B2D9-A860-3677-E43EBB3294E4}"/>
          </ac:inkMkLst>
        </pc:inkChg>
        <pc:inkChg chg="add mod">
          <ac:chgData name="Mahima Weerasinghe" userId="e11e3f55-42da-4e07-8ead-4d7a1d7ea1c6" providerId="ADAL" clId="{A71A91A0-537E-435E-A57A-6A59184BC47A}" dt="2024-08-18T13:54:10.703" v="3364"/>
          <ac:inkMkLst>
            <pc:docMk/>
            <pc:sldMk cId="4187991329" sldId="367"/>
            <ac:inkMk id="8211" creationId="{46417DAE-3CCC-2F85-97F5-6F4D71F27DAA}"/>
          </ac:inkMkLst>
        </pc:inkChg>
        <pc:inkChg chg="add mod">
          <ac:chgData name="Mahima Weerasinghe" userId="e11e3f55-42da-4e07-8ead-4d7a1d7ea1c6" providerId="ADAL" clId="{A71A91A0-537E-435E-A57A-6A59184BC47A}" dt="2024-08-18T13:54:10.703" v="3364"/>
          <ac:inkMkLst>
            <pc:docMk/>
            <pc:sldMk cId="4187991329" sldId="367"/>
            <ac:inkMk id="8212" creationId="{F6E6FFC3-9276-8247-D4BE-21C4C40142CC}"/>
          </ac:inkMkLst>
        </pc:inkChg>
        <pc:inkChg chg="add mod">
          <ac:chgData name="Mahima Weerasinghe" userId="e11e3f55-42da-4e07-8ead-4d7a1d7ea1c6" providerId="ADAL" clId="{A71A91A0-537E-435E-A57A-6A59184BC47A}" dt="2024-08-18T13:54:10.703" v="3364"/>
          <ac:inkMkLst>
            <pc:docMk/>
            <pc:sldMk cId="4187991329" sldId="367"/>
            <ac:inkMk id="8213" creationId="{4F768A5E-9A55-88C0-4C4E-1AA084DEA33F}"/>
          </ac:inkMkLst>
        </pc:inkChg>
        <pc:inkChg chg="add mod">
          <ac:chgData name="Mahima Weerasinghe" userId="e11e3f55-42da-4e07-8ead-4d7a1d7ea1c6" providerId="ADAL" clId="{A71A91A0-537E-435E-A57A-6A59184BC47A}" dt="2024-08-18T13:54:10.703" v="3364"/>
          <ac:inkMkLst>
            <pc:docMk/>
            <pc:sldMk cId="4187991329" sldId="367"/>
            <ac:inkMk id="8215" creationId="{F7B7AF62-9DFE-A6D1-B789-AE0192B7393B}"/>
          </ac:inkMkLst>
        </pc:inkChg>
        <pc:inkChg chg="add mod">
          <ac:chgData name="Mahima Weerasinghe" userId="e11e3f55-42da-4e07-8ead-4d7a1d7ea1c6" providerId="ADAL" clId="{A71A91A0-537E-435E-A57A-6A59184BC47A}" dt="2024-08-18T13:54:10.703" v="3364"/>
          <ac:inkMkLst>
            <pc:docMk/>
            <pc:sldMk cId="4187991329" sldId="367"/>
            <ac:inkMk id="8216" creationId="{0B626897-1915-41BE-80AF-F907528454F0}"/>
          </ac:inkMkLst>
        </pc:inkChg>
        <pc:inkChg chg="add mod">
          <ac:chgData name="Mahima Weerasinghe" userId="e11e3f55-42da-4e07-8ead-4d7a1d7ea1c6" providerId="ADAL" clId="{A71A91A0-537E-435E-A57A-6A59184BC47A}" dt="2024-08-18T13:54:10.703" v="3364"/>
          <ac:inkMkLst>
            <pc:docMk/>
            <pc:sldMk cId="4187991329" sldId="367"/>
            <ac:inkMk id="8217" creationId="{179D199B-CFFF-C282-34D6-D9F319014587}"/>
          </ac:inkMkLst>
        </pc:inkChg>
        <pc:inkChg chg="add mod">
          <ac:chgData name="Mahima Weerasinghe" userId="e11e3f55-42da-4e07-8ead-4d7a1d7ea1c6" providerId="ADAL" clId="{A71A91A0-537E-435E-A57A-6A59184BC47A}" dt="2024-08-18T13:54:10.703" v="3364"/>
          <ac:inkMkLst>
            <pc:docMk/>
            <pc:sldMk cId="4187991329" sldId="367"/>
            <ac:inkMk id="8218" creationId="{908EAFEF-61A5-1E8D-1810-9CA6928D71CA}"/>
          </ac:inkMkLst>
        </pc:inkChg>
        <pc:inkChg chg="add mod">
          <ac:chgData name="Mahima Weerasinghe" userId="e11e3f55-42da-4e07-8ead-4d7a1d7ea1c6" providerId="ADAL" clId="{A71A91A0-537E-435E-A57A-6A59184BC47A}" dt="2024-08-18T13:54:10.703" v="3364"/>
          <ac:inkMkLst>
            <pc:docMk/>
            <pc:sldMk cId="4187991329" sldId="367"/>
            <ac:inkMk id="8219" creationId="{C194664E-B51A-9C13-99CD-65BC8ECFCC11}"/>
          </ac:inkMkLst>
        </pc:inkChg>
        <pc:inkChg chg="add mod">
          <ac:chgData name="Mahima Weerasinghe" userId="e11e3f55-42da-4e07-8ead-4d7a1d7ea1c6" providerId="ADAL" clId="{A71A91A0-537E-435E-A57A-6A59184BC47A}" dt="2024-08-18T13:54:10.703" v="3364"/>
          <ac:inkMkLst>
            <pc:docMk/>
            <pc:sldMk cId="4187991329" sldId="367"/>
            <ac:inkMk id="8220" creationId="{A2841393-5A74-B7E1-73D8-9C1165C26B5B}"/>
          </ac:inkMkLst>
        </pc:inkChg>
        <pc:inkChg chg="add mod">
          <ac:chgData name="Mahima Weerasinghe" userId="e11e3f55-42da-4e07-8ead-4d7a1d7ea1c6" providerId="ADAL" clId="{A71A91A0-537E-435E-A57A-6A59184BC47A}" dt="2024-08-18T13:54:10.703" v="3364"/>
          <ac:inkMkLst>
            <pc:docMk/>
            <pc:sldMk cId="4187991329" sldId="367"/>
            <ac:inkMk id="8221" creationId="{41A00097-485C-A060-1007-0A6428B72FAC}"/>
          </ac:inkMkLst>
        </pc:inkChg>
        <pc:inkChg chg="add mod">
          <ac:chgData name="Mahima Weerasinghe" userId="e11e3f55-42da-4e07-8ead-4d7a1d7ea1c6" providerId="ADAL" clId="{A71A91A0-537E-435E-A57A-6A59184BC47A}" dt="2024-08-18T13:54:10.703" v="3364"/>
          <ac:inkMkLst>
            <pc:docMk/>
            <pc:sldMk cId="4187991329" sldId="367"/>
            <ac:inkMk id="8222" creationId="{A7651528-1360-DCAB-F8BD-69B78DF1D0AF}"/>
          </ac:inkMkLst>
        </pc:inkChg>
        <pc:inkChg chg="add">
          <ac:chgData name="Mahima Weerasinghe" userId="e11e3f55-42da-4e07-8ead-4d7a1d7ea1c6" providerId="ADAL" clId="{A71A91A0-537E-435E-A57A-6A59184BC47A}" dt="2024-08-18T13:54:09.813" v="3363" actId="9405"/>
          <ac:inkMkLst>
            <pc:docMk/>
            <pc:sldMk cId="4187991329" sldId="367"/>
            <ac:inkMk id="8223" creationId="{9CF6BB86-B814-5AFB-429D-C888F311B6B8}"/>
          </ac:inkMkLst>
        </pc:inkChg>
        <pc:inkChg chg="add mod">
          <ac:chgData name="Mahima Weerasinghe" userId="e11e3f55-42da-4e07-8ead-4d7a1d7ea1c6" providerId="ADAL" clId="{A71A91A0-537E-435E-A57A-6A59184BC47A}" dt="2024-08-18T13:55:02.297" v="3405"/>
          <ac:inkMkLst>
            <pc:docMk/>
            <pc:sldMk cId="4187991329" sldId="367"/>
            <ac:inkMk id="8225" creationId="{65D45E53-593A-8DB2-F250-4A97B910A94E}"/>
          </ac:inkMkLst>
        </pc:inkChg>
        <pc:inkChg chg="add mod">
          <ac:chgData name="Mahima Weerasinghe" userId="e11e3f55-42da-4e07-8ead-4d7a1d7ea1c6" providerId="ADAL" clId="{A71A91A0-537E-435E-A57A-6A59184BC47A}" dt="2024-08-18T13:55:02.297" v="3405"/>
          <ac:inkMkLst>
            <pc:docMk/>
            <pc:sldMk cId="4187991329" sldId="367"/>
            <ac:inkMk id="8226" creationId="{D393E186-6736-8705-B754-6D8452A72072}"/>
          </ac:inkMkLst>
        </pc:inkChg>
        <pc:inkChg chg="add mod">
          <ac:chgData name="Mahima Weerasinghe" userId="e11e3f55-42da-4e07-8ead-4d7a1d7ea1c6" providerId="ADAL" clId="{A71A91A0-537E-435E-A57A-6A59184BC47A}" dt="2024-08-18T13:55:02.297" v="3405"/>
          <ac:inkMkLst>
            <pc:docMk/>
            <pc:sldMk cId="4187991329" sldId="367"/>
            <ac:inkMk id="8227" creationId="{E2BB22D5-8105-308C-A05B-EE7CD7EC85A4}"/>
          </ac:inkMkLst>
        </pc:inkChg>
        <pc:inkChg chg="add mod">
          <ac:chgData name="Mahima Weerasinghe" userId="e11e3f55-42da-4e07-8ead-4d7a1d7ea1c6" providerId="ADAL" clId="{A71A91A0-537E-435E-A57A-6A59184BC47A}" dt="2024-08-18T13:55:02.297" v="3405"/>
          <ac:inkMkLst>
            <pc:docMk/>
            <pc:sldMk cId="4187991329" sldId="367"/>
            <ac:inkMk id="8228" creationId="{22F649AE-FB7C-EB73-A7C1-2593F032877D}"/>
          </ac:inkMkLst>
        </pc:inkChg>
        <pc:inkChg chg="add mod">
          <ac:chgData name="Mahima Weerasinghe" userId="e11e3f55-42da-4e07-8ead-4d7a1d7ea1c6" providerId="ADAL" clId="{A71A91A0-537E-435E-A57A-6A59184BC47A}" dt="2024-08-18T13:55:02.297" v="3405"/>
          <ac:inkMkLst>
            <pc:docMk/>
            <pc:sldMk cId="4187991329" sldId="367"/>
            <ac:inkMk id="8229" creationId="{6051CA6D-51EA-C9EC-798B-9CCE01FEC4DE}"/>
          </ac:inkMkLst>
        </pc:inkChg>
        <pc:inkChg chg="add mod">
          <ac:chgData name="Mahima Weerasinghe" userId="e11e3f55-42da-4e07-8ead-4d7a1d7ea1c6" providerId="ADAL" clId="{A71A91A0-537E-435E-A57A-6A59184BC47A}" dt="2024-08-18T13:55:02.297" v="3405"/>
          <ac:inkMkLst>
            <pc:docMk/>
            <pc:sldMk cId="4187991329" sldId="367"/>
            <ac:inkMk id="8230" creationId="{9012247F-DCDE-DF48-E773-1379194F30D1}"/>
          </ac:inkMkLst>
        </pc:inkChg>
        <pc:inkChg chg="add mod">
          <ac:chgData name="Mahima Weerasinghe" userId="e11e3f55-42da-4e07-8ead-4d7a1d7ea1c6" providerId="ADAL" clId="{A71A91A0-537E-435E-A57A-6A59184BC47A}" dt="2024-08-18T13:55:02.297" v="3405"/>
          <ac:inkMkLst>
            <pc:docMk/>
            <pc:sldMk cId="4187991329" sldId="367"/>
            <ac:inkMk id="8231" creationId="{61B003C4-47AD-5CE1-B84D-CBE180E66678}"/>
          </ac:inkMkLst>
        </pc:inkChg>
        <pc:inkChg chg="add mod">
          <ac:chgData name="Mahima Weerasinghe" userId="e11e3f55-42da-4e07-8ead-4d7a1d7ea1c6" providerId="ADAL" clId="{A71A91A0-537E-435E-A57A-6A59184BC47A}" dt="2024-08-18T13:55:02.297" v="3405"/>
          <ac:inkMkLst>
            <pc:docMk/>
            <pc:sldMk cId="4187991329" sldId="367"/>
            <ac:inkMk id="8232" creationId="{5716DEFF-843E-E23C-272B-691F69AC26CD}"/>
          </ac:inkMkLst>
        </pc:inkChg>
        <pc:inkChg chg="add mod">
          <ac:chgData name="Mahima Weerasinghe" userId="e11e3f55-42da-4e07-8ead-4d7a1d7ea1c6" providerId="ADAL" clId="{A71A91A0-537E-435E-A57A-6A59184BC47A}" dt="2024-08-18T13:55:02.297" v="3405"/>
          <ac:inkMkLst>
            <pc:docMk/>
            <pc:sldMk cId="4187991329" sldId="367"/>
            <ac:inkMk id="8233" creationId="{8DC0C458-FF8D-A8D5-4CAC-ED268333884E}"/>
          </ac:inkMkLst>
        </pc:inkChg>
        <pc:inkChg chg="add mod">
          <ac:chgData name="Mahima Weerasinghe" userId="e11e3f55-42da-4e07-8ead-4d7a1d7ea1c6" providerId="ADAL" clId="{A71A91A0-537E-435E-A57A-6A59184BC47A}" dt="2024-08-18T13:55:02.297" v="3405"/>
          <ac:inkMkLst>
            <pc:docMk/>
            <pc:sldMk cId="4187991329" sldId="367"/>
            <ac:inkMk id="8234" creationId="{EB5EAE5A-E110-1446-CF8F-5EF7822FBE2B}"/>
          </ac:inkMkLst>
        </pc:inkChg>
        <pc:inkChg chg="add mod">
          <ac:chgData name="Mahima Weerasinghe" userId="e11e3f55-42da-4e07-8ead-4d7a1d7ea1c6" providerId="ADAL" clId="{A71A91A0-537E-435E-A57A-6A59184BC47A}" dt="2024-08-18T13:55:02.297" v="3405"/>
          <ac:inkMkLst>
            <pc:docMk/>
            <pc:sldMk cId="4187991329" sldId="367"/>
            <ac:inkMk id="8235" creationId="{E0B3EAC0-73D5-C561-651E-0F4EAD85DE5E}"/>
          </ac:inkMkLst>
        </pc:inkChg>
        <pc:inkChg chg="add mod">
          <ac:chgData name="Mahima Weerasinghe" userId="e11e3f55-42da-4e07-8ead-4d7a1d7ea1c6" providerId="ADAL" clId="{A71A91A0-537E-435E-A57A-6A59184BC47A}" dt="2024-08-18T13:55:02.297" v="3405"/>
          <ac:inkMkLst>
            <pc:docMk/>
            <pc:sldMk cId="4187991329" sldId="367"/>
            <ac:inkMk id="8236" creationId="{F49E57D8-871B-D590-6CC0-1507C82F02A0}"/>
          </ac:inkMkLst>
        </pc:inkChg>
        <pc:inkChg chg="add mod">
          <ac:chgData name="Mahima Weerasinghe" userId="e11e3f55-42da-4e07-8ead-4d7a1d7ea1c6" providerId="ADAL" clId="{A71A91A0-537E-435E-A57A-6A59184BC47A}" dt="2024-08-18T13:55:02.297" v="3405"/>
          <ac:inkMkLst>
            <pc:docMk/>
            <pc:sldMk cId="4187991329" sldId="367"/>
            <ac:inkMk id="8237" creationId="{A9B6EE1D-FCFD-6141-18CA-0812F33CC16C}"/>
          </ac:inkMkLst>
        </pc:inkChg>
        <pc:inkChg chg="add mod">
          <ac:chgData name="Mahima Weerasinghe" userId="e11e3f55-42da-4e07-8ead-4d7a1d7ea1c6" providerId="ADAL" clId="{A71A91A0-537E-435E-A57A-6A59184BC47A}" dt="2024-08-18T13:55:02.297" v="3405"/>
          <ac:inkMkLst>
            <pc:docMk/>
            <pc:sldMk cId="4187991329" sldId="367"/>
            <ac:inkMk id="8238" creationId="{AD6DCA07-16B2-EB96-5C38-431D4613ECAB}"/>
          </ac:inkMkLst>
        </pc:inkChg>
        <pc:inkChg chg="add mod">
          <ac:chgData name="Mahima Weerasinghe" userId="e11e3f55-42da-4e07-8ead-4d7a1d7ea1c6" providerId="ADAL" clId="{A71A91A0-537E-435E-A57A-6A59184BC47A}" dt="2024-08-18T13:55:02.297" v="3405"/>
          <ac:inkMkLst>
            <pc:docMk/>
            <pc:sldMk cId="4187991329" sldId="367"/>
            <ac:inkMk id="8239" creationId="{7A73A476-F868-4A18-A313-41A018976694}"/>
          </ac:inkMkLst>
        </pc:inkChg>
        <pc:inkChg chg="add mod">
          <ac:chgData name="Mahima Weerasinghe" userId="e11e3f55-42da-4e07-8ead-4d7a1d7ea1c6" providerId="ADAL" clId="{A71A91A0-537E-435E-A57A-6A59184BC47A}" dt="2024-08-18T13:55:02.297" v="3405"/>
          <ac:inkMkLst>
            <pc:docMk/>
            <pc:sldMk cId="4187991329" sldId="367"/>
            <ac:inkMk id="8240" creationId="{4E00B04F-EBB3-C875-8896-D89125C92184}"/>
          </ac:inkMkLst>
        </pc:inkChg>
        <pc:inkChg chg="add mod">
          <ac:chgData name="Mahima Weerasinghe" userId="e11e3f55-42da-4e07-8ead-4d7a1d7ea1c6" providerId="ADAL" clId="{A71A91A0-537E-435E-A57A-6A59184BC47A}" dt="2024-08-18T13:55:02.297" v="3405"/>
          <ac:inkMkLst>
            <pc:docMk/>
            <pc:sldMk cId="4187991329" sldId="367"/>
            <ac:inkMk id="8241" creationId="{6E0A18AA-90FF-3BA7-62AC-C654CB775020}"/>
          </ac:inkMkLst>
        </pc:inkChg>
        <pc:inkChg chg="add mod">
          <ac:chgData name="Mahima Weerasinghe" userId="e11e3f55-42da-4e07-8ead-4d7a1d7ea1c6" providerId="ADAL" clId="{A71A91A0-537E-435E-A57A-6A59184BC47A}" dt="2024-08-18T13:55:02.297" v="3405"/>
          <ac:inkMkLst>
            <pc:docMk/>
            <pc:sldMk cId="4187991329" sldId="367"/>
            <ac:inkMk id="8242" creationId="{53E8F49C-E5F1-2F3C-C254-070CB017052B}"/>
          </ac:inkMkLst>
        </pc:inkChg>
        <pc:inkChg chg="add mod">
          <ac:chgData name="Mahima Weerasinghe" userId="e11e3f55-42da-4e07-8ead-4d7a1d7ea1c6" providerId="ADAL" clId="{A71A91A0-537E-435E-A57A-6A59184BC47A}" dt="2024-08-18T13:55:02.297" v="3405"/>
          <ac:inkMkLst>
            <pc:docMk/>
            <pc:sldMk cId="4187991329" sldId="367"/>
            <ac:inkMk id="8243" creationId="{36848443-C5DA-D579-F341-039F0B593BCD}"/>
          </ac:inkMkLst>
        </pc:inkChg>
        <pc:inkChg chg="add mod">
          <ac:chgData name="Mahima Weerasinghe" userId="e11e3f55-42da-4e07-8ead-4d7a1d7ea1c6" providerId="ADAL" clId="{A71A91A0-537E-435E-A57A-6A59184BC47A}" dt="2024-08-18T13:55:02.297" v="3405"/>
          <ac:inkMkLst>
            <pc:docMk/>
            <pc:sldMk cId="4187991329" sldId="367"/>
            <ac:inkMk id="8244" creationId="{2E905003-1A15-001B-84D6-C8FB639E0436}"/>
          </ac:inkMkLst>
        </pc:inkChg>
        <pc:inkChg chg="add mod">
          <ac:chgData name="Mahima Weerasinghe" userId="e11e3f55-42da-4e07-8ead-4d7a1d7ea1c6" providerId="ADAL" clId="{A71A91A0-537E-435E-A57A-6A59184BC47A}" dt="2024-08-18T13:55:02.297" v="3405"/>
          <ac:inkMkLst>
            <pc:docMk/>
            <pc:sldMk cId="4187991329" sldId="367"/>
            <ac:inkMk id="8246" creationId="{B17157F9-59DB-6A87-8845-452D261DA55D}"/>
          </ac:inkMkLst>
        </pc:inkChg>
        <pc:inkChg chg="add mod">
          <ac:chgData name="Mahima Weerasinghe" userId="e11e3f55-42da-4e07-8ead-4d7a1d7ea1c6" providerId="ADAL" clId="{A71A91A0-537E-435E-A57A-6A59184BC47A}" dt="2024-08-18T13:55:02.297" v="3405"/>
          <ac:inkMkLst>
            <pc:docMk/>
            <pc:sldMk cId="4187991329" sldId="367"/>
            <ac:inkMk id="8247" creationId="{D0D84712-956C-8EA3-C877-9B9BA77A95D4}"/>
          </ac:inkMkLst>
        </pc:inkChg>
        <pc:inkChg chg="add mod">
          <ac:chgData name="Mahima Weerasinghe" userId="e11e3f55-42da-4e07-8ead-4d7a1d7ea1c6" providerId="ADAL" clId="{A71A91A0-537E-435E-A57A-6A59184BC47A}" dt="2024-08-18T13:55:02.297" v="3405"/>
          <ac:inkMkLst>
            <pc:docMk/>
            <pc:sldMk cId="4187991329" sldId="367"/>
            <ac:inkMk id="8248" creationId="{A8530245-DD29-C176-5455-A45704CA7B2B}"/>
          </ac:inkMkLst>
        </pc:inkChg>
        <pc:inkChg chg="add mod">
          <ac:chgData name="Mahima Weerasinghe" userId="e11e3f55-42da-4e07-8ead-4d7a1d7ea1c6" providerId="ADAL" clId="{A71A91A0-537E-435E-A57A-6A59184BC47A}" dt="2024-08-18T13:55:02.297" v="3405"/>
          <ac:inkMkLst>
            <pc:docMk/>
            <pc:sldMk cId="4187991329" sldId="367"/>
            <ac:inkMk id="8249" creationId="{FC002A76-8045-549A-B4CA-D7BEDE810D61}"/>
          </ac:inkMkLst>
        </pc:inkChg>
        <pc:inkChg chg="add mod">
          <ac:chgData name="Mahima Weerasinghe" userId="e11e3f55-42da-4e07-8ead-4d7a1d7ea1c6" providerId="ADAL" clId="{A71A91A0-537E-435E-A57A-6A59184BC47A}" dt="2024-08-18T13:55:02.297" v="3405"/>
          <ac:inkMkLst>
            <pc:docMk/>
            <pc:sldMk cId="4187991329" sldId="367"/>
            <ac:inkMk id="8250" creationId="{9579DD7A-5905-D759-360B-A9215D9D7FB6}"/>
          </ac:inkMkLst>
        </pc:inkChg>
        <pc:inkChg chg="add mod">
          <ac:chgData name="Mahima Weerasinghe" userId="e11e3f55-42da-4e07-8ead-4d7a1d7ea1c6" providerId="ADAL" clId="{A71A91A0-537E-435E-A57A-6A59184BC47A}" dt="2024-08-18T13:55:02.297" v="3405"/>
          <ac:inkMkLst>
            <pc:docMk/>
            <pc:sldMk cId="4187991329" sldId="367"/>
            <ac:inkMk id="8251" creationId="{0E5D0F79-0F48-93EF-BF43-8E35A767C75C}"/>
          </ac:inkMkLst>
        </pc:inkChg>
        <pc:inkChg chg="add mod">
          <ac:chgData name="Mahima Weerasinghe" userId="e11e3f55-42da-4e07-8ead-4d7a1d7ea1c6" providerId="ADAL" clId="{A71A91A0-537E-435E-A57A-6A59184BC47A}" dt="2024-08-18T13:55:02.297" v="3405"/>
          <ac:inkMkLst>
            <pc:docMk/>
            <pc:sldMk cId="4187991329" sldId="367"/>
            <ac:inkMk id="8252" creationId="{A2A76BED-4E9F-CC2F-8A13-E0E10E6EEB77}"/>
          </ac:inkMkLst>
        </pc:inkChg>
        <pc:inkChg chg="add mod">
          <ac:chgData name="Mahima Weerasinghe" userId="e11e3f55-42da-4e07-8ead-4d7a1d7ea1c6" providerId="ADAL" clId="{A71A91A0-537E-435E-A57A-6A59184BC47A}" dt="2024-08-18T13:55:02.297" v="3405"/>
          <ac:inkMkLst>
            <pc:docMk/>
            <pc:sldMk cId="4187991329" sldId="367"/>
            <ac:inkMk id="8253" creationId="{A400807C-4C50-3EB2-DA3E-C46D05F81A72}"/>
          </ac:inkMkLst>
        </pc:inkChg>
        <pc:inkChg chg="add mod">
          <ac:chgData name="Mahima Weerasinghe" userId="e11e3f55-42da-4e07-8ead-4d7a1d7ea1c6" providerId="ADAL" clId="{A71A91A0-537E-435E-A57A-6A59184BC47A}" dt="2024-08-18T13:55:02.297" v="3405"/>
          <ac:inkMkLst>
            <pc:docMk/>
            <pc:sldMk cId="4187991329" sldId="367"/>
            <ac:inkMk id="8254" creationId="{15845B62-8ED1-6D41-3F0B-8BD315D61BA4}"/>
          </ac:inkMkLst>
        </pc:inkChg>
        <pc:inkChg chg="add mod">
          <ac:chgData name="Mahima Weerasinghe" userId="e11e3f55-42da-4e07-8ead-4d7a1d7ea1c6" providerId="ADAL" clId="{A71A91A0-537E-435E-A57A-6A59184BC47A}" dt="2024-08-18T13:55:02.297" v="3405"/>
          <ac:inkMkLst>
            <pc:docMk/>
            <pc:sldMk cId="4187991329" sldId="367"/>
            <ac:inkMk id="8256" creationId="{F7F3F45F-AE99-0EA1-9F5C-CE7176163F53}"/>
          </ac:inkMkLst>
        </pc:inkChg>
        <pc:inkChg chg="add mod">
          <ac:chgData name="Mahima Weerasinghe" userId="e11e3f55-42da-4e07-8ead-4d7a1d7ea1c6" providerId="ADAL" clId="{A71A91A0-537E-435E-A57A-6A59184BC47A}" dt="2024-08-18T13:55:02.297" v="3405"/>
          <ac:inkMkLst>
            <pc:docMk/>
            <pc:sldMk cId="4187991329" sldId="367"/>
            <ac:inkMk id="8257" creationId="{B4040441-4DB2-3F9C-A5D9-98D0DFC52A93}"/>
          </ac:inkMkLst>
        </pc:inkChg>
        <pc:inkChg chg="add mod">
          <ac:chgData name="Mahima Weerasinghe" userId="e11e3f55-42da-4e07-8ead-4d7a1d7ea1c6" providerId="ADAL" clId="{A71A91A0-537E-435E-A57A-6A59184BC47A}" dt="2024-08-18T13:55:02.297" v="3405"/>
          <ac:inkMkLst>
            <pc:docMk/>
            <pc:sldMk cId="4187991329" sldId="367"/>
            <ac:inkMk id="8259" creationId="{7A986118-B3F7-8CC8-E118-703FF5CD7CF9}"/>
          </ac:inkMkLst>
        </pc:inkChg>
        <pc:inkChg chg="add mod">
          <ac:chgData name="Mahima Weerasinghe" userId="e11e3f55-42da-4e07-8ead-4d7a1d7ea1c6" providerId="ADAL" clId="{A71A91A0-537E-435E-A57A-6A59184BC47A}" dt="2024-08-18T13:55:02.297" v="3405"/>
          <ac:inkMkLst>
            <pc:docMk/>
            <pc:sldMk cId="4187991329" sldId="367"/>
            <ac:inkMk id="8260" creationId="{9F267E20-65F6-F280-1790-33669C5396AE}"/>
          </ac:inkMkLst>
        </pc:inkChg>
        <pc:inkChg chg="add mod">
          <ac:chgData name="Mahima Weerasinghe" userId="e11e3f55-42da-4e07-8ead-4d7a1d7ea1c6" providerId="ADAL" clId="{A71A91A0-537E-435E-A57A-6A59184BC47A}" dt="2024-08-18T13:55:02.297" v="3405"/>
          <ac:inkMkLst>
            <pc:docMk/>
            <pc:sldMk cId="4187991329" sldId="367"/>
            <ac:inkMk id="8262" creationId="{F6E8A81A-1B6B-7D06-57B9-7E3CF23D12F5}"/>
          </ac:inkMkLst>
        </pc:inkChg>
        <pc:inkChg chg="add mod">
          <ac:chgData name="Mahima Weerasinghe" userId="e11e3f55-42da-4e07-8ead-4d7a1d7ea1c6" providerId="ADAL" clId="{A71A91A0-537E-435E-A57A-6A59184BC47A}" dt="2024-08-18T13:55:02.297" v="3405"/>
          <ac:inkMkLst>
            <pc:docMk/>
            <pc:sldMk cId="4187991329" sldId="367"/>
            <ac:inkMk id="8263" creationId="{1F14F9AA-F371-F031-CC77-05C0EDC53CAB}"/>
          </ac:inkMkLst>
        </pc:inkChg>
        <pc:inkChg chg="add mod">
          <ac:chgData name="Mahima Weerasinghe" userId="e11e3f55-42da-4e07-8ead-4d7a1d7ea1c6" providerId="ADAL" clId="{A71A91A0-537E-435E-A57A-6A59184BC47A}" dt="2024-08-18T13:55:02.297" v="3405"/>
          <ac:inkMkLst>
            <pc:docMk/>
            <pc:sldMk cId="4187991329" sldId="367"/>
            <ac:inkMk id="8264" creationId="{E5B58327-2D68-AF3E-C5D0-8D2778E24D5D}"/>
          </ac:inkMkLst>
        </pc:inkChg>
        <pc:inkChg chg="add mod">
          <ac:chgData name="Mahima Weerasinghe" userId="e11e3f55-42da-4e07-8ead-4d7a1d7ea1c6" providerId="ADAL" clId="{A71A91A0-537E-435E-A57A-6A59184BC47A}" dt="2024-08-18T13:55:08.986" v="3413"/>
          <ac:inkMkLst>
            <pc:docMk/>
            <pc:sldMk cId="4187991329" sldId="367"/>
            <ac:inkMk id="8266" creationId="{B4AA53BB-E769-98B7-3250-7C98E3C633EB}"/>
          </ac:inkMkLst>
        </pc:inkChg>
        <pc:inkChg chg="add mod">
          <ac:chgData name="Mahima Weerasinghe" userId="e11e3f55-42da-4e07-8ead-4d7a1d7ea1c6" providerId="ADAL" clId="{A71A91A0-537E-435E-A57A-6A59184BC47A}" dt="2024-08-18T13:55:08.986" v="3413"/>
          <ac:inkMkLst>
            <pc:docMk/>
            <pc:sldMk cId="4187991329" sldId="367"/>
            <ac:inkMk id="8267" creationId="{BFC0E90A-DFAF-9264-4343-8B6E67FB2D94}"/>
          </ac:inkMkLst>
        </pc:inkChg>
        <pc:inkChg chg="add mod">
          <ac:chgData name="Mahima Weerasinghe" userId="e11e3f55-42da-4e07-8ead-4d7a1d7ea1c6" providerId="ADAL" clId="{A71A91A0-537E-435E-A57A-6A59184BC47A}" dt="2024-08-18T13:55:08.986" v="3413"/>
          <ac:inkMkLst>
            <pc:docMk/>
            <pc:sldMk cId="4187991329" sldId="367"/>
            <ac:inkMk id="8268" creationId="{2636428C-80D1-8B3A-F212-C3BE9E9616AD}"/>
          </ac:inkMkLst>
        </pc:inkChg>
        <pc:inkChg chg="add mod">
          <ac:chgData name="Mahima Weerasinghe" userId="e11e3f55-42da-4e07-8ead-4d7a1d7ea1c6" providerId="ADAL" clId="{A71A91A0-537E-435E-A57A-6A59184BC47A}" dt="2024-08-18T13:55:08.986" v="3413"/>
          <ac:inkMkLst>
            <pc:docMk/>
            <pc:sldMk cId="4187991329" sldId="367"/>
            <ac:inkMk id="8269" creationId="{E6509ADB-6123-546C-3D2E-0BFA1BE78698}"/>
          </ac:inkMkLst>
        </pc:inkChg>
        <pc:inkChg chg="add mod">
          <ac:chgData name="Mahima Weerasinghe" userId="e11e3f55-42da-4e07-8ead-4d7a1d7ea1c6" providerId="ADAL" clId="{A71A91A0-537E-435E-A57A-6A59184BC47A}" dt="2024-08-18T13:55:08.986" v="3413"/>
          <ac:inkMkLst>
            <pc:docMk/>
            <pc:sldMk cId="4187991329" sldId="367"/>
            <ac:inkMk id="8270" creationId="{E4A5FF8F-0D79-9131-BB72-66968C5A8809}"/>
          </ac:inkMkLst>
        </pc:inkChg>
        <pc:inkChg chg="add mod">
          <ac:chgData name="Mahima Weerasinghe" userId="e11e3f55-42da-4e07-8ead-4d7a1d7ea1c6" providerId="ADAL" clId="{A71A91A0-537E-435E-A57A-6A59184BC47A}" dt="2024-08-18T13:55:08.986" v="3413"/>
          <ac:inkMkLst>
            <pc:docMk/>
            <pc:sldMk cId="4187991329" sldId="367"/>
            <ac:inkMk id="8271" creationId="{D10C3B47-9D4D-02E5-45CE-7D41A2CD22DB}"/>
          </ac:inkMkLst>
        </pc:inkChg>
        <pc:inkChg chg="add mod">
          <ac:chgData name="Mahima Weerasinghe" userId="e11e3f55-42da-4e07-8ead-4d7a1d7ea1c6" providerId="ADAL" clId="{A71A91A0-537E-435E-A57A-6A59184BC47A}" dt="2024-08-18T13:55:08.986" v="3413"/>
          <ac:inkMkLst>
            <pc:docMk/>
            <pc:sldMk cId="4187991329" sldId="367"/>
            <ac:inkMk id="8272" creationId="{D518F853-8EC6-990D-AA3D-C6CFBC35A35D}"/>
          </ac:inkMkLst>
        </pc:inkChg>
        <pc:inkChg chg="add mod">
          <ac:chgData name="Mahima Weerasinghe" userId="e11e3f55-42da-4e07-8ead-4d7a1d7ea1c6" providerId="ADAL" clId="{A71A91A0-537E-435E-A57A-6A59184BC47A}" dt="2024-08-18T13:55:17.670" v="3416"/>
          <ac:inkMkLst>
            <pc:docMk/>
            <pc:sldMk cId="4187991329" sldId="367"/>
            <ac:inkMk id="8274" creationId="{ECB3B318-89FF-C43E-7B53-76514A077AA9}"/>
          </ac:inkMkLst>
        </pc:inkChg>
        <pc:inkChg chg="add mod">
          <ac:chgData name="Mahima Weerasinghe" userId="e11e3f55-42da-4e07-8ead-4d7a1d7ea1c6" providerId="ADAL" clId="{A71A91A0-537E-435E-A57A-6A59184BC47A}" dt="2024-08-18T13:55:17.670" v="3416"/>
          <ac:inkMkLst>
            <pc:docMk/>
            <pc:sldMk cId="4187991329" sldId="367"/>
            <ac:inkMk id="8275" creationId="{BD16411E-B14D-8E02-A62E-BE8B9CF09540}"/>
          </ac:inkMkLst>
        </pc:inkChg>
        <pc:inkChg chg="add mod">
          <ac:chgData name="Mahima Weerasinghe" userId="e11e3f55-42da-4e07-8ead-4d7a1d7ea1c6" providerId="ADAL" clId="{A71A91A0-537E-435E-A57A-6A59184BC47A}" dt="2024-08-18T13:55:20.575" v="3420"/>
          <ac:inkMkLst>
            <pc:docMk/>
            <pc:sldMk cId="4187991329" sldId="367"/>
            <ac:inkMk id="8277" creationId="{95BC0D21-1004-3F9F-F182-527C8FAA52D9}"/>
          </ac:inkMkLst>
        </pc:inkChg>
        <pc:inkChg chg="add mod">
          <ac:chgData name="Mahima Weerasinghe" userId="e11e3f55-42da-4e07-8ead-4d7a1d7ea1c6" providerId="ADAL" clId="{A71A91A0-537E-435E-A57A-6A59184BC47A}" dt="2024-08-18T13:55:20.575" v="3420"/>
          <ac:inkMkLst>
            <pc:docMk/>
            <pc:sldMk cId="4187991329" sldId="367"/>
            <ac:inkMk id="8278" creationId="{2D7C9726-5BB5-B9E1-A302-76B843302345}"/>
          </ac:inkMkLst>
        </pc:inkChg>
        <pc:inkChg chg="add mod">
          <ac:chgData name="Mahima Weerasinghe" userId="e11e3f55-42da-4e07-8ead-4d7a1d7ea1c6" providerId="ADAL" clId="{A71A91A0-537E-435E-A57A-6A59184BC47A}" dt="2024-08-18T13:55:20.575" v="3420"/>
          <ac:inkMkLst>
            <pc:docMk/>
            <pc:sldMk cId="4187991329" sldId="367"/>
            <ac:inkMk id="8279" creationId="{463A8139-7C2E-9461-30E4-A577C7F227E8}"/>
          </ac:inkMkLst>
        </pc:inkChg>
        <pc:inkChg chg="add mod">
          <ac:chgData name="Mahima Weerasinghe" userId="e11e3f55-42da-4e07-8ead-4d7a1d7ea1c6" providerId="ADAL" clId="{A71A91A0-537E-435E-A57A-6A59184BC47A}" dt="2024-08-18T13:55:59.180" v="3423"/>
          <ac:inkMkLst>
            <pc:docMk/>
            <pc:sldMk cId="4187991329" sldId="367"/>
            <ac:inkMk id="8281" creationId="{D4536C09-F17B-CC9A-2F3E-354724B68B76}"/>
          </ac:inkMkLst>
        </pc:inkChg>
        <pc:inkChg chg="add mod">
          <ac:chgData name="Mahima Weerasinghe" userId="e11e3f55-42da-4e07-8ead-4d7a1d7ea1c6" providerId="ADAL" clId="{A71A91A0-537E-435E-A57A-6A59184BC47A}" dt="2024-08-18T13:55:59.180" v="3423"/>
          <ac:inkMkLst>
            <pc:docMk/>
            <pc:sldMk cId="4187991329" sldId="367"/>
            <ac:inkMk id="8282" creationId="{2532B224-3F99-758E-4916-FB70E1A00309}"/>
          </ac:inkMkLst>
        </pc:inkChg>
        <pc:inkChg chg="add mod">
          <ac:chgData name="Mahima Weerasinghe" userId="e11e3f55-42da-4e07-8ead-4d7a1d7ea1c6" providerId="ADAL" clId="{A71A91A0-537E-435E-A57A-6A59184BC47A}" dt="2024-08-18T13:56:10.560" v="3438"/>
          <ac:inkMkLst>
            <pc:docMk/>
            <pc:sldMk cId="4187991329" sldId="367"/>
            <ac:inkMk id="8284" creationId="{D559D971-135F-4B03-0DB5-09773293993A}"/>
          </ac:inkMkLst>
        </pc:inkChg>
        <pc:inkChg chg="add mod">
          <ac:chgData name="Mahima Weerasinghe" userId="e11e3f55-42da-4e07-8ead-4d7a1d7ea1c6" providerId="ADAL" clId="{A71A91A0-537E-435E-A57A-6A59184BC47A}" dt="2024-08-18T13:56:10.560" v="3438"/>
          <ac:inkMkLst>
            <pc:docMk/>
            <pc:sldMk cId="4187991329" sldId="367"/>
            <ac:inkMk id="8285" creationId="{374F491C-7587-9C79-5443-18508D3E823D}"/>
          </ac:inkMkLst>
        </pc:inkChg>
        <pc:inkChg chg="add mod">
          <ac:chgData name="Mahima Weerasinghe" userId="e11e3f55-42da-4e07-8ead-4d7a1d7ea1c6" providerId="ADAL" clId="{A71A91A0-537E-435E-A57A-6A59184BC47A}" dt="2024-08-18T13:56:10.560" v="3438"/>
          <ac:inkMkLst>
            <pc:docMk/>
            <pc:sldMk cId="4187991329" sldId="367"/>
            <ac:inkMk id="8286" creationId="{CF30F75A-F00F-3FDA-34D4-252C46E7F6EB}"/>
          </ac:inkMkLst>
        </pc:inkChg>
        <pc:inkChg chg="add mod">
          <ac:chgData name="Mahima Weerasinghe" userId="e11e3f55-42da-4e07-8ead-4d7a1d7ea1c6" providerId="ADAL" clId="{A71A91A0-537E-435E-A57A-6A59184BC47A}" dt="2024-08-18T13:56:10.560" v="3438"/>
          <ac:inkMkLst>
            <pc:docMk/>
            <pc:sldMk cId="4187991329" sldId="367"/>
            <ac:inkMk id="8288" creationId="{45490881-B4DD-DCF9-0744-2A96EE155BCA}"/>
          </ac:inkMkLst>
        </pc:inkChg>
        <pc:inkChg chg="add mod">
          <ac:chgData name="Mahima Weerasinghe" userId="e11e3f55-42da-4e07-8ead-4d7a1d7ea1c6" providerId="ADAL" clId="{A71A91A0-537E-435E-A57A-6A59184BC47A}" dt="2024-08-18T13:56:10.560" v="3438"/>
          <ac:inkMkLst>
            <pc:docMk/>
            <pc:sldMk cId="4187991329" sldId="367"/>
            <ac:inkMk id="8289" creationId="{163FBA07-E9C4-C7CB-8F1E-E641A85D5715}"/>
          </ac:inkMkLst>
        </pc:inkChg>
        <pc:inkChg chg="add mod">
          <ac:chgData name="Mahima Weerasinghe" userId="e11e3f55-42da-4e07-8ead-4d7a1d7ea1c6" providerId="ADAL" clId="{A71A91A0-537E-435E-A57A-6A59184BC47A}" dt="2024-08-18T13:56:10.560" v="3438"/>
          <ac:inkMkLst>
            <pc:docMk/>
            <pc:sldMk cId="4187991329" sldId="367"/>
            <ac:inkMk id="8290" creationId="{CF451BD4-B4CA-7932-881D-052FBA3079A6}"/>
          </ac:inkMkLst>
        </pc:inkChg>
        <pc:inkChg chg="add mod">
          <ac:chgData name="Mahima Weerasinghe" userId="e11e3f55-42da-4e07-8ead-4d7a1d7ea1c6" providerId="ADAL" clId="{A71A91A0-537E-435E-A57A-6A59184BC47A}" dt="2024-08-18T13:56:10.560" v="3438"/>
          <ac:inkMkLst>
            <pc:docMk/>
            <pc:sldMk cId="4187991329" sldId="367"/>
            <ac:inkMk id="8291" creationId="{2987DB43-F839-90BC-9754-D7C7600CD060}"/>
          </ac:inkMkLst>
        </pc:inkChg>
        <pc:inkChg chg="add mod">
          <ac:chgData name="Mahima Weerasinghe" userId="e11e3f55-42da-4e07-8ead-4d7a1d7ea1c6" providerId="ADAL" clId="{A71A91A0-537E-435E-A57A-6A59184BC47A}" dt="2024-08-18T13:56:10.560" v="3438"/>
          <ac:inkMkLst>
            <pc:docMk/>
            <pc:sldMk cId="4187991329" sldId="367"/>
            <ac:inkMk id="8292" creationId="{9DEEB455-1E46-EC00-5269-970D3C6F5F16}"/>
          </ac:inkMkLst>
        </pc:inkChg>
        <pc:inkChg chg="add mod">
          <ac:chgData name="Mahima Weerasinghe" userId="e11e3f55-42da-4e07-8ead-4d7a1d7ea1c6" providerId="ADAL" clId="{A71A91A0-537E-435E-A57A-6A59184BC47A}" dt="2024-08-18T13:56:10.560" v="3438"/>
          <ac:inkMkLst>
            <pc:docMk/>
            <pc:sldMk cId="4187991329" sldId="367"/>
            <ac:inkMk id="8294" creationId="{D8DC50A3-019E-B801-0D97-C880A7F06CA7}"/>
          </ac:inkMkLst>
        </pc:inkChg>
        <pc:inkChg chg="add mod">
          <ac:chgData name="Mahima Weerasinghe" userId="e11e3f55-42da-4e07-8ead-4d7a1d7ea1c6" providerId="ADAL" clId="{A71A91A0-537E-435E-A57A-6A59184BC47A}" dt="2024-08-18T13:56:10.560" v="3438"/>
          <ac:inkMkLst>
            <pc:docMk/>
            <pc:sldMk cId="4187991329" sldId="367"/>
            <ac:inkMk id="8295" creationId="{11F47656-BCAB-6647-EE90-42594A63EE89}"/>
          </ac:inkMkLst>
        </pc:inkChg>
        <pc:inkChg chg="add mod">
          <ac:chgData name="Mahima Weerasinghe" userId="e11e3f55-42da-4e07-8ead-4d7a1d7ea1c6" providerId="ADAL" clId="{A71A91A0-537E-435E-A57A-6A59184BC47A}" dt="2024-08-18T13:56:10.560" v="3438"/>
          <ac:inkMkLst>
            <pc:docMk/>
            <pc:sldMk cId="4187991329" sldId="367"/>
            <ac:inkMk id="8296" creationId="{BEC19BB8-339B-6E3D-1FE1-734AFE96B43F}"/>
          </ac:inkMkLst>
        </pc:inkChg>
        <pc:inkChg chg="add mod">
          <ac:chgData name="Mahima Weerasinghe" userId="e11e3f55-42da-4e07-8ead-4d7a1d7ea1c6" providerId="ADAL" clId="{A71A91A0-537E-435E-A57A-6A59184BC47A}" dt="2024-08-18T13:56:10.560" v="3438"/>
          <ac:inkMkLst>
            <pc:docMk/>
            <pc:sldMk cId="4187991329" sldId="367"/>
            <ac:inkMk id="8297" creationId="{77DC1717-882C-90D8-7370-4AFC264C4CE7}"/>
          </ac:inkMkLst>
        </pc:inkChg>
        <pc:inkChg chg="add mod">
          <ac:chgData name="Mahima Weerasinghe" userId="e11e3f55-42da-4e07-8ead-4d7a1d7ea1c6" providerId="ADAL" clId="{A71A91A0-537E-435E-A57A-6A59184BC47A}" dt="2024-08-18T13:56:15.968" v="3441"/>
          <ac:inkMkLst>
            <pc:docMk/>
            <pc:sldMk cId="4187991329" sldId="367"/>
            <ac:inkMk id="8299" creationId="{0890A7C4-1917-4FE7-33A5-1B4F6F96EDAA}"/>
          </ac:inkMkLst>
        </pc:inkChg>
        <pc:inkChg chg="add mod">
          <ac:chgData name="Mahima Weerasinghe" userId="e11e3f55-42da-4e07-8ead-4d7a1d7ea1c6" providerId="ADAL" clId="{A71A91A0-537E-435E-A57A-6A59184BC47A}" dt="2024-08-18T13:56:15.968" v="3441"/>
          <ac:inkMkLst>
            <pc:docMk/>
            <pc:sldMk cId="4187991329" sldId="367"/>
            <ac:inkMk id="8300" creationId="{BC8A7666-E1EF-9170-D6EA-757437A236C4}"/>
          </ac:inkMkLst>
        </pc:inkChg>
        <pc:inkChg chg="add mod">
          <ac:chgData name="Mahima Weerasinghe" userId="e11e3f55-42da-4e07-8ead-4d7a1d7ea1c6" providerId="ADAL" clId="{A71A91A0-537E-435E-A57A-6A59184BC47A}" dt="2024-08-18T13:57:25.139" v="3452"/>
          <ac:inkMkLst>
            <pc:docMk/>
            <pc:sldMk cId="4187991329" sldId="367"/>
            <ac:inkMk id="8302" creationId="{43C5EE1F-FEEF-1A9F-316B-2E2BBDB9B149}"/>
          </ac:inkMkLst>
        </pc:inkChg>
        <pc:inkChg chg="add mod">
          <ac:chgData name="Mahima Weerasinghe" userId="e11e3f55-42da-4e07-8ead-4d7a1d7ea1c6" providerId="ADAL" clId="{A71A91A0-537E-435E-A57A-6A59184BC47A}" dt="2024-08-18T13:57:25.139" v="3452"/>
          <ac:inkMkLst>
            <pc:docMk/>
            <pc:sldMk cId="4187991329" sldId="367"/>
            <ac:inkMk id="8303" creationId="{B703A558-F969-2E70-DA9E-F89EC80617CF}"/>
          </ac:inkMkLst>
        </pc:inkChg>
        <pc:inkChg chg="add mod">
          <ac:chgData name="Mahima Weerasinghe" userId="e11e3f55-42da-4e07-8ead-4d7a1d7ea1c6" providerId="ADAL" clId="{A71A91A0-537E-435E-A57A-6A59184BC47A}" dt="2024-08-18T13:57:25.139" v="3452"/>
          <ac:inkMkLst>
            <pc:docMk/>
            <pc:sldMk cId="4187991329" sldId="367"/>
            <ac:inkMk id="8304" creationId="{14821F1B-C19D-E023-999E-1D16C74E7BD8}"/>
          </ac:inkMkLst>
        </pc:inkChg>
        <pc:inkChg chg="add mod">
          <ac:chgData name="Mahima Weerasinghe" userId="e11e3f55-42da-4e07-8ead-4d7a1d7ea1c6" providerId="ADAL" clId="{A71A91A0-537E-435E-A57A-6A59184BC47A}" dt="2024-08-18T13:57:25.139" v="3452"/>
          <ac:inkMkLst>
            <pc:docMk/>
            <pc:sldMk cId="4187991329" sldId="367"/>
            <ac:inkMk id="8305" creationId="{1344E7A3-6041-F3C1-1980-0F551206ADE4}"/>
          </ac:inkMkLst>
        </pc:inkChg>
        <pc:inkChg chg="add mod">
          <ac:chgData name="Mahima Weerasinghe" userId="e11e3f55-42da-4e07-8ead-4d7a1d7ea1c6" providerId="ADAL" clId="{A71A91A0-537E-435E-A57A-6A59184BC47A}" dt="2024-08-18T13:57:29.604" v="3460"/>
          <ac:inkMkLst>
            <pc:docMk/>
            <pc:sldMk cId="4187991329" sldId="367"/>
            <ac:inkMk id="8306" creationId="{F7F204AF-593D-6490-4654-1DAB2AFB71F5}"/>
          </ac:inkMkLst>
        </pc:inkChg>
        <pc:inkChg chg="add mod">
          <ac:chgData name="Mahima Weerasinghe" userId="e11e3f55-42da-4e07-8ead-4d7a1d7ea1c6" providerId="ADAL" clId="{A71A91A0-537E-435E-A57A-6A59184BC47A}" dt="2024-08-18T13:57:29.604" v="3460"/>
          <ac:inkMkLst>
            <pc:docMk/>
            <pc:sldMk cId="4187991329" sldId="367"/>
            <ac:inkMk id="8307" creationId="{78A3C1D6-E193-B510-2B31-0CA7002FA814}"/>
          </ac:inkMkLst>
        </pc:inkChg>
        <pc:inkChg chg="add mod">
          <ac:chgData name="Mahima Weerasinghe" userId="e11e3f55-42da-4e07-8ead-4d7a1d7ea1c6" providerId="ADAL" clId="{A71A91A0-537E-435E-A57A-6A59184BC47A}" dt="2024-08-18T13:57:29.604" v="3460"/>
          <ac:inkMkLst>
            <pc:docMk/>
            <pc:sldMk cId="4187991329" sldId="367"/>
            <ac:inkMk id="8308" creationId="{3AEBC7E0-AB2D-0F2C-284F-4D6A93A7EB45}"/>
          </ac:inkMkLst>
        </pc:inkChg>
        <pc:inkChg chg="add mod">
          <ac:chgData name="Mahima Weerasinghe" userId="e11e3f55-42da-4e07-8ead-4d7a1d7ea1c6" providerId="ADAL" clId="{A71A91A0-537E-435E-A57A-6A59184BC47A}" dt="2024-08-18T13:57:29.604" v="3460"/>
          <ac:inkMkLst>
            <pc:docMk/>
            <pc:sldMk cId="4187991329" sldId="367"/>
            <ac:inkMk id="8309" creationId="{DCDAD4A9-783F-DD86-B3E7-5C9C376FCCC5}"/>
          </ac:inkMkLst>
        </pc:inkChg>
        <pc:inkChg chg="add mod">
          <ac:chgData name="Mahima Weerasinghe" userId="e11e3f55-42da-4e07-8ead-4d7a1d7ea1c6" providerId="ADAL" clId="{A71A91A0-537E-435E-A57A-6A59184BC47A}" dt="2024-08-18T13:57:29.604" v="3460"/>
          <ac:inkMkLst>
            <pc:docMk/>
            <pc:sldMk cId="4187991329" sldId="367"/>
            <ac:inkMk id="8310" creationId="{5EFB3CF6-5E1D-370A-E544-1B89EFE654B2}"/>
          </ac:inkMkLst>
        </pc:inkChg>
        <pc:inkChg chg="add mod">
          <ac:chgData name="Mahima Weerasinghe" userId="e11e3f55-42da-4e07-8ead-4d7a1d7ea1c6" providerId="ADAL" clId="{A71A91A0-537E-435E-A57A-6A59184BC47A}" dt="2024-08-18T13:57:29.604" v="3460"/>
          <ac:inkMkLst>
            <pc:docMk/>
            <pc:sldMk cId="4187991329" sldId="367"/>
            <ac:inkMk id="8311" creationId="{AC57C477-2A43-A804-26BB-CD03B0E7E8EB}"/>
          </ac:inkMkLst>
        </pc:inkChg>
        <pc:inkChg chg="add mod">
          <ac:chgData name="Mahima Weerasinghe" userId="e11e3f55-42da-4e07-8ead-4d7a1d7ea1c6" providerId="ADAL" clId="{A71A91A0-537E-435E-A57A-6A59184BC47A}" dt="2024-08-18T13:57:29.604" v="3460"/>
          <ac:inkMkLst>
            <pc:docMk/>
            <pc:sldMk cId="4187991329" sldId="367"/>
            <ac:inkMk id="8315" creationId="{B3EE9FEB-1EE9-3B90-A1D8-7134465BAA76}"/>
          </ac:inkMkLst>
        </pc:inkChg>
        <pc:inkChg chg="add mod">
          <ac:chgData name="Mahima Weerasinghe" userId="e11e3f55-42da-4e07-8ead-4d7a1d7ea1c6" providerId="ADAL" clId="{A71A91A0-537E-435E-A57A-6A59184BC47A}" dt="2024-08-18T13:57:29.604" v="3460"/>
          <ac:inkMkLst>
            <pc:docMk/>
            <pc:sldMk cId="4187991329" sldId="367"/>
            <ac:inkMk id="8316" creationId="{20EBDB5E-3692-B006-09C9-03E4235F9D62}"/>
          </ac:inkMkLst>
        </pc:inkChg>
        <pc:inkChg chg="add mod">
          <ac:chgData name="Mahima Weerasinghe" userId="e11e3f55-42da-4e07-8ead-4d7a1d7ea1c6" providerId="ADAL" clId="{A71A91A0-537E-435E-A57A-6A59184BC47A}" dt="2024-08-18T13:57:29.604" v="3460"/>
          <ac:inkMkLst>
            <pc:docMk/>
            <pc:sldMk cId="4187991329" sldId="367"/>
            <ac:inkMk id="8317" creationId="{5FFD8828-9875-CD97-8BCC-F014B8C9FB76}"/>
          </ac:inkMkLst>
        </pc:inkChg>
        <pc:inkChg chg="add mod">
          <ac:chgData name="Mahima Weerasinghe" userId="e11e3f55-42da-4e07-8ead-4d7a1d7ea1c6" providerId="ADAL" clId="{A71A91A0-537E-435E-A57A-6A59184BC47A}" dt="2024-08-18T13:57:29.604" v="3460"/>
          <ac:inkMkLst>
            <pc:docMk/>
            <pc:sldMk cId="4187991329" sldId="367"/>
            <ac:inkMk id="8318" creationId="{F211F045-F7C3-DC8E-ABAA-4479CA44DD0C}"/>
          </ac:inkMkLst>
        </pc:inkChg>
        <pc:inkChg chg="add mod">
          <ac:chgData name="Mahima Weerasinghe" userId="e11e3f55-42da-4e07-8ead-4d7a1d7ea1c6" providerId="ADAL" clId="{A71A91A0-537E-435E-A57A-6A59184BC47A}" dt="2024-08-18T13:57:29.604" v="3460"/>
          <ac:inkMkLst>
            <pc:docMk/>
            <pc:sldMk cId="4187991329" sldId="367"/>
            <ac:inkMk id="8319" creationId="{EBC0562B-217A-ECAC-EDC1-2E75E95575A3}"/>
          </ac:inkMkLst>
        </pc:inkChg>
        <pc:inkChg chg="add mod">
          <ac:chgData name="Mahima Weerasinghe" userId="e11e3f55-42da-4e07-8ead-4d7a1d7ea1c6" providerId="ADAL" clId="{A71A91A0-537E-435E-A57A-6A59184BC47A}" dt="2024-08-18T13:57:29.604" v="3460"/>
          <ac:inkMkLst>
            <pc:docMk/>
            <pc:sldMk cId="4187991329" sldId="367"/>
            <ac:inkMk id="8320" creationId="{EE0E5FDA-2500-676D-1832-05FAAD106202}"/>
          </ac:inkMkLst>
        </pc:inkChg>
        <pc:inkChg chg="add mod">
          <ac:chgData name="Mahima Weerasinghe" userId="e11e3f55-42da-4e07-8ead-4d7a1d7ea1c6" providerId="ADAL" clId="{A71A91A0-537E-435E-A57A-6A59184BC47A}" dt="2024-08-18T13:57:29.604" v="3460"/>
          <ac:inkMkLst>
            <pc:docMk/>
            <pc:sldMk cId="4187991329" sldId="367"/>
            <ac:inkMk id="8321" creationId="{6FDA0BAD-186A-4101-410C-2103F364E93E}"/>
          </ac:inkMkLst>
        </pc:inkChg>
        <pc:inkChg chg="add mod">
          <ac:chgData name="Mahima Weerasinghe" userId="e11e3f55-42da-4e07-8ead-4d7a1d7ea1c6" providerId="ADAL" clId="{A71A91A0-537E-435E-A57A-6A59184BC47A}" dt="2024-08-18T13:57:38.780" v="3471"/>
          <ac:inkMkLst>
            <pc:docMk/>
            <pc:sldMk cId="4187991329" sldId="367"/>
            <ac:inkMk id="8324" creationId="{69DADB14-7FCC-B744-6012-D9817052B952}"/>
          </ac:inkMkLst>
        </pc:inkChg>
        <pc:inkChg chg="add mod">
          <ac:chgData name="Mahima Weerasinghe" userId="e11e3f55-42da-4e07-8ead-4d7a1d7ea1c6" providerId="ADAL" clId="{A71A91A0-537E-435E-A57A-6A59184BC47A}" dt="2024-08-18T13:57:38.780" v="3471"/>
          <ac:inkMkLst>
            <pc:docMk/>
            <pc:sldMk cId="4187991329" sldId="367"/>
            <ac:inkMk id="8325" creationId="{E97FE72A-E479-E214-8F55-22A525EB530F}"/>
          </ac:inkMkLst>
        </pc:inkChg>
        <pc:inkChg chg="add mod">
          <ac:chgData name="Mahima Weerasinghe" userId="e11e3f55-42da-4e07-8ead-4d7a1d7ea1c6" providerId="ADAL" clId="{A71A91A0-537E-435E-A57A-6A59184BC47A}" dt="2024-08-18T13:57:38.780" v="3471"/>
          <ac:inkMkLst>
            <pc:docMk/>
            <pc:sldMk cId="4187991329" sldId="367"/>
            <ac:inkMk id="8326" creationId="{BBCAA67E-309A-9287-C917-66AB0B5361C9}"/>
          </ac:inkMkLst>
        </pc:inkChg>
        <pc:inkChg chg="add mod">
          <ac:chgData name="Mahima Weerasinghe" userId="e11e3f55-42da-4e07-8ead-4d7a1d7ea1c6" providerId="ADAL" clId="{A71A91A0-537E-435E-A57A-6A59184BC47A}" dt="2024-08-18T13:57:38.780" v="3471"/>
          <ac:inkMkLst>
            <pc:docMk/>
            <pc:sldMk cId="4187991329" sldId="367"/>
            <ac:inkMk id="8327" creationId="{5DCCCE2B-2A16-91B3-66B7-ECF65F828743}"/>
          </ac:inkMkLst>
        </pc:inkChg>
        <pc:inkChg chg="add mod">
          <ac:chgData name="Mahima Weerasinghe" userId="e11e3f55-42da-4e07-8ead-4d7a1d7ea1c6" providerId="ADAL" clId="{A71A91A0-537E-435E-A57A-6A59184BC47A}" dt="2024-08-18T13:57:38.780" v="3471"/>
          <ac:inkMkLst>
            <pc:docMk/>
            <pc:sldMk cId="4187991329" sldId="367"/>
            <ac:inkMk id="8328" creationId="{80797B73-D703-8127-A581-974F405144D5}"/>
          </ac:inkMkLst>
        </pc:inkChg>
        <pc:inkChg chg="add mod">
          <ac:chgData name="Mahima Weerasinghe" userId="e11e3f55-42da-4e07-8ead-4d7a1d7ea1c6" providerId="ADAL" clId="{A71A91A0-537E-435E-A57A-6A59184BC47A}" dt="2024-08-18T13:57:38.780" v="3471"/>
          <ac:inkMkLst>
            <pc:docMk/>
            <pc:sldMk cId="4187991329" sldId="367"/>
            <ac:inkMk id="8329" creationId="{65096AEC-D6A5-1FAC-0B18-4E01040E7B4E}"/>
          </ac:inkMkLst>
        </pc:inkChg>
        <pc:inkChg chg="add mod">
          <ac:chgData name="Mahima Weerasinghe" userId="e11e3f55-42da-4e07-8ead-4d7a1d7ea1c6" providerId="ADAL" clId="{A71A91A0-537E-435E-A57A-6A59184BC47A}" dt="2024-08-18T13:57:38.780" v="3471"/>
          <ac:inkMkLst>
            <pc:docMk/>
            <pc:sldMk cId="4187991329" sldId="367"/>
            <ac:inkMk id="8331" creationId="{A444D007-52DD-3095-28CC-2CDDC74A8BC5}"/>
          </ac:inkMkLst>
        </pc:inkChg>
        <pc:inkChg chg="add mod">
          <ac:chgData name="Mahima Weerasinghe" userId="e11e3f55-42da-4e07-8ead-4d7a1d7ea1c6" providerId="ADAL" clId="{A71A91A0-537E-435E-A57A-6A59184BC47A}" dt="2024-08-18T13:57:40.858" v="3474"/>
          <ac:inkMkLst>
            <pc:docMk/>
            <pc:sldMk cId="4187991329" sldId="367"/>
            <ac:inkMk id="8332" creationId="{3D9B46D4-7DF9-A39F-B0C8-9807A72AC6C9}"/>
          </ac:inkMkLst>
        </pc:inkChg>
        <pc:inkChg chg="add mod">
          <ac:chgData name="Mahima Weerasinghe" userId="e11e3f55-42da-4e07-8ead-4d7a1d7ea1c6" providerId="ADAL" clId="{A71A91A0-537E-435E-A57A-6A59184BC47A}" dt="2024-08-18T13:57:40.858" v="3474"/>
          <ac:inkMkLst>
            <pc:docMk/>
            <pc:sldMk cId="4187991329" sldId="367"/>
            <ac:inkMk id="8333" creationId="{A8629E6B-B98F-7832-E091-0FC94A4D278F}"/>
          </ac:inkMkLst>
        </pc:inkChg>
        <pc:inkChg chg="add mod">
          <ac:chgData name="Mahima Weerasinghe" userId="e11e3f55-42da-4e07-8ead-4d7a1d7ea1c6" providerId="ADAL" clId="{A71A91A0-537E-435E-A57A-6A59184BC47A}" dt="2024-08-18T13:57:40.858" v="3474"/>
          <ac:inkMkLst>
            <pc:docMk/>
            <pc:sldMk cId="4187991329" sldId="367"/>
            <ac:inkMk id="8336" creationId="{B45D2845-4CF9-AE07-B39B-FCC2C366DEBC}"/>
          </ac:inkMkLst>
        </pc:inkChg>
        <pc:inkChg chg="add mod">
          <ac:chgData name="Mahima Weerasinghe" userId="e11e3f55-42da-4e07-8ead-4d7a1d7ea1c6" providerId="ADAL" clId="{A71A91A0-537E-435E-A57A-6A59184BC47A}" dt="2024-08-18T13:57:40.858" v="3474"/>
          <ac:inkMkLst>
            <pc:docMk/>
            <pc:sldMk cId="4187991329" sldId="367"/>
            <ac:inkMk id="8337" creationId="{11428085-0E65-DA6D-B0AF-09BABE820ACC}"/>
          </ac:inkMkLst>
        </pc:inkChg>
        <pc:inkChg chg="add mod">
          <ac:chgData name="Mahima Weerasinghe" userId="e11e3f55-42da-4e07-8ead-4d7a1d7ea1c6" providerId="ADAL" clId="{A71A91A0-537E-435E-A57A-6A59184BC47A}" dt="2024-08-18T13:57:44.345" v="3482"/>
          <ac:inkMkLst>
            <pc:docMk/>
            <pc:sldMk cId="4187991329" sldId="367"/>
            <ac:inkMk id="8339" creationId="{F271BFF4-E475-F6D2-F924-C5D748199907}"/>
          </ac:inkMkLst>
        </pc:inkChg>
        <pc:inkChg chg="add mod">
          <ac:chgData name="Mahima Weerasinghe" userId="e11e3f55-42da-4e07-8ead-4d7a1d7ea1c6" providerId="ADAL" clId="{A71A91A0-537E-435E-A57A-6A59184BC47A}" dt="2024-08-18T13:57:44.345" v="3482"/>
          <ac:inkMkLst>
            <pc:docMk/>
            <pc:sldMk cId="4187991329" sldId="367"/>
            <ac:inkMk id="8340" creationId="{24460185-3CA8-91A6-4344-4FBAB2C05E01}"/>
          </ac:inkMkLst>
        </pc:inkChg>
        <pc:inkChg chg="add mod">
          <ac:chgData name="Mahima Weerasinghe" userId="e11e3f55-42da-4e07-8ead-4d7a1d7ea1c6" providerId="ADAL" clId="{A71A91A0-537E-435E-A57A-6A59184BC47A}" dt="2024-08-18T13:57:44.345" v="3482"/>
          <ac:inkMkLst>
            <pc:docMk/>
            <pc:sldMk cId="4187991329" sldId="367"/>
            <ac:inkMk id="8341" creationId="{0972E8C6-B661-DE6E-F801-1DB1414376E2}"/>
          </ac:inkMkLst>
        </pc:inkChg>
        <pc:inkChg chg="add mod">
          <ac:chgData name="Mahima Weerasinghe" userId="e11e3f55-42da-4e07-8ead-4d7a1d7ea1c6" providerId="ADAL" clId="{A71A91A0-537E-435E-A57A-6A59184BC47A}" dt="2024-08-18T13:57:44.345" v="3482"/>
          <ac:inkMkLst>
            <pc:docMk/>
            <pc:sldMk cId="4187991329" sldId="367"/>
            <ac:inkMk id="8342" creationId="{068F16D8-0030-F317-4851-943FA6AA6C16}"/>
          </ac:inkMkLst>
        </pc:inkChg>
        <pc:inkChg chg="add mod">
          <ac:chgData name="Mahima Weerasinghe" userId="e11e3f55-42da-4e07-8ead-4d7a1d7ea1c6" providerId="ADAL" clId="{A71A91A0-537E-435E-A57A-6A59184BC47A}" dt="2024-08-18T13:57:44.345" v="3482"/>
          <ac:inkMkLst>
            <pc:docMk/>
            <pc:sldMk cId="4187991329" sldId="367"/>
            <ac:inkMk id="8343" creationId="{62D9943B-CFBF-1007-92A9-9424A4BD921F}"/>
          </ac:inkMkLst>
        </pc:inkChg>
        <pc:inkChg chg="add mod">
          <ac:chgData name="Mahima Weerasinghe" userId="e11e3f55-42da-4e07-8ead-4d7a1d7ea1c6" providerId="ADAL" clId="{A71A91A0-537E-435E-A57A-6A59184BC47A}" dt="2024-08-18T13:57:44.345" v="3482"/>
          <ac:inkMkLst>
            <pc:docMk/>
            <pc:sldMk cId="4187991329" sldId="367"/>
            <ac:inkMk id="8344" creationId="{FFC79E06-7D4A-D524-DBE5-59E93661F32F}"/>
          </ac:inkMkLst>
        </pc:inkChg>
        <pc:inkChg chg="add mod">
          <ac:chgData name="Mahima Weerasinghe" userId="e11e3f55-42da-4e07-8ead-4d7a1d7ea1c6" providerId="ADAL" clId="{A71A91A0-537E-435E-A57A-6A59184BC47A}" dt="2024-08-18T13:57:44.345" v="3482"/>
          <ac:inkMkLst>
            <pc:docMk/>
            <pc:sldMk cId="4187991329" sldId="367"/>
            <ac:inkMk id="8345" creationId="{D49E007E-B9E3-2982-E871-A9D78E49BF25}"/>
          </ac:inkMkLst>
        </pc:inkChg>
      </pc:sldChg>
      <pc:sldChg chg="del">
        <pc:chgData name="Mahima Weerasinghe" userId="e11e3f55-42da-4e07-8ead-4d7a1d7ea1c6" providerId="ADAL" clId="{A71A91A0-537E-435E-A57A-6A59184BC47A}" dt="2024-08-18T02:37:24.325" v="796" actId="47"/>
        <pc:sldMkLst>
          <pc:docMk/>
          <pc:sldMk cId="2935207895" sldId="368"/>
        </pc:sldMkLst>
      </pc:sldChg>
      <pc:sldChg chg="del">
        <pc:chgData name="Mahima Weerasinghe" userId="e11e3f55-42da-4e07-8ead-4d7a1d7ea1c6" providerId="ADAL" clId="{A71A91A0-537E-435E-A57A-6A59184BC47A}" dt="2024-08-18T02:35:59.597" v="790" actId="47"/>
        <pc:sldMkLst>
          <pc:docMk/>
          <pc:sldMk cId="3041434416" sldId="369"/>
        </pc:sldMkLst>
      </pc:sldChg>
      <pc:sldChg chg="del">
        <pc:chgData name="Mahima Weerasinghe" userId="e11e3f55-42da-4e07-8ead-4d7a1d7ea1c6" providerId="ADAL" clId="{A71A91A0-537E-435E-A57A-6A59184BC47A}" dt="2024-08-18T02:36:01.466" v="791" actId="47"/>
        <pc:sldMkLst>
          <pc:docMk/>
          <pc:sldMk cId="3925340433" sldId="370"/>
        </pc:sldMkLst>
      </pc:sldChg>
      <pc:sldChg chg="del">
        <pc:chgData name="Mahima Weerasinghe" userId="e11e3f55-42da-4e07-8ead-4d7a1d7ea1c6" providerId="ADAL" clId="{A71A91A0-537E-435E-A57A-6A59184BC47A}" dt="2024-08-18T02:36:21.357" v="794" actId="47"/>
        <pc:sldMkLst>
          <pc:docMk/>
          <pc:sldMk cId="1813968722" sldId="371"/>
        </pc:sldMkLst>
      </pc:sldChg>
      <pc:sldChg chg="del">
        <pc:chgData name="Mahima Weerasinghe" userId="e11e3f55-42da-4e07-8ead-4d7a1d7ea1c6" providerId="ADAL" clId="{A71A91A0-537E-435E-A57A-6A59184BC47A}" dt="2024-08-18T02:36:04.896" v="792" actId="47"/>
        <pc:sldMkLst>
          <pc:docMk/>
          <pc:sldMk cId="1076085907" sldId="372"/>
        </pc:sldMkLst>
      </pc:sldChg>
      <pc:sldChg chg="del">
        <pc:chgData name="Mahima Weerasinghe" userId="e11e3f55-42da-4e07-8ead-4d7a1d7ea1c6" providerId="ADAL" clId="{A71A91A0-537E-435E-A57A-6A59184BC47A}" dt="2024-08-18T02:36:23.516" v="795" actId="47"/>
        <pc:sldMkLst>
          <pc:docMk/>
          <pc:sldMk cId="3536485390" sldId="373"/>
        </pc:sldMkLst>
      </pc:sldChg>
      <pc:sldChg chg="del">
        <pc:chgData name="Mahima Weerasinghe" userId="e11e3f55-42da-4e07-8ead-4d7a1d7ea1c6" providerId="ADAL" clId="{A71A91A0-537E-435E-A57A-6A59184BC47A}" dt="2024-08-18T02:36:06.199" v="793" actId="47"/>
        <pc:sldMkLst>
          <pc:docMk/>
          <pc:sldMk cId="1761336648" sldId="374"/>
        </pc:sldMkLst>
      </pc:sldChg>
      <pc:sldChg chg="addSp delSp modSp new mod">
        <pc:chgData name="Mahima Weerasinghe" userId="e11e3f55-42da-4e07-8ead-4d7a1d7ea1c6" providerId="ADAL" clId="{A71A91A0-537E-435E-A57A-6A59184BC47A}" dt="2024-08-18T12:51:54.817" v="3098" actId="9405"/>
        <pc:sldMkLst>
          <pc:docMk/>
          <pc:sldMk cId="3120299242" sldId="375"/>
        </pc:sldMkLst>
        <pc:spChg chg="del">
          <ac:chgData name="Mahima Weerasinghe" userId="e11e3f55-42da-4e07-8ead-4d7a1d7ea1c6" providerId="ADAL" clId="{A71A91A0-537E-435E-A57A-6A59184BC47A}" dt="2024-08-17T13:34:14.001" v="193" actId="478"/>
          <ac:spMkLst>
            <pc:docMk/>
            <pc:sldMk cId="3120299242" sldId="375"/>
            <ac:spMk id="2" creationId="{47635007-AAB9-8D95-CFAE-4BDC00F7FF2A}"/>
          </ac:spMkLst>
        </pc:spChg>
        <pc:picChg chg="add mod">
          <ac:chgData name="Mahima Weerasinghe" userId="e11e3f55-42da-4e07-8ead-4d7a1d7ea1c6" providerId="ADAL" clId="{A71A91A0-537E-435E-A57A-6A59184BC47A}" dt="2024-08-17T13:34:55.280" v="203" actId="1076"/>
          <ac:picMkLst>
            <pc:docMk/>
            <pc:sldMk cId="3120299242" sldId="375"/>
            <ac:picMk id="1026" creationId="{C0EC8C97-3089-2E82-EEE5-179B3B89151A}"/>
          </ac:picMkLst>
        </pc:picChg>
        <pc:picChg chg="add mod">
          <ac:chgData name="Mahima Weerasinghe" userId="e11e3f55-42da-4e07-8ead-4d7a1d7ea1c6" providerId="ADAL" clId="{A71A91A0-537E-435E-A57A-6A59184BC47A}" dt="2024-08-17T13:35:48.597" v="207" actId="14100"/>
          <ac:picMkLst>
            <pc:docMk/>
            <pc:sldMk cId="3120299242" sldId="375"/>
            <ac:picMk id="1028" creationId="{ED1B9036-4EF8-0054-694A-41899A7E2A9E}"/>
          </ac:picMkLst>
        </pc:picChg>
        <pc:picChg chg="add mod">
          <ac:chgData name="Mahima Weerasinghe" userId="e11e3f55-42da-4e07-8ead-4d7a1d7ea1c6" providerId="ADAL" clId="{A71A91A0-537E-435E-A57A-6A59184BC47A}" dt="2024-08-17T13:39:50.055" v="213" actId="1076"/>
          <ac:picMkLst>
            <pc:docMk/>
            <pc:sldMk cId="3120299242" sldId="375"/>
            <ac:picMk id="1030" creationId="{654AF40D-DAD8-AD48-9502-843ED010654A}"/>
          </ac:picMkLst>
        </pc:picChg>
        <pc:inkChg chg="add">
          <ac:chgData name="Mahima Weerasinghe" userId="e11e3f55-42da-4e07-8ead-4d7a1d7ea1c6" providerId="ADAL" clId="{A71A91A0-537E-435E-A57A-6A59184BC47A}" dt="2024-08-18T12:51:54.817" v="3098" actId="9405"/>
          <ac:inkMkLst>
            <pc:docMk/>
            <pc:sldMk cId="3120299242" sldId="375"/>
            <ac:inkMk id="2" creationId="{A06F6930-6E76-94F4-C120-FD7F7CC7F5AE}"/>
          </ac:inkMkLst>
        </pc:inkChg>
      </pc:sldChg>
      <pc:sldChg chg="addSp delSp modSp new mod">
        <pc:chgData name="Mahima Weerasinghe" userId="e11e3f55-42da-4e07-8ead-4d7a1d7ea1c6" providerId="ADAL" clId="{A71A91A0-537E-435E-A57A-6A59184BC47A}" dt="2024-08-17T13:46:41.554" v="229" actId="1076"/>
        <pc:sldMkLst>
          <pc:docMk/>
          <pc:sldMk cId="1479006721" sldId="376"/>
        </pc:sldMkLst>
        <pc:spChg chg="del">
          <ac:chgData name="Mahima Weerasinghe" userId="e11e3f55-42da-4e07-8ead-4d7a1d7ea1c6" providerId="ADAL" clId="{A71A91A0-537E-435E-A57A-6A59184BC47A}" dt="2024-08-17T13:40:08.954" v="215" actId="478"/>
          <ac:spMkLst>
            <pc:docMk/>
            <pc:sldMk cId="1479006721" sldId="376"/>
            <ac:spMk id="2" creationId="{9035C5A8-6F24-DF18-8245-5856FF7E0AD6}"/>
          </ac:spMkLst>
        </pc:spChg>
        <pc:picChg chg="add del mod">
          <ac:chgData name="Mahima Weerasinghe" userId="e11e3f55-42da-4e07-8ead-4d7a1d7ea1c6" providerId="ADAL" clId="{A71A91A0-537E-435E-A57A-6A59184BC47A}" dt="2024-08-17T13:41:33.312" v="221" actId="478"/>
          <ac:picMkLst>
            <pc:docMk/>
            <pc:sldMk cId="1479006721" sldId="376"/>
            <ac:picMk id="2050" creationId="{778B3B71-226B-641F-FB8A-6BA85D3D4B09}"/>
          </ac:picMkLst>
        </pc:picChg>
        <pc:picChg chg="add mod">
          <ac:chgData name="Mahima Weerasinghe" userId="e11e3f55-42da-4e07-8ead-4d7a1d7ea1c6" providerId="ADAL" clId="{A71A91A0-537E-435E-A57A-6A59184BC47A}" dt="2024-08-17T13:41:45.239" v="225" actId="14100"/>
          <ac:picMkLst>
            <pc:docMk/>
            <pc:sldMk cId="1479006721" sldId="376"/>
            <ac:picMk id="2052" creationId="{AC9A6128-0CF0-205E-7EAA-13D16C544C7D}"/>
          </ac:picMkLst>
        </pc:picChg>
        <pc:picChg chg="add mod">
          <ac:chgData name="Mahima Weerasinghe" userId="e11e3f55-42da-4e07-8ead-4d7a1d7ea1c6" providerId="ADAL" clId="{A71A91A0-537E-435E-A57A-6A59184BC47A}" dt="2024-08-17T13:46:41.554" v="229" actId="1076"/>
          <ac:picMkLst>
            <pc:docMk/>
            <pc:sldMk cId="1479006721" sldId="376"/>
            <ac:picMk id="2054" creationId="{D25E07DC-55E0-E8B1-9F23-3EEBDCA1BEB1}"/>
          </ac:picMkLst>
        </pc:picChg>
      </pc:sldChg>
      <pc:sldChg chg="addSp delSp modSp new mod">
        <pc:chgData name="Mahima Weerasinghe" userId="e11e3f55-42da-4e07-8ead-4d7a1d7ea1c6" providerId="ADAL" clId="{A71A91A0-537E-435E-A57A-6A59184BC47A}" dt="2024-08-18T13:00:23.733" v="3186" actId="9405"/>
        <pc:sldMkLst>
          <pc:docMk/>
          <pc:sldMk cId="2119380645" sldId="377"/>
        </pc:sldMkLst>
        <pc:spChg chg="del">
          <ac:chgData name="Mahima Weerasinghe" userId="e11e3f55-42da-4e07-8ead-4d7a1d7ea1c6" providerId="ADAL" clId="{A71A91A0-537E-435E-A57A-6A59184BC47A}" dt="2024-08-18T01:34:29.180" v="264" actId="478"/>
          <ac:spMkLst>
            <pc:docMk/>
            <pc:sldMk cId="2119380645" sldId="377"/>
            <ac:spMk id="2" creationId="{52994793-D5FE-CA65-FF32-B84115FC55A8}"/>
          </ac:spMkLst>
        </pc:spChg>
        <pc:spChg chg="add">
          <ac:chgData name="Mahima Weerasinghe" userId="e11e3f55-42da-4e07-8ead-4d7a1d7ea1c6" providerId="ADAL" clId="{A71A91A0-537E-435E-A57A-6A59184BC47A}" dt="2024-08-18T01:34:20.251" v="262"/>
          <ac:spMkLst>
            <pc:docMk/>
            <pc:sldMk cId="2119380645" sldId="377"/>
            <ac:spMk id="3" creationId="{5F7CD10F-28B4-7499-8E32-1B4E54D57F29}"/>
          </ac:spMkLst>
        </pc:spChg>
        <pc:spChg chg="add">
          <ac:chgData name="Mahima Weerasinghe" userId="e11e3f55-42da-4e07-8ead-4d7a1d7ea1c6" providerId="ADAL" clId="{A71A91A0-537E-435E-A57A-6A59184BC47A}" dt="2024-08-18T01:34:24.091" v="263"/>
          <ac:spMkLst>
            <pc:docMk/>
            <pc:sldMk cId="2119380645" sldId="377"/>
            <ac:spMk id="4" creationId="{EE1453EA-0692-6744-C205-58FB25A7233D}"/>
          </ac:spMkLst>
        </pc:spChg>
        <pc:spChg chg="add">
          <ac:chgData name="Mahima Weerasinghe" userId="e11e3f55-42da-4e07-8ead-4d7a1d7ea1c6" providerId="ADAL" clId="{A71A91A0-537E-435E-A57A-6A59184BC47A}" dt="2024-08-18T01:34:31.356" v="265"/>
          <ac:spMkLst>
            <pc:docMk/>
            <pc:sldMk cId="2119380645" sldId="377"/>
            <ac:spMk id="5" creationId="{66A897D4-F7CA-21BC-46B7-22188AD0C4E4}"/>
          </ac:spMkLst>
        </pc:spChg>
        <pc:spChg chg="add mod">
          <ac:chgData name="Mahima Weerasinghe" userId="e11e3f55-42da-4e07-8ead-4d7a1d7ea1c6" providerId="ADAL" clId="{A71A91A0-537E-435E-A57A-6A59184BC47A}" dt="2024-08-18T01:55:39.451" v="386" actId="20577"/>
          <ac:spMkLst>
            <pc:docMk/>
            <pc:sldMk cId="2119380645" sldId="377"/>
            <ac:spMk id="7" creationId="{1EEEF74A-12C8-8188-60D1-5925B11E32B3}"/>
          </ac:spMkLst>
        </pc:spChg>
        <pc:grpChg chg="mod">
          <ac:chgData name="Mahima Weerasinghe" userId="e11e3f55-42da-4e07-8ead-4d7a1d7ea1c6" providerId="ADAL" clId="{A71A91A0-537E-435E-A57A-6A59184BC47A}" dt="2024-08-18T13:00:11.561" v="3183"/>
          <ac:grpSpMkLst>
            <pc:docMk/>
            <pc:sldMk cId="2119380645" sldId="377"/>
            <ac:grpSpMk id="14" creationId="{DB48BBBB-A70C-C0A9-2951-DF785433A553}"/>
          </ac:grpSpMkLst>
        </pc:grpChg>
        <pc:picChg chg="add mod">
          <ac:chgData name="Mahima Weerasinghe" userId="e11e3f55-42da-4e07-8ead-4d7a1d7ea1c6" providerId="ADAL" clId="{A71A91A0-537E-435E-A57A-6A59184BC47A}" dt="2024-08-18T01:55:42.183" v="387" actId="1076"/>
          <ac:picMkLst>
            <pc:docMk/>
            <pc:sldMk cId="2119380645" sldId="377"/>
            <ac:picMk id="9" creationId="{68B9353D-FB1B-D688-25F2-67A2304D6985}"/>
          </ac:picMkLst>
        </pc:picChg>
        <pc:inkChg chg="add">
          <ac:chgData name="Mahima Weerasinghe" userId="e11e3f55-42da-4e07-8ead-4d7a1d7ea1c6" providerId="ADAL" clId="{A71A91A0-537E-435E-A57A-6A59184BC47A}" dt="2024-08-18T12:59:51.871" v="3164" actId="9405"/>
          <ac:inkMkLst>
            <pc:docMk/>
            <pc:sldMk cId="2119380645" sldId="377"/>
            <ac:inkMk id="2" creationId="{6561D2F0-62A0-555D-31E6-1549D72B1632}"/>
          </ac:inkMkLst>
        </pc:inkChg>
        <pc:inkChg chg="add">
          <ac:chgData name="Mahima Weerasinghe" userId="e11e3f55-42da-4e07-8ead-4d7a1d7ea1c6" providerId="ADAL" clId="{A71A91A0-537E-435E-A57A-6A59184BC47A}" dt="2024-08-18T12:59:52.360" v="3165" actId="9405"/>
          <ac:inkMkLst>
            <pc:docMk/>
            <pc:sldMk cId="2119380645" sldId="377"/>
            <ac:inkMk id="3" creationId="{3A6A1E18-3F5E-69A4-FFED-8E1671D38564}"/>
          </ac:inkMkLst>
        </pc:inkChg>
        <pc:inkChg chg="add mod">
          <ac:chgData name="Mahima Weerasinghe" userId="e11e3f55-42da-4e07-8ead-4d7a1d7ea1c6" providerId="ADAL" clId="{A71A91A0-537E-435E-A57A-6A59184BC47A}" dt="2024-08-18T13:00:11.561" v="3183"/>
          <ac:inkMkLst>
            <pc:docMk/>
            <pc:sldMk cId="2119380645" sldId="377"/>
            <ac:inkMk id="4" creationId="{D22C97D2-3E20-9F44-DAB1-A10D091A5389}"/>
          </ac:inkMkLst>
        </pc:inkChg>
        <pc:inkChg chg="add mod">
          <ac:chgData name="Mahima Weerasinghe" userId="e11e3f55-42da-4e07-8ead-4d7a1d7ea1c6" providerId="ADAL" clId="{A71A91A0-537E-435E-A57A-6A59184BC47A}" dt="2024-08-18T13:00:11.561" v="3183"/>
          <ac:inkMkLst>
            <pc:docMk/>
            <pc:sldMk cId="2119380645" sldId="377"/>
            <ac:inkMk id="5" creationId="{7E767A1D-4856-7CF2-4C5B-EAD79C9F5F1E}"/>
          </ac:inkMkLst>
        </pc:inkChg>
        <pc:inkChg chg="add mod">
          <ac:chgData name="Mahima Weerasinghe" userId="e11e3f55-42da-4e07-8ead-4d7a1d7ea1c6" providerId="ADAL" clId="{A71A91A0-537E-435E-A57A-6A59184BC47A}" dt="2024-08-18T13:00:11.561" v="3183"/>
          <ac:inkMkLst>
            <pc:docMk/>
            <pc:sldMk cId="2119380645" sldId="377"/>
            <ac:inkMk id="6" creationId="{10F3C402-3FAF-418F-88F9-3817FAE1DB11}"/>
          </ac:inkMkLst>
        </pc:inkChg>
        <pc:inkChg chg="add mod">
          <ac:chgData name="Mahima Weerasinghe" userId="e11e3f55-42da-4e07-8ead-4d7a1d7ea1c6" providerId="ADAL" clId="{A71A91A0-537E-435E-A57A-6A59184BC47A}" dt="2024-08-18T13:00:11.561" v="3183"/>
          <ac:inkMkLst>
            <pc:docMk/>
            <pc:sldMk cId="2119380645" sldId="377"/>
            <ac:inkMk id="8" creationId="{57E2D9F6-1A92-23E3-963E-A674D4D0727A}"/>
          </ac:inkMkLst>
        </pc:inkChg>
        <pc:inkChg chg="add mod">
          <ac:chgData name="Mahima Weerasinghe" userId="e11e3f55-42da-4e07-8ead-4d7a1d7ea1c6" providerId="ADAL" clId="{A71A91A0-537E-435E-A57A-6A59184BC47A}" dt="2024-08-18T13:00:11.561" v="3183"/>
          <ac:inkMkLst>
            <pc:docMk/>
            <pc:sldMk cId="2119380645" sldId="377"/>
            <ac:inkMk id="10" creationId="{188E872E-10E0-A4DE-97CA-FF0CE3A12041}"/>
          </ac:inkMkLst>
        </pc:inkChg>
        <pc:inkChg chg="add mod">
          <ac:chgData name="Mahima Weerasinghe" userId="e11e3f55-42da-4e07-8ead-4d7a1d7ea1c6" providerId="ADAL" clId="{A71A91A0-537E-435E-A57A-6A59184BC47A}" dt="2024-08-18T13:00:11.561" v="3183"/>
          <ac:inkMkLst>
            <pc:docMk/>
            <pc:sldMk cId="2119380645" sldId="377"/>
            <ac:inkMk id="11" creationId="{44A8B332-E786-50DA-CA06-D9B1EAAC4036}"/>
          </ac:inkMkLst>
        </pc:inkChg>
        <pc:inkChg chg="add mod">
          <ac:chgData name="Mahima Weerasinghe" userId="e11e3f55-42da-4e07-8ead-4d7a1d7ea1c6" providerId="ADAL" clId="{A71A91A0-537E-435E-A57A-6A59184BC47A}" dt="2024-08-18T13:00:11.561" v="3183"/>
          <ac:inkMkLst>
            <pc:docMk/>
            <pc:sldMk cId="2119380645" sldId="377"/>
            <ac:inkMk id="12" creationId="{6FA375B8-76F6-B322-1990-932A9CEEE409}"/>
          </ac:inkMkLst>
        </pc:inkChg>
        <pc:inkChg chg="add mod">
          <ac:chgData name="Mahima Weerasinghe" userId="e11e3f55-42da-4e07-8ead-4d7a1d7ea1c6" providerId="ADAL" clId="{A71A91A0-537E-435E-A57A-6A59184BC47A}" dt="2024-08-18T13:00:11.561" v="3183"/>
          <ac:inkMkLst>
            <pc:docMk/>
            <pc:sldMk cId="2119380645" sldId="377"/>
            <ac:inkMk id="13" creationId="{4824E235-1FA5-15FC-7CD1-0B5E256BC7A1}"/>
          </ac:inkMkLst>
        </pc:inkChg>
        <pc:inkChg chg="add">
          <ac:chgData name="Mahima Weerasinghe" userId="e11e3f55-42da-4e07-8ead-4d7a1d7ea1c6" providerId="ADAL" clId="{A71A91A0-537E-435E-A57A-6A59184BC47A}" dt="2024-08-18T13:00:15.079" v="3184" actId="9405"/>
          <ac:inkMkLst>
            <pc:docMk/>
            <pc:sldMk cId="2119380645" sldId="377"/>
            <ac:inkMk id="15" creationId="{82CAF840-C5C1-EF8A-A85D-E06642CEC4C5}"/>
          </ac:inkMkLst>
        </pc:inkChg>
        <pc:inkChg chg="add">
          <ac:chgData name="Mahima Weerasinghe" userId="e11e3f55-42da-4e07-8ead-4d7a1d7ea1c6" providerId="ADAL" clId="{A71A91A0-537E-435E-A57A-6A59184BC47A}" dt="2024-08-18T13:00:15.447" v="3185" actId="9405"/>
          <ac:inkMkLst>
            <pc:docMk/>
            <pc:sldMk cId="2119380645" sldId="377"/>
            <ac:inkMk id="16" creationId="{05A1CEAB-3F9B-665E-5A85-538AD976AF51}"/>
          </ac:inkMkLst>
        </pc:inkChg>
        <pc:inkChg chg="add">
          <ac:chgData name="Mahima Weerasinghe" userId="e11e3f55-42da-4e07-8ead-4d7a1d7ea1c6" providerId="ADAL" clId="{A71A91A0-537E-435E-A57A-6A59184BC47A}" dt="2024-08-18T13:00:23.733" v="3186" actId="9405"/>
          <ac:inkMkLst>
            <pc:docMk/>
            <pc:sldMk cId="2119380645" sldId="377"/>
            <ac:inkMk id="17" creationId="{C917BAE9-C194-2A39-ACF9-2E0FE3ED677E}"/>
          </ac:inkMkLst>
        </pc:inkChg>
      </pc:sldChg>
      <pc:sldChg chg="addSp delSp modSp new mod">
        <pc:chgData name="Mahima Weerasinghe" userId="e11e3f55-42da-4e07-8ead-4d7a1d7ea1c6" providerId="ADAL" clId="{A71A91A0-537E-435E-A57A-6A59184BC47A}" dt="2024-08-18T13:02:29.937" v="3188" actId="9405"/>
        <pc:sldMkLst>
          <pc:docMk/>
          <pc:sldMk cId="4190009076" sldId="378"/>
        </pc:sldMkLst>
        <pc:spChg chg="del">
          <ac:chgData name="Mahima Weerasinghe" userId="e11e3f55-42da-4e07-8ead-4d7a1d7ea1c6" providerId="ADAL" clId="{A71A91A0-537E-435E-A57A-6A59184BC47A}" dt="2024-08-18T01:36:45.320" v="311" actId="478"/>
          <ac:spMkLst>
            <pc:docMk/>
            <pc:sldMk cId="4190009076" sldId="378"/>
            <ac:spMk id="2" creationId="{F0522B2C-17A7-6B69-EBFC-8AC022521FFF}"/>
          </ac:spMkLst>
        </pc:spChg>
        <pc:spChg chg="add">
          <ac:chgData name="Mahima Weerasinghe" userId="e11e3f55-42da-4e07-8ead-4d7a1d7ea1c6" providerId="ADAL" clId="{A71A91A0-537E-435E-A57A-6A59184BC47A}" dt="2024-08-18T01:47:51.333" v="312"/>
          <ac:spMkLst>
            <pc:docMk/>
            <pc:sldMk cId="4190009076" sldId="378"/>
            <ac:spMk id="3" creationId="{6077B65D-281D-55B8-495C-43D6A1642746}"/>
          </ac:spMkLst>
        </pc:spChg>
        <pc:spChg chg="add del mod">
          <ac:chgData name="Mahima Weerasinghe" userId="e11e3f55-42da-4e07-8ead-4d7a1d7ea1c6" providerId="ADAL" clId="{A71A91A0-537E-435E-A57A-6A59184BC47A}" dt="2024-08-18T01:48:18.380" v="317" actId="478"/>
          <ac:spMkLst>
            <pc:docMk/>
            <pc:sldMk cId="4190009076" sldId="378"/>
            <ac:spMk id="5" creationId="{2F4DBB2E-E40E-0F2E-B580-B2E317CE420C}"/>
          </ac:spMkLst>
        </pc:spChg>
        <pc:spChg chg="add mod">
          <ac:chgData name="Mahima Weerasinghe" userId="e11e3f55-42da-4e07-8ead-4d7a1d7ea1c6" providerId="ADAL" clId="{A71A91A0-537E-435E-A57A-6A59184BC47A}" dt="2024-08-18T01:51:07.515" v="346" actId="1076"/>
          <ac:spMkLst>
            <pc:docMk/>
            <pc:sldMk cId="4190009076" sldId="378"/>
            <ac:spMk id="6" creationId="{DEF81904-B7A1-CA5B-73A9-916D545C14E6}"/>
          </ac:spMkLst>
        </pc:spChg>
        <pc:picChg chg="add mod">
          <ac:chgData name="Mahima Weerasinghe" userId="e11e3f55-42da-4e07-8ead-4d7a1d7ea1c6" providerId="ADAL" clId="{A71A91A0-537E-435E-A57A-6A59184BC47A}" dt="2024-08-18T01:51:09.380" v="347" actId="1076"/>
          <ac:picMkLst>
            <pc:docMk/>
            <pc:sldMk cId="4190009076" sldId="378"/>
            <ac:picMk id="8" creationId="{B02B682F-88BC-3127-523D-8206C89FCFA1}"/>
          </ac:picMkLst>
        </pc:picChg>
        <pc:inkChg chg="add">
          <ac:chgData name="Mahima Weerasinghe" userId="e11e3f55-42da-4e07-8ead-4d7a1d7ea1c6" providerId="ADAL" clId="{A71A91A0-537E-435E-A57A-6A59184BC47A}" dt="2024-08-18T13:02:25.996" v="3187" actId="9405"/>
          <ac:inkMkLst>
            <pc:docMk/>
            <pc:sldMk cId="4190009076" sldId="378"/>
            <ac:inkMk id="2" creationId="{E37B8F3A-76F1-0688-94A4-CBC66DCBF94E}"/>
          </ac:inkMkLst>
        </pc:inkChg>
        <pc:inkChg chg="add">
          <ac:chgData name="Mahima Weerasinghe" userId="e11e3f55-42da-4e07-8ead-4d7a1d7ea1c6" providerId="ADAL" clId="{A71A91A0-537E-435E-A57A-6A59184BC47A}" dt="2024-08-18T13:02:29.937" v="3188" actId="9405"/>
          <ac:inkMkLst>
            <pc:docMk/>
            <pc:sldMk cId="4190009076" sldId="378"/>
            <ac:inkMk id="3" creationId="{80749315-D057-132A-A4B0-865CAEC53851}"/>
          </ac:inkMkLst>
        </pc:inkChg>
      </pc:sldChg>
      <pc:sldChg chg="addSp delSp modSp new mod">
        <pc:chgData name="Mahima Weerasinghe" userId="e11e3f55-42da-4e07-8ead-4d7a1d7ea1c6" providerId="ADAL" clId="{A71A91A0-537E-435E-A57A-6A59184BC47A}" dt="2024-08-18T13:09:58.857" v="3228"/>
        <pc:sldMkLst>
          <pc:docMk/>
          <pc:sldMk cId="843984928" sldId="379"/>
        </pc:sldMkLst>
        <pc:spChg chg="del">
          <ac:chgData name="Mahima Weerasinghe" userId="e11e3f55-42da-4e07-8ead-4d7a1d7ea1c6" providerId="ADAL" clId="{A71A91A0-537E-435E-A57A-6A59184BC47A}" dt="2024-08-18T01:51:19.187" v="349" actId="478"/>
          <ac:spMkLst>
            <pc:docMk/>
            <pc:sldMk cId="843984928" sldId="379"/>
            <ac:spMk id="2" creationId="{723BFA2D-5BA6-0746-3243-26D19E7FD1D9}"/>
          </ac:spMkLst>
        </pc:spChg>
        <pc:spChg chg="add mod">
          <ac:chgData name="Mahima Weerasinghe" userId="e11e3f55-42da-4e07-8ead-4d7a1d7ea1c6" providerId="ADAL" clId="{A71A91A0-537E-435E-A57A-6A59184BC47A}" dt="2024-08-18T01:55:28.885" v="384" actId="20577"/>
          <ac:spMkLst>
            <pc:docMk/>
            <pc:sldMk cId="843984928" sldId="379"/>
            <ac:spMk id="3" creationId="{C13CADEF-43FE-F63D-6BE3-CA77DBE9E54A}"/>
          </ac:spMkLst>
        </pc:spChg>
        <pc:grpChg chg="mod">
          <ac:chgData name="Mahima Weerasinghe" userId="e11e3f55-42da-4e07-8ead-4d7a1d7ea1c6" providerId="ADAL" clId="{A71A91A0-537E-435E-A57A-6A59184BC47A}" dt="2024-08-18T13:02:59.990" v="3193"/>
          <ac:grpSpMkLst>
            <pc:docMk/>
            <pc:sldMk cId="843984928" sldId="379"/>
            <ac:grpSpMk id="8" creationId="{D4995B6D-F481-1DB8-CABC-95BC67E31681}"/>
          </ac:grpSpMkLst>
        </pc:grpChg>
        <pc:grpChg chg="del mod">
          <ac:chgData name="Mahima Weerasinghe" userId="e11e3f55-42da-4e07-8ead-4d7a1d7ea1c6" providerId="ADAL" clId="{A71A91A0-537E-435E-A57A-6A59184BC47A}" dt="2024-08-18T13:09:47.144" v="3216"/>
          <ac:grpSpMkLst>
            <pc:docMk/>
            <pc:sldMk cId="843984928" sldId="379"/>
            <ac:grpSpMk id="25" creationId="{3C71FA86-8CA3-6AE1-4D6F-DF3913A1BD40}"/>
          </ac:grpSpMkLst>
        </pc:grpChg>
        <pc:grpChg chg="mod">
          <ac:chgData name="Mahima Weerasinghe" userId="e11e3f55-42da-4e07-8ead-4d7a1d7ea1c6" providerId="ADAL" clId="{A71A91A0-537E-435E-A57A-6A59184BC47A}" dt="2024-08-18T13:09:47.144" v="3216"/>
          <ac:grpSpMkLst>
            <pc:docMk/>
            <pc:sldMk cId="843984928" sldId="379"/>
            <ac:grpSpMk id="27" creationId="{DA8B50BB-E20B-999F-0A3C-9091EDDDC1BB}"/>
          </ac:grpSpMkLst>
        </pc:grpChg>
        <pc:grpChg chg="del mod">
          <ac:chgData name="Mahima Weerasinghe" userId="e11e3f55-42da-4e07-8ead-4d7a1d7ea1c6" providerId="ADAL" clId="{A71A91A0-537E-435E-A57A-6A59184BC47A}" dt="2024-08-18T13:09:58.857" v="3228"/>
          <ac:grpSpMkLst>
            <pc:docMk/>
            <pc:sldMk cId="843984928" sldId="379"/>
            <ac:grpSpMk id="33" creationId="{7C85D584-27EC-E537-0671-5538695AA0F5}"/>
          </ac:grpSpMkLst>
        </pc:grpChg>
        <pc:grpChg chg="mod">
          <ac:chgData name="Mahima Weerasinghe" userId="e11e3f55-42da-4e07-8ead-4d7a1d7ea1c6" providerId="ADAL" clId="{A71A91A0-537E-435E-A57A-6A59184BC47A}" dt="2024-08-18T13:09:58.857" v="3228"/>
          <ac:grpSpMkLst>
            <pc:docMk/>
            <pc:sldMk cId="843984928" sldId="379"/>
            <ac:grpSpMk id="39" creationId="{B74894D9-BDC5-3295-DE79-0AA1FB490FB3}"/>
          </ac:grpSpMkLst>
        </pc:grpChg>
        <pc:picChg chg="add mod">
          <ac:chgData name="Mahima Weerasinghe" userId="e11e3f55-42da-4e07-8ead-4d7a1d7ea1c6" providerId="ADAL" clId="{A71A91A0-537E-435E-A57A-6A59184BC47A}" dt="2024-08-18T01:55:31.606" v="385" actId="1076"/>
          <ac:picMkLst>
            <pc:docMk/>
            <pc:sldMk cId="843984928" sldId="379"/>
            <ac:picMk id="5" creationId="{157AFBBB-0533-6568-7DCD-592B2A02BAB5}"/>
          </ac:picMkLst>
        </pc:picChg>
        <pc:inkChg chg="add">
          <ac:chgData name="Mahima Weerasinghe" userId="e11e3f55-42da-4e07-8ead-4d7a1d7ea1c6" providerId="ADAL" clId="{A71A91A0-537E-435E-A57A-6A59184BC47A}" dt="2024-08-18T13:02:50.187" v="3189" actId="9405"/>
          <ac:inkMkLst>
            <pc:docMk/>
            <pc:sldMk cId="843984928" sldId="379"/>
            <ac:inkMk id="2" creationId="{F3BACEC1-4556-319A-CB37-773C3E350802}"/>
          </ac:inkMkLst>
        </pc:inkChg>
        <pc:inkChg chg="add">
          <ac:chgData name="Mahima Weerasinghe" userId="e11e3f55-42da-4e07-8ead-4d7a1d7ea1c6" providerId="ADAL" clId="{A71A91A0-537E-435E-A57A-6A59184BC47A}" dt="2024-08-18T13:02:56.899" v="3190" actId="9405"/>
          <ac:inkMkLst>
            <pc:docMk/>
            <pc:sldMk cId="843984928" sldId="379"/>
            <ac:inkMk id="4" creationId="{28164F1A-C71D-CFBC-D6F4-EE3218B0466F}"/>
          </ac:inkMkLst>
        </pc:inkChg>
        <pc:inkChg chg="add mod">
          <ac:chgData name="Mahima Weerasinghe" userId="e11e3f55-42da-4e07-8ead-4d7a1d7ea1c6" providerId="ADAL" clId="{A71A91A0-537E-435E-A57A-6A59184BC47A}" dt="2024-08-18T13:02:59.990" v="3193"/>
          <ac:inkMkLst>
            <pc:docMk/>
            <pc:sldMk cId="843984928" sldId="379"/>
            <ac:inkMk id="6" creationId="{A316A859-F130-56C0-C370-DC45A81F760B}"/>
          </ac:inkMkLst>
        </pc:inkChg>
        <pc:inkChg chg="add mod">
          <ac:chgData name="Mahima Weerasinghe" userId="e11e3f55-42da-4e07-8ead-4d7a1d7ea1c6" providerId="ADAL" clId="{A71A91A0-537E-435E-A57A-6A59184BC47A}" dt="2024-08-18T13:02:59.990" v="3193"/>
          <ac:inkMkLst>
            <pc:docMk/>
            <pc:sldMk cId="843984928" sldId="379"/>
            <ac:inkMk id="7" creationId="{383222A8-3599-EB75-5E17-7FEB90F367E8}"/>
          </ac:inkMkLst>
        </pc:inkChg>
        <pc:inkChg chg="add">
          <ac:chgData name="Mahima Weerasinghe" userId="e11e3f55-42da-4e07-8ead-4d7a1d7ea1c6" providerId="ADAL" clId="{A71A91A0-537E-435E-A57A-6A59184BC47A}" dt="2024-08-18T13:09:28.712" v="3198" actId="9405"/>
          <ac:inkMkLst>
            <pc:docMk/>
            <pc:sldMk cId="843984928" sldId="379"/>
            <ac:inkMk id="9" creationId="{902F7055-AF15-1D3A-F62C-C5B421B27BF8}"/>
          </ac:inkMkLst>
        </pc:inkChg>
        <pc:inkChg chg="add">
          <ac:chgData name="Mahima Weerasinghe" userId="e11e3f55-42da-4e07-8ead-4d7a1d7ea1c6" providerId="ADAL" clId="{A71A91A0-537E-435E-A57A-6A59184BC47A}" dt="2024-08-18T13:09:29.790" v="3199" actId="9405"/>
          <ac:inkMkLst>
            <pc:docMk/>
            <pc:sldMk cId="843984928" sldId="379"/>
            <ac:inkMk id="10" creationId="{89A61166-28BD-6FD4-BA92-AA6F650ECCC0}"/>
          </ac:inkMkLst>
        </pc:inkChg>
        <pc:inkChg chg="add">
          <ac:chgData name="Mahima Weerasinghe" userId="e11e3f55-42da-4e07-8ead-4d7a1d7ea1c6" providerId="ADAL" clId="{A71A91A0-537E-435E-A57A-6A59184BC47A}" dt="2024-08-18T13:09:30.753" v="3200" actId="9405"/>
          <ac:inkMkLst>
            <pc:docMk/>
            <pc:sldMk cId="843984928" sldId="379"/>
            <ac:inkMk id="11" creationId="{8D7BEC5E-76F6-CC1A-1C82-D5C809D2BA58}"/>
          </ac:inkMkLst>
        </pc:inkChg>
        <pc:inkChg chg="add">
          <ac:chgData name="Mahima Weerasinghe" userId="e11e3f55-42da-4e07-8ead-4d7a1d7ea1c6" providerId="ADAL" clId="{A71A91A0-537E-435E-A57A-6A59184BC47A}" dt="2024-08-18T13:09:32.433" v="3201" actId="9405"/>
          <ac:inkMkLst>
            <pc:docMk/>
            <pc:sldMk cId="843984928" sldId="379"/>
            <ac:inkMk id="12" creationId="{0597796F-84D6-228E-0827-D8F4F4C8C339}"/>
          </ac:inkMkLst>
        </pc:inkChg>
        <pc:inkChg chg="add">
          <ac:chgData name="Mahima Weerasinghe" userId="e11e3f55-42da-4e07-8ead-4d7a1d7ea1c6" providerId="ADAL" clId="{A71A91A0-537E-435E-A57A-6A59184BC47A}" dt="2024-08-18T13:09:33.832" v="3202" actId="9405"/>
          <ac:inkMkLst>
            <pc:docMk/>
            <pc:sldMk cId="843984928" sldId="379"/>
            <ac:inkMk id="13" creationId="{0986381B-7F77-4F6E-6EC3-300838893DFB}"/>
          </ac:inkMkLst>
        </pc:inkChg>
        <pc:inkChg chg="add">
          <ac:chgData name="Mahima Weerasinghe" userId="e11e3f55-42da-4e07-8ead-4d7a1d7ea1c6" providerId="ADAL" clId="{A71A91A0-537E-435E-A57A-6A59184BC47A}" dt="2024-08-18T13:09:34.882" v="3203" actId="9405"/>
          <ac:inkMkLst>
            <pc:docMk/>
            <pc:sldMk cId="843984928" sldId="379"/>
            <ac:inkMk id="14" creationId="{00184899-9D14-832E-6717-B787258DF7EF}"/>
          </ac:inkMkLst>
        </pc:inkChg>
        <pc:inkChg chg="add mod">
          <ac:chgData name="Mahima Weerasinghe" userId="e11e3f55-42da-4e07-8ead-4d7a1d7ea1c6" providerId="ADAL" clId="{A71A91A0-537E-435E-A57A-6A59184BC47A}" dt="2024-08-18T13:09:47.144" v="3216"/>
          <ac:inkMkLst>
            <pc:docMk/>
            <pc:sldMk cId="843984928" sldId="379"/>
            <ac:inkMk id="15" creationId="{B4401EBA-E5CE-F572-7F12-E0D9D5D255D7}"/>
          </ac:inkMkLst>
        </pc:inkChg>
        <pc:inkChg chg="add mod">
          <ac:chgData name="Mahima Weerasinghe" userId="e11e3f55-42da-4e07-8ead-4d7a1d7ea1c6" providerId="ADAL" clId="{A71A91A0-537E-435E-A57A-6A59184BC47A}" dt="2024-08-18T13:09:47.144" v="3216"/>
          <ac:inkMkLst>
            <pc:docMk/>
            <pc:sldMk cId="843984928" sldId="379"/>
            <ac:inkMk id="16" creationId="{A0C901D3-9C82-BCE2-FFC7-D76FA09EAE40}"/>
          </ac:inkMkLst>
        </pc:inkChg>
        <pc:inkChg chg="add mod">
          <ac:chgData name="Mahima Weerasinghe" userId="e11e3f55-42da-4e07-8ead-4d7a1d7ea1c6" providerId="ADAL" clId="{A71A91A0-537E-435E-A57A-6A59184BC47A}" dt="2024-08-18T13:09:47.144" v="3216"/>
          <ac:inkMkLst>
            <pc:docMk/>
            <pc:sldMk cId="843984928" sldId="379"/>
            <ac:inkMk id="17" creationId="{DE89E898-CE15-8FDF-B8BA-99F50BEB050E}"/>
          </ac:inkMkLst>
        </pc:inkChg>
        <pc:inkChg chg="add mod">
          <ac:chgData name="Mahima Weerasinghe" userId="e11e3f55-42da-4e07-8ead-4d7a1d7ea1c6" providerId="ADAL" clId="{A71A91A0-537E-435E-A57A-6A59184BC47A}" dt="2024-08-18T13:09:47.144" v="3216"/>
          <ac:inkMkLst>
            <pc:docMk/>
            <pc:sldMk cId="843984928" sldId="379"/>
            <ac:inkMk id="18" creationId="{0605F61C-CB80-419E-3245-72CB4A276A04}"/>
          </ac:inkMkLst>
        </pc:inkChg>
        <pc:inkChg chg="add mod">
          <ac:chgData name="Mahima Weerasinghe" userId="e11e3f55-42da-4e07-8ead-4d7a1d7ea1c6" providerId="ADAL" clId="{A71A91A0-537E-435E-A57A-6A59184BC47A}" dt="2024-08-18T13:09:47.144" v="3216"/>
          <ac:inkMkLst>
            <pc:docMk/>
            <pc:sldMk cId="843984928" sldId="379"/>
            <ac:inkMk id="19" creationId="{C9FD2A59-8F23-7705-645C-D34205753102}"/>
          </ac:inkMkLst>
        </pc:inkChg>
        <pc:inkChg chg="add mod">
          <ac:chgData name="Mahima Weerasinghe" userId="e11e3f55-42da-4e07-8ead-4d7a1d7ea1c6" providerId="ADAL" clId="{A71A91A0-537E-435E-A57A-6A59184BC47A}" dt="2024-08-18T13:09:47.144" v="3216"/>
          <ac:inkMkLst>
            <pc:docMk/>
            <pc:sldMk cId="843984928" sldId="379"/>
            <ac:inkMk id="20" creationId="{73F7D77F-D0CC-D133-F795-667DA4786FDC}"/>
          </ac:inkMkLst>
        </pc:inkChg>
        <pc:inkChg chg="add mod">
          <ac:chgData name="Mahima Weerasinghe" userId="e11e3f55-42da-4e07-8ead-4d7a1d7ea1c6" providerId="ADAL" clId="{A71A91A0-537E-435E-A57A-6A59184BC47A}" dt="2024-08-18T13:09:47.144" v="3216"/>
          <ac:inkMkLst>
            <pc:docMk/>
            <pc:sldMk cId="843984928" sldId="379"/>
            <ac:inkMk id="21" creationId="{0D4CC80D-C8E9-F1BA-6672-C5025AACDA02}"/>
          </ac:inkMkLst>
        </pc:inkChg>
        <pc:inkChg chg="add mod">
          <ac:chgData name="Mahima Weerasinghe" userId="e11e3f55-42da-4e07-8ead-4d7a1d7ea1c6" providerId="ADAL" clId="{A71A91A0-537E-435E-A57A-6A59184BC47A}" dt="2024-08-18T13:09:47.144" v="3216"/>
          <ac:inkMkLst>
            <pc:docMk/>
            <pc:sldMk cId="843984928" sldId="379"/>
            <ac:inkMk id="22" creationId="{9A4D2989-C809-052E-139F-F6A6803E85DB}"/>
          </ac:inkMkLst>
        </pc:inkChg>
        <pc:inkChg chg="add mod">
          <ac:chgData name="Mahima Weerasinghe" userId="e11e3f55-42da-4e07-8ead-4d7a1d7ea1c6" providerId="ADAL" clId="{A71A91A0-537E-435E-A57A-6A59184BC47A}" dt="2024-08-18T13:09:47.144" v="3216"/>
          <ac:inkMkLst>
            <pc:docMk/>
            <pc:sldMk cId="843984928" sldId="379"/>
            <ac:inkMk id="23" creationId="{87C80DFF-5B1C-9EEC-7D0A-D9184790EC0C}"/>
          </ac:inkMkLst>
        </pc:inkChg>
        <pc:inkChg chg="add mod">
          <ac:chgData name="Mahima Weerasinghe" userId="e11e3f55-42da-4e07-8ead-4d7a1d7ea1c6" providerId="ADAL" clId="{A71A91A0-537E-435E-A57A-6A59184BC47A}" dt="2024-08-18T13:09:47.144" v="3216"/>
          <ac:inkMkLst>
            <pc:docMk/>
            <pc:sldMk cId="843984928" sldId="379"/>
            <ac:inkMk id="24" creationId="{E0811479-5E0B-53CC-8AE7-3C9E6CE44F5A}"/>
          </ac:inkMkLst>
        </pc:inkChg>
        <pc:inkChg chg="add mod">
          <ac:chgData name="Mahima Weerasinghe" userId="e11e3f55-42da-4e07-8ead-4d7a1d7ea1c6" providerId="ADAL" clId="{A71A91A0-537E-435E-A57A-6A59184BC47A}" dt="2024-08-18T13:09:47.144" v="3216"/>
          <ac:inkMkLst>
            <pc:docMk/>
            <pc:sldMk cId="843984928" sldId="379"/>
            <ac:inkMk id="26" creationId="{0AF02F3D-8449-CB30-B2C3-B65DBB7EF2CD}"/>
          </ac:inkMkLst>
        </pc:inkChg>
        <pc:inkChg chg="add mod">
          <ac:chgData name="Mahima Weerasinghe" userId="e11e3f55-42da-4e07-8ead-4d7a1d7ea1c6" providerId="ADAL" clId="{A71A91A0-537E-435E-A57A-6A59184BC47A}" dt="2024-08-18T13:09:58.857" v="3228"/>
          <ac:inkMkLst>
            <pc:docMk/>
            <pc:sldMk cId="843984928" sldId="379"/>
            <ac:inkMk id="28" creationId="{0BE08D54-B98C-3A56-9817-D77553AEC424}"/>
          </ac:inkMkLst>
        </pc:inkChg>
        <pc:inkChg chg="add mod">
          <ac:chgData name="Mahima Weerasinghe" userId="e11e3f55-42da-4e07-8ead-4d7a1d7ea1c6" providerId="ADAL" clId="{A71A91A0-537E-435E-A57A-6A59184BC47A}" dt="2024-08-18T13:09:58.857" v="3228"/>
          <ac:inkMkLst>
            <pc:docMk/>
            <pc:sldMk cId="843984928" sldId="379"/>
            <ac:inkMk id="29" creationId="{4CF1C553-2DED-6809-ECA3-AF0289DDE5AB}"/>
          </ac:inkMkLst>
        </pc:inkChg>
        <pc:inkChg chg="add mod">
          <ac:chgData name="Mahima Weerasinghe" userId="e11e3f55-42da-4e07-8ead-4d7a1d7ea1c6" providerId="ADAL" clId="{A71A91A0-537E-435E-A57A-6A59184BC47A}" dt="2024-08-18T13:09:58.857" v="3228"/>
          <ac:inkMkLst>
            <pc:docMk/>
            <pc:sldMk cId="843984928" sldId="379"/>
            <ac:inkMk id="30" creationId="{2247E3E0-0E10-507E-085E-E545CA7C0509}"/>
          </ac:inkMkLst>
        </pc:inkChg>
        <pc:inkChg chg="add mod">
          <ac:chgData name="Mahima Weerasinghe" userId="e11e3f55-42da-4e07-8ead-4d7a1d7ea1c6" providerId="ADAL" clId="{A71A91A0-537E-435E-A57A-6A59184BC47A}" dt="2024-08-18T13:09:58.857" v="3228"/>
          <ac:inkMkLst>
            <pc:docMk/>
            <pc:sldMk cId="843984928" sldId="379"/>
            <ac:inkMk id="31" creationId="{89573719-5D0E-17B4-F4EE-403C16D1FF8E}"/>
          </ac:inkMkLst>
        </pc:inkChg>
        <pc:inkChg chg="add mod">
          <ac:chgData name="Mahima Weerasinghe" userId="e11e3f55-42da-4e07-8ead-4d7a1d7ea1c6" providerId="ADAL" clId="{A71A91A0-537E-435E-A57A-6A59184BC47A}" dt="2024-08-18T13:09:58.857" v="3228"/>
          <ac:inkMkLst>
            <pc:docMk/>
            <pc:sldMk cId="843984928" sldId="379"/>
            <ac:inkMk id="32" creationId="{6FB57738-8A6F-F98E-B101-7659783598F5}"/>
          </ac:inkMkLst>
        </pc:inkChg>
        <pc:inkChg chg="add mod">
          <ac:chgData name="Mahima Weerasinghe" userId="e11e3f55-42da-4e07-8ead-4d7a1d7ea1c6" providerId="ADAL" clId="{A71A91A0-537E-435E-A57A-6A59184BC47A}" dt="2024-08-18T13:09:58.857" v="3228"/>
          <ac:inkMkLst>
            <pc:docMk/>
            <pc:sldMk cId="843984928" sldId="379"/>
            <ac:inkMk id="34" creationId="{A1100D8D-1D2A-C79D-A5C6-402607D871B0}"/>
          </ac:inkMkLst>
        </pc:inkChg>
        <pc:inkChg chg="add mod">
          <ac:chgData name="Mahima Weerasinghe" userId="e11e3f55-42da-4e07-8ead-4d7a1d7ea1c6" providerId="ADAL" clId="{A71A91A0-537E-435E-A57A-6A59184BC47A}" dt="2024-08-18T13:09:58.857" v="3228"/>
          <ac:inkMkLst>
            <pc:docMk/>
            <pc:sldMk cId="843984928" sldId="379"/>
            <ac:inkMk id="35" creationId="{B878EAD6-FEAE-BD96-F6D3-8F592CA11BD3}"/>
          </ac:inkMkLst>
        </pc:inkChg>
        <pc:inkChg chg="add mod">
          <ac:chgData name="Mahima Weerasinghe" userId="e11e3f55-42da-4e07-8ead-4d7a1d7ea1c6" providerId="ADAL" clId="{A71A91A0-537E-435E-A57A-6A59184BC47A}" dt="2024-08-18T13:09:58.857" v="3228"/>
          <ac:inkMkLst>
            <pc:docMk/>
            <pc:sldMk cId="843984928" sldId="379"/>
            <ac:inkMk id="36" creationId="{4D2EF4AD-FE4B-4F60-30BD-EFC22BBD2E33}"/>
          </ac:inkMkLst>
        </pc:inkChg>
        <pc:inkChg chg="add mod">
          <ac:chgData name="Mahima Weerasinghe" userId="e11e3f55-42da-4e07-8ead-4d7a1d7ea1c6" providerId="ADAL" clId="{A71A91A0-537E-435E-A57A-6A59184BC47A}" dt="2024-08-18T13:09:58.857" v="3228"/>
          <ac:inkMkLst>
            <pc:docMk/>
            <pc:sldMk cId="843984928" sldId="379"/>
            <ac:inkMk id="37" creationId="{0070F2DA-5BCF-5FCE-AB59-CF992DA1757D}"/>
          </ac:inkMkLst>
        </pc:inkChg>
        <pc:inkChg chg="add mod">
          <ac:chgData name="Mahima Weerasinghe" userId="e11e3f55-42da-4e07-8ead-4d7a1d7ea1c6" providerId="ADAL" clId="{A71A91A0-537E-435E-A57A-6A59184BC47A}" dt="2024-08-18T13:09:58.857" v="3228"/>
          <ac:inkMkLst>
            <pc:docMk/>
            <pc:sldMk cId="843984928" sldId="379"/>
            <ac:inkMk id="38" creationId="{87DA5DAD-7970-C9ED-0D97-6D946A249ED1}"/>
          </ac:inkMkLst>
        </pc:inkChg>
      </pc:sldChg>
      <pc:sldChg chg="delSp new del mod">
        <pc:chgData name="Mahima Weerasinghe" userId="e11e3f55-42da-4e07-8ead-4d7a1d7ea1c6" providerId="ADAL" clId="{A71A91A0-537E-435E-A57A-6A59184BC47A}" dt="2024-08-18T01:53:17.874" v="367" actId="47"/>
        <pc:sldMkLst>
          <pc:docMk/>
          <pc:sldMk cId="3948369972" sldId="380"/>
        </pc:sldMkLst>
        <pc:spChg chg="del">
          <ac:chgData name="Mahima Weerasinghe" userId="e11e3f55-42da-4e07-8ead-4d7a1d7ea1c6" providerId="ADAL" clId="{A71A91A0-537E-435E-A57A-6A59184BC47A}" dt="2024-08-18T01:52:55.505" v="365" actId="478"/>
          <ac:spMkLst>
            <pc:docMk/>
            <pc:sldMk cId="3948369972" sldId="380"/>
            <ac:spMk id="2" creationId="{8326DC85-0460-BB8D-6085-C7302D9AB589}"/>
          </ac:spMkLst>
        </pc:spChg>
      </pc:sldChg>
      <pc:sldChg chg="addSp delSp modSp add mod">
        <pc:chgData name="Mahima Weerasinghe" userId="e11e3f55-42da-4e07-8ead-4d7a1d7ea1c6" providerId="ADAL" clId="{A71A91A0-537E-435E-A57A-6A59184BC47A}" dt="2024-08-18T13:03:31.989" v="3197" actId="9405"/>
        <pc:sldMkLst>
          <pc:docMk/>
          <pc:sldMk cId="340114689" sldId="381"/>
        </pc:sldMkLst>
        <pc:spChg chg="add del">
          <ac:chgData name="Mahima Weerasinghe" userId="e11e3f55-42da-4e07-8ead-4d7a1d7ea1c6" providerId="ADAL" clId="{A71A91A0-537E-435E-A57A-6A59184BC47A}" dt="2024-08-18T01:54:31.006" v="378" actId="478"/>
          <ac:spMkLst>
            <pc:docMk/>
            <pc:sldMk cId="340114689" sldId="381"/>
            <ac:spMk id="2" creationId="{18649B0B-CE08-0D14-094D-F4237CE25437}"/>
          </ac:spMkLst>
        </pc:spChg>
        <pc:spChg chg="add del mod">
          <ac:chgData name="Mahima Weerasinghe" userId="e11e3f55-42da-4e07-8ead-4d7a1d7ea1c6" providerId="ADAL" clId="{A71A91A0-537E-435E-A57A-6A59184BC47A}" dt="2024-08-18T01:58:56.562" v="389"/>
          <ac:spMkLst>
            <pc:docMk/>
            <pc:sldMk cId="340114689" sldId="381"/>
            <ac:spMk id="3" creationId="{C13CADEF-43FE-F63D-6BE3-CA77DBE9E54A}"/>
          </ac:spMkLst>
        </pc:spChg>
        <pc:picChg chg="add del">
          <ac:chgData name="Mahima Weerasinghe" userId="e11e3f55-42da-4e07-8ead-4d7a1d7ea1c6" providerId="ADAL" clId="{A71A91A0-537E-435E-A57A-6A59184BC47A}" dt="2024-08-18T01:54:11.556" v="374" actId="478"/>
          <ac:picMkLst>
            <pc:docMk/>
            <pc:sldMk cId="340114689" sldId="381"/>
            <ac:picMk id="5" creationId="{157AFBBB-0533-6568-7DCD-592B2A02BAB5}"/>
          </ac:picMkLst>
        </pc:picChg>
        <pc:picChg chg="add mod">
          <ac:chgData name="Mahima Weerasinghe" userId="e11e3f55-42da-4e07-8ead-4d7a1d7ea1c6" providerId="ADAL" clId="{A71A91A0-537E-435E-A57A-6A59184BC47A}" dt="2024-08-18T01:59:02.979" v="390" actId="1076"/>
          <ac:picMkLst>
            <pc:docMk/>
            <pc:sldMk cId="340114689" sldId="381"/>
            <ac:picMk id="6" creationId="{079CA31A-9F22-FB10-5196-A37CFAF9F537}"/>
          </ac:picMkLst>
        </pc:picChg>
        <pc:inkChg chg="add">
          <ac:chgData name="Mahima Weerasinghe" userId="e11e3f55-42da-4e07-8ead-4d7a1d7ea1c6" providerId="ADAL" clId="{A71A91A0-537E-435E-A57A-6A59184BC47A}" dt="2024-08-18T13:03:19.575" v="3194" actId="9405"/>
          <ac:inkMkLst>
            <pc:docMk/>
            <pc:sldMk cId="340114689" sldId="381"/>
            <ac:inkMk id="2" creationId="{4CB99759-BE2D-41A1-B0F9-3FA822AB60A5}"/>
          </ac:inkMkLst>
        </pc:inkChg>
        <pc:inkChg chg="add">
          <ac:chgData name="Mahima Weerasinghe" userId="e11e3f55-42da-4e07-8ead-4d7a1d7ea1c6" providerId="ADAL" clId="{A71A91A0-537E-435E-A57A-6A59184BC47A}" dt="2024-08-18T13:03:25.470" v="3195" actId="9405"/>
          <ac:inkMkLst>
            <pc:docMk/>
            <pc:sldMk cId="340114689" sldId="381"/>
            <ac:inkMk id="4" creationId="{9ED88ACC-CEE1-118E-D10C-B16B0C13F060}"/>
          </ac:inkMkLst>
        </pc:inkChg>
        <pc:inkChg chg="add">
          <ac:chgData name="Mahima Weerasinghe" userId="e11e3f55-42da-4e07-8ead-4d7a1d7ea1c6" providerId="ADAL" clId="{A71A91A0-537E-435E-A57A-6A59184BC47A}" dt="2024-08-18T13:03:30.918" v="3196" actId="9405"/>
          <ac:inkMkLst>
            <pc:docMk/>
            <pc:sldMk cId="340114689" sldId="381"/>
            <ac:inkMk id="5" creationId="{CB473A21-CC4F-F5E0-5B0E-755B662BCD21}"/>
          </ac:inkMkLst>
        </pc:inkChg>
        <pc:inkChg chg="add">
          <ac:chgData name="Mahima Weerasinghe" userId="e11e3f55-42da-4e07-8ead-4d7a1d7ea1c6" providerId="ADAL" clId="{A71A91A0-537E-435E-A57A-6A59184BC47A}" dt="2024-08-18T13:03:31.989" v="3197" actId="9405"/>
          <ac:inkMkLst>
            <pc:docMk/>
            <pc:sldMk cId="340114689" sldId="381"/>
            <ac:inkMk id="7" creationId="{1D7E6842-72A2-CFA7-3D47-C8DAA04F98A4}"/>
          </ac:inkMkLst>
        </pc:inkChg>
      </pc:sldChg>
      <pc:sldChg chg="addSp delSp modSp new mod">
        <pc:chgData name="Mahima Weerasinghe" userId="e11e3f55-42da-4e07-8ead-4d7a1d7ea1c6" providerId="ADAL" clId="{A71A91A0-537E-435E-A57A-6A59184BC47A}" dt="2024-08-18T13:36:41.408" v="3304"/>
        <pc:sldMkLst>
          <pc:docMk/>
          <pc:sldMk cId="2100807162" sldId="382"/>
        </pc:sldMkLst>
        <pc:spChg chg="mod">
          <ac:chgData name="Mahima Weerasinghe" userId="e11e3f55-42da-4e07-8ead-4d7a1d7ea1c6" providerId="ADAL" clId="{A71A91A0-537E-435E-A57A-6A59184BC47A}" dt="2024-08-18T02:03:16.570" v="415" actId="20577"/>
          <ac:spMkLst>
            <pc:docMk/>
            <pc:sldMk cId="2100807162" sldId="382"/>
            <ac:spMk id="2" creationId="{30A67504-03A7-DFC1-D285-0C2E414F7C6B}"/>
          </ac:spMkLst>
        </pc:spChg>
        <pc:spChg chg="add del">
          <ac:chgData name="Mahima Weerasinghe" userId="e11e3f55-42da-4e07-8ead-4d7a1d7ea1c6" providerId="ADAL" clId="{A71A91A0-537E-435E-A57A-6A59184BC47A}" dt="2024-08-18T02:07:08.743" v="419" actId="22"/>
          <ac:spMkLst>
            <pc:docMk/>
            <pc:sldMk cId="2100807162" sldId="382"/>
            <ac:spMk id="4" creationId="{8E60A936-9A5F-FAD9-80C2-FBF56BA484C0}"/>
          </ac:spMkLst>
        </pc:spChg>
        <pc:spChg chg="add mod">
          <ac:chgData name="Mahima Weerasinghe" userId="e11e3f55-42da-4e07-8ead-4d7a1d7ea1c6" providerId="ADAL" clId="{A71A91A0-537E-435E-A57A-6A59184BC47A}" dt="2024-08-18T02:10:07.275" v="431" actId="14100"/>
          <ac:spMkLst>
            <pc:docMk/>
            <pc:sldMk cId="2100807162" sldId="382"/>
            <ac:spMk id="6" creationId="{BB50C1DF-C81D-ACAD-9553-5B2E1979B3B5}"/>
          </ac:spMkLst>
        </pc:spChg>
        <pc:spChg chg="add del">
          <ac:chgData name="Mahima Weerasinghe" userId="e11e3f55-42da-4e07-8ead-4d7a1d7ea1c6" providerId="ADAL" clId="{A71A91A0-537E-435E-A57A-6A59184BC47A}" dt="2024-08-18T02:09:46.538" v="428" actId="478"/>
          <ac:spMkLst>
            <pc:docMk/>
            <pc:sldMk cId="2100807162" sldId="382"/>
            <ac:spMk id="7" creationId="{87A28A94-E745-8AC2-E15A-DA454B378801}"/>
          </ac:spMkLst>
        </pc:spChg>
        <pc:grpChg chg="del mod">
          <ac:chgData name="Mahima Weerasinghe" userId="e11e3f55-42da-4e07-8ead-4d7a1d7ea1c6" providerId="ADAL" clId="{A71A91A0-537E-435E-A57A-6A59184BC47A}" dt="2024-08-18T13:34:54.456" v="3250"/>
          <ac:grpSpMkLst>
            <pc:docMk/>
            <pc:sldMk cId="2100807162" sldId="382"/>
            <ac:grpSpMk id="15" creationId="{6148FF73-095B-3680-E14C-9144B0065D10}"/>
          </ac:grpSpMkLst>
        </pc:grpChg>
        <pc:grpChg chg="del mod">
          <ac:chgData name="Mahima Weerasinghe" userId="e11e3f55-42da-4e07-8ead-4d7a1d7ea1c6" providerId="ADAL" clId="{A71A91A0-537E-435E-A57A-6A59184BC47A}" dt="2024-08-18T13:35:01.145" v="3257"/>
          <ac:grpSpMkLst>
            <pc:docMk/>
            <pc:sldMk cId="2100807162" sldId="382"/>
            <ac:grpSpMk id="26" creationId="{2EEB3ACA-C444-C428-040C-6E32205A4FEB}"/>
          </ac:grpSpMkLst>
        </pc:grpChg>
        <pc:grpChg chg="mod">
          <ac:chgData name="Mahima Weerasinghe" userId="e11e3f55-42da-4e07-8ead-4d7a1d7ea1c6" providerId="ADAL" clId="{A71A91A0-537E-435E-A57A-6A59184BC47A}" dt="2024-08-18T13:35:01.145" v="3257"/>
          <ac:grpSpMkLst>
            <pc:docMk/>
            <pc:sldMk cId="2100807162" sldId="382"/>
            <ac:grpSpMk id="33" creationId="{F5B594DE-62B8-5D0B-9A47-FF6B5F2375D2}"/>
          </ac:grpSpMkLst>
        </pc:grpChg>
        <pc:grpChg chg="del mod">
          <ac:chgData name="Mahima Weerasinghe" userId="e11e3f55-42da-4e07-8ead-4d7a1d7ea1c6" providerId="ADAL" clId="{A71A91A0-537E-435E-A57A-6A59184BC47A}" dt="2024-08-18T13:35:17.559" v="3274"/>
          <ac:grpSpMkLst>
            <pc:docMk/>
            <pc:sldMk cId="2100807162" sldId="382"/>
            <ac:grpSpMk id="36" creationId="{6509607F-760C-C2EF-1B35-7F77476FC0D9}"/>
          </ac:grpSpMkLst>
        </pc:grpChg>
        <pc:grpChg chg="del mod">
          <ac:chgData name="Mahima Weerasinghe" userId="e11e3f55-42da-4e07-8ead-4d7a1d7ea1c6" providerId="ADAL" clId="{A71A91A0-537E-435E-A57A-6A59184BC47A}" dt="2024-08-18T13:35:17.559" v="3274"/>
          <ac:grpSpMkLst>
            <pc:docMk/>
            <pc:sldMk cId="2100807162" sldId="382"/>
            <ac:grpSpMk id="50" creationId="{14CE6BEC-9633-0E37-7A90-DF721D9A60AC}"/>
          </ac:grpSpMkLst>
        </pc:grpChg>
        <pc:grpChg chg="del mod">
          <ac:chgData name="Mahima Weerasinghe" userId="e11e3f55-42da-4e07-8ead-4d7a1d7ea1c6" providerId="ADAL" clId="{A71A91A0-537E-435E-A57A-6A59184BC47A}" dt="2024-08-18T13:35:17.559" v="3274"/>
          <ac:grpSpMkLst>
            <pc:docMk/>
            <pc:sldMk cId="2100807162" sldId="382"/>
            <ac:grpSpMk id="51" creationId="{A0449ED7-54BF-D579-9AD0-970398D8A6CF}"/>
          </ac:grpSpMkLst>
        </pc:grpChg>
        <pc:grpChg chg="mod">
          <ac:chgData name="Mahima Weerasinghe" userId="e11e3f55-42da-4e07-8ead-4d7a1d7ea1c6" providerId="ADAL" clId="{A71A91A0-537E-435E-A57A-6A59184BC47A}" dt="2024-08-18T13:35:17.559" v="3274"/>
          <ac:grpSpMkLst>
            <pc:docMk/>
            <pc:sldMk cId="2100807162" sldId="382"/>
            <ac:grpSpMk id="52" creationId="{D36D0040-E57C-9325-7CF4-296A2238AFA9}"/>
          </ac:grpSpMkLst>
        </pc:grpChg>
        <pc:grpChg chg="mod">
          <ac:chgData name="Mahima Weerasinghe" userId="e11e3f55-42da-4e07-8ead-4d7a1d7ea1c6" providerId="ADAL" clId="{A71A91A0-537E-435E-A57A-6A59184BC47A}" dt="2024-08-18T13:35:34.108" v="3289"/>
          <ac:grpSpMkLst>
            <pc:docMk/>
            <pc:sldMk cId="2100807162" sldId="382"/>
            <ac:grpSpMk id="67" creationId="{6F24D8F8-0A4B-2FED-6C8B-78E78D3F95BC}"/>
          </ac:grpSpMkLst>
        </pc:grpChg>
        <pc:grpChg chg="mod">
          <ac:chgData name="Mahima Weerasinghe" userId="e11e3f55-42da-4e07-8ead-4d7a1d7ea1c6" providerId="ADAL" clId="{A71A91A0-537E-435E-A57A-6A59184BC47A}" dt="2024-08-18T13:36:25.058" v="3296"/>
          <ac:grpSpMkLst>
            <pc:docMk/>
            <pc:sldMk cId="2100807162" sldId="382"/>
            <ac:grpSpMk id="74" creationId="{66F8D81F-28B3-B7BE-E94F-00D2E06A2878}"/>
          </ac:grpSpMkLst>
        </pc:grpChg>
        <pc:grpChg chg="mod">
          <ac:chgData name="Mahima Weerasinghe" userId="e11e3f55-42da-4e07-8ead-4d7a1d7ea1c6" providerId="ADAL" clId="{A71A91A0-537E-435E-A57A-6A59184BC47A}" dt="2024-08-18T13:36:41.408" v="3304"/>
          <ac:grpSpMkLst>
            <pc:docMk/>
            <pc:sldMk cId="2100807162" sldId="382"/>
            <ac:grpSpMk id="82" creationId="{D8CF662C-4392-5872-E8E6-E202816C8918}"/>
          </ac:grpSpMkLst>
        </pc:grpChg>
        <pc:picChg chg="add mod">
          <ac:chgData name="Mahima Weerasinghe" userId="e11e3f55-42da-4e07-8ead-4d7a1d7ea1c6" providerId="ADAL" clId="{A71A91A0-537E-435E-A57A-6A59184BC47A}" dt="2024-08-18T02:10:22.263" v="436" actId="1076"/>
          <ac:picMkLst>
            <pc:docMk/>
            <pc:sldMk cId="2100807162" sldId="382"/>
            <ac:picMk id="9" creationId="{B8C9EF05-B559-BB4E-E241-035E9D9B977C}"/>
          </ac:picMkLst>
        </pc:picChg>
        <pc:inkChg chg="add mod">
          <ac:chgData name="Mahima Weerasinghe" userId="e11e3f55-42da-4e07-8ead-4d7a1d7ea1c6" providerId="ADAL" clId="{A71A91A0-537E-435E-A57A-6A59184BC47A}" dt="2024-08-18T13:35:01.145" v="3257"/>
          <ac:inkMkLst>
            <pc:docMk/>
            <pc:sldMk cId="2100807162" sldId="382"/>
            <ac:inkMk id="3" creationId="{E132FDEC-B1D7-B22B-1FC7-2F3D0F90A02B}"/>
          </ac:inkMkLst>
        </pc:inkChg>
        <pc:inkChg chg="add mod">
          <ac:chgData name="Mahima Weerasinghe" userId="e11e3f55-42da-4e07-8ead-4d7a1d7ea1c6" providerId="ADAL" clId="{A71A91A0-537E-435E-A57A-6A59184BC47A}" dt="2024-08-18T13:35:01.145" v="3257"/>
          <ac:inkMkLst>
            <pc:docMk/>
            <pc:sldMk cId="2100807162" sldId="382"/>
            <ac:inkMk id="4" creationId="{31E47CAA-22D8-31AC-8F73-42158FA2817B}"/>
          </ac:inkMkLst>
        </pc:inkChg>
        <pc:inkChg chg="add mod">
          <ac:chgData name="Mahima Weerasinghe" userId="e11e3f55-42da-4e07-8ead-4d7a1d7ea1c6" providerId="ADAL" clId="{A71A91A0-537E-435E-A57A-6A59184BC47A}" dt="2024-08-18T13:35:01.145" v="3257"/>
          <ac:inkMkLst>
            <pc:docMk/>
            <pc:sldMk cId="2100807162" sldId="382"/>
            <ac:inkMk id="5" creationId="{3E47C357-921F-D145-4066-21896E57D7CE}"/>
          </ac:inkMkLst>
        </pc:inkChg>
        <pc:inkChg chg="add mod">
          <ac:chgData name="Mahima Weerasinghe" userId="e11e3f55-42da-4e07-8ead-4d7a1d7ea1c6" providerId="ADAL" clId="{A71A91A0-537E-435E-A57A-6A59184BC47A}" dt="2024-08-18T13:35:01.145" v="3257"/>
          <ac:inkMkLst>
            <pc:docMk/>
            <pc:sldMk cId="2100807162" sldId="382"/>
            <ac:inkMk id="7" creationId="{FCFD1F09-F739-3D56-0456-7889E1D21E28}"/>
          </ac:inkMkLst>
        </pc:inkChg>
        <pc:inkChg chg="add mod">
          <ac:chgData name="Mahima Weerasinghe" userId="e11e3f55-42da-4e07-8ead-4d7a1d7ea1c6" providerId="ADAL" clId="{A71A91A0-537E-435E-A57A-6A59184BC47A}" dt="2024-08-18T13:35:01.145" v="3257"/>
          <ac:inkMkLst>
            <pc:docMk/>
            <pc:sldMk cId="2100807162" sldId="382"/>
            <ac:inkMk id="8" creationId="{5C2A9661-E304-D6C8-2246-5D8B0DCA2012}"/>
          </ac:inkMkLst>
        </pc:inkChg>
        <pc:inkChg chg="add mod">
          <ac:chgData name="Mahima Weerasinghe" userId="e11e3f55-42da-4e07-8ead-4d7a1d7ea1c6" providerId="ADAL" clId="{A71A91A0-537E-435E-A57A-6A59184BC47A}" dt="2024-08-18T13:35:01.145" v="3257"/>
          <ac:inkMkLst>
            <pc:docMk/>
            <pc:sldMk cId="2100807162" sldId="382"/>
            <ac:inkMk id="10" creationId="{A9B9D389-87D8-8067-4661-1E8C280D6DAB}"/>
          </ac:inkMkLst>
        </pc:inkChg>
        <pc:inkChg chg="add mod">
          <ac:chgData name="Mahima Weerasinghe" userId="e11e3f55-42da-4e07-8ead-4d7a1d7ea1c6" providerId="ADAL" clId="{A71A91A0-537E-435E-A57A-6A59184BC47A}" dt="2024-08-18T13:35:01.145" v="3257"/>
          <ac:inkMkLst>
            <pc:docMk/>
            <pc:sldMk cId="2100807162" sldId="382"/>
            <ac:inkMk id="11" creationId="{17560AFD-29C4-7A4E-DDC4-ED4B6F22E5C4}"/>
          </ac:inkMkLst>
        </pc:inkChg>
        <pc:inkChg chg="add mod">
          <ac:chgData name="Mahima Weerasinghe" userId="e11e3f55-42da-4e07-8ead-4d7a1d7ea1c6" providerId="ADAL" clId="{A71A91A0-537E-435E-A57A-6A59184BC47A}" dt="2024-08-18T13:35:01.145" v="3257"/>
          <ac:inkMkLst>
            <pc:docMk/>
            <pc:sldMk cId="2100807162" sldId="382"/>
            <ac:inkMk id="12" creationId="{25977D16-3988-210D-DBDB-500C71C12ED1}"/>
          </ac:inkMkLst>
        </pc:inkChg>
        <pc:inkChg chg="add mod">
          <ac:chgData name="Mahima Weerasinghe" userId="e11e3f55-42da-4e07-8ead-4d7a1d7ea1c6" providerId="ADAL" clId="{A71A91A0-537E-435E-A57A-6A59184BC47A}" dt="2024-08-18T13:35:01.145" v="3257"/>
          <ac:inkMkLst>
            <pc:docMk/>
            <pc:sldMk cId="2100807162" sldId="382"/>
            <ac:inkMk id="13" creationId="{5451337E-88CD-7D7D-E2E0-813315522ACD}"/>
          </ac:inkMkLst>
        </pc:inkChg>
        <pc:inkChg chg="add mod">
          <ac:chgData name="Mahima Weerasinghe" userId="e11e3f55-42da-4e07-8ead-4d7a1d7ea1c6" providerId="ADAL" clId="{A71A91A0-537E-435E-A57A-6A59184BC47A}" dt="2024-08-18T13:35:01.145" v="3257"/>
          <ac:inkMkLst>
            <pc:docMk/>
            <pc:sldMk cId="2100807162" sldId="382"/>
            <ac:inkMk id="14" creationId="{A7805176-91DC-61D9-61A5-EB5B8F9CCCDE}"/>
          </ac:inkMkLst>
        </pc:inkChg>
        <pc:inkChg chg="add mod">
          <ac:chgData name="Mahima Weerasinghe" userId="e11e3f55-42da-4e07-8ead-4d7a1d7ea1c6" providerId="ADAL" clId="{A71A91A0-537E-435E-A57A-6A59184BC47A}" dt="2024-08-18T13:35:01.145" v="3257"/>
          <ac:inkMkLst>
            <pc:docMk/>
            <pc:sldMk cId="2100807162" sldId="382"/>
            <ac:inkMk id="16" creationId="{8AC8F740-1A66-BF2B-B41C-2D2A3DEE4D6E}"/>
          </ac:inkMkLst>
        </pc:inkChg>
        <pc:inkChg chg="add mod">
          <ac:chgData name="Mahima Weerasinghe" userId="e11e3f55-42da-4e07-8ead-4d7a1d7ea1c6" providerId="ADAL" clId="{A71A91A0-537E-435E-A57A-6A59184BC47A}" dt="2024-08-18T13:35:01.145" v="3257"/>
          <ac:inkMkLst>
            <pc:docMk/>
            <pc:sldMk cId="2100807162" sldId="382"/>
            <ac:inkMk id="17" creationId="{F1874EAE-8D46-A8CB-98E9-25C5ABEC708E}"/>
          </ac:inkMkLst>
        </pc:inkChg>
        <pc:inkChg chg="add mod">
          <ac:chgData name="Mahima Weerasinghe" userId="e11e3f55-42da-4e07-8ead-4d7a1d7ea1c6" providerId="ADAL" clId="{A71A91A0-537E-435E-A57A-6A59184BC47A}" dt="2024-08-18T13:35:01.145" v="3257"/>
          <ac:inkMkLst>
            <pc:docMk/>
            <pc:sldMk cId="2100807162" sldId="382"/>
            <ac:inkMk id="18" creationId="{22ABADD9-69F8-9EB9-BBFA-931B20E112A6}"/>
          </ac:inkMkLst>
        </pc:inkChg>
        <pc:inkChg chg="add mod">
          <ac:chgData name="Mahima Weerasinghe" userId="e11e3f55-42da-4e07-8ead-4d7a1d7ea1c6" providerId="ADAL" clId="{A71A91A0-537E-435E-A57A-6A59184BC47A}" dt="2024-08-18T13:35:01.145" v="3257"/>
          <ac:inkMkLst>
            <pc:docMk/>
            <pc:sldMk cId="2100807162" sldId="382"/>
            <ac:inkMk id="19" creationId="{393980B0-EE14-3BDC-5EB1-3B361EE1F627}"/>
          </ac:inkMkLst>
        </pc:inkChg>
        <pc:inkChg chg="add mod">
          <ac:chgData name="Mahima Weerasinghe" userId="e11e3f55-42da-4e07-8ead-4d7a1d7ea1c6" providerId="ADAL" clId="{A71A91A0-537E-435E-A57A-6A59184BC47A}" dt="2024-08-18T13:35:01.145" v="3257"/>
          <ac:inkMkLst>
            <pc:docMk/>
            <pc:sldMk cId="2100807162" sldId="382"/>
            <ac:inkMk id="20" creationId="{A7A942C5-ABD5-9332-1880-0BFDA4CE4C13}"/>
          </ac:inkMkLst>
        </pc:inkChg>
        <pc:inkChg chg="add mod">
          <ac:chgData name="Mahima Weerasinghe" userId="e11e3f55-42da-4e07-8ead-4d7a1d7ea1c6" providerId="ADAL" clId="{A71A91A0-537E-435E-A57A-6A59184BC47A}" dt="2024-08-18T13:35:01.145" v="3257"/>
          <ac:inkMkLst>
            <pc:docMk/>
            <pc:sldMk cId="2100807162" sldId="382"/>
            <ac:inkMk id="21" creationId="{6DEE18E9-F6DD-DD81-E89C-C998F47C3D11}"/>
          </ac:inkMkLst>
        </pc:inkChg>
        <pc:inkChg chg="add mod">
          <ac:chgData name="Mahima Weerasinghe" userId="e11e3f55-42da-4e07-8ead-4d7a1d7ea1c6" providerId="ADAL" clId="{A71A91A0-537E-435E-A57A-6A59184BC47A}" dt="2024-08-18T13:35:01.145" v="3257"/>
          <ac:inkMkLst>
            <pc:docMk/>
            <pc:sldMk cId="2100807162" sldId="382"/>
            <ac:inkMk id="22" creationId="{7290F796-F2E5-C8A9-153E-37407BDA0EE7}"/>
          </ac:inkMkLst>
        </pc:inkChg>
        <pc:inkChg chg="add mod">
          <ac:chgData name="Mahima Weerasinghe" userId="e11e3f55-42da-4e07-8ead-4d7a1d7ea1c6" providerId="ADAL" clId="{A71A91A0-537E-435E-A57A-6A59184BC47A}" dt="2024-08-18T13:35:01.145" v="3257"/>
          <ac:inkMkLst>
            <pc:docMk/>
            <pc:sldMk cId="2100807162" sldId="382"/>
            <ac:inkMk id="23" creationId="{F04F2431-86D0-4FF4-123A-4301349718B9}"/>
          </ac:inkMkLst>
        </pc:inkChg>
        <pc:inkChg chg="add mod">
          <ac:chgData name="Mahima Weerasinghe" userId="e11e3f55-42da-4e07-8ead-4d7a1d7ea1c6" providerId="ADAL" clId="{A71A91A0-537E-435E-A57A-6A59184BC47A}" dt="2024-08-18T13:35:01.145" v="3257"/>
          <ac:inkMkLst>
            <pc:docMk/>
            <pc:sldMk cId="2100807162" sldId="382"/>
            <ac:inkMk id="24" creationId="{565608C2-8470-92BB-0239-8EF2B77CCBB6}"/>
          </ac:inkMkLst>
        </pc:inkChg>
        <pc:inkChg chg="add mod">
          <ac:chgData name="Mahima Weerasinghe" userId="e11e3f55-42da-4e07-8ead-4d7a1d7ea1c6" providerId="ADAL" clId="{A71A91A0-537E-435E-A57A-6A59184BC47A}" dt="2024-08-18T13:35:01.145" v="3257"/>
          <ac:inkMkLst>
            <pc:docMk/>
            <pc:sldMk cId="2100807162" sldId="382"/>
            <ac:inkMk id="25" creationId="{018F4EDC-D0D2-60F0-512A-FDC006DEF4F4}"/>
          </ac:inkMkLst>
        </pc:inkChg>
        <pc:inkChg chg="add mod">
          <ac:chgData name="Mahima Weerasinghe" userId="e11e3f55-42da-4e07-8ead-4d7a1d7ea1c6" providerId="ADAL" clId="{A71A91A0-537E-435E-A57A-6A59184BC47A}" dt="2024-08-18T13:35:01.145" v="3257"/>
          <ac:inkMkLst>
            <pc:docMk/>
            <pc:sldMk cId="2100807162" sldId="382"/>
            <ac:inkMk id="27" creationId="{9B04587F-B8FB-4510-13C1-540A4755D808}"/>
          </ac:inkMkLst>
        </pc:inkChg>
        <pc:inkChg chg="add mod">
          <ac:chgData name="Mahima Weerasinghe" userId="e11e3f55-42da-4e07-8ead-4d7a1d7ea1c6" providerId="ADAL" clId="{A71A91A0-537E-435E-A57A-6A59184BC47A}" dt="2024-08-18T13:35:01.145" v="3257"/>
          <ac:inkMkLst>
            <pc:docMk/>
            <pc:sldMk cId="2100807162" sldId="382"/>
            <ac:inkMk id="28" creationId="{F5F67120-FDAD-6BEF-7609-FA1DC713F720}"/>
          </ac:inkMkLst>
        </pc:inkChg>
        <pc:inkChg chg="add mod">
          <ac:chgData name="Mahima Weerasinghe" userId="e11e3f55-42da-4e07-8ead-4d7a1d7ea1c6" providerId="ADAL" clId="{A71A91A0-537E-435E-A57A-6A59184BC47A}" dt="2024-08-18T13:35:01.145" v="3257"/>
          <ac:inkMkLst>
            <pc:docMk/>
            <pc:sldMk cId="2100807162" sldId="382"/>
            <ac:inkMk id="29" creationId="{1AA7FC31-23E8-1731-1BA2-37E232650763}"/>
          </ac:inkMkLst>
        </pc:inkChg>
        <pc:inkChg chg="add mod">
          <ac:chgData name="Mahima Weerasinghe" userId="e11e3f55-42da-4e07-8ead-4d7a1d7ea1c6" providerId="ADAL" clId="{A71A91A0-537E-435E-A57A-6A59184BC47A}" dt="2024-08-18T13:35:01.145" v="3257"/>
          <ac:inkMkLst>
            <pc:docMk/>
            <pc:sldMk cId="2100807162" sldId="382"/>
            <ac:inkMk id="30" creationId="{9623B8C9-E586-3EB0-3C1D-0B1CD35CE85D}"/>
          </ac:inkMkLst>
        </pc:inkChg>
        <pc:inkChg chg="add mod">
          <ac:chgData name="Mahima Weerasinghe" userId="e11e3f55-42da-4e07-8ead-4d7a1d7ea1c6" providerId="ADAL" clId="{A71A91A0-537E-435E-A57A-6A59184BC47A}" dt="2024-08-18T13:35:01.145" v="3257"/>
          <ac:inkMkLst>
            <pc:docMk/>
            <pc:sldMk cId="2100807162" sldId="382"/>
            <ac:inkMk id="31" creationId="{C7BBC3B4-00C1-08CE-AFC0-FACC129631F7}"/>
          </ac:inkMkLst>
        </pc:inkChg>
        <pc:inkChg chg="add mod">
          <ac:chgData name="Mahima Weerasinghe" userId="e11e3f55-42da-4e07-8ead-4d7a1d7ea1c6" providerId="ADAL" clId="{A71A91A0-537E-435E-A57A-6A59184BC47A}" dt="2024-08-18T13:35:01.145" v="3257"/>
          <ac:inkMkLst>
            <pc:docMk/>
            <pc:sldMk cId="2100807162" sldId="382"/>
            <ac:inkMk id="32" creationId="{78B97D8C-F87D-AB0C-8F37-76335E922806}"/>
          </ac:inkMkLst>
        </pc:inkChg>
        <pc:inkChg chg="add mod">
          <ac:chgData name="Mahima Weerasinghe" userId="e11e3f55-42da-4e07-8ead-4d7a1d7ea1c6" providerId="ADAL" clId="{A71A91A0-537E-435E-A57A-6A59184BC47A}" dt="2024-08-18T13:35:17.559" v="3274"/>
          <ac:inkMkLst>
            <pc:docMk/>
            <pc:sldMk cId="2100807162" sldId="382"/>
            <ac:inkMk id="34" creationId="{0E6E0F8C-121B-39F3-275A-44EB4E2E4814}"/>
          </ac:inkMkLst>
        </pc:inkChg>
        <pc:inkChg chg="add mod">
          <ac:chgData name="Mahima Weerasinghe" userId="e11e3f55-42da-4e07-8ead-4d7a1d7ea1c6" providerId="ADAL" clId="{A71A91A0-537E-435E-A57A-6A59184BC47A}" dt="2024-08-18T13:35:17.559" v="3274"/>
          <ac:inkMkLst>
            <pc:docMk/>
            <pc:sldMk cId="2100807162" sldId="382"/>
            <ac:inkMk id="35" creationId="{D1B171CD-671B-F77C-8A91-A423700FED67}"/>
          </ac:inkMkLst>
        </pc:inkChg>
        <pc:inkChg chg="add mod">
          <ac:chgData name="Mahima Weerasinghe" userId="e11e3f55-42da-4e07-8ead-4d7a1d7ea1c6" providerId="ADAL" clId="{A71A91A0-537E-435E-A57A-6A59184BC47A}" dt="2024-08-18T13:35:17.559" v="3274"/>
          <ac:inkMkLst>
            <pc:docMk/>
            <pc:sldMk cId="2100807162" sldId="382"/>
            <ac:inkMk id="37" creationId="{86A27A81-433A-419E-096B-583DD4C7C99B}"/>
          </ac:inkMkLst>
        </pc:inkChg>
        <pc:inkChg chg="add mod">
          <ac:chgData name="Mahima Weerasinghe" userId="e11e3f55-42da-4e07-8ead-4d7a1d7ea1c6" providerId="ADAL" clId="{A71A91A0-537E-435E-A57A-6A59184BC47A}" dt="2024-08-18T13:35:17.559" v="3274"/>
          <ac:inkMkLst>
            <pc:docMk/>
            <pc:sldMk cId="2100807162" sldId="382"/>
            <ac:inkMk id="38" creationId="{2E0A422C-6DEB-A2AC-DC3D-27767D5C1F27}"/>
          </ac:inkMkLst>
        </pc:inkChg>
        <pc:inkChg chg="add mod">
          <ac:chgData name="Mahima Weerasinghe" userId="e11e3f55-42da-4e07-8ead-4d7a1d7ea1c6" providerId="ADAL" clId="{A71A91A0-537E-435E-A57A-6A59184BC47A}" dt="2024-08-18T13:35:17.559" v="3274"/>
          <ac:inkMkLst>
            <pc:docMk/>
            <pc:sldMk cId="2100807162" sldId="382"/>
            <ac:inkMk id="39" creationId="{8B975353-C26B-1659-D697-E480728FA05A}"/>
          </ac:inkMkLst>
        </pc:inkChg>
        <pc:inkChg chg="add mod">
          <ac:chgData name="Mahima Weerasinghe" userId="e11e3f55-42da-4e07-8ead-4d7a1d7ea1c6" providerId="ADAL" clId="{A71A91A0-537E-435E-A57A-6A59184BC47A}" dt="2024-08-18T13:35:17.559" v="3274"/>
          <ac:inkMkLst>
            <pc:docMk/>
            <pc:sldMk cId="2100807162" sldId="382"/>
            <ac:inkMk id="40" creationId="{5CDAAFBB-48CC-8258-0275-A6C23A8B4398}"/>
          </ac:inkMkLst>
        </pc:inkChg>
        <pc:inkChg chg="add mod">
          <ac:chgData name="Mahima Weerasinghe" userId="e11e3f55-42da-4e07-8ead-4d7a1d7ea1c6" providerId="ADAL" clId="{A71A91A0-537E-435E-A57A-6A59184BC47A}" dt="2024-08-18T13:35:17.559" v="3274"/>
          <ac:inkMkLst>
            <pc:docMk/>
            <pc:sldMk cId="2100807162" sldId="382"/>
            <ac:inkMk id="41" creationId="{42998D9C-AF36-70CA-DD5B-A38F6B6F8E2D}"/>
          </ac:inkMkLst>
        </pc:inkChg>
        <pc:inkChg chg="add mod">
          <ac:chgData name="Mahima Weerasinghe" userId="e11e3f55-42da-4e07-8ead-4d7a1d7ea1c6" providerId="ADAL" clId="{A71A91A0-537E-435E-A57A-6A59184BC47A}" dt="2024-08-18T13:35:17.559" v="3274"/>
          <ac:inkMkLst>
            <pc:docMk/>
            <pc:sldMk cId="2100807162" sldId="382"/>
            <ac:inkMk id="42" creationId="{84F06107-CBA3-A1DD-E33E-CD1DD803F151}"/>
          </ac:inkMkLst>
        </pc:inkChg>
        <pc:inkChg chg="add mod">
          <ac:chgData name="Mahima Weerasinghe" userId="e11e3f55-42da-4e07-8ead-4d7a1d7ea1c6" providerId="ADAL" clId="{A71A91A0-537E-435E-A57A-6A59184BC47A}" dt="2024-08-18T13:35:17.559" v="3274"/>
          <ac:inkMkLst>
            <pc:docMk/>
            <pc:sldMk cId="2100807162" sldId="382"/>
            <ac:inkMk id="43" creationId="{281EEED9-80AA-65EC-772D-55A27EF9DCC6}"/>
          </ac:inkMkLst>
        </pc:inkChg>
        <pc:inkChg chg="add mod">
          <ac:chgData name="Mahima Weerasinghe" userId="e11e3f55-42da-4e07-8ead-4d7a1d7ea1c6" providerId="ADAL" clId="{A71A91A0-537E-435E-A57A-6A59184BC47A}" dt="2024-08-18T13:35:17.559" v="3274"/>
          <ac:inkMkLst>
            <pc:docMk/>
            <pc:sldMk cId="2100807162" sldId="382"/>
            <ac:inkMk id="44" creationId="{5FC78DEB-EDAF-1649-40D4-ADBD7EE98B4C}"/>
          </ac:inkMkLst>
        </pc:inkChg>
        <pc:inkChg chg="add mod">
          <ac:chgData name="Mahima Weerasinghe" userId="e11e3f55-42da-4e07-8ead-4d7a1d7ea1c6" providerId="ADAL" clId="{A71A91A0-537E-435E-A57A-6A59184BC47A}" dt="2024-08-18T13:35:17.559" v="3274"/>
          <ac:inkMkLst>
            <pc:docMk/>
            <pc:sldMk cId="2100807162" sldId="382"/>
            <ac:inkMk id="45" creationId="{8E813B30-BE3F-2B75-DD5F-D5C57A43D8EF}"/>
          </ac:inkMkLst>
        </pc:inkChg>
        <pc:inkChg chg="add mod">
          <ac:chgData name="Mahima Weerasinghe" userId="e11e3f55-42da-4e07-8ead-4d7a1d7ea1c6" providerId="ADAL" clId="{A71A91A0-537E-435E-A57A-6A59184BC47A}" dt="2024-08-18T13:35:17.559" v="3274"/>
          <ac:inkMkLst>
            <pc:docMk/>
            <pc:sldMk cId="2100807162" sldId="382"/>
            <ac:inkMk id="46" creationId="{9F7DF356-2716-07DE-3B7B-27252A9DA153}"/>
          </ac:inkMkLst>
        </pc:inkChg>
        <pc:inkChg chg="add mod">
          <ac:chgData name="Mahima Weerasinghe" userId="e11e3f55-42da-4e07-8ead-4d7a1d7ea1c6" providerId="ADAL" clId="{A71A91A0-537E-435E-A57A-6A59184BC47A}" dt="2024-08-18T13:35:17.559" v="3274"/>
          <ac:inkMkLst>
            <pc:docMk/>
            <pc:sldMk cId="2100807162" sldId="382"/>
            <ac:inkMk id="47" creationId="{B04354EF-52E7-108B-110C-988EE64DE200}"/>
          </ac:inkMkLst>
        </pc:inkChg>
        <pc:inkChg chg="add mod">
          <ac:chgData name="Mahima Weerasinghe" userId="e11e3f55-42da-4e07-8ead-4d7a1d7ea1c6" providerId="ADAL" clId="{A71A91A0-537E-435E-A57A-6A59184BC47A}" dt="2024-08-18T13:35:17.559" v="3274"/>
          <ac:inkMkLst>
            <pc:docMk/>
            <pc:sldMk cId="2100807162" sldId="382"/>
            <ac:inkMk id="48" creationId="{42FA2E61-27F0-D835-342F-404A091447BA}"/>
          </ac:inkMkLst>
        </pc:inkChg>
        <pc:inkChg chg="add mod">
          <ac:chgData name="Mahima Weerasinghe" userId="e11e3f55-42da-4e07-8ead-4d7a1d7ea1c6" providerId="ADAL" clId="{A71A91A0-537E-435E-A57A-6A59184BC47A}" dt="2024-08-18T13:35:17.559" v="3274"/>
          <ac:inkMkLst>
            <pc:docMk/>
            <pc:sldMk cId="2100807162" sldId="382"/>
            <ac:inkMk id="49" creationId="{006DBB9A-D957-551A-2BD1-55C90F38BA72}"/>
          </ac:inkMkLst>
        </pc:inkChg>
        <pc:inkChg chg="add mod">
          <ac:chgData name="Mahima Weerasinghe" userId="e11e3f55-42da-4e07-8ead-4d7a1d7ea1c6" providerId="ADAL" clId="{A71A91A0-537E-435E-A57A-6A59184BC47A}" dt="2024-08-18T13:35:34.108" v="3289"/>
          <ac:inkMkLst>
            <pc:docMk/>
            <pc:sldMk cId="2100807162" sldId="382"/>
            <ac:inkMk id="53" creationId="{244DB72A-C7BE-F3B1-F625-ED0004168488}"/>
          </ac:inkMkLst>
        </pc:inkChg>
        <pc:inkChg chg="add mod">
          <ac:chgData name="Mahima Weerasinghe" userId="e11e3f55-42da-4e07-8ead-4d7a1d7ea1c6" providerId="ADAL" clId="{A71A91A0-537E-435E-A57A-6A59184BC47A}" dt="2024-08-18T13:35:34.108" v="3289"/>
          <ac:inkMkLst>
            <pc:docMk/>
            <pc:sldMk cId="2100807162" sldId="382"/>
            <ac:inkMk id="54" creationId="{D7282AA7-2912-7354-B09F-9F473C3DD001}"/>
          </ac:inkMkLst>
        </pc:inkChg>
        <pc:inkChg chg="add mod">
          <ac:chgData name="Mahima Weerasinghe" userId="e11e3f55-42da-4e07-8ead-4d7a1d7ea1c6" providerId="ADAL" clId="{A71A91A0-537E-435E-A57A-6A59184BC47A}" dt="2024-08-18T13:35:34.108" v="3289"/>
          <ac:inkMkLst>
            <pc:docMk/>
            <pc:sldMk cId="2100807162" sldId="382"/>
            <ac:inkMk id="55" creationId="{D9C10D44-9C25-368B-CB30-490591EB020E}"/>
          </ac:inkMkLst>
        </pc:inkChg>
        <pc:inkChg chg="add mod">
          <ac:chgData name="Mahima Weerasinghe" userId="e11e3f55-42da-4e07-8ead-4d7a1d7ea1c6" providerId="ADAL" clId="{A71A91A0-537E-435E-A57A-6A59184BC47A}" dt="2024-08-18T13:35:34.108" v="3289"/>
          <ac:inkMkLst>
            <pc:docMk/>
            <pc:sldMk cId="2100807162" sldId="382"/>
            <ac:inkMk id="56" creationId="{5C2E665B-5C4F-4E10-D648-8380A43300B5}"/>
          </ac:inkMkLst>
        </pc:inkChg>
        <pc:inkChg chg="add mod">
          <ac:chgData name="Mahima Weerasinghe" userId="e11e3f55-42da-4e07-8ead-4d7a1d7ea1c6" providerId="ADAL" clId="{A71A91A0-537E-435E-A57A-6A59184BC47A}" dt="2024-08-18T13:35:34.108" v="3289"/>
          <ac:inkMkLst>
            <pc:docMk/>
            <pc:sldMk cId="2100807162" sldId="382"/>
            <ac:inkMk id="57" creationId="{36FF8650-CA43-1E97-C1EE-29AA8DD74BED}"/>
          </ac:inkMkLst>
        </pc:inkChg>
        <pc:inkChg chg="add mod">
          <ac:chgData name="Mahima Weerasinghe" userId="e11e3f55-42da-4e07-8ead-4d7a1d7ea1c6" providerId="ADAL" clId="{A71A91A0-537E-435E-A57A-6A59184BC47A}" dt="2024-08-18T13:35:34.108" v="3289"/>
          <ac:inkMkLst>
            <pc:docMk/>
            <pc:sldMk cId="2100807162" sldId="382"/>
            <ac:inkMk id="58" creationId="{2389ED6A-ECCB-97A5-5577-845148679FCB}"/>
          </ac:inkMkLst>
        </pc:inkChg>
        <pc:inkChg chg="add mod">
          <ac:chgData name="Mahima Weerasinghe" userId="e11e3f55-42da-4e07-8ead-4d7a1d7ea1c6" providerId="ADAL" clId="{A71A91A0-537E-435E-A57A-6A59184BC47A}" dt="2024-08-18T13:35:34.108" v="3289"/>
          <ac:inkMkLst>
            <pc:docMk/>
            <pc:sldMk cId="2100807162" sldId="382"/>
            <ac:inkMk id="59" creationId="{FFE1666E-987E-52CC-E24D-CA43A7567D2B}"/>
          </ac:inkMkLst>
        </pc:inkChg>
        <pc:inkChg chg="add mod">
          <ac:chgData name="Mahima Weerasinghe" userId="e11e3f55-42da-4e07-8ead-4d7a1d7ea1c6" providerId="ADAL" clId="{A71A91A0-537E-435E-A57A-6A59184BC47A}" dt="2024-08-18T13:35:34.108" v="3289"/>
          <ac:inkMkLst>
            <pc:docMk/>
            <pc:sldMk cId="2100807162" sldId="382"/>
            <ac:inkMk id="60" creationId="{FCE7C102-55FD-C68F-3516-FBD3164588D7}"/>
          </ac:inkMkLst>
        </pc:inkChg>
        <pc:inkChg chg="add mod">
          <ac:chgData name="Mahima Weerasinghe" userId="e11e3f55-42da-4e07-8ead-4d7a1d7ea1c6" providerId="ADAL" clId="{A71A91A0-537E-435E-A57A-6A59184BC47A}" dt="2024-08-18T13:35:34.108" v="3289"/>
          <ac:inkMkLst>
            <pc:docMk/>
            <pc:sldMk cId="2100807162" sldId="382"/>
            <ac:inkMk id="61" creationId="{589C9595-669E-BE27-89C4-4CE30335C9A2}"/>
          </ac:inkMkLst>
        </pc:inkChg>
        <pc:inkChg chg="add mod">
          <ac:chgData name="Mahima Weerasinghe" userId="e11e3f55-42da-4e07-8ead-4d7a1d7ea1c6" providerId="ADAL" clId="{A71A91A0-537E-435E-A57A-6A59184BC47A}" dt="2024-08-18T13:35:34.108" v="3289"/>
          <ac:inkMkLst>
            <pc:docMk/>
            <pc:sldMk cId="2100807162" sldId="382"/>
            <ac:inkMk id="62" creationId="{5FD52C31-B47F-61F4-A642-DC6E960117BE}"/>
          </ac:inkMkLst>
        </pc:inkChg>
        <pc:inkChg chg="add mod">
          <ac:chgData name="Mahima Weerasinghe" userId="e11e3f55-42da-4e07-8ead-4d7a1d7ea1c6" providerId="ADAL" clId="{A71A91A0-537E-435E-A57A-6A59184BC47A}" dt="2024-08-18T13:35:34.108" v="3289"/>
          <ac:inkMkLst>
            <pc:docMk/>
            <pc:sldMk cId="2100807162" sldId="382"/>
            <ac:inkMk id="63" creationId="{DA0AAA1A-B6FA-F8D2-4765-64DFD8258E2B}"/>
          </ac:inkMkLst>
        </pc:inkChg>
        <pc:inkChg chg="add mod">
          <ac:chgData name="Mahima Weerasinghe" userId="e11e3f55-42da-4e07-8ead-4d7a1d7ea1c6" providerId="ADAL" clId="{A71A91A0-537E-435E-A57A-6A59184BC47A}" dt="2024-08-18T13:35:34.108" v="3289"/>
          <ac:inkMkLst>
            <pc:docMk/>
            <pc:sldMk cId="2100807162" sldId="382"/>
            <ac:inkMk id="64" creationId="{9F7D87BF-B273-80B4-6306-C235BCC5D6D0}"/>
          </ac:inkMkLst>
        </pc:inkChg>
        <pc:inkChg chg="add mod">
          <ac:chgData name="Mahima Weerasinghe" userId="e11e3f55-42da-4e07-8ead-4d7a1d7ea1c6" providerId="ADAL" clId="{A71A91A0-537E-435E-A57A-6A59184BC47A}" dt="2024-08-18T13:35:34.108" v="3289"/>
          <ac:inkMkLst>
            <pc:docMk/>
            <pc:sldMk cId="2100807162" sldId="382"/>
            <ac:inkMk id="65" creationId="{8B11F847-FD37-EDCB-0F65-94893C0D183D}"/>
          </ac:inkMkLst>
        </pc:inkChg>
        <pc:inkChg chg="add mod">
          <ac:chgData name="Mahima Weerasinghe" userId="e11e3f55-42da-4e07-8ead-4d7a1d7ea1c6" providerId="ADAL" clId="{A71A91A0-537E-435E-A57A-6A59184BC47A}" dt="2024-08-18T13:35:34.108" v="3289"/>
          <ac:inkMkLst>
            <pc:docMk/>
            <pc:sldMk cId="2100807162" sldId="382"/>
            <ac:inkMk id="66" creationId="{1F7D61D1-F170-3E8E-1858-4282C201D148}"/>
          </ac:inkMkLst>
        </pc:inkChg>
        <pc:inkChg chg="add mod">
          <ac:chgData name="Mahima Weerasinghe" userId="e11e3f55-42da-4e07-8ead-4d7a1d7ea1c6" providerId="ADAL" clId="{A71A91A0-537E-435E-A57A-6A59184BC47A}" dt="2024-08-18T13:36:25.058" v="3296"/>
          <ac:inkMkLst>
            <pc:docMk/>
            <pc:sldMk cId="2100807162" sldId="382"/>
            <ac:inkMk id="68" creationId="{2DF7E1E4-6634-3DC2-6429-948D717E2D64}"/>
          </ac:inkMkLst>
        </pc:inkChg>
        <pc:inkChg chg="add mod">
          <ac:chgData name="Mahima Weerasinghe" userId="e11e3f55-42da-4e07-8ead-4d7a1d7ea1c6" providerId="ADAL" clId="{A71A91A0-537E-435E-A57A-6A59184BC47A}" dt="2024-08-18T13:36:25.058" v="3296"/>
          <ac:inkMkLst>
            <pc:docMk/>
            <pc:sldMk cId="2100807162" sldId="382"/>
            <ac:inkMk id="69" creationId="{A94CFAD2-60EA-D29C-4B00-FED258FFAC94}"/>
          </ac:inkMkLst>
        </pc:inkChg>
        <pc:inkChg chg="add mod">
          <ac:chgData name="Mahima Weerasinghe" userId="e11e3f55-42da-4e07-8ead-4d7a1d7ea1c6" providerId="ADAL" clId="{A71A91A0-537E-435E-A57A-6A59184BC47A}" dt="2024-08-18T13:36:25.058" v="3296"/>
          <ac:inkMkLst>
            <pc:docMk/>
            <pc:sldMk cId="2100807162" sldId="382"/>
            <ac:inkMk id="70" creationId="{92FF4461-9D9C-960F-C6BF-CC3F3578E07C}"/>
          </ac:inkMkLst>
        </pc:inkChg>
        <pc:inkChg chg="add mod">
          <ac:chgData name="Mahima Weerasinghe" userId="e11e3f55-42da-4e07-8ead-4d7a1d7ea1c6" providerId="ADAL" clId="{A71A91A0-537E-435E-A57A-6A59184BC47A}" dt="2024-08-18T13:36:25.058" v="3296"/>
          <ac:inkMkLst>
            <pc:docMk/>
            <pc:sldMk cId="2100807162" sldId="382"/>
            <ac:inkMk id="71" creationId="{D2D6149D-B0BC-F047-E296-79FAB52CAE0E}"/>
          </ac:inkMkLst>
        </pc:inkChg>
        <pc:inkChg chg="add mod">
          <ac:chgData name="Mahima Weerasinghe" userId="e11e3f55-42da-4e07-8ead-4d7a1d7ea1c6" providerId="ADAL" clId="{A71A91A0-537E-435E-A57A-6A59184BC47A}" dt="2024-08-18T13:36:25.058" v="3296"/>
          <ac:inkMkLst>
            <pc:docMk/>
            <pc:sldMk cId="2100807162" sldId="382"/>
            <ac:inkMk id="72" creationId="{697C6065-75DB-6F0B-EB8A-C58D945132B4}"/>
          </ac:inkMkLst>
        </pc:inkChg>
        <pc:inkChg chg="add mod">
          <ac:chgData name="Mahima Weerasinghe" userId="e11e3f55-42da-4e07-8ead-4d7a1d7ea1c6" providerId="ADAL" clId="{A71A91A0-537E-435E-A57A-6A59184BC47A}" dt="2024-08-18T13:36:25.058" v="3296"/>
          <ac:inkMkLst>
            <pc:docMk/>
            <pc:sldMk cId="2100807162" sldId="382"/>
            <ac:inkMk id="73" creationId="{338B8C38-372E-87B3-1F87-55ED46C48B45}"/>
          </ac:inkMkLst>
        </pc:inkChg>
        <pc:inkChg chg="add mod">
          <ac:chgData name="Mahima Weerasinghe" userId="e11e3f55-42da-4e07-8ead-4d7a1d7ea1c6" providerId="ADAL" clId="{A71A91A0-537E-435E-A57A-6A59184BC47A}" dt="2024-08-18T13:36:41.408" v="3304"/>
          <ac:inkMkLst>
            <pc:docMk/>
            <pc:sldMk cId="2100807162" sldId="382"/>
            <ac:inkMk id="75" creationId="{10B3D82B-F215-03C6-1687-6FE0B764A9E0}"/>
          </ac:inkMkLst>
        </pc:inkChg>
        <pc:inkChg chg="add mod">
          <ac:chgData name="Mahima Weerasinghe" userId="e11e3f55-42da-4e07-8ead-4d7a1d7ea1c6" providerId="ADAL" clId="{A71A91A0-537E-435E-A57A-6A59184BC47A}" dt="2024-08-18T13:36:41.408" v="3304"/>
          <ac:inkMkLst>
            <pc:docMk/>
            <pc:sldMk cId="2100807162" sldId="382"/>
            <ac:inkMk id="76" creationId="{F6722492-F537-DC1B-8187-48E030F9C185}"/>
          </ac:inkMkLst>
        </pc:inkChg>
        <pc:inkChg chg="add mod">
          <ac:chgData name="Mahima Weerasinghe" userId="e11e3f55-42da-4e07-8ead-4d7a1d7ea1c6" providerId="ADAL" clId="{A71A91A0-537E-435E-A57A-6A59184BC47A}" dt="2024-08-18T13:36:41.408" v="3304"/>
          <ac:inkMkLst>
            <pc:docMk/>
            <pc:sldMk cId="2100807162" sldId="382"/>
            <ac:inkMk id="77" creationId="{709F68EB-F8B1-9E96-714C-56A7EA66510E}"/>
          </ac:inkMkLst>
        </pc:inkChg>
        <pc:inkChg chg="add mod">
          <ac:chgData name="Mahima Weerasinghe" userId="e11e3f55-42da-4e07-8ead-4d7a1d7ea1c6" providerId="ADAL" clId="{A71A91A0-537E-435E-A57A-6A59184BC47A}" dt="2024-08-18T13:36:41.408" v="3304"/>
          <ac:inkMkLst>
            <pc:docMk/>
            <pc:sldMk cId="2100807162" sldId="382"/>
            <ac:inkMk id="78" creationId="{28289F06-EE91-4A67-BE8E-B44AF1730E0C}"/>
          </ac:inkMkLst>
        </pc:inkChg>
        <pc:inkChg chg="add mod">
          <ac:chgData name="Mahima Weerasinghe" userId="e11e3f55-42da-4e07-8ead-4d7a1d7ea1c6" providerId="ADAL" clId="{A71A91A0-537E-435E-A57A-6A59184BC47A}" dt="2024-08-18T13:36:41.408" v="3304"/>
          <ac:inkMkLst>
            <pc:docMk/>
            <pc:sldMk cId="2100807162" sldId="382"/>
            <ac:inkMk id="79" creationId="{22C40C5A-6976-E2CB-49EC-5809374B405E}"/>
          </ac:inkMkLst>
        </pc:inkChg>
        <pc:inkChg chg="add mod">
          <ac:chgData name="Mahima Weerasinghe" userId="e11e3f55-42da-4e07-8ead-4d7a1d7ea1c6" providerId="ADAL" clId="{A71A91A0-537E-435E-A57A-6A59184BC47A}" dt="2024-08-18T13:36:41.408" v="3304"/>
          <ac:inkMkLst>
            <pc:docMk/>
            <pc:sldMk cId="2100807162" sldId="382"/>
            <ac:inkMk id="80" creationId="{514E4881-136B-5F23-056D-FA27FC26B779}"/>
          </ac:inkMkLst>
        </pc:inkChg>
        <pc:inkChg chg="add mod">
          <ac:chgData name="Mahima Weerasinghe" userId="e11e3f55-42da-4e07-8ead-4d7a1d7ea1c6" providerId="ADAL" clId="{A71A91A0-537E-435E-A57A-6A59184BC47A}" dt="2024-08-18T13:36:41.408" v="3304"/>
          <ac:inkMkLst>
            <pc:docMk/>
            <pc:sldMk cId="2100807162" sldId="382"/>
            <ac:inkMk id="81" creationId="{041605E5-1ED7-B843-4FAD-0A26A1F149D0}"/>
          </ac:inkMkLst>
        </pc:inkChg>
      </pc:sldChg>
      <pc:sldChg chg="addSp delSp modSp new mod">
        <pc:chgData name="Mahima Weerasinghe" userId="e11e3f55-42da-4e07-8ead-4d7a1d7ea1c6" providerId="ADAL" clId="{A71A91A0-537E-435E-A57A-6A59184BC47A}" dt="2024-08-18T02:13:59.036" v="496" actId="1076"/>
        <pc:sldMkLst>
          <pc:docMk/>
          <pc:sldMk cId="1260775186" sldId="383"/>
        </pc:sldMkLst>
        <pc:spChg chg="del">
          <ac:chgData name="Mahima Weerasinghe" userId="e11e3f55-42da-4e07-8ead-4d7a1d7ea1c6" providerId="ADAL" clId="{A71A91A0-537E-435E-A57A-6A59184BC47A}" dt="2024-08-18T02:10:40.982" v="438" actId="478"/>
          <ac:spMkLst>
            <pc:docMk/>
            <pc:sldMk cId="1260775186" sldId="383"/>
            <ac:spMk id="2" creationId="{1D8DF543-77EA-398C-6A70-6FC5DE534DE3}"/>
          </ac:spMkLst>
        </pc:spChg>
        <pc:spChg chg="add mod">
          <ac:chgData name="Mahima Weerasinghe" userId="e11e3f55-42da-4e07-8ead-4d7a1d7ea1c6" providerId="ADAL" clId="{A71A91A0-537E-435E-A57A-6A59184BC47A}" dt="2024-08-18T02:13:59.036" v="496" actId="1076"/>
          <ac:spMkLst>
            <pc:docMk/>
            <pc:sldMk cId="1260775186" sldId="383"/>
            <ac:spMk id="4" creationId="{51A0AA7C-5D21-8549-D79F-D9AC19E75DF6}"/>
          </ac:spMkLst>
        </pc:spChg>
      </pc:sldChg>
      <pc:sldChg chg="addSp delSp new del mod">
        <pc:chgData name="Mahima Weerasinghe" userId="e11e3f55-42da-4e07-8ead-4d7a1d7ea1c6" providerId="ADAL" clId="{A71A91A0-537E-435E-A57A-6A59184BC47A}" dt="2024-08-18T02:19:04.151" v="536" actId="47"/>
        <pc:sldMkLst>
          <pc:docMk/>
          <pc:sldMk cId="1827557860" sldId="384"/>
        </pc:sldMkLst>
        <pc:spChg chg="del">
          <ac:chgData name="Mahima Weerasinghe" userId="e11e3f55-42da-4e07-8ead-4d7a1d7ea1c6" providerId="ADAL" clId="{A71A91A0-537E-435E-A57A-6A59184BC47A}" dt="2024-08-18T02:14:45.471" v="532" actId="478"/>
          <ac:spMkLst>
            <pc:docMk/>
            <pc:sldMk cId="1827557860" sldId="384"/>
            <ac:spMk id="2" creationId="{2762DA9E-DA62-BD83-B2A0-269E9E94D539}"/>
          </ac:spMkLst>
        </pc:spChg>
        <pc:spChg chg="add del">
          <ac:chgData name="Mahima Weerasinghe" userId="e11e3f55-42da-4e07-8ead-4d7a1d7ea1c6" providerId="ADAL" clId="{A71A91A0-537E-435E-A57A-6A59184BC47A}" dt="2024-08-18T02:15:21.978" v="534" actId="478"/>
          <ac:spMkLst>
            <pc:docMk/>
            <pc:sldMk cId="1827557860" sldId="384"/>
            <ac:spMk id="4" creationId="{CDB011B9-7AA2-80E7-CA55-4B9D1F9614E7}"/>
          </ac:spMkLst>
        </pc:spChg>
      </pc:sldChg>
      <pc:sldChg chg="addSp modSp new mod">
        <pc:chgData name="Mahima Weerasinghe" userId="e11e3f55-42da-4e07-8ead-4d7a1d7ea1c6" providerId="ADAL" clId="{A71A91A0-537E-435E-A57A-6A59184BC47A}" dt="2024-08-18T02:43:30.982" v="955" actId="20577"/>
        <pc:sldMkLst>
          <pc:docMk/>
          <pc:sldMk cId="274655812" sldId="385"/>
        </pc:sldMkLst>
        <pc:spChg chg="mod">
          <ac:chgData name="Mahima Weerasinghe" userId="e11e3f55-42da-4e07-8ead-4d7a1d7ea1c6" providerId="ADAL" clId="{A71A91A0-537E-435E-A57A-6A59184BC47A}" dt="2024-08-18T02:43:30.982" v="955" actId="20577"/>
          <ac:spMkLst>
            <pc:docMk/>
            <pc:sldMk cId="274655812" sldId="385"/>
            <ac:spMk id="2" creationId="{7ED3908F-5794-B971-8202-D3BA48E13E5E}"/>
          </ac:spMkLst>
        </pc:spChg>
        <pc:spChg chg="add mod">
          <ac:chgData name="Mahima Weerasinghe" userId="e11e3f55-42da-4e07-8ead-4d7a1d7ea1c6" providerId="ADAL" clId="{A71A91A0-537E-435E-A57A-6A59184BC47A}" dt="2024-08-18T02:22:22.992" v="720" actId="20577"/>
          <ac:spMkLst>
            <pc:docMk/>
            <pc:sldMk cId="274655812" sldId="385"/>
            <ac:spMk id="4" creationId="{50290EF7-191E-D2F9-6DE5-FC12B69C9BE5}"/>
          </ac:spMkLst>
        </pc:spChg>
      </pc:sldChg>
      <pc:sldChg chg="addSp delSp modSp new mod">
        <pc:chgData name="Mahima Weerasinghe" userId="e11e3f55-42da-4e07-8ead-4d7a1d7ea1c6" providerId="ADAL" clId="{A71A91A0-537E-435E-A57A-6A59184BC47A}" dt="2024-08-18T14:04:37.297" v="3554"/>
        <pc:sldMkLst>
          <pc:docMk/>
          <pc:sldMk cId="2084861705" sldId="386"/>
        </pc:sldMkLst>
        <pc:spChg chg="del">
          <ac:chgData name="Mahima Weerasinghe" userId="e11e3f55-42da-4e07-8ead-4d7a1d7ea1c6" providerId="ADAL" clId="{A71A91A0-537E-435E-A57A-6A59184BC47A}" dt="2024-08-18T02:31:41.169" v="771" actId="478"/>
          <ac:spMkLst>
            <pc:docMk/>
            <pc:sldMk cId="2084861705" sldId="386"/>
            <ac:spMk id="2" creationId="{E7C9162E-15F9-6354-945A-CCCC04AC19EA}"/>
          </ac:spMkLst>
        </pc:spChg>
        <pc:grpChg chg="del mod">
          <ac:chgData name="Mahima Weerasinghe" userId="e11e3f55-42da-4e07-8ead-4d7a1d7ea1c6" providerId="ADAL" clId="{A71A91A0-537E-435E-A57A-6A59184BC47A}" dt="2024-08-18T14:00:34.838" v="3492"/>
          <ac:grpSpMkLst>
            <pc:docMk/>
            <pc:sldMk cId="2084861705" sldId="386"/>
            <ac:grpSpMk id="7" creationId="{9D483365-E557-4A37-FB7F-CE6E857B39D8}"/>
          </ac:grpSpMkLst>
        </pc:grpChg>
        <pc:grpChg chg="del mod">
          <ac:chgData name="Mahima Weerasinghe" userId="e11e3f55-42da-4e07-8ead-4d7a1d7ea1c6" providerId="ADAL" clId="{A71A91A0-537E-435E-A57A-6A59184BC47A}" dt="2024-08-18T14:00:37.158" v="3494"/>
          <ac:grpSpMkLst>
            <pc:docMk/>
            <pc:sldMk cId="2084861705" sldId="386"/>
            <ac:grpSpMk id="11" creationId="{26A7746B-D4A6-2F35-A075-F1BDB6C26BA7}"/>
          </ac:grpSpMkLst>
        </pc:grpChg>
        <pc:grpChg chg="mod">
          <ac:chgData name="Mahima Weerasinghe" userId="e11e3f55-42da-4e07-8ead-4d7a1d7ea1c6" providerId="ADAL" clId="{A71A91A0-537E-435E-A57A-6A59184BC47A}" dt="2024-08-18T14:00:37.158" v="3494"/>
          <ac:grpSpMkLst>
            <pc:docMk/>
            <pc:sldMk cId="2084861705" sldId="386"/>
            <ac:grpSpMk id="13" creationId="{80868827-4373-5EDA-133B-82C09ADCD7F1}"/>
          </ac:grpSpMkLst>
        </pc:grpChg>
        <pc:grpChg chg="mod">
          <ac:chgData name="Mahima Weerasinghe" userId="e11e3f55-42da-4e07-8ead-4d7a1d7ea1c6" providerId="ADAL" clId="{A71A91A0-537E-435E-A57A-6A59184BC47A}" dt="2024-08-18T14:00:39.704" v="3497"/>
          <ac:grpSpMkLst>
            <pc:docMk/>
            <pc:sldMk cId="2084861705" sldId="386"/>
            <ac:grpSpMk id="16" creationId="{3731242E-1C24-9C7B-387D-92267DD55D64}"/>
          </ac:grpSpMkLst>
        </pc:grpChg>
        <pc:grpChg chg="mod">
          <ac:chgData name="Mahima Weerasinghe" userId="e11e3f55-42da-4e07-8ead-4d7a1d7ea1c6" providerId="ADAL" clId="{A71A91A0-537E-435E-A57A-6A59184BC47A}" dt="2024-08-18T14:00:49.452" v="3506"/>
          <ac:grpSpMkLst>
            <pc:docMk/>
            <pc:sldMk cId="2084861705" sldId="386"/>
            <ac:grpSpMk id="25" creationId="{D1718415-9BA8-C911-54FB-AD479A8E826F}"/>
          </ac:grpSpMkLst>
        </pc:grpChg>
        <pc:grpChg chg="mod">
          <ac:chgData name="Mahima Weerasinghe" userId="e11e3f55-42da-4e07-8ead-4d7a1d7ea1c6" providerId="ADAL" clId="{A71A91A0-537E-435E-A57A-6A59184BC47A}" dt="2024-08-18T14:00:49.452" v="3506"/>
          <ac:grpSpMkLst>
            <pc:docMk/>
            <pc:sldMk cId="2084861705" sldId="386"/>
            <ac:grpSpMk id="26" creationId="{E4338D81-9065-53EE-F813-2772F98754DB}"/>
          </ac:grpSpMkLst>
        </pc:grpChg>
        <pc:grpChg chg="del mod">
          <ac:chgData name="Mahima Weerasinghe" userId="e11e3f55-42da-4e07-8ead-4d7a1d7ea1c6" providerId="ADAL" clId="{A71A91A0-537E-435E-A57A-6A59184BC47A}" dt="2024-08-18T14:01:14.281" v="3522"/>
          <ac:grpSpMkLst>
            <pc:docMk/>
            <pc:sldMk cId="2084861705" sldId="386"/>
            <ac:grpSpMk id="9221" creationId="{A46A977C-777D-0D0B-4071-D778B7D53BBE}"/>
          </ac:grpSpMkLst>
        </pc:grpChg>
        <pc:grpChg chg="mod">
          <ac:chgData name="Mahima Weerasinghe" userId="e11e3f55-42da-4e07-8ead-4d7a1d7ea1c6" providerId="ADAL" clId="{A71A91A0-537E-435E-A57A-6A59184BC47A}" dt="2024-08-18T14:01:11.142" v="3516"/>
          <ac:grpSpMkLst>
            <pc:docMk/>
            <pc:sldMk cId="2084861705" sldId="386"/>
            <ac:grpSpMk id="9222" creationId="{D981171C-037E-F64E-F8AD-94B67A3E70AB}"/>
          </ac:grpSpMkLst>
        </pc:grpChg>
        <pc:grpChg chg="mod">
          <ac:chgData name="Mahima Weerasinghe" userId="e11e3f55-42da-4e07-8ead-4d7a1d7ea1c6" providerId="ADAL" clId="{A71A91A0-537E-435E-A57A-6A59184BC47A}" dt="2024-08-18T14:01:14.281" v="3522"/>
          <ac:grpSpMkLst>
            <pc:docMk/>
            <pc:sldMk cId="2084861705" sldId="386"/>
            <ac:grpSpMk id="9228" creationId="{43252D6F-193E-DD4E-01CA-4F17DE81C36D}"/>
          </ac:grpSpMkLst>
        </pc:grpChg>
        <pc:grpChg chg="mod">
          <ac:chgData name="Mahima Weerasinghe" userId="e11e3f55-42da-4e07-8ead-4d7a1d7ea1c6" providerId="ADAL" clId="{A71A91A0-537E-435E-A57A-6A59184BC47A}" dt="2024-08-18T14:01:14.281" v="3522"/>
          <ac:grpSpMkLst>
            <pc:docMk/>
            <pc:sldMk cId="2084861705" sldId="386"/>
            <ac:grpSpMk id="9229" creationId="{98385725-14F2-BFC5-62F5-0192F10D414D}"/>
          </ac:grpSpMkLst>
        </pc:grpChg>
        <pc:grpChg chg="mod">
          <ac:chgData name="Mahima Weerasinghe" userId="e11e3f55-42da-4e07-8ead-4d7a1d7ea1c6" providerId="ADAL" clId="{A71A91A0-537E-435E-A57A-6A59184BC47A}" dt="2024-08-18T14:01:22.634" v="3530"/>
          <ac:grpSpMkLst>
            <pc:docMk/>
            <pc:sldMk cId="2084861705" sldId="386"/>
            <ac:grpSpMk id="9237" creationId="{178CB55F-5552-4A83-6C12-BB2B7923AFD6}"/>
          </ac:grpSpMkLst>
        </pc:grpChg>
        <pc:grpChg chg="mod">
          <ac:chgData name="Mahima Weerasinghe" userId="e11e3f55-42da-4e07-8ead-4d7a1d7ea1c6" providerId="ADAL" clId="{A71A91A0-537E-435E-A57A-6A59184BC47A}" dt="2024-08-18T14:04:16.327" v="3535"/>
          <ac:grpSpMkLst>
            <pc:docMk/>
            <pc:sldMk cId="2084861705" sldId="386"/>
            <ac:grpSpMk id="9242" creationId="{62A154C9-7A7B-E43E-88C6-FA5CCEC32F9D}"/>
          </ac:grpSpMkLst>
        </pc:grpChg>
        <pc:grpChg chg="del mod">
          <ac:chgData name="Mahima Weerasinghe" userId="e11e3f55-42da-4e07-8ead-4d7a1d7ea1c6" providerId="ADAL" clId="{A71A91A0-537E-435E-A57A-6A59184BC47A}" dt="2024-08-18T14:04:37.297" v="3554"/>
          <ac:grpSpMkLst>
            <pc:docMk/>
            <pc:sldMk cId="2084861705" sldId="386"/>
            <ac:grpSpMk id="9255" creationId="{AE1221FC-BD08-6878-DB5D-B6EAF1979EB4}"/>
          </ac:grpSpMkLst>
        </pc:grpChg>
        <pc:grpChg chg="mod">
          <ac:chgData name="Mahima Weerasinghe" userId="e11e3f55-42da-4e07-8ead-4d7a1d7ea1c6" providerId="ADAL" clId="{A71A91A0-537E-435E-A57A-6A59184BC47A}" dt="2024-08-18T14:04:22.345" v="3548"/>
          <ac:grpSpMkLst>
            <pc:docMk/>
            <pc:sldMk cId="2084861705" sldId="386"/>
            <ac:grpSpMk id="9256" creationId="{035C005E-4610-6211-1BBF-298DDE0F3200}"/>
          </ac:grpSpMkLst>
        </pc:grpChg>
        <pc:grpChg chg="mod">
          <ac:chgData name="Mahima Weerasinghe" userId="e11e3f55-42da-4e07-8ead-4d7a1d7ea1c6" providerId="ADAL" clId="{A71A91A0-537E-435E-A57A-6A59184BC47A}" dt="2024-08-18T14:04:35.426" v="3551"/>
          <ac:grpSpMkLst>
            <pc:docMk/>
            <pc:sldMk cId="2084861705" sldId="386"/>
            <ac:grpSpMk id="9259" creationId="{E443B38D-7905-1990-51A0-0E072508A6CD}"/>
          </ac:grpSpMkLst>
        </pc:grpChg>
        <pc:grpChg chg="mod">
          <ac:chgData name="Mahima Weerasinghe" userId="e11e3f55-42da-4e07-8ead-4d7a1d7ea1c6" providerId="ADAL" clId="{A71A91A0-537E-435E-A57A-6A59184BC47A}" dt="2024-08-18T14:04:37.297" v="3554"/>
          <ac:grpSpMkLst>
            <pc:docMk/>
            <pc:sldMk cId="2084861705" sldId="386"/>
            <ac:grpSpMk id="9262" creationId="{20181593-751A-4F86-8395-0FE9E4103ED9}"/>
          </ac:grpSpMkLst>
        </pc:grpChg>
        <pc:picChg chg="add mod">
          <ac:chgData name="Mahima Weerasinghe" userId="e11e3f55-42da-4e07-8ead-4d7a1d7ea1c6" providerId="ADAL" clId="{A71A91A0-537E-435E-A57A-6A59184BC47A}" dt="2024-08-18T02:33:51.433" v="783" actId="1076"/>
          <ac:picMkLst>
            <pc:docMk/>
            <pc:sldMk cId="2084861705" sldId="386"/>
            <ac:picMk id="9218" creationId="{DFED8B90-93D7-25B0-71D8-8EFA1A8421DF}"/>
          </ac:picMkLst>
        </pc:picChg>
        <pc:inkChg chg="add mod">
          <ac:chgData name="Mahima Weerasinghe" userId="e11e3f55-42da-4e07-8ead-4d7a1d7ea1c6" providerId="ADAL" clId="{A71A91A0-537E-435E-A57A-6A59184BC47A}" dt="2024-08-18T14:00:37.158" v="3494"/>
          <ac:inkMkLst>
            <pc:docMk/>
            <pc:sldMk cId="2084861705" sldId="386"/>
            <ac:inkMk id="2" creationId="{C7BA0FCE-BC61-DA77-9E77-5C5AD25E68F3}"/>
          </ac:inkMkLst>
        </pc:inkChg>
        <pc:inkChg chg="add mod">
          <ac:chgData name="Mahima Weerasinghe" userId="e11e3f55-42da-4e07-8ead-4d7a1d7ea1c6" providerId="ADAL" clId="{A71A91A0-537E-435E-A57A-6A59184BC47A}" dt="2024-08-18T14:00:37.158" v="3494"/>
          <ac:inkMkLst>
            <pc:docMk/>
            <pc:sldMk cId="2084861705" sldId="386"/>
            <ac:inkMk id="3" creationId="{A6D360BE-1E2E-C967-5A10-677B1F247771}"/>
          </ac:inkMkLst>
        </pc:inkChg>
        <pc:inkChg chg="add mod">
          <ac:chgData name="Mahima Weerasinghe" userId="e11e3f55-42da-4e07-8ead-4d7a1d7ea1c6" providerId="ADAL" clId="{A71A91A0-537E-435E-A57A-6A59184BC47A}" dt="2024-08-18T14:00:37.158" v="3494"/>
          <ac:inkMkLst>
            <pc:docMk/>
            <pc:sldMk cId="2084861705" sldId="386"/>
            <ac:inkMk id="4" creationId="{B9B5085D-F5C5-907E-3259-206B2CD3685D}"/>
          </ac:inkMkLst>
        </pc:inkChg>
        <pc:inkChg chg="add mod">
          <ac:chgData name="Mahima Weerasinghe" userId="e11e3f55-42da-4e07-8ead-4d7a1d7ea1c6" providerId="ADAL" clId="{A71A91A0-537E-435E-A57A-6A59184BC47A}" dt="2024-08-18T14:00:37.158" v="3494"/>
          <ac:inkMkLst>
            <pc:docMk/>
            <pc:sldMk cId="2084861705" sldId="386"/>
            <ac:inkMk id="5" creationId="{25331E44-EA0B-1BA9-825C-F93EFC418B8A}"/>
          </ac:inkMkLst>
        </pc:inkChg>
        <pc:inkChg chg="add mod">
          <ac:chgData name="Mahima Weerasinghe" userId="e11e3f55-42da-4e07-8ead-4d7a1d7ea1c6" providerId="ADAL" clId="{A71A91A0-537E-435E-A57A-6A59184BC47A}" dt="2024-08-18T14:00:37.158" v="3494"/>
          <ac:inkMkLst>
            <pc:docMk/>
            <pc:sldMk cId="2084861705" sldId="386"/>
            <ac:inkMk id="6" creationId="{BC168816-3260-B217-3220-44FE83D6C83B}"/>
          </ac:inkMkLst>
        </pc:inkChg>
        <pc:inkChg chg="add mod">
          <ac:chgData name="Mahima Weerasinghe" userId="e11e3f55-42da-4e07-8ead-4d7a1d7ea1c6" providerId="ADAL" clId="{A71A91A0-537E-435E-A57A-6A59184BC47A}" dt="2024-08-18T14:00:37.158" v="3494"/>
          <ac:inkMkLst>
            <pc:docMk/>
            <pc:sldMk cId="2084861705" sldId="386"/>
            <ac:inkMk id="8" creationId="{093CD2DB-88FA-AE8E-157B-9C548432771A}"/>
          </ac:inkMkLst>
        </pc:inkChg>
        <pc:inkChg chg="add mod">
          <ac:chgData name="Mahima Weerasinghe" userId="e11e3f55-42da-4e07-8ead-4d7a1d7ea1c6" providerId="ADAL" clId="{A71A91A0-537E-435E-A57A-6A59184BC47A}" dt="2024-08-18T14:00:37.158" v="3494"/>
          <ac:inkMkLst>
            <pc:docMk/>
            <pc:sldMk cId="2084861705" sldId="386"/>
            <ac:inkMk id="9" creationId="{347202BC-77D5-78B2-7638-62B974EBE556}"/>
          </ac:inkMkLst>
        </pc:inkChg>
        <pc:inkChg chg="add mod">
          <ac:chgData name="Mahima Weerasinghe" userId="e11e3f55-42da-4e07-8ead-4d7a1d7ea1c6" providerId="ADAL" clId="{A71A91A0-537E-435E-A57A-6A59184BC47A}" dt="2024-08-18T14:00:37.158" v="3494"/>
          <ac:inkMkLst>
            <pc:docMk/>
            <pc:sldMk cId="2084861705" sldId="386"/>
            <ac:inkMk id="10" creationId="{3B0854F6-E629-0C8D-CD56-0AB24A33A460}"/>
          </ac:inkMkLst>
        </pc:inkChg>
        <pc:inkChg chg="add mod">
          <ac:chgData name="Mahima Weerasinghe" userId="e11e3f55-42da-4e07-8ead-4d7a1d7ea1c6" providerId="ADAL" clId="{A71A91A0-537E-435E-A57A-6A59184BC47A}" dt="2024-08-18T14:00:37.158" v="3494"/>
          <ac:inkMkLst>
            <pc:docMk/>
            <pc:sldMk cId="2084861705" sldId="386"/>
            <ac:inkMk id="12" creationId="{7F5350F8-91D7-08F2-8F4F-2778C9081050}"/>
          </ac:inkMkLst>
        </pc:inkChg>
        <pc:inkChg chg="add mod">
          <ac:chgData name="Mahima Weerasinghe" userId="e11e3f55-42da-4e07-8ead-4d7a1d7ea1c6" providerId="ADAL" clId="{A71A91A0-537E-435E-A57A-6A59184BC47A}" dt="2024-08-18T14:00:39.704" v="3497"/>
          <ac:inkMkLst>
            <pc:docMk/>
            <pc:sldMk cId="2084861705" sldId="386"/>
            <ac:inkMk id="14" creationId="{DB25A1C3-427E-7095-5927-B283CD13C407}"/>
          </ac:inkMkLst>
        </pc:inkChg>
        <pc:inkChg chg="add mod">
          <ac:chgData name="Mahima Weerasinghe" userId="e11e3f55-42da-4e07-8ead-4d7a1d7ea1c6" providerId="ADAL" clId="{A71A91A0-537E-435E-A57A-6A59184BC47A}" dt="2024-08-18T14:00:39.704" v="3497"/>
          <ac:inkMkLst>
            <pc:docMk/>
            <pc:sldMk cId="2084861705" sldId="386"/>
            <ac:inkMk id="15" creationId="{654514CF-B030-121B-33BD-6664D29E208C}"/>
          </ac:inkMkLst>
        </pc:inkChg>
        <pc:inkChg chg="add mod">
          <ac:chgData name="Mahima Weerasinghe" userId="e11e3f55-42da-4e07-8ead-4d7a1d7ea1c6" providerId="ADAL" clId="{A71A91A0-537E-435E-A57A-6A59184BC47A}" dt="2024-08-18T14:00:49.452" v="3506"/>
          <ac:inkMkLst>
            <pc:docMk/>
            <pc:sldMk cId="2084861705" sldId="386"/>
            <ac:inkMk id="17" creationId="{AD4C5650-2B40-446B-103F-22C3306E9401}"/>
          </ac:inkMkLst>
        </pc:inkChg>
        <pc:inkChg chg="add mod">
          <ac:chgData name="Mahima Weerasinghe" userId="e11e3f55-42da-4e07-8ead-4d7a1d7ea1c6" providerId="ADAL" clId="{A71A91A0-537E-435E-A57A-6A59184BC47A}" dt="2024-08-18T14:00:49.452" v="3506"/>
          <ac:inkMkLst>
            <pc:docMk/>
            <pc:sldMk cId="2084861705" sldId="386"/>
            <ac:inkMk id="18" creationId="{672148B3-9C42-23F6-FF4D-FE81A6BDF7E3}"/>
          </ac:inkMkLst>
        </pc:inkChg>
        <pc:inkChg chg="add mod">
          <ac:chgData name="Mahima Weerasinghe" userId="e11e3f55-42da-4e07-8ead-4d7a1d7ea1c6" providerId="ADAL" clId="{A71A91A0-537E-435E-A57A-6A59184BC47A}" dt="2024-08-18T14:00:49.452" v="3506"/>
          <ac:inkMkLst>
            <pc:docMk/>
            <pc:sldMk cId="2084861705" sldId="386"/>
            <ac:inkMk id="19" creationId="{C636DEC4-50E6-3741-D069-3CAE6ACF949F}"/>
          </ac:inkMkLst>
        </pc:inkChg>
        <pc:inkChg chg="add mod">
          <ac:chgData name="Mahima Weerasinghe" userId="e11e3f55-42da-4e07-8ead-4d7a1d7ea1c6" providerId="ADAL" clId="{A71A91A0-537E-435E-A57A-6A59184BC47A}" dt="2024-08-18T14:00:49.452" v="3506"/>
          <ac:inkMkLst>
            <pc:docMk/>
            <pc:sldMk cId="2084861705" sldId="386"/>
            <ac:inkMk id="20" creationId="{0549D003-5411-6C60-065E-157F9AA95D05}"/>
          </ac:inkMkLst>
        </pc:inkChg>
        <pc:inkChg chg="add mod">
          <ac:chgData name="Mahima Weerasinghe" userId="e11e3f55-42da-4e07-8ead-4d7a1d7ea1c6" providerId="ADAL" clId="{A71A91A0-537E-435E-A57A-6A59184BC47A}" dt="2024-08-18T14:00:49.452" v="3506"/>
          <ac:inkMkLst>
            <pc:docMk/>
            <pc:sldMk cId="2084861705" sldId="386"/>
            <ac:inkMk id="21" creationId="{D4DE6548-4525-002E-8A0D-8742F379805F}"/>
          </ac:inkMkLst>
        </pc:inkChg>
        <pc:inkChg chg="add mod">
          <ac:chgData name="Mahima Weerasinghe" userId="e11e3f55-42da-4e07-8ead-4d7a1d7ea1c6" providerId="ADAL" clId="{A71A91A0-537E-435E-A57A-6A59184BC47A}" dt="2024-08-18T14:00:49.452" v="3506"/>
          <ac:inkMkLst>
            <pc:docMk/>
            <pc:sldMk cId="2084861705" sldId="386"/>
            <ac:inkMk id="22" creationId="{5B89F471-300E-253B-298C-BB34CEA4DBBE}"/>
          </ac:inkMkLst>
        </pc:inkChg>
        <pc:inkChg chg="add mod">
          <ac:chgData name="Mahima Weerasinghe" userId="e11e3f55-42da-4e07-8ead-4d7a1d7ea1c6" providerId="ADAL" clId="{A71A91A0-537E-435E-A57A-6A59184BC47A}" dt="2024-08-18T14:00:49.452" v="3506"/>
          <ac:inkMkLst>
            <pc:docMk/>
            <pc:sldMk cId="2084861705" sldId="386"/>
            <ac:inkMk id="23" creationId="{70053B7C-8B45-0E32-DB0D-44E08C84DA1B}"/>
          </ac:inkMkLst>
        </pc:inkChg>
        <pc:inkChg chg="add mod">
          <ac:chgData name="Mahima Weerasinghe" userId="e11e3f55-42da-4e07-8ead-4d7a1d7ea1c6" providerId="ADAL" clId="{A71A91A0-537E-435E-A57A-6A59184BC47A}" dt="2024-08-18T14:00:49.452" v="3506"/>
          <ac:inkMkLst>
            <pc:docMk/>
            <pc:sldMk cId="2084861705" sldId="386"/>
            <ac:inkMk id="24" creationId="{FB8348A6-533C-8287-65CC-013F6069A6FC}"/>
          </ac:inkMkLst>
        </pc:inkChg>
        <pc:inkChg chg="add mod">
          <ac:chgData name="Mahima Weerasinghe" userId="e11e3f55-42da-4e07-8ead-4d7a1d7ea1c6" providerId="ADAL" clId="{A71A91A0-537E-435E-A57A-6A59184BC47A}" dt="2024-08-18T14:01:11.142" v="3516"/>
          <ac:inkMkLst>
            <pc:docMk/>
            <pc:sldMk cId="2084861705" sldId="386"/>
            <ac:inkMk id="27" creationId="{694F9180-8684-7A17-A17F-B30C6F23039B}"/>
          </ac:inkMkLst>
        </pc:inkChg>
        <pc:inkChg chg="add mod">
          <ac:chgData name="Mahima Weerasinghe" userId="e11e3f55-42da-4e07-8ead-4d7a1d7ea1c6" providerId="ADAL" clId="{A71A91A0-537E-435E-A57A-6A59184BC47A}" dt="2024-08-18T14:01:11.142" v="3516"/>
          <ac:inkMkLst>
            <pc:docMk/>
            <pc:sldMk cId="2084861705" sldId="386"/>
            <ac:inkMk id="28" creationId="{E0A414BB-3B5F-DF1D-B89E-A1BCB4565BF3}"/>
          </ac:inkMkLst>
        </pc:inkChg>
        <pc:inkChg chg="add mod">
          <ac:chgData name="Mahima Weerasinghe" userId="e11e3f55-42da-4e07-8ead-4d7a1d7ea1c6" providerId="ADAL" clId="{A71A91A0-537E-435E-A57A-6A59184BC47A}" dt="2024-08-18T14:01:11.142" v="3516"/>
          <ac:inkMkLst>
            <pc:docMk/>
            <pc:sldMk cId="2084861705" sldId="386"/>
            <ac:inkMk id="29" creationId="{8910210A-27EF-C418-B5AA-9907977BCB5C}"/>
          </ac:inkMkLst>
        </pc:inkChg>
        <pc:inkChg chg="add mod">
          <ac:chgData name="Mahima Weerasinghe" userId="e11e3f55-42da-4e07-8ead-4d7a1d7ea1c6" providerId="ADAL" clId="{A71A91A0-537E-435E-A57A-6A59184BC47A}" dt="2024-08-18T14:01:11.142" v="3516"/>
          <ac:inkMkLst>
            <pc:docMk/>
            <pc:sldMk cId="2084861705" sldId="386"/>
            <ac:inkMk id="30" creationId="{CBFB2E8E-EFE6-2864-BE8D-2912B1AC2171}"/>
          </ac:inkMkLst>
        </pc:inkChg>
        <pc:inkChg chg="add mod">
          <ac:chgData name="Mahima Weerasinghe" userId="e11e3f55-42da-4e07-8ead-4d7a1d7ea1c6" providerId="ADAL" clId="{A71A91A0-537E-435E-A57A-6A59184BC47A}" dt="2024-08-18T14:01:14.281" v="3522"/>
          <ac:inkMkLst>
            <pc:docMk/>
            <pc:sldMk cId="2084861705" sldId="386"/>
            <ac:inkMk id="31" creationId="{1312058B-D8A9-810F-97E2-96F1F72654CA}"/>
          </ac:inkMkLst>
        </pc:inkChg>
        <pc:inkChg chg="add mod">
          <ac:chgData name="Mahima Weerasinghe" userId="e11e3f55-42da-4e07-8ead-4d7a1d7ea1c6" providerId="ADAL" clId="{A71A91A0-537E-435E-A57A-6A59184BC47A}" dt="2024-08-18T14:01:14.281" v="3522"/>
          <ac:inkMkLst>
            <pc:docMk/>
            <pc:sldMk cId="2084861705" sldId="386"/>
            <ac:inkMk id="9216" creationId="{0DAD525A-F7A4-A060-3E20-E6782B0A65BB}"/>
          </ac:inkMkLst>
        </pc:inkChg>
        <pc:inkChg chg="add mod">
          <ac:chgData name="Mahima Weerasinghe" userId="e11e3f55-42da-4e07-8ead-4d7a1d7ea1c6" providerId="ADAL" clId="{A71A91A0-537E-435E-A57A-6A59184BC47A}" dt="2024-08-18T14:01:14.281" v="3522"/>
          <ac:inkMkLst>
            <pc:docMk/>
            <pc:sldMk cId="2084861705" sldId="386"/>
            <ac:inkMk id="9217" creationId="{0C8DEB42-FA1F-5BEA-686B-0C9EDB98BFDC}"/>
          </ac:inkMkLst>
        </pc:inkChg>
        <pc:inkChg chg="add mod">
          <ac:chgData name="Mahima Weerasinghe" userId="e11e3f55-42da-4e07-8ead-4d7a1d7ea1c6" providerId="ADAL" clId="{A71A91A0-537E-435E-A57A-6A59184BC47A}" dt="2024-08-18T14:01:14.281" v="3522"/>
          <ac:inkMkLst>
            <pc:docMk/>
            <pc:sldMk cId="2084861705" sldId="386"/>
            <ac:inkMk id="9219" creationId="{78518E65-B0A0-E085-B086-339E7D48DB6C}"/>
          </ac:inkMkLst>
        </pc:inkChg>
        <pc:inkChg chg="add mod">
          <ac:chgData name="Mahima Weerasinghe" userId="e11e3f55-42da-4e07-8ead-4d7a1d7ea1c6" providerId="ADAL" clId="{A71A91A0-537E-435E-A57A-6A59184BC47A}" dt="2024-08-18T14:01:14.281" v="3522"/>
          <ac:inkMkLst>
            <pc:docMk/>
            <pc:sldMk cId="2084861705" sldId="386"/>
            <ac:inkMk id="9220" creationId="{5C279BEC-FEF4-C787-6BC9-0EB7036320F0}"/>
          </ac:inkMkLst>
        </pc:inkChg>
        <pc:inkChg chg="add mod">
          <ac:chgData name="Mahima Weerasinghe" userId="e11e3f55-42da-4e07-8ead-4d7a1d7ea1c6" providerId="ADAL" clId="{A71A91A0-537E-435E-A57A-6A59184BC47A}" dt="2024-08-18T14:01:14.281" v="3522"/>
          <ac:inkMkLst>
            <pc:docMk/>
            <pc:sldMk cId="2084861705" sldId="386"/>
            <ac:inkMk id="9223" creationId="{FAA47BFE-B999-1E17-0290-E7CE2DE90E7F}"/>
          </ac:inkMkLst>
        </pc:inkChg>
        <pc:inkChg chg="add mod">
          <ac:chgData name="Mahima Weerasinghe" userId="e11e3f55-42da-4e07-8ead-4d7a1d7ea1c6" providerId="ADAL" clId="{A71A91A0-537E-435E-A57A-6A59184BC47A}" dt="2024-08-18T14:01:14.281" v="3522"/>
          <ac:inkMkLst>
            <pc:docMk/>
            <pc:sldMk cId="2084861705" sldId="386"/>
            <ac:inkMk id="9224" creationId="{0D211D25-8D3B-14DB-73BE-91488537F713}"/>
          </ac:inkMkLst>
        </pc:inkChg>
        <pc:inkChg chg="add mod">
          <ac:chgData name="Mahima Weerasinghe" userId="e11e3f55-42da-4e07-8ead-4d7a1d7ea1c6" providerId="ADAL" clId="{A71A91A0-537E-435E-A57A-6A59184BC47A}" dt="2024-08-18T14:01:14.281" v="3522"/>
          <ac:inkMkLst>
            <pc:docMk/>
            <pc:sldMk cId="2084861705" sldId="386"/>
            <ac:inkMk id="9225" creationId="{E86CF4CA-8021-452A-6000-5DF3894E5010}"/>
          </ac:inkMkLst>
        </pc:inkChg>
        <pc:inkChg chg="add mod">
          <ac:chgData name="Mahima Weerasinghe" userId="e11e3f55-42da-4e07-8ead-4d7a1d7ea1c6" providerId="ADAL" clId="{A71A91A0-537E-435E-A57A-6A59184BC47A}" dt="2024-08-18T14:01:14.281" v="3522"/>
          <ac:inkMkLst>
            <pc:docMk/>
            <pc:sldMk cId="2084861705" sldId="386"/>
            <ac:inkMk id="9226" creationId="{20C44684-BA9A-83FB-82B9-7AD4B62E85FB}"/>
          </ac:inkMkLst>
        </pc:inkChg>
        <pc:inkChg chg="add mod">
          <ac:chgData name="Mahima Weerasinghe" userId="e11e3f55-42da-4e07-8ead-4d7a1d7ea1c6" providerId="ADAL" clId="{A71A91A0-537E-435E-A57A-6A59184BC47A}" dt="2024-08-18T14:01:14.281" v="3522"/>
          <ac:inkMkLst>
            <pc:docMk/>
            <pc:sldMk cId="2084861705" sldId="386"/>
            <ac:inkMk id="9227" creationId="{9F50D74E-5677-E175-06DC-4E4695CBBD1E}"/>
          </ac:inkMkLst>
        </pc:inkChg>
        <pc:inkChg chg="add mod">
          <ac:chgData name="Mahima Weerasinghe" userId="e11e3f55-42da-4e07-8ead-4d7a1d7ea1c6" providerId="ADAL" clId="{A71A91A0-537E-435E-A57A-6A59184BC47A}" dt="2024-08-18T14:01:22.634" v="3530"/>
          <ac:inkMkLst>
            <pc:docMk/>
            <pc:sldMk cId="2084861705" sldId="386"/>
            <ac:inkMk id="9230" creationId="{C8D9C827-4E1A-C1BF-3FEE-A5735D798D0C}"/>
          </ac:inkMkLst>
        </pc:inkChg>
        <pc:inkChg chg="add mod">
          <ac:chgData name="Mahima Weerasinghe" userId="e11e3f55-42da-4e07-8ead-4d7a1d7ea1c6" providerId="ADAL" clId="{A71A91A0-537E-435E-A57A-6A59184BC47A}" dt="2024-08-18T14:01:22.634" v="3530"/>
          <ac:inkMkLst>
            <pc:docMk/>
            <pc:sldMk cId="2084861705" sldId="386"/>
            <ac:inkMk id="9231" creationId="{3D3CADFC-BF37-B005-C4CB-4DDC3CCFDF1F}"/>
          </ac:inkMkLst>
        </pc:inkChg>
        <pc:inkChg chg="add mod">
          <ac:chgData name="Mahima Weerasinghe" userId="e11e3f55-42da-4e07-8ead-4d7a1d7ea1c6" providerId="ADAL" clId="{A71A91A0-537E-435E-A57A-6A59184BC47A}" dt="2024-08-18T14:01:22.634" v="3530"/>
          <ac:inkMkLst>
            <pc:docMk/>
            <pc:sldMk cId="2084861705" sldId="386"/>
            <ac:inkMk id="9232" creationId="{06FC2B5C-8131-C42B-D198-FA86A606A494}"/>
          </ac:inkMkLst>
        </pc:inkChg>
        <pc:inkChg chg="add mod">
          <ac:chgData name="Mahima Weerasinghe" userId="e11e3f55-42da-4e07-8ead-4d7a1d7ea1c6" providerId="ADAL" clId="{A71A91A0-537E-435E-A57A-6A59184BC47A}" dt="2024-08-18T14:01:22.634" v="3530"/>
          <ac:inkMkLst>
            <pc:docMk/>
            <pc:sldMk cId="2084861705" sldId="386"/>
            <ac:inkMk id="9233" creationId="{F056264F-CF02-DDCE-509B-954C08348D25}"/>
          </ac:inkMkLst>
        </pc:inkChg>
        <pc:inkChg chg="add mod">
          <ac:chgData name="Mahima Weerasinghe" userId="e11e3f55-42da-4e07-8ead-4d7a1d7ea1c6" providerId="ADAL" clId="{A71A91A0-537E-435E-A57A-6A59184BC47A}" dt="2024-08-18T14:01:22.634" v="3530"/>
          <ac:inkMkLst>
            <pc:docMk/>
            <pc:sldMk cId="2084861705" sldId="386"/>
            <ac:inkMk id="9234" creationId="{882E27C0-11BA-78DE-8CB9-90764B3F95CA}"/>
          </ac:inkMkLst>
        </pc:inkChg>
        <pc:inkChg chg="add mod">
          <ac:chgData name="Mahima Weerasinghe" userId="e11e3f55-42da-4e07-8ead-4d7a1d7ea1c6" providerId="ADAL" clId="{A71A91A0-537E-435E-A57A-6A59184BC47A}" dt="2024-08-18T14:01:22.634" v="3530"/>
          <ac:inkMkLst>
            <pc:docMk/>
            <pc:sldMk cId="2084861705" sldId="386"/>
            <ac:inkMk id="9235" creationId="{BE40E3AC-B1F0-E3C8-3C75-E0D8AF8285E9}"/>
          </ac:inkMkLst>
        </pc:inkChg>
        <pc:inkChg chg="add mod">
          <ac:chgData name="Mahima Weerasinghe" userId="e11e3f55-42da-4e07-8ead-4d7a1d7ea1c6" providerId="ADAL" clId="{A71A91A0-537E-435E-A57A-6A59184BC47A}" dt="2024-08-18T14:01:22.634" v="3530"/>
          <ac:inkMkLst>
            <pc:docMk/>
            <pc:sldMk cId="2084861705" sldId="386"/>
            <ac:inkMk id="9236" creationId="{C739EFE6-96DE-CF3D-96A7-ED71A0E5B365}"/>
          </ac:inkMkLst>
        </pc:inkChg>
        <pc:inkChg chg="add mod">
          <ac:chgData name="Mahima Weerasinghe" userId="e11e3f55-42da-4e07-8ead-4d7a1d7ea1c6" providerId="ADAL" clId="{A71A91A0-537E-435E-A57A-6A59184BC47A}" dt="2024-08-18T14:04:16.327" v="3535"/>
          <ac:inkMkLst>
            <pc:docMk/>
            <pc:sldMk cId="2084861705" sldId="386"/>
            <ac:inkMk id="9238" creationId="{9B124A59-60BE-61B0-2D78-EB6CCBA6C3D6}"/>
          </ac:inkMkLst>
        </pc:inkChg>
        <pc:inkChg chg="add mod">
          <ac:chgData name="Mahima Weerasinghe" userId="e11e3f55-42da-4e07-8ead-4d7a1d7ea1c6" providerId="ADAL" clId="{A71A91A0-537E-435E-A57A-6A59184BC47A}" dt="2024-08-18T14:04:16.327" v="3535"/>
          <ac:inkMkLst>
            <pc:docMk/>
            <pc:sldMk cId="2084861705" sldId="386"/>
            <ac:inkMk id="9239" creationId="{1BC40ED9-0D76-E008-A54C-F3C3F60419FA}"/>
          </ac:inkMkLst>
        </pc:inkChg>
        <pc:inkChg chg="add mod">
          <ac:chgData name="Mahima Weerasinghe" userId="e11e3f55-42da-4e07-8ead-4d7a1d7ea1c6" providerId="ADAL" clId="{A71A91A0-537E-435E-A57A-6A59184BC47A}" dt="2024-08-18T14:04:16.327" v="3535"/>
          <ac:inkMkLst>
            <pc:docMk/>
            <pc:sldMk cId="2084861705" sldId="386"/>
            <ac:inkMk id="9240" creationId="{B485D62B-01DF-3C2E-4DA6-E0FE9CC0EEFD}"/>
          </ac:inkMkLst>
        </pc:inkChg>
        <pc:inkChg chg="add mod">
          <ac:chgData name="Mahima Weerasinghe" userId="e11e3f55-42da-4e07-8ead-4d7a1d7ea1c6" providerId="ADAL" clId="{A71A91A0-537E-435E-A57A-6A59184BC47A}" dt="2024-08-18T14:04:16.327" v="3535"/>
          <ac:inkMkLst>
            <pc:docMk/>
            <pc:sldMk cId="2084861705" sldId="386"/>
            <ac:inkMk id="9241" creationId="{1D70304D-0B19-E241-4DAA-EE3278D10756}"/>
          </ac:inkMkLst>
        </pc:inkChg>
        <pc:inkChg chg="add mod">
          <ac:chgData name="Mahima Weerasinghe" userId="e11e3f55-42da-4e07-8ead-4d7a1d7ea1c6" providerId="ADAL" clId="{A71A91A0-537E-435E-A57A-6A59184BC47A}" dt="2024-08-18T14:04:22.345" v="3548"/>
          <ac:inkMkLst>
            <pc:docMk/>
            <pc:sldMk cId="2084861705" sldId="386"/>
            <ac:inkMk id="9243" creationId="{A3FDD15A-812B-6DC9-F977-BED1494D8793}"/>
          </ac:inkMkLst>
        </pc:inkChg>
        <pc:inkChg chg="add mod">
          <ac:chgData name="Mahima Weerasinghe" userId="e11e3f55-42da-4e07-8ead-4d7a1d7ea1c6" providerId="ADAL" clId="{A71A91A0-537E-435E-A57A-6A59184BC47A}" dt="2024-08-18T14:04:22.345" v="3548"/>
          <ac:inkMkLst>
            <pc:docMk/>
            <pc:sldMk cId="2084861705" sldId="386"/>
            <ac:inkMk id="9244" creationId="{3B59ED58-29D7-3BCA-95C4-F6057F548849}"/>
          </ac:inkMkLst>
        </pc:inkChg>
        <pc:inkChg chg="add mod">
          <ac:chgData name="Mahima Weerasinghe" userId="e11e3f55-42da-4e07-8ead-4d7a1d7ea1c6" providerId="ADAL" clId="{A71A91A0-537E-435E-A57A-6A59184BC47A}" dt="2024-08-18T14:04:22.345" v="3548"/>
          <ac:inkMkLst>
            <pc:docMk/>
            <pc:sldMk cId="2084861705" sldId="386"/>
            <ac:inkMk id="9245" creationId="{54CBBAFE-5372-A606-D008-9E7DA32C1BD9}"/>
          </ac:inkMkLst>
        </pc:inkChg>
        <pc:inkChg chg="add mod">
          <ac:chgData name="Mahima Weerasinghe" userId="e11e3f55-42da-4e07-8ead-4d7a1d7ea1c6" providerId="ADAL" clId="{A71A91A0-537E-435E-A57A-6A59184BC47A}" dt="2024-08-18T14:04:37.297" v="3554"/>
          <ac:inkMkLst>
            <pc:docMk/>
            <pc:sldMk cId="2084861705" sldId="386"/>
            <ac:inkMk id="9246" creationId="{19210A4B-3315-AB5E-4A26-D7051ECD3AAC}"/>
          </ac:inkMkLst>
        </pc:inkChg>
        <pc:inkChg chg="add mod">
          <ac:chgData name="Mahima Weerasinghe" userId="e11e3f55-42da-4e07-8ead-4d7a1d7ea1c6" providerId="ADAL" clId="{A71A91A0-537E-435E-A57A-6A59184BC47A}" dt="2024-08-18T14:04:37.297" v="3554"/>
          <ac:inkMkLst>
            <pc:docMk/>
            <pc:sldMk cId="2084861705" sldId="386"/>
            <ac:inkMk id="9247" creationId="{887C11A3-5872-07C7-CFDB-3E8FF87C2906}"/>
          </ac:inkMkLst>
        </pc:inkChg>
        <pc:inkChg chg="add mod">
          <ac:chgData name="Mahima Weerasinghe" userId="e11e3f55-42da-4e07-8ead-4d7a1d7ea1c6" providerId="ADAL" clId="{A71A91A0-537E-435E-A57A-6A59184BC47A}" dt="2024-08-18T14:04:37.297" v="3554"/>
          <ac:inkMkLst>
            <pc:docMk/>
            <pc:sldMk cId="2084861705" sldId="386"/>
            <ac:inkMk id="9248" creationId="{AF0FE87B-6F81-FFF5-D288-F4A2FCD800A0}"/>
          </ac:inkMkLst>
        </pc:inkChg>
        <pc:inkChg chg="add mod">
          <ac:chgData name="Mahima Weerasinghe" userId="e11e3f55-42da-4e07-8ead-4d7a1d7ea1c6" providerId="ADAL" clId="{A71A91A0-537E-435E-A57A-6A59184BC47A}" dt="2024-08-18T14:04:37.297" v="3554"/>
          <ac:inkMkLst>
            <pc:docMk/>
            <pc:sldMk cId="2084861705" sldId="386"/>
            <ac:inkMk id="9249" creationId="{F5DCE1E0-F80D-D6D1-E0E2-9CBDDF4ADA2B}"/>
          </ac:inkMkLst>
        </pc:inkChg>
        <pc:inkChg chg="add mod">
          <ac:chgData name="Mahima Weerasinghe" userId="e11e3f55-42da-4e07-8ead-4d7a1d7ea1c6" providerId="ADAL" clId="{A71A91A0-537E-435E-A57A-6A59184BC47A}" dt="2024-08-18T14:04:37.297" v="3554"/>
          <ac:inkMkLst>
            <pc:docMk/>
            <pc:sldMk cId="2084861705" sldId="386"/>
            <ac:inkMk id="9250" creationId="{24BA7030-B48F-ECD0-79A8-E922D19303C7}"/>
          </ac:inkMkLst>
        </pc:inkChg>
        <pc:inkChg chg="add mod">
          <ac:chgData name="Mahima Weerasinghe" userId="e11e3f55-42da-4e07-8ead-4d7a1d7ea1c6" providerId="ADAL" clId="{A71A91A0-537E-435E-A57A-6A59184BC47A}" dt="2024-08-18T14:04:37.297" v="3554"/>
          <ac:inkMkLst>
            <pc:docMk/>
            <pc:sldMk cId="2084861705" sldId="386"/>
            <ac:inkMk id="9251" creationId="{E4D16B0A-FE9D-EE1D-0A4B-773A0A878EA9}"/>
          </ac:inkMkLst>
        </pc:inkChg>
        <pc:inkChg chg="add mod">
          <ac:chgData name="Mahima Weerasinghe" userId="e11e3f55-42da-4e07-8ead-4d7a1d7ea1c6" providerId="ADAL" clId="{A71A91A0-537E-435E-A57A-6A59184BC47A}" dt="2024-08-18T14:04:37.297" v="3554"/>
          <ac:inkMkLst>
            <pc:docMk/>
            <pc:sldMk cId="2084861705" sldId="386"/>
            <ac:inkMk id="9252" creationId="{53CF6DA3-AA4E-DB6C-F18D-B40E47700309}"/>
          </ac:inkMkLst>
        </pc:inkChg>
        <pc:inkChg chg="add mod">
          <ac:chgData name="Mahima Weerasinghe" userId="e11e3f55-42da-4e07-8ead-4d7a1d7ea1c6" providerId="ADAL" clId="{A71A91A0-537E-435E-A57A-6A59184BC47A}" dt="2024-08-18T14:04:37.297" v="3554"/>
          <ac:inkMkLst>
            <pc:docMk/>
            <pc:sldMk cId="2084861705" sldId="386"/>
            <ac:inkMk id="9253" creationId="{489B8D82-6A87-9AC0-887D-FCCEA4D1CE8F}"/>
          </ac:inkMkLst>
        </pc:inkChg>
        <pc:inkChg chg="add mod">
          <ac:chgData name="Mahima Weerasinghe" userId="e11e3f55-42da-4e07-8ead-4d7a1d7ea1c6" providerId="ADAL" clId="{A71A91A0-537E-435E-A57A-6A59184BC47A}" dt="2024-08-18T14:04:37.297" v="3554"/>
          <ac:inkMkLst>
            <pc:docMk/>
            <pc:sldMk cId="2084861705" sldId="386"/>
            <ac:inkMk id="9254" creationId="{FC7AC875-560F-8E87-EB23-B33B09D6F040}"/>
          </ac:inkMkLst>
        </pc:inkChg>
        <pc:inkChg chg="add mod">
          <ac:chgData name="Mahima Weerasinghe" userId="e11e3f55-42da-4e07-8ead-4d7a1d7ea1c6" providerId="ADAL" clId="{A71A91A0-537E-435E-A57A-6A59184BC47A}" dt="2024-08-18T14:04:35.426" v="3551"/>
          <ac:inkMkLst>
            <pc:docMk/>
            <pc:sldMk cId="2084861705" sldId="386"/>
            <ac:inkMk id="9257" creationId="{57F45F16-E1D7-9B67-6DF1-BF633852155E}"/>
          </ac:inkMkLst>
        </pc:inkChg>
        <pc:inkChg chg="add mod">
          <ac:chgData name="Mahima Weerasinghe" userId="e11e3f55-42da-4e07-8ead-4d7a1d7ea1c6" providerId="ADAL" clId="{A71A91A0-537E-435E-A57A-6A59184BC47A}" dt="2024-08-18T14:04:35.426" v="3551"/>
          <ac:inkMkLst>
            <pc:docMk/>
            <pc:sldMk cId="2084861705" sldId="386"/>
            <ac:inkMk id="9258" creationId="{0F77C47A-3288-8C6A-E305-64D33E1845E9}"/>
          </ac:inkMkLst>
        </pc:inkChg>
        <pc:inkChg chg="add mod">
          <ac:chgData name="Mahima Weerasinghe" userId="e11e3f55-42da-4e07-8ead-4d7a1d7ea1c6" providerId="ADAL" clId="{A71A91A0-537E-435E-A57A-6A59184BC47A}" dt="2024-08-18T14:04:37.297" v="3554"/>
          <ac:inkMkLst>
            <pc:docMk/>
            <pc:sldMk cId="2084861705" sldId="386"/>
            <ac:inkMk id="9260" creationId="{DEB057BE-FC22-233D-E72B-5FFB0E4CD43B}"/>
          </ac:inkMkLst>
        </pc:inkChg>
        <pc:inkChg chg="add mod">
          <ac:chgData name="Mahima Weerasinghe" userId="e11e3f55-42da-4e07-8ead-4d7a1d7ea1c6" providerId="ADAL" clId="{A71A91A0-537E-435E-A57A-6A59184BC47A}" dt="2024-08-18T14:04:37.297" v="3554"/>
          <ac:inkMkLst>
            <pc:docMk/>
            <pc:sldMk cId="2084861705" sldId="386"/>
            <ac:inkMk id="9261" creationId="{20BBE102-4CC3-BCF6-E92A-08628200CF7F}"/>
          </ac:inkMkLst>
        </pc:inkChg>
      </pc:sldChg>
      <pc:sldChg chg="addSp delSp modSp new mod">
        <pc:chgData name="Mahima Weerasinghe" userId="e11e3f55-42da-4e07-8ead-4d7a1d7ea1c6" providerId="ADAL" clId="{A71A91A0-537E-435E-A57A-6A59184BC47A}" dt="2024-08-18T14:19:38.327" v="3690"/>
        <pc:sldMkLst>
          <pc:docMk/>
          <pc:sldMk cId="1709392762" sldId="387"/>
        </pc:sldMkLst>
        <pc:spChg chg="mod">
          <ac:chgData name="Mahima Weerasinghe" userId="e11e3f55-42da-4e07-8ead-4d7a1d7ea1c6" providerId="ADAL" clId="{A71A91A0-537E-435E-A57A-6A59184BC47A}" dt="2024-08-18T02:43:37.268" v="957" actId="20577"/>
          <ac:spMkLst>
            <pc:docMk/>
            <pc:sldMk cId="1709392762" sldId="387"/>
            <ac:spMk id="2" creationId="{544AD4FB-9718-7BA5-37EC-F1A89B1AC26D}"/>
          </ac:spMkLst>
        </pc:spChg>
        <pc:spChg chg="add mod">
          <ac:chgData name="Mahima Weerasinghe" userId="e11e3f55-42da-4e07-8ead-4d7a1d7ea1c6" providerId="ADAL" clId="{A71A91A0-537E-435E-A57A-6A59184BC47A}" dt="2024-08-18T02:38:38.019" v="926" actId="1076"/>
          <ac:spMkLst>
            <pc:docMk/>
            <pc:sldMk cId="1709392762" sldId="387"/>
            <ac:spMk id="3" creationId="{8298CB15-A3B6-B7A4-1EDF-1C0798F5CD65}"/>
          </ac:spMkLst>
        </pc:spChg>
        <pc:grpChg chg="del mod">
          <ac:chgData name="Mahima Weerasinghe" userId="e11e3f55-42da-4e07-8ead-4d7a1d7ea1c6" providerId="ADAL" clId="{A71A91A0-537E-435E-A57A-6A59184BC47A}" dt="2024-08-18T14:14:52.650" v="3563"/>
          <ac:grpSpMkLst>
            <pc:docMk/>
            <pc:sldMk cId="1709392762" sldId="387"/>
            <ac:grpSpMk id="6" creationId="{0EBB0E23-4E5D-1732-8999-2297ABDCCFE3}"/>
          </ac:grpSpMkLst>
        </pc:grpChg>
        <pc:grpChg chg="del mod">
          <ac:chgData name="Mahima Weerasinghe" userId="e11e3f55-42da-4e07-8ead-4d7a1d7ea1c6" providerId="ADAL" clId="{A71A91A0-537E-435E-A57A-6A59184BC47A}" dt="2024-08-18T14:15:00.138" v="3572"/>
          <ac:grpSpMkLst>
            <pc:docMk/>
            <pc:sldMk cId="1709392762" sldId="387"/>
            <ac:grpSpMk id="12" creationId="{12B670CE-1A64-FE5E-9CE8-54CE8054C2AB}"/>
          </ac:grpSpMkLst>
        </pc:grpChg>
        <pc:grpChg chg="del mod">
          <ac:chgData name="Mahima Weerasinghe" userId="e11e3f55-42da-4e07-8ead-4d7a1d7ea1c6" providerId="ADAL" clId="{A71A91A0-537E-435E-A57A-6A59184BC47A}" dt="2024-08-18T14:15:05.848" v="3579"/>
          <ac:grpSpMkLst>
            <pc:docMk/>
            <pc:sldMk cId="1709392762" sldId="387"/>
            <ac:grpSpMk id="21" creationId="{D5A7086A-3484-448F-2315-574BB7E062C4}"/>
          </ac:grpSpMkLst>
        </pc:grpChg>
        <pc:grpChg chg="del mod">
          <ac:chgData name="Mahima Weerasinghe" userId="e11e3f55-42da-4e07-8ead-4d7a1d7ea1c6" providerId="ADAL" clId="{A71A91A0-537E-435E-A57A-6A59184BC47A}" dt="2024-08-18T14:16:11.179" v="3635"/>
          <ac:grpSpMkLst>
            <pc:docMk/>
            <pc:sldMk cId="1709392762" sldId="387"/>
            <ac:grpSpMk id="28" creationId="{07ACE54B-DF4A-6B21-1E5E-FA6D76154693}"/>
          </ac:grpSpMkLst>
        </pc:grpChg>
        <pc:grpChg chg="del mod">
          <ac:chgData name="Mahima Weerasinghe" userId="e11e3f55-42da-4e07-8ead-4d7a1d7ea1c6" providerId="ADAL" clId="{A71A91A0-537E-435E-A57A-6A59184BC47A}" dt="2024-08-18T14:16:11.179" v="3635"/>
          <ac:grpSpMkLst>
            <pc:docMk/>
            <pc:sldMk cId="1709392762" sldId="387"/>
            <ac:grpSpMk id="34" creationId="{8A99299F-A93C-9EF4-A778-7D97F68EF954}"/>
          </ac:grpSpMkLst>
        </pc:grpChg>
        <pc:grpChg chg="del mod">
          <ac:chgData name="Mahima Weerasinghe" userId="e11e3f55-42da-4e07-8ead-4d7a1d7ea1c6" providerId="ADAL" clId="{A71A91A0-537E-435E-A57A-6A59184BC47A}" dt="2024-08-18T14:16:11.179" v="3635"/>
          <ac:grpSpMkLst>
            <pc:docMk/>
            <pc:sldMk cId="1709392762" sldId="387"/>
            <ac:grpSpMk id="37" creationId="{19C2B6FD-17DC-A59D-9D13-D0AD17B78B8A}"/>
          </ac:grpSpMkLst>
        </pc:grpChg>
        <pc:grpChg chg="del mod">
          <ac:chgData name="Mahima Weerasinghe" userId="e11e3f55-42da-4e07-8ead-4d7a1d7ea1c6" providerId="ADAL" clId="{A71A91A0-537E-435E-A57A-6A59184BC47A}" dt="2024-08-18T14:16:02.154" v="3621"/>
          <ac:grpSpMkLst>
            <pc:docMk/>
            <pc:sldMk cId="1709392762" sldId="387"/>
            <ac:grpSpMk id="51" creationId="{6A35289E-F0FD-DAFB-754D-7E1C594F2EC7}"/>
          </ac:grpSpMkLst>
        </pc:grpChg>
        <pc:grpChg chg="del mod">
          <ac:chgData name="Mahima Weerasinghe" userId="e11e3f55-42da-4e07-8ead-4d7a1d7ea1c6" providerId="ADAL" clId="{A71A91A0-537E-435E-A57A-6A59184BC47A}" dt="2024-08-18T14:15:41.834" v="3611"/>
          <ac:grpSpMkLst>
            <pc:docMk/>
            <pc:sldMk cId="1709392762" sldId="387"/>
            <ac:grpSpMk id="55" creationId="{6AA0F3B6-5DBF-20EA-AEE7-433CCCBB8579}"/>
          </ac:grpSpMkLst>
        </pc:grpChg>
        <pc:grpChg chg="del mod">
          <ac:chgData name="Mahima Weerasinghe" userId="e11e3f55-42da-4e07-8ead-4d7a1d7ea1c6" providerId="ADAL" clId="{A71A91A0-537E-435E-A57A-6A59184BC47A}" dt="2024-08-18T14:15:43.494" v="3615"/>
          <ac:grpSpMkLst>
            <pc:docMk/>
            <pc:sldMk cId="1709392762" sldId="387"/>
            <ac:grpSpMk id="60" creationId="{F90BB9D2-E095-4B2C-7FC7-15DCF484AEF8}"/>
          </ac:grpSpMkLst>
        </pc:grpChg>
        <pc:grpChg chg="mod">
          <ac:chgData name="Mahima Weerasinghe" userId="e11e3f55-42da-4e07-8ead-4d7a1d7ea1c6" providerId="ADAL" clId="{A71A91A0-537E-435E-A57A-6A59184BC47A}" dt="2024-08-18T14:15:43.494" v="3615"/>
          <ac:grpSpMkLst>
            <pc:docMk/>
            <pc:sldMk cId="1709392762" sldId="387"/>
            <ac:grpSpMk id="64" creationId="{FF03014E-1B3E-14E7-61AC-E58ABBF345BE}"/>
          </ac:grpSpMkLst>
        </pc:grpChg>
        <pc:grpChg chg="del mod">
          <ac:chgData name="Mahima Weerasinghe" userId="e11e3f55-42da-4e07-8ead-4d7a1d7ea1c6" providerId="ADAL" clId="{A71A91A0-537E-435E-A57A-6A59184BC47A}" dt="2024-08-18T14:16:06.390" v="3628"/>
          <ac:grpSpMkLst>
            <pc:docMk/>
            <pc:sldMk cId="1709392762" sldId="387"/>
            <ac:grpSpMk id="70" creationId="{42973DB8-1892-D60B-E4FB-E1094EFDAB8B}"/>
          </ac:grpSpMkLst>
        </pc:grpChg>
        <pc:grpChg chg="del mod">
          <ac:chgData name="Mahima Weerasinghe" userId="e11e3f55-42da-4e07-8ead-4d7a1d7ea1c6" providerId="ADAL" clId="{A71A91A0-537E-435E-A57A-6A59184BC47A}" dt="2024-08-18T14:16:11.179" v="3635"/>
          <ac:grpSpMkLst>
            <pc:docMk/>
            <pc:sldMk cId="1709392762" sldId="387"/>
            <ac:grpSpMk id="77" creationId="{328FC084-9B27-7F51-387A-097E8BE42DFB}"/>
          </ac:grpSpMkLst>
        </pc:grpChg>
        <pc:grpChg chg="del mod">
          <ac:chgData name="Mahima Weerasinghe" userId="e11e3f55-42da-4e07-8ead-4d7a1d7ea1c6" providerId="ADAL" clId="{A71A91A0-537E-435E-A57A-6A59184BC47A}" dt="2024-08-18T14:16:16.157" v="3645"/>
          <ac:grpSpMkLst>
            <pc:docMk/>
            <pc:sldMk cId="1709392762" sldId="387"/>
            <ac:grpSpMk id="84" creationId="{541CA313-8427-FCC6-7DE7-E35459CD93E2}"/>
          </ac:grpSpMkLst>
        </pc:grpChg>
        <pc:grpChg chg="del mod">
          <ac:chgData name="Mahima Weerasinghe" userId="e11e3f55-42da-4e07-8ead-4d7a1d7ea1c6" providerId="ADAL" clId="{A71A91A0-537E-435E-A57A-6A59184BC47A}" dt="2024-08-18T14:16:34.501" v="3647"/>
          <ac:grpSpMkLst>
            <pc:docMk/>
            <pc:sldMk cId="1709392762" sldId="387"/>
            <ac:grpSpMk id="94" creationId="{1FF40DC2-4AEF-3F8A-67D1-BD82769848EE}"/>
          </ac:grpSpMkLst>
        </pc:grpChg>
        <pc:grpChg chg="del mod">
          <ac:chgData name="Mahima Weerasinghe" userId="e11e3f55-42da-4e07-8ead-4d7a1d7ea1c6" providerId="ADAL" clId="{A71A91A0-537E-435E-A57A-6A59184BC47A}" dt="2024-08-18T14:16:36.423" v="3650"/>
          <ac:grpSpMkLst>
            <pc:docMk/>
            <pc:sldMk cId="1709392762" sldId="387"/>
            <ac:grpSpMk id="96" creationId="{ED14C441-E388-5704-E98B-48A8B9C2526D}"/>
          </ac:grpSpMkLst>
        </pc:grpChg>
        <pc:grpChg chg="del mod">
          <ac:chgData name="Mahima Weerasinghe" userId="e11e3f55-42da-4e07-8ead-4d7a1d7ea1c6" providerId="ADAL" clId="{A71A91A0-537E-435E-A57A-6A59184BC47A}" dt="2024-08-18T14:16:39.486" v="3654"/>
          <ac:grpSpMkLst>
            <pc:docMk/>
            <pc:sldMk cId="1709392762" sldId="387"/>
            <ac:grpSpMk id="99" creationId="{1BCBE3F8-570A-02DD-3EBA-38F9B6E29709}"/>
          </ac:grpSpMkLst>
        </pc:grpChg>
        <pc:grpChg chg="del mod">
          <ac:chgData name="Mahima Weerasinghe" userId="e11e3f55-42da-4e07-8ead-4d7a1d7ea1c6" providerId="ADAL" clId="{A71A91A0-537E-435E-A57A-6A59184BC47A}" dt="2024-08-18T14:16:46.753" v="3656"/>
          <ac:grpSpMkLst>
            <pc:docMk/>
            <pc:sldMk cId="1709392762" sldId="387"/>
            <ac:grpSpMk id="103" creationId="{4284A894-BDA8-39A9-76BA-AF4FFC951BD3}"/>
          </ac:grpSpMkLst>
        </pc:grpChg>
        <pc:grpChg chg="del mod">
          <ac:chgData name="Mahima Weerasinghe" userId="e11e3f55-42da-4e07-8ead-4d7a1d7ea1c6" providerId="ADAL" clId="{A71A91A0-537E-435E-A57A-6A59184BC47A}" dt="2024-08-18T14:16:50.573" v="3659"/>
          <ac:grpSpMkLst>
            <pc:docMk/>
            <pc:sldMk cId="1709392762" sldId="387"/>
            <ac:grpSpMk id="105" creationId="{CC6CC4A8-21F4-5589-7F1D-088E0252D6F0}"/>
          </ac:grpSpMkLst>
        </pc:grpChg>
        <pc:grpChg chg="del mod">
          <ac:chgData name="Mahima Weerasinghe" userId="e11e3f55-42da-4e07-8ead-4d7a1d7ea1c6" providerId="ADAL" clId="{A71A91A0-537E-435E-A57A-6A59184BC47A}" dt="2024-08-18T14:17:03.336" v="3662"/>
          <ac:grpSpMkLst>
            <pc:docMk/>
            <pc:sldMk cId="1709392762" sldId="387"/>
            <ac:grpSpMk id="108" creationId="{D044BA76-C6BA-E685-3D82-2E50907E6B5C}"/>
          </ac:grpSpMkLst>
        </pc:grpChg>
        <pc:grpChg chg="del mod">
          <ac:chgData name="Mahima Weerasinghe" userId="e11e3f55-42da-4e07-8ead-4d7a1d7ea1c6" providerId="ADAL" clId="{A71A91A0-537E-435E-A57A-6A59184BC47A}" dt="2024-08-18T14:17:13.027" v="3671"/>
          <ac:grpSpMkLst>
            <pc:docMk/>
            <pc:sldMk cId="1709392762" sldId="387"/>
            <ac:grpSpMk id="111" creationId="{EC52F6E2-C950-674A-9E92-B89857A0CEFE}"/>
          </ac:grpSpMkLst>
        </pc:grpChg>
        <pc:grpChg chg="del mod">
          <ac:chgData name="Mahima Weerasinghe" userId="e11e3f55-42da-4e07-8ead-4d7a1d7ea1c6" providerId="ADAL" clId="{A71A91A0-537E-435E-A57A-6A59184BC47A}" dt="2024-08-18T14:17:13.027" v="3671"/>
          <ac:grpSpMkLst>
            <pc:docMk/>
            <pc:sldMk cId="1709392762" sldId="387"/>
            <ac:grpSpMk id="114" creationId="{DD2E80AD-B258-7902-8186-B39977F83799}"/>
          </ac:grpSpMkLst>
        </pc:grpChg>
        <pc:grpChg chg="del mod">
          <ac:chgData name="Mahima Weerasinghe" userId="e11e3f55-42da-4e07-8ead-4d7a1d7ea1c6" providerId="ADAL" clId="{A71A91A0-537E-435E-A57A-6A59184BC47A}" dt="2024-08-18T14:17:14.264" v="3673"/>
          <ac:grpSpMkLst>
            <pc:docMk/>
            <pc:sldMk cId="1709392762" sldId="387"/>
            <ac:grpSpMk id="120" creationId="{803D0AA6-9508-3F8E-7B96-06ECDCC4B137}"/>
          </ac:grpSpMkLst>
        </pc:grpChg>
        <pc:grpChg chg="mod">
          <ac:chgData name="Mahima Weerasinghe" userId="e11e3f55-42da-4e07-8ead-4d7a1d7ea1c6" providerId="ADAL" clId="{A71A91A0-537E-435E-A57A-6A59184BC47A}" dt="2024-08-18T14:17:14.264" v="3673"/>
          <ac:grpSpMkLst>
            <pc:docMk/>
            <pc:sldMk cId="1709392762" sldId="387"/>
            <ac:grpSpMk id="122" creationId="{303B2E5B-9A59-6FF7-A165-D5C3192D7F3F}"/>
          </ac:grpSpMkLst>
        </pc:grpChg>
        <pc:grpChg chg="mod">
          <ac:chgData name="Mahima Weerasinghe" userId="e11e3f55-42da-4e07-8ead-4d7a1d7ea1c6" providerId="ADAL" clId="{A71A91A0-537E-435E-A57A-6A59184BC47A}" dt="2024-08-18T14:17:19.201" v="3678"/>
          <ac:grpSpMkLst>
            <pc:docMk/>
            <pc:sldMk cId="1709392762" sldId="387"/>
            <ac:grpSpMk id="127" creationId="{E9A4DFF7-F3F3-0D33-C5FB-6A81CBE430A4}"/>
          </ac:grpSpMkLst>
        </pc:grpChg>
        <pc:grpChg chg="del mod">
          <ac:chgData name="Mahima Weerasinghe" userId="e11e3f55-42da-4e07-8ead-4d7a1d7ea1c6" providerId="ADAL" clId="{A71A91A0-537E-435E-A57A-6A59184BC47A}" dt="2024-08-18T14:19:38.327" v="3690"/>
          <ac:grpSpMkLst>
            <pc:docMk/>
            <pc:sldMk cId="1709392762" sldId="387"/>
            <ac:grpSpMk id="135" creationId="{6235677D-76A9-2B4B-A439-34070AA68607}"/>
          </ac:grpSpMkLst>
        </pc:grpChg>
        <pc:grpChg chg="mod">
          <ac:chgData name="Mahima Weerasinghe" userId="e11e3f55-42da-4e07-8ead-4d7a1d7ea1c6" providerId="ADAL" clId="{A71A91A0-537E-435E-A57A-6A59184BC47A}" dt="2024-08-18T14:19:38.327" v="3690"/>
          <ac:grpSpMkLst>
            <pc:docMk/>
            <pc:sldMk cId="1709392762" sldId="387"/>
            <ac:grpSpMk id="139" creationId="{4B4321FD-34B7-F5D1-CA56-2BB26A6E0238}"/>
          </ac:grpSpMkLst>
        </pc:grpChg>
        <pc:inkChg chg="add mod">
          <ac:chgData name="Mahima Weerasinghe" userId="e11e3f55-42da-4e07-8ead-4d7a1d7ea1c6" providerId="ADAL" clId="{A71A91A0-537E-435E-A57A-6A59184BC47A}" dt="2024-08-18T14:17:14.264" v="3673"/>
          <ac:inkMkLst>
            <pc:docMk/>
            <pc:sldMk cId="1709392762" sldId="387"/>
            <ac:inkMk id="4" creationId="{7D08BCE4-EB77-EA9A-1E79-B58F147AA15F}"/>
          </ac:inkMkLst>
        </pc:inkChg>
        <pc:inkChg chg="add mod">
          <ac:chgData name="Mahima Weerasinghe" userId="e11e3f55-42da-4e07-8ead-4d7a1d7ea1c6" providerId="ADAL" clId="{A71A91A0-537E-435E-A57A-6A59184BC47A}" dt="2024-08-18T14:17:14.264" v="3673"/>
          <ac:inkMkLst>
            <pc:docMk/>
            <pc:sldMk cId="1709392762" sldId="387"/>
            <ac:inkMk id="5" creationId="{D660D1D0-A4F3-C899-1429-7F968827B661}"/>
          </ac:inkMkLst>
        </pc:inkChg>
        <pc:inkChg chg="add mod">
          <ac:chgData name="Mahima Weerasinghe" userId="e11e3f55-42da-4e07-8ead-4d7a1d7ea1c6" providerId="ADAL" clId="{A71A91A0-537E-435E-A57A-6A59184BC47A}" dt="2024-08-18T14:17:14.264" v="3673"/>
          <ac:inkMkLst>
            <pc:docMk/>
            <pc:sldMk cId="1709392762" sldId="387"/>
            <ac:inkMk id="7" creationId="{DC112A8C-9AF8-50E8-3646-DFBF0C83C8FB}"/>
          </ac:inkMkLst>
        </pc:inkChg>
        <pc:inkChg chg="add mod">
          <ac:chgData name="Mahima Weerasinghe" userId="e11e3f55-42da-4e07-8ead-4d7a1d7ea1c6" providerId="ADAL" clId="{A71A91A0-537E-435E-A57A-6A59184BC47A}" dt="2024-08-18T14:17:14.264" v="3673"/>
          <ac:inkMkLst>
            <pc:docMk/>
            <pc:sldMk cId="1709392762" sldId="387"/>
            <ac:inkMk id="8" creationId="{B0ABFD5F-828C-4F0D-1AD1-CF2B8F078068}"/>
          </ac:inkMkLst>
        </pc:inkChg>
        <pc:inkChg chg="add mod">
          <ac:chgData name="Mahima Weerasinghe" userId="e11e3f55-42da-4e07-8ead-4d7a1d7ea1c6" providerId="ADAL" clId="{A71A91A0-537E-435E-A57A-6A59184BC47A}" dt="2024-08-18T14:17:14.264" v="3673"/>
          <ac:inkMkLst>
            <pc:docMk/>
            <pc:sldMk cId="1709392762" sldId="387"/>
            <ac:inkMk id="9" creationId="{EF88078A-98AF-9921-9CAA-D7AB58460A02}"/>
          </ac:inkMkLst>
        </pc:inkChg>
        <pc:inkChg chg="add mod">
          <ac:chgData name="Mahima Weerasinghe" userId="e11e3f55-42da-4e07-8ead-4d7a1d7ea1c6" providerId="ADAL" clId="{A71A91A0-537E-435E-A57A-6A59184BC47A}" dt="2024-08-18T14:17:14.264" v="3673"/>
          <ac:inkMkLst>
            <pc:docMk/>
            <pc:sldMk cId="1709392762" sldId="387"/>
            <ac:inkMk id="10" creationId="{3B2E85B3-0B6F-C1EC-43CE-B8332A2B0670}"/>
          </ac:inkMkLst>
        </pc:inkChg>
        <pc:inkChg chg="add mod">
          <ac:chgData name="Mahima Weerasinghe" userId="e11e3f55-42da-4e07-8ead-4d7a1d7ea1c6" providerId="ADAL" clId="{A71A91A0-537E-435E-A57A-6A59184BC47A}" dt="2024-08-18T14:17:14.264" v="3673"/>
          <ac:inkMkLst>
            <pc:docMk/>
            <pc:sldMk cId="1709392762" sldId="387"/>
            <ac:inkMk id="11" creationId="{36C8247C-DA03-8516-59EA-8EE45B1E4792}"/>
          </ac:inkMkLst>
        </pc:inkChg>
        <pc:inkChg chg="add mod">
          <ac:chgData name="Mahima Weerasinghe" userId="e11e3f55-42da-4e07-8ead-4d7a1d7ea1c6" providerId="ADAL" clId="{A71A91A0-537E-435E-A57A-6A59184BC47A}" dt="2024-08-18T14:17:14.264" v="3673"/>
          <ac:inkMkLst>
            <pc:docMk/>
            <pc:sldMk cId="1709392762" sldId="387"/>
            <ac:inkMk id="13" creationId="{0653082B-394C-74A6-4705-DC32F911A2EE}"/>
          </ac:inkMkLst>
        </pc:inkChg>
        <pc:inkChg chg="add mod">
          <ac:chgData name="Mahima Weerasinghe" userId="e11e3f55-42da-4e07-8ead-4d7a1d7ea1c6" providerId="ADAL" clId="{A71A91A0-537E-435E-A57A-6A59184BC47A}" dt="2024-08-18T14:17:14.264" v="3673"/>
          <ac:inkMkLst>
            <pc:docMk/>
            <pc:sldMk cId="1709392762" sldId="387"/>
            <ac:inkMk id="14" creationId="{0FBFA507-3BCE-CCDF-8D38-3044A5B0529A}"/>
          </ac:inkMkLst>
        </pc:inkChg>
        <pc:inkChg chg="add mod">
          <ac:chgData name="Mahima Weerasinghe" userId="e11e3f55-42da-4e07-8ead-4d7a1d7ea1c6" providerId="ADAL" clId="{A71A91A0-537E-435E-A57A-6A59184BC47A}" dt="2024-08-18T14:17:14.264" v="3673"/>
          <ac:inkMkLst>
            <pc:docMk/>
            <pc:sldMk cId="1709392762" sldId="387"/>
            <ac:inkMk id="15" creationId="{0386D383-0E03-9B0B-FEC8-6D2B5120AC7B}"/>
          </ac:inkMkLst>
        </pc:inkChg>
        <pc:inkChg chg="add mod">
          <ac:chgData name="Mahima Weerasinghe" userId="e11e3f55-42da-4e07-8ead-4d7a1d7ea1c6" providerId="ADAL" clId="{A71A91A0-537E-435E-A57A-6A59184BC47A}" dt="2024-08-18T14:17:14.264" v="3673"/>
          <ac:inkMkLst>
            <pc:docMk/>
            <pc:sldMk cId="1709392762" sldId="387"/>
            <ac:inkMk id="16" creationId="{4B24A31B-BE60-15A3-444F-B6C6C52A25D1}"/>
          </ac:inkMkLst>
        </pc:inkChg>
        <pc:inkChg chg="add mod">
          <ac:chgData name="Mahima Weerasinghe" userId="e11e3f55-42da-4e07-8ead-4d7a1d7ea1c6" providerId="ADAL" clId="{A71A91A0-537E-435E-A57A-6A59184BC47A}" dt="2024-08-18T14:17:14.264" v="3673"/>
          <ac:inkMkLst>
            <pc:docMk/>
            <pc:sldMk cId="1709392762" sldId="387"/>
            <ac:inkMk id="17" creationId="{C9FC3FB9-E937-5633-CF6B-89233E61A08B}"/>
          </ac:inkMkLst>
        </pc:inkChg>
        <pc:inkChg chg="add mod">
          <ac:chgData name="Mahima Weerasinghe" userId="e11e3f55-42da-4e07-8ead-4d7a1d7ea1c6" providerId="ADAL" clId="{A71A91A0-537E-435E-A57A-6A59184BC47A}" dt="2024-08-18T14:17:14.264" v="3673"/>
          <ac:inkMkLst>
            <pc:docMk/>
            <pc:sldMk cId="1709392762" sldId="387"/>
            <ac:inkMk id="18" creationId="{BFDE4CCE-EE05-61AE-9F8F-98852B7A1654}"/>
          </ac:inkMkLst>
        </pc:inkChg>
        <pc:inkChg chg="add mod">
          <ac:chgData name="Mahima Weerasinghe" userId="e11e3f55-42da-4e07-8ead-4d7a1d7ea1c6" providerId="ADAL" clId="{A71A91A0-537E-435E-A57A-6A59184BC47A}" dt="2024-08-18T14:17:14.264" v="3673"/>
          <ac:inkMkLst>
            <pc:docMk/>
            <pc:sldMk cId="1709392762" sldId="387"/>
            <ac:inkMk id="19" creationId="{8D8B7B7C-0401-8147-07D1-BE1430E36279}"/>
          </ac:inkMkLst>
        </pc:inkChg>
        <pc:inkChg chg="add mod">
          <ac:chgData name="Mahima Weerasinghe" userId="e11e3f55-42da-4e07-8ead-4d7a1d7ea1c6" providerId="ADAL" clId="{A71A91A0-537E-435E-A57A-6A59184BC47A}" dt="2024-08-18T14:17:14.264" v="3673"/>
          <ac:inkMkLst>
            <pc:docMk/>
            <pc:sldMk cId="1709392762" sldId="387"/>
            <ac:inkMk id="20" creationId="{DB4C9891-FA8B-BE4C-777B-9B7D15080F81}"/>
          </ac:inkMkLst>
        </pc:inkChg>
        <pc:inkChg chg="add mod">
          <ac:chgData name="Mahima Weerasinghe" userId="e11e3f55-42da-4e07-8ead-4d7a1d7ea1c6" providerId="ADAL" clId="{A71A91A0-537E-435E-A57A-6A59184BC47A}" dt="2024-08-18T14:17:14.264" v="3673"/>
          <ac:inkMkLst>
            <pc:docMk/>
            <pc:sldMk cId="1709392762" sldId="387"/>
            <ac:inkMk id="22" creationId="{6D68E417-A352-8EC1-21CB-FEB025D4255C}"/>
          </ac:inkMkLst>
        </pc:inkChg>
        <pc:inkChg chg="add mod">
          <ac:chgData name="Mahima Weerasinghe" userId="e11e3f55-42da-4e07-8ead-4d7a1d7ea1c6" providerId="ADAL" clId="{A71A91A0-537E-435E-A57A-6A59184BC47A}" dt="2024-08-18T14:17:14.264" v="3673"/>
          <ac:inkMkLst>
            <pc:docMk/>
            <pc:sldMk cId="1709392762" sldId="387"/>
            <ac:inkMk id="23" creationId="{69B33AD6-47EF-AF26-33E7-BD5C3B1D9A67}"/>
          </ac:inkMkLst>
        </pc:inkChg>
        <pc:inkChg chg="add mod">
          <ac:chgData name="Mahima Weerasinghe" userId="e11e3f55-42da-4e07-8ead-4d7a1d7ea1c6" providerId="ADAL" clId="{A71A91A0-537E-435E-A57A-6A59184BC47A}" dt="2024-08-18T14:17:14.264" v="3673"/>
          <ac:inkMkLst>
            <pc:docMk/>
            <pc:sldMk cId="1709392762" sldId="387"/>
            <ac:inkMk id="24" creationId="{0CEB23A2-7A23-E51C-B771-81A61510866F}"/>
          </ac:inkMkLst>
        </pc:inkChg>
        <pc:inkChg chg="add mod">
          <ac:chgData name="Mahima Weerasinghe" userId="e11e3f55-42da-4e07-8ead-4d7a1d7ea1c6" providerId="ADAL" clId="{A71A91A0-537E-435E-A57A-6A59184BC47A}" dt="2024-08-18T14:17:14.264" v="3673"/>
          <ac:inkMkLst>
            <pc:docMk/>
            <pc:sldMk cId="1709392762" sldId="387"/>
            <ac:inkMk id="25" creationId="{20DEA8B5-CB91-5EBB-BDAD-9896CB8A3020}"/>
          </ac:inkMkLst>
        </pc:inkChg>
        <pc:inkChg chg="add mod">
          <ac:chgData name="Mahima Weerasinghe" userId="e11e3f55-42da-4e07-8ead-4d7a1d7ea1c6" providerId="ADAL" clId="{A71A91A0-537E-435E-A57A-6A59184BC47A}" dt="2024-08-18T14:17:14.264" v="3673"/>
          <ac:inkMkLst>
            <pc:docMk/>
            <pc:sldMk cId="1709392762" sldId="387"/>
            <ac:inkMk id="26" creationId="{5CCA59B6-54A3-E23F-BA24-FF4E90A69A8A}"/>
          </ac:inkMkLst>
        </pc:inkChg>
        <pc:inkChg chg="add mod">
          <ac:chgData name="Mahima Weerasinghe" userId="e11e3f55-42da-4e07-8ead-4d7a1d7ea1c6" providerId="ADAL" clId="{A71A91A0-537E-435E-A57A-6A59184BC47A}" dt="2024-08-18T14:17:14.264" v="3673"/>
          <ac:inkMkLst>
            <pc:docMk/>
            <pc:sldMk cId="1709392762" sldId="387"/>
            <ac:inkMk id="27" creationId="{E99F000D-F798-B5CF-1751-4D627B9EE570}"/>
          </ac:inkMkLst>
        </pc:inkChg>
        <pc:inkChg chg="add mod">
          <ac:chgData name="Mahima Weerasinghe" userId="e11e3f55-42da-4e07-8ead-4d7a1d7ea1c6" providerId="ADAL" clId="{A71A91A0-537E-435E-A57A-6A59184BC47A}" dt="2024-08-18T14:17:14.264" v="3673"/>
          <ac:inkMkLst>
            <pc:docMk/>
            <pc:sldMk cId="1709392762" sldId="387"/>
            <ac:inkMk id="29" creationId="{110964E4-5415-4560-5036-BBFE946DE8E1}"/>
          </ac:inkMkLst>
        </pc:inkChg>
        <pc:inkChg chg="add mod">
          <ac:chgData name="Mahima Weerasinghe" userId="e11e3f55-42da-4e07-8ead-4d7a1d7ea1c6" providerId="ADAL" clId="{A71A91A0-537E-435E-A57A-6A59184BC47A}" dt="2024-08-18T14:17:14.264" v="3673"/>
          <ac:inkMkLst>
            <pc:docMk/>
            <pc:sldMk cId="1709392762" sldId="387"/>
            <ac:inkMk id="30" creationId="{A67CABA9-0615-316A-DD70-122460163675}"/>
          </ac:inkMkLst>
        </pc:inkChg>
        <pc:inkChg chg="add mod">
          <ac:chgData name="Mahima Weerasinghe" userId="e11e3f55-42da-4e07-8ead-4d7a1d7ea1c6" providerId="ADAL" clId="{A71A91A0-537E-435E-A57A-6A59184BC47A}" dt="2024-08-18T14:17:14.264" v="3673"/>
          <ac:inkMkLst>
            <pc:docMk/>
            <pc:sldMk cId="1709392762" sldId="387"/>
            <ac:inkMk id="31" creationId="{9837C00E-1ECA-9D8F-DE3F-5FCF0949BB9A}"/>
          </ac:inkMkLst>
        </pc:inkChg>
        <pc:inkChg chg="add mod">
          <ac:chgData name="Mahima Weerasinghe" userId="e11e3f55-42da-4e07-8ead-4d7a1d7ea1c6" providerId="ADAL" clId="{A71A91A0-537E-435E-A57A-6A59184BC47A}" dt="2024-08-18T14:17:14.264" v="3673"/>
          <ac:inkMkLst>
            <pc:docMk/>
            <pc:sldMk cId="1709392762" sldId="387"/>
            <ac:inkMk id="32" creationId="{DA7FFAB3-5EB3-CC83-B8AC-55B4EAE3555C}"/>
          </ac:inkMkLst>
        </pc:inkChg>
        <pc:inkChg chg="add mod">
          <ac:chgData name="Mahima Weerasinghe" userId="e11e3f55-42da-4e07-8ead-4d7a1d7ea1c6" providerId="ADAL" clId="{A71A91A0-537E-435E-A57A-6A59184BC47A}" dt="2024-08-18T14:17:14.264" v="3673"/>
          <ac:inkMkLst>
            <pc:docMk/>
            <pc:sldMk cId="1709392762" sldId="387"/>
            <ac:inkMk id="33" creationId="{E02ED0F8-08D1-0E1E-C7B0-88D681CCF703}"/>
          </ac:inkMkLst>
        </pc:inkChg>
        <pc:inkChg chg="add mod">
          <ac:chgData name="Mahima Weerasinghe" userId="e11e3f55-42da-4e07-8ead-4d7a1d7ea1c6" providerId="ADAL" clId="{A71A91A0-537E-435E-A57A-6A59184BC47A}" dt="2024-08-18T14:17:14.264" v="3673"/>
          <ac:inkMkLst>
            <pc:docMk/>
            <pc:sldMk cId="1709392762" sldId="387"/>
            <ac:inkMk id="35" creationId="{D9DD7BD0-1E8D-63D3-3A7F-0C5F642DB9D3}"/>
          </ac:inkMkLst>
        </pc:inkChg>
        <pc:inkChg chg="add mod">
          <ac:chgData name="Mahima Weerasinghe" userId="e11e3f55-42da-4e07-8ead-4d7a1d7ea1c6" providerId="ADAL" clId="{A71A91A0-537E-435E-A57A-6A59184BC47A}" dt="2024-08-18T14:17:14.264" v="3673"/>
          <ac:inkMkLst>
            <pc:docMk/>
            <pc:sldMk cId="1709392762" sldId="387"/>
            <ac:inkMk id="36" creationId="{5634F5CC-51C2-DBCF-B07A-06F3DE993BEA}"/>
          </ac:inkMkLst>
        </pc:inkChg>
        <pc:inkChg chg="add mod">
          <ac:chgData name="Mahima Weerasinghe" userId="e11e3f55-42da-4e07-8ead-4d7a1d7ea1c6" providerId="ADAL" clId="{A71A91A0-537E-435E-A57A-6A59184BC47A}" dt="2024-08-18T14:17:14.264" v="3673"/>
          <ac:inkMkLst>
            <pc:docMk/>
            <pc:sldMk cId="1709392762" sldId="387"/>
            <ac:inkMk id="38" creationId="{84960E30-3A8A-2477-2F85-7175FBAFCA54}"/>
          </ac:inkMkLst>
        </pc:inkChg>
        <pc:inkChg chg="add mod">
          <ac:chgData name="Mahima Weerasinghe" userId="e11e3f55-42da-4e07-8ead-4d7a1d7ea1c6" providerId="ADAL" clId="{A71A91A0-537E-435E-A57A-6A59184BC47A}" dt="2024-08-18T14:17:14.264" v="3673"/>
          <ac:inkMkLst>
            <pc:docMk/>
            <pc:sldMk cId="1709392762" sldId="387"/>
            <ac:inkMk id="39" creationId="{269F9000-B40E-376B-2E0C-ED182493B055}"/>
          </ac:inkMkLst>
        </pc:inkChg>
        <pc:inkChg chg="add mod">
          <ac:chgData name="Mahima Weerasinghe" userId="e11e3f55-42da-4e07-8ead-4d7a1d7ea1c6" providerId="ADAL" clId="{A71A91A0-537E-435E-A57A-6A59184BC47A}" dt="2024-08-18T14:17:14.264" v="3673"/>
          <ac:inkMkLst>
            <pc:docMk/>
            <pc:sldMk cId="1709392762" sldId="387"/>
            <ac:inkMk id="40" creationId="{D47E93C7-C93C-C63A-4B4A-8E9DF8A358ED}"/>
          </ac:inkMkLst>
        </pc:inkChg>
        <pc:inkChg chg="add mod">
          <ac:chgData name="Mahima Weerasinghe" userId="e11e3f55-42da-4e07-8ead-4d7a1d7ea1c6" providerId="ADAL" clId="{A71A91A0-537E-435E-A57A-6A59184BC47A}" dt="2024-08-18T14:17:14.264" v="3673"/>
          <ac:inkMkLst>
            <pc:docMk/>
            <pc:sldMk cId="1709392762" sldId="387"/>
            <ac:inkMk id="41" creationId="{68F73A78-0958-2B15-6B2C-6270633CAC09}"/>
          </ac:inkMkLst>
        </pc:inkChg>
        <pc:inkChg chg="add mod">
          <ac:chgData name="Mahima Weerasinghe" userId="e11e3f55-42da-4e07-8ead-4d7a1d7ea1c6" providerId="ADAL" clId="{A71A91A0-537E-435E-A57A-6A59184BC47A}" dt="2024-08-18T14:17:14.264" v="3673"/>
          <ac:inkMkLst>
            <pc:docMk/>
            <pc:sldMk cId="1709392762" sldId="387"/>
            <ac:inkMk id="42" creationId="{FE20B389-18FB-E8EE-7F3B-699291F68E7A}"/>
          </ac:inkMkLst>
        </pc:inkChg>
        <pc:inkChg chg="add mod">
          <ac:chgData name="Mahima Weerasinghe" userId="e11e3f55-42da-4e07-8ead-4d7a1d7ea1c6" providerId="ADAL" clId="{A71A91A0-537E-435E-A57A-6A59184BC47A}" dt="2024-08-18T14:17:14.264" v="3673"/>
          <ac:inkMkLst>
            <pc:docMk/>
            <pc:sldMk cId="1709392762" sldId="387"/>
            <ac:inkMk id="43" creationId="{23FC9488-6809-BC16-9D29-A19B65CDA25A}"/>
          </ac:inkMkLst>
        </pc:inkChg>
        <pc:inkChg chg="add mod">
          <ac:chgData name="Mahima Weerasinghe" userId="e11e3f55-42da-4e07-8ead-4d7a1d7ea1c6" providerId="ADAL" clId="{A71A91A0-537E-435E-A57A-6A59184BC47A}" dt="2024-08-18T14:17:14.264" v="3673"/>
          <ac:inkMkLst>
            <pc:docMk/>
            <pc:sldMk cId="1709392762" sldId="387"/>
            <ac:inkMk id="44" creationId="{C213AF7E-4CE3-A267-6D16-CCC244B4CE47}"/>
          </ac:inkMkLst>
        </pc:inkChg>
        <pc:inkChg chg="add mod">
          <ac:chgData name="Mahima Weerasinghe" userId="e11e3f55-42da-4e07-8ead-4d7a1d7ea1c6" providerId="ADAL" clId="{A71A91A0-537E-435E-A57A-6A59184BC47A}" dt="2024-08-18T14:17:14.264" v="3673"/>
          <ac:inkMkLst>
            <pc:docMk/>
            <pc:sldMk cId="1709392762" sldId="387"/>
            <ac:inkMk id="45" creationId="{F31546FF-9E0B-FB66-7C84-0D2EB8738589}"/>
          </ac:inkMkLst>
        </pc:inkChg>
        <pc:inkChg chg="add mod">
          <ac:chgData name="Mahima Weerasinghe" userId="e11e3f55-42da-4e07-8ead-4d7a1d7ea1c6" providerId="ADAL" clId="{A71A91A0-537E-435E-A57A-6A59184BC47A}" dt="2024-08-18T14:17:14.264" v="3673"/>
          <ac:inkMkLst>
            <pc:docMk/>
            <pc:sldMk cId="1709392762" sldId="387"/>
            <ac:inkMk id="46" creationId="{C2C38322-1538-BBCE-C69D-42CB0917B6C7}"/>
          </ac:inkMkLst>
        </pc:inkChg>
        <pc:inkChg chg="add mod">
          <ac:chgData name="Mahima Weerasinghe" userId="e11e3f55-42da-4e07-8ead-4d7a1d7ea1c6" providerId="ADAL" clId="{A71A91A0-537E-435E-A57A-6A59184BC47A}" dt="2024-08-18T14:17:14.264" v="3673"/>
          <ac:inkMkLst>
            <pc:docMk/>
            <pc:sldMk cId="1709392762" sldId="387"/>
            <ac:inkMk id="47" creationId="{6CCD9761-6BC0-0E3F-E28A-6F87209E3295}"/>
          </ac:inkMkLst>
        </pc:inkChg>
        <pc:inkChg chg="add mod">
          <ac:chgData name="Mahima Weerasinghe" userId="e11e3f55-42da-4e07-8ead-4d7a1d7ea1c6" providerId="ADAL" clId="{A71A91A0-537E-435E-A57A-6A59184BC47A}" dt="2024-08-18T14:17:14.264" v="3673"/>
          <ac:inkMkLst>
            <pc:docMk/>
            <pc:sldMk cId="1709392762" sldId="387"/>
            <ac:inkMk id="48" creationId="{F9C28835-11C9-59A9-5E22-944E02FFF455}"/>
          </ac:inkMkLst>
        </pc:inkChg>
        <pc:inkChg chg="add mod">
          <ac:chgData name="Mahima Weerasinghe" userId="e11e3f55-42da-4e07-8ead-4d7a1d7ea1c6" providerId="ADAL" clId="{A71A91A0-537E-435E-A57A-6A59184BC47A}" dt="2024-08-18T14:17:14.264" v="3673"/>
          <ac:inkMkLst>
            <pc:docMk/>
            <pc:sldMk cId="1709392762" sldId="387"/>
            <ac:inkMk id="49" creationId="{4D3BF492-6660-30D0-0897-B1A33AFFD6F4}"/>
          </ac:inkMkLst>
        </pc:inkChg>
        <pc:inkChg chg="add mod">
          <ac:chgData name="Mahima Weerasinghe" userId="e11e3f55-42da-4e07-8ead-4d7a1d7ea1c6" providerId="ADAL" clId="{A71A91A0-537E-435E-A57A-6A59184BC47A}" dt="2024-08-18T14:17:14.264" v="3673"/>
          <ac:inkMkLst>
            <pc:docMk/>
            <pc:sldMk cId="1709392762" sldId="387"/>
            <ac:inkMk id="50" creationId="{B5485507-4B06-9011-345F-E3F35DC116CD}"/>
          </ac:inkMkLst>
        </pc:inkChg>
        <pc:inkChg chg="add mod">
          <ac:chgData name="Mahima Weerasinghe" userId="e11e3f55-42da-4e07-8ead-4d7a1d7ea1c6" providerId="ADAL" clId="{A71A91A0-537E-435E-A57A-6A59184BC47A}" dt="2024-08-18T14:15:43.494" v="3615"/>
          <ac:inkMkLst>
            <pc:docMk/>
            <pc:sldMk cId="1709392762" sldId="387"/>
            <ac:inkMk id="52" creationId="{3A6631AB-2FA5-BA53-0117-DA8E346D270B}"/>
          </ac:inkMkLst>
        </pc:inkChg>
        <pc:inkChg chg="add mod">
          <ac:chgData name="Mahima Weerasinghe" userId="e11e3f55-42da-4e07-8ead-4d7a1d7ea1c6" providerId="ADAL" clId="{A71A91A0-537E-435E-A57A-6A59184BC47A}" dt="2024-08-18T14:15:43.494" v="3615"/>
          <ac:inkMkLst>
            <pc:docMk/>
            <pc:sldMk cId="1709392762" sldId="387"/>
            <ac:inkMk id="53" creationId="{46C35146-7D90-C85A-B6B6-84D92824B4EB}"/>
          </ac:inkMkLst>
        </pc:inkChg>
        <pc:inkChg chg="add mod">
          <ac:chgData name="Mahima Weerasinghe" userId="e11e3f55-42da-4e07-8ead-4d7a1d7ea1c6" providerId="ADAL" clId="{A71A91A0-537E-435E-A57A-6A59184BC47A}" dt="2024-08-18T14:15:43.494" v="3615"/>
          <ac:inkMkLst>
            <pc:docMk/>
            <pc:sldMk cId="1709392762" sldId="387"/>
            <ac:inkMk id="54" creationId="{765F2D0B-958F-3CA7-C466-EF5664634C00}"/>
          </ac:inkMkLst>
        </pc:inkChg>
        <pc:inkChg chg="add mod">
          <ac:chgData name="Mahima Weerasinghe" userId="e11e3f55-42da-4e07-8ead-4d7a1d7ea1c6" providerId="ADAL" clId="{A71A91A0-537E-435E-A57A-6A59184BC47A}" dt="2024-08-18T14:15:43.494" v="3615"/>
          <ac:inkMkLst>
            <pc:docMk/>
            <pc:sldMk cId="1709392762" sldId="387"/>
            <ac:inkMk id="56" creationId="{DC45EE58-6B9B-77B9-0D3C-EEDB4BB5877D}"/>
          </ac:inkMkLst>
        </pc:inkChg>
        <pc:inkChg chg="add mod">
          <ac:chgData name="Mahima Weerasinghe" userId="e11e3f55-42da-4e07-8ead-4d7a1d7ea1c6" providerId="ADAL" clId="{A71A91A0-537E-435E-A57A-6A59184BC47A}" dt="2024-08-18T14:15:43.494" v="3615"/>
          <ac:inkMkLst>
            <pc:docMk/>
            <pc:sldMk cId="1709392762" sldId="387"/>
            <ac:inkMk id="57" creationId="{1D6B00F6-10E4-092A-6496-35822DAE2102}"/>
          </ac:inkMkLst>
        </pc:inkChg>
        <pc:inkChg chg="add mod">
          <ac:chgData name="Mahima Weerasinghe" userId="e11e3f55-42da-4e07-8ead-4d7a1d7ea1c6" providerId="ADAL" clId="{A71A91A0-537E-435E-A57A-6A59184BC47A}" dt="2024-08-18T14:15:43.494" v="3615"/>
          <ac:inkMkLst>
            <pc:docMk/>
            <pc:sldMk cId="1709392762" sldId="387"/>
            <ac:inkMk id="58" creationId="{47743307-05EE-C266-3423-49633CCBB203}"/>
          </ac:inkMkLst>
        </pc:inkChg>
        <pc:inkChg chg="add mod">
          <ac:chgData name="Mahima Weerasinghe" userId="e11e3f55-42da-4e07-8ead-4d7a1d7ea1c6" providerId="ADAL" clId="{A71A91A0-537E-435E-A57A-6A59184BC47A}" dt="2024-08-18T14:15:43.494" v="3615"/>
          <ac:inkMkLst>
            <pc:docMk/>
            <pc:sldMk cId="1709392762" sldId="387"/>
            <ac:inkMk id="59" creationId="{7F31B8BF-50F5-58AB-AAEF-EBBA1820A008}"/>
          </ac:inkMkLst>
        </pc:inkChg>
        <pc:inkChg chg="add mod">
          <ac:chgData name="Mahima Weerasinghe" userId="e11e3f55-42da-4e07-8ead-4d7a1d7ea1c6" providerId="ADAL" clId="{A71A91A0-537E-435E-A57A-6A59184BC47A}" dt="2024-08-18T14:15:43.494" v="3615"/>
          <ac:inkMkLst>
            <pc:docMk/>
            <pc:sldMk cId="1709392762" sldId="387"/>
            <ac:inkMk id="61" creationId="{B5525F20-5F6E-6FEA-0D54-C0DB2EC0C2DA}"/>
          </ac:inkMkLst>
        </pc:inkChg>
        <pc:inkChg chg="add mod">
          <ac:chgData name="Mahima Weerasinghe" userId="e11e3f55-42da-4e07-8ead-4d7a1d7ea1c6" providerId="ADAL" clId="{A71A91A0-537E-435E-A57A-6A59184BC47A}" dt="2024-08-18T14:15:43.494" v="3615"/>
          <ac:inkMkLst>
            <pc:docMk/>
            <pc:sldMk cId="1709392762" sldId="387"/>
            <ac:inkMk id="62" creationId="{9EA08751-0EEF-D510-C913-E7F2EFCEBE61}"/>
          </ac:inkMkLst>
        </pc:inkChg>
        <pc:inkChg chg="add mod">
          <ac:chgData name="Mahima Weerasinghe" userId="e11e3f55-42da-4e07-8ead-4d7a1d7ea1c6" providerId="ADAL" clId="{A71A91A0-537E-435E-A57A-6A59184BC47A}" dt="2024-08-18T14:15:43.494" v="3615"/>
          <ac:inkMkLst>
            <pc:docMk/>
            <pc:sldMk cId="1709392762" sldId="387"/>
            <ac:inkMk id="63" creationId="{96E6BA84-EA63-94C9-7E80-425824D7D031}"/>
          </ac:inkMkLst>
        </pc:inkChg>
        <pc:inkChg chg="add mod">
          <ac:chgData name="Mahima Weerasinghe" userId="e11e3f55-42da-4e07-8ead-4d7a1d7ea1c6" providerId="ADAL" clId="{A71A91A0-537E-435E-A57A-6A59184BC47A}" dt="2024-08-18T14:17:14.264" v="3673"/>
          <ac:inkMkLst>
            <pc:docMk/>
            <pc:sldMk cId="1709392762" sldId="387"/>
            <ac:inkMk id="65" creationId="{510015C6-512E-4250-73A4-2BDBF505566C}"/>
          </ac:inkMkLst>
        </pc:inkChg>
        <pc:inkChg chg="add mod">
          <ac:chgData name="Mahima Weerasinghe" userId="e11e3f55-42da-4e07-8ead-4d7a1d7ea1c6" providerId="ADAL" clId="{A71A91A0-537E-435E-A57A-6A59184BC47A}" dt="2024-08-18T14:17:14.264" v="3673"/>
          <ac:inkMkLst>
            <pc:docMk/>
            <pc:sldMk cId="1709392762" sldId="387"/>
            <ac:inkMk id="66" creationId="{E2F2FD79-FE68-5C0A-1041-4915B2D3DE6E}"/>
          </ac:inkMkLst>
        </pc:inkChg>
        <pc:inkChg chg="add mod">
          <ac:chgData name="Mahima Weerasinghe" userId="e11e3f55-42da-4e07-8ead-4d7a1d7ea1c6" providerId="ADAL" clId="{A71A91A0-537E-435E-A57A-6A59184BC47A}" dt="2024-08-18T14:17:14.264" v="3673"/>
          <ac:inkMkLst>
            <pc:docMk/>
            <pc:sldMk cId="1709392762" sldId="387"/>
            <ac:inkMk id="67" creationId="{5FE7B9B5-0723-A345-82DF-236281D89781}"/>
          </ac:inkMkLst>
        </pc:inkChg>
        <pc:inkChg chg="add mod">
          <ac:chgData name="Mahima Weerasinghe" userId="e11e3f55-42da-4e07-8ead-4d7a1d7ea1c6" providerId="ADAL" clId="{A71A91A0-537E-435E-A57A-6A59184BC47A}" dt="2024-08-18T14:17:14.264" v="3673"/>
          <ac:inkMkLst>
            <pc:docMk/>
            <pc:sldMk cId="1709392762" sldId="387"/>
            <ac:inkMk id="68" creationId="{4B23321C-AB10-0C32-10E7-7B8448C21C3C}"/>
          </ac:inkMkLst>
        </pc:inkChg>
        <pc:inkChg chg="add mod">
          <ac:chgData name="Mahima Weerasinghe" userId="e11e3f55-42da-4e07-8ead-4d7a1d7ea1c6" providerId="ADAL" clId="{A71A91A0-537E-435E-A57A-6A59184BC47A}" dt="2024-08-18T14:17:14.264" v="3673"/>
          <ac:inkMkLst>
            <pc:docMk/>
            <pc:sldMk cId="1709392762" sldId="387"/>
            <ac:inkMk id="69" creationId="{C5E42797-4174-3BAE-BE78-E3A7C5388C04}"/>
          </ac:inkMkLst>
        </pc:inkChg>
        <pc:inkChg chg="add mod">
          <ac:chgData name="Mahima Weerasinghe" userId="e11e3f55-42da-4e07-8ead-4d7a1d7ea1c6" providerId="ADAL" clId="{A71A91A0-537E-435E-A57A-6A59184BC47A}" dt="2024-08-18T14:17:14.264" v="3673"/>
          <ac:inkMkLst>
            <pc:docMk/>
            <pc:sldMk cId="1709392762" sldId="387"/>
            <ac:inkMk id="71" creationId="{70DE397D-6528-5F09-80AC-84A43C4EB8C5}"/>
          </ac:inkMkLst>
        </pc:inkChg>
        <pc:inkChg chg="add mod">
          <ac:chgData name="Mahima Weerasinghe" userId="e11e3f55-42da-4e07-8ead-4d7a1d7ea1c6" providerId="ADAL" clId="{A71A91A0-537E-435E-A57A-6A59184BC47A}" dt="2024-08-18T14:17:14.264" v="3673"/>
          <ac:inkMkLst>
            <pc:docMk/>
            <pc:sldMk cId="1709392762" sldId="387"/>
            <ac:inkMk id="72" creationId="{EA6D002A-CB74-1CE2-67CE-9E1309B56EA7}"/>
          </ac:inkMkLst>
        </pc:inkChg>
        <pc:inkChg chg="add mod">
          <ac:chgData name="Mahima Weerasinghe" userId="e11e3f55-42da-4e07-8ead-4d7a1d7ea1c6" providerId="ADAL" clId="{A71A91A0-537E-435E-A57A-6A59184BC47A}" dt="2024-08-18T14:17:14.264" v="3673"/>
          <ac:inkMkLst>
            <pc:docMk/>
            <pc:sldMk cId="1709392762" sldId="387"/>
            <ac:inkMk id="73" creationId="{A00DE1E4-B39C-324B-F430-542CFC29B46F}"/>
          </ac:inkMkLst>
        </pc:inkChg>
        <pc:inkChg chg="add mod">
          <ac:chgData name="Mahima Weerasinghe" userId="e11e3f55-42da-4e07-8ead-4d7a1d7ea1c6" providerId="ADAL" clId="{A71A91A0-537E-435E-A57A-6A59184BC47A}" dt="2024-08-18T14:17:14.264" v="3673"/>
          <ac:inkMkLst>
            <pc:docMk/>
            <pc:sldMk cId="1709392762" sldId="387"/>
            <ac:inkMk id="74" creationId="{1C3EEBD5-FBCD-DD4E-891B-6894F4415091}"/>
          </ac:inkMkLst>
        </pc:inkChg>
        <pc:inkChg chg="add mod">
          <ac:chgData name="Mahima Weerasinghe" userId="e11e3f55-42da-4e07-8ead-4d7a1d7ea1c6" providerId="ADAL" clId="{A71A91A0-537E-435E-A57A-6A59184BC47A}" dt="2024-08-18T14:17:14.264" v="3673"/>
          <ac:inkMkLst>
            <pc:docMk/>
            <pc:sldMk cId="1709392762" sldId="387"/>
            <ac:inkMk id="75" creationId="{B3811908-7391-3174-69B5-80BF77F60777}"/>
          </ac:inkMkLst>
        </pc:inkChg>
        <pc:inkChg chg="add mod">
          <ac:chgData name="Mahima Weerasinghe" userId="e11e3f55-42da-4e07-8ead-4d7a1d7ea1c6" providerId="ADAL" clId="{A71A91A0-537E-435E-A57A-6A59184BC47A}" dt="2024-08-18T14:17:14.264" v="3673"/>
          <ac:inkMkLst>
            <pc:docMk/>
            <pc:sldMk cId="1709392762" sldId="387"/>
            <ac:inkMk id="76" creationId="{6E69EE0C-73EC-56DE-7210-3473C77721FA}"/>
          </ac:inkMkLst>
        </pc:inkChg>
        <pc:inkChg chg="add mod">
          <ac:chgData name="Mahima Weerasinghe" userId="e11e3f55-42da-4e07-8ead-4d7a1d7ea1c6" providerId="ADAL" clId="{A71A91A0-537E-435E-A57A-6A59184BC47A}" dt="2024-08-18T14:17:14.264" v="3673"/>
          <ac:inkMkLst>
            <pc:docMk/>
            <pc:sldMk cId="1709392762" sldId="387"/>
            <ac:inkMk id="78" creationId="{395F8D60-E47A-C52B-8009-8354D4813727}"/>
          </ac:inkMkLst>
        </pc:inkChg>
        <pc:inkChg chg="add mod">
          <ac:chgData name="Mahima Weerasinghe" userId="e11e3f55-42da-4e07-8ead-4d7a1d7ea1c6" providerId="ADAL" clId="{A71A91A0-537E-435E-A57A-6A59184BC47A}" dt="2024-08-18T14:17:14.264" v="3673"/>
          <ac:inkMkLst>
            <pc:docMk/>
            <pc:sldMk cId="1709392762" sldId="387"/>
            <ac:inkMk id="79" creationId="{48BA9E1C-479A-39C1-A57D-6B2896AF10A8}"/>
          </ac:inkMkLst>
        </pc:inkChg>
        <pc:inkChg chg="add mod">
          <ac:chgData name="Mahima Weerasinghe" userId="e11e3f55-42da-4e07-8ead-4d7a1d7ea1c6" providerId="ADAL" clId="{A71A91A0-537E-435E-A57A-6A59184BC47A}" dt="2024-08-18T14:17:14.264" v="3673"/>
          <ac:inkMkLst>
            <pc:docMk/>
            <pc:sldMk cId="1709392762" sldId="387"/>
            <ac:inkMk id="80" creationId="{22E31DC6-FE04-F08D-376A-A53B690D1FE7}"/>
          </ac:inkMkLst>
        </pc:inkChg>
        <pc:inkChg chg="add mod">
          <ac:chgData name="Mahima Weerasinghe" userId="e11e3f55-42da-4e07-8ead-4d7a1d7ea1c6" providerId="ADAL" clId="{A71A91A0-537E-435E-A57A-6A59184BC47A}" dt="2024-08-18T14:17:14.264" v="3673"/>
          <ac:inkMkLst>
            <pc:docMk/>
            <pc:sldMk cId="1709392762" sldId="387"/>
            <ac:inkMk id="81" creationId="{66281FB0-1626-2ACA-FF34-CC2C72F889B7}"/>
          </ac:inkMkLst>
        </pc:inkChg>
        <pc:inkChg chg="add mod">
          <ac:chgData name="Mahima Weerasinghe" userId="e11e3f55-42da-4e07-8ead-4d7a1d7ea1c6" providerId="ADAL" clId="{A71A91A0-537E-435E-A57A-6A59184BC47A}" dt="2024-08-18T14:17:14.264" v="3673"/>
          <ac:inkMkLst>
            <pc:docMk/>
            <pc:sldMk cId="1709392762" sldId="387"/>
            <ac:inkMk id="82" creationId="{68C4A6F5-B609-7875-4646-A8992372D601}"/>
          </ac:inkMkLst>
        </pc:inkChg>
        <pc:inkChg chg="add mod">
          <ac:chgData name="Mahima Weerasinghe" userId="e11e3f55-42da-4e07-8ead-4d7a1d7ea1c6" providerId="ADAL" clId="{A71A91A0-537E-435E-A57A-6A59184BC47A}" dt="2024-08-18T14:17:14.264" v="3673"/>
          <ac:inkMkLst>
            <pc:docMk/>
            <pc:sldMk cId="1709392762" sldId="387"/>
            <ac:inkMk id="83" creationId="{6C8517C4-C80D-39E8-F42F-267ECE1CE3A9}"/>
          </ac:inkMkLst>
        </pc:inkChg>
        <pc:inkChg chg="add mod">
          <ac:chgData name="Mahima Weerasinghe" userId="e11e3f55-42da-4e07-8ead-4d7a1d7ea1c6" providerId="ADAL" clId="{A71A91A0-537E-435E-A57A-6A59184BC47A}" dt="2024-08-18T14:17:14.264" v="3673"/>
          <ac:inkMkLst>
            <pc:docMk/>
            <pc:sldMk cId="1709392762" sldId="387"/>
            <ac:inkMk id="85" creationId="{99CB0CE6-24B2-B0EE-ECF2-6E9BCD26D3BA}"/>
          </ac:inkMkLst>
        </pc:inkChg>
        <pc:inkChg chg="add mod">
          <ac:chgData name="Mahima Weerasinghe" userId="e11e3f55-42da-4e07-8ead-4d7a1d7ea1c6" providerId="ADAL" clId="{A71A91A0-537E-435E-A57A-6A59184BC47A}" dt="2024-08-18T14:17:14.264" v="3673"/>
          <ac:inkMkLst>
            <pc:docMk/>
            <pc:sldMk cId="1709392762" sldId="387"/>
            <ac:inkMk id="86" creationId="{B416ED86-1B02-95AB-9DB1-54A32B90CFB3}"/>
          </ac:inkMkLst>
        </pc:inkChg>
        <pc:inkChg chg="add mod">
          <ac:chgData name="Mahima Weerasinghe" userId="e11e3f55-42da-4e07-8ead-4d7a1d7ea1c6" providerId="ADAL" clId="{A71A91A0-537E-435E-A57A-6A59184BC47A}" dt="2024-08-18T14:17:14.264" v="3673"/>
          <ac:inkMkLst>
            <pc:docMk/>
            <pc:sldMk cId="1709392762" sldId="387"/>
            <ac:inkMk id="87" creationId="{016094FC-3FE1-9D6D-FF63-5AD80AF983C4}"/>
          </ac:inkMkLst>
        </pc:inkChg>
        <pc:inkChg chg="add mod">
          <ac:chgData name="Mahima Weerasinghe" userId="e11e3f55-42da-4e07-8ead-4d7a1d7ea1c6" providerId="ADAL" clId="{A71A91A0-537E-435E-A57A-6A59184BC47A}" dt="2024-08-18T14:17:14.264" v="3673"/>
          <ac:inkMkLst>
            <pc:docMk/>
            <pc:sldMk cId="1709392762" sldId="387"/>
            <ac:inkMk id="88" creationId="{AE9AAEAC-AF4D-20FC-B6A4-664B9D684708}"/>
          </ac:inkMkLst>
        </pc:inkChg>
        <pc:inkChg chg="add mod">
          <ac:chgData name="Mahima Weerasinghe" userId="e11e3f55-42da-4e07-8ead-4d7a1d7ea1c6" providerId="ADAL" clId="{A71A91A0-537E-435E-A57A-6A59184BC47A}" dt="2024-08-18T14:17:14.264" v="3673"/>
          <ac:inkMkLst>
            <pc:docMk/>
            <pc:sldMk cId="1709392762" sldId="387"/>
            <ac:inkMk id="89" creationId="{31DB4BC1-54A4-7282-5790-68BD4416C651}"/>
          </ac:inkMkLst>
        </pc:inkChg>
        <pc:inkChg chg="add mod">
          <ac:chgData name="Mahima Weerasinghe" userId="e11e3f55-42da-4e07-8ead-4d7a1d7ea1c6" providerId="ADAL" clId="{A71A91A0-537E-435E-A57A-6A59184BC47A}" dt="2024-08-18T14:17:14.264" v="3673"/>
          <ac:inkMkLst>
            <pc:docMk/>
            <pc:sldMk cId="1709392762" sldId="387"/>
            <ac:inkMk id="90" creationId="{F9F8A8B4-773E-5BCB-8B2A-9347BE6A193A}"/>
          </ac:inkMkLst>
        </pc:inkChg>
        <pc:inkChg chg="add mod">
          <ac:chgData name="Mahima Weerasinghe" userId="e11e3f55-42da-4e07-8ead-4d7a1d7ea1c6" providerId="ADAL" clId="{A71A91A0-537E-435E-A57A-6A59184BC47A}" dt="2024-08-18T14:17:14.264" v="3673"/>
          <ac:inkMkLst>
            <pc:docMk/>
            <pc:sldMk cId="1709392762" sldId="387"/>
            <ac:inkMk id="91" creationId="{8E5B16C9-019C-AD7B-5CB6-06192D1D9078}"/>
          </ac:inkMkLst>
        </pc:inkChg>
        <pc:inkChg chg="add mod">
          <ac:chgData name="Mahima Weerasinghe" userId="e11e3f55-42da-4e07-8ead-4d7a1d7ea1c6" providerId="ADAL" clId="{A71A91A0-537E-435E-A57A-6A59184BC47A}" dt="2024-08-18T14:17:14.264" v="3673"/>
          <ac:inkMkLst>
            <pc:docMk/>
            <pc:sldMk cId="1709392762" sldId="387"/>
            <ac:inkMk id="92" creationId="{C1B20B13-EB2D-B5F6-AB68-D9F513CBC5A0}"/>
          </ac:inkMkLst>
        </pc:inkChg>
        <pc:inkChg chg="add mod">
          <ac:chgData name="Mahima Weerasinghe" userId="e11e3f55-42da-4e07-8ead-4d7a1d7ea1c6" providerId="ADAL" clId="{A71A91A0-537E-435E-A57A-6A59184BC47A}" dt="2024-08-18T14:17:14.264" v="3673"/>
          <ac:inkMkLst>
            <pc:docMk/>
            <pc:sldMk cId="1709392762" sldId="387"/>
            <ac:inkMk id="93" creationId="{96111126-CCBA-450D-F519-6AC449E6AB74}"/>
          </ac:inkMkLst>
        </pc:inkChg>
        <pc:inkChg chg="add mod">
          <ac:chgData name="Mahima Weerasinghe" userId="e11e3f55-42da-4e07-8ead-4d7a1d7ea1c6" providerId="ADAL" clId="{A71A91A0-537E-435E-A57A-6A59184BC47A}" dt="2024-08-18T14:17:14.264" v="3673"/>
          <ac:inkMkLst>
            <pc:docMk/>
            <pc:sldMk cId="1709392762" sldId="387"/>
            <ac:inkMk id="95" creationId="{C38BB65F-4C0B-7E52-50BB-9BACB7F07DC8}"/>
          </ac:inkMkLst>
        </pc:inkChg>
        <pc:inkChg chg="add mod">
          <ac:chgData name="Mahima Weerasinghe" userId="e11e3f55-42da-4e07-8ead-4d7a1d7ea1c6" providerId="ADAL" clId="{A71A91A0-537E-435E-A57A-6A59184BC47A}" dt="2024-08-18T14:17:14.264" v="3673"/>
          <ac:inkMkLst>
            <pc:docMk/>
            <pc:sldMk cId="1709392762" sldId="387"/>
            <ac:inkMk id="97" creationId="{86E2066A-37F7-3367-EC8F-93E8019383E0}"/>
          </ac:inkMkLst>
        </pc:inkChg>
        <pc:inkChg chg="add mod">
          <ac:chgData name="Mahima Weerasinghe" userId="e11e3f55-42da-4e07-8ead-4d7a1d7ea1c6" providerId="ADAL" clId="{A71A91A0-537E-435E-A57A-6A59184BC47A}" dt="2024-08-18T14:17:14.264" v="3673"/>
          <ac:inkMkLst>
            <pc:docMk/>
            <pc:sldMk cId="1709392762" sldId="387"/>
            <ac:inkMk id="98" creationId="{DA84100A-8A86-D258-1540-3F4F01B7403A}"/>
          </ac:inkMkLst>
        </pc:inkChg>
        <pc:inkChg chg="add mod">
          <ac:chgData name="Mahima Weerasinghe" userId="e11e3f55-42da-4e07-8ead-4d7a1d7ea1c6" providerId="ADAL" clId="{A71A91A0-537E-435E-A57A-6A59184BC47A}" dt="2024-08-18T14:17:14.264" v="3673"/>
          <ac:inkMkLst>
            <pc:docMk/>
            <pc:sldMk cId="1709392762" sldId="387"/>
            <ac:inkMk id="100" creationId="{2BDC486A-D290-FCD0-E922-55BF4D3DA437}"/>
          </ac:inkMkLst>
        </pc:inkChg>
        <pc:inkChg chg="add mod">
          <ac:chgData name="Mahima Weerasinghe" userId="e11e3f55-42da-4e07-8ead-4d7a1d7ea1c6" providerId="ADAL" clId="{A71A91A0-537E-435E-A57A-6A59184BC47A}" dt="2024-08-18T14:17:14.264" v="3673"/>
          <ac:inkMkLst>
            <pc:docMk/>
            <pc:sldMk cId="1709392762" sldId="387"/>
            <ac:inkMk id="101" creationId="{F8CD6888-449E-DD70-7325-E27F87A5DA49}"/>
          </ac:inkMkLst>
        </pc:inkChg>
        <pc:inkChg chg="add mod">
          <ac:chgData name="Mahima Weerasinghe" userId="e11e3f55-42da-4e07-8ead-4d7a1d7ea1c6" providerId="ADAL" clId="{A71A91A0-537E-435E-A57A-6A59184BC47A}" dt="2024-08-18T14:17:14.264" v="3673"/>
          <ac:inkMkLst>
            <pc:docMk/>
            <pc:sldMk cId="1709392762" sldId="387"/>
            <ac:inkMk id="102" creationId="{47B1C95E-F1C6-179C-3998-E0CB217F5CC3}"/>
          </ac:inkMkLst>
        </pc:inkChg>
        <pc:inkChg chg="add mod">
          <ac:chgData name="Mahima Weerasinghe" userId="e11e3f55-42da-4e07-8ead-4d7a1d7ea1c6" providerId="ADAL" clId="{A71A91A0-537E-435E-A57A-6A59184BC47A}" dt="2024-08-18T14:16:50.573" v="3659"/>
          <ac:inkMkLst>
            <pc:docMk/>
            <pc:sldMk cId="1709392762" sldId="387"/>
            <ac:inkMk id="104" creationId="{F2333275-BFD8-023C-464A-E359802FFFE7}"/>
          </ac:inkMkLst>
        </pc:inkChg>
        <pc:inkChg chg="add mod">
          <ac:chgData name="Mahima Weerasinghe" userId="e11e3f55-42da-4e07-8ead-4d7a1d7ea1c6" providerId="ADAL" clId="{A71A91A0-537E-435E-A57A-6A59184BC47A}" dt="2024-08-18T14:17:14.264" v="3673"/>
          <ac:inkMkLst>
            <pc:docMk/>
            <pc:sldMk cId="1709392762" sldId="387"/>
            <ac:inkMk id="106" creationId="{E78EB1B4-5E9E-4D4F-5006-8DCC3B61B7B6}"/>
          </ac:inkMkLst>
        </pc:inkChg>
        <pc:inkChg chg="add mod">
          <ac:chgData name="Mahima Weerasinghe" userId="e11e3f55-42da-4e07-8ead-4d7a1d7ea1c6" providerId="ADAL" clId="{A71A91A0-537E-435E-A57A-6A59184BC47A}" dt="2024-08-18T14:17:14.264" v="3673"/>
          <ac:inkMkLst>
            <pc:docMk/>
            <pc:sldMk cId="1709392762" sldId="387"/>
            <ac:inkMk id="107" creationId="{A582EFDF-5256-9CF5-0F7F-288609EEC85A}"/>
          </ac:inkMkLst>
        </pc:inkChg>
        <pc:inkChg chg="add mod">
          <ac:chgData name="Mahima Weerasinghe" userId="e11e3f55-42da-4e07-8ead-4d7a1d7ea1c6" providerId="ADAL" clId="{A71A91A0-537E-435E-A57A-6A59184BC47A}" dt="2024-08-18T14:17:14.264" v="3673"/>
          <ac:inkMkLst>
            <pc:docMk/>
            <pc:sldMk cId="1709392762" sldId="387"/>
            <ac:inkMk id="109" creationId="{E1777706-F110-158A-0E2D-7C5C63F17B4B}"/>
          </ac:inkMkLst>
        </pc:inkChg>
        <pc:inkChg chg="add mod">
          <ac:chgData name="Mahima Weerasinghe" userId="e11e3f55-42da-4e07-8ead-4d7a1d7ea1c6" providerId="ADAL" clId="{A71A91A0-537E-435E-A57A-6A59184BC47A}" dt="2024-08-18T14:17:14.264" v="3673"/>
          <ac:inkMkLst>
            <pc:docMk/>
            <pc:sldMk cId="1709392762" sldId="387"/>
            <ac:inkMk id="110" creationId="{EC39566A-4F0B-228C-2DDB-1DDAEFD403F9}"/>
          </ac:inkMkLst>
        </pc:inkChg>
        <pc:inkChg chg="add mod">
          <ac:chgData name="Mahima Weerasinghe" userId="e11e3f55-42da-4e07-8ead-4d7a1d7ea1c6" providerId="ADAL" clId="{A71A91A0-537E-435E-A57A-6A59184BC47A}" dt="2024-08-18T14:17:14.264" v="3673"/>
          <ac:inkMkLst>
            <pc:docMk/>
            <pc:sldMk cId="1709392762" sldId="387"/>
            <ac:inkMk id="112" creationId="{DBEBFF2C-E49E-C2CF-3A2A-A5E153EF7BCB}"/>
          </ac:inkMkLst>
        </pc:inkChg>
        <pc:inkChg chg="add mod">
          <ac:chgData name="Mahima Weerasinghe" userId="e11e3f55-42da-4e07-8ead-4d7a1d7ea1c6" providerId="ADAL" clId="{A71A91A0-537E-435E-A57A-6A59184BC47A}" dt="2024-08-18T14:17:14.264" v="3673"/>
          <ac:inkMkLst>
            <pc:docMk/>
            <pc:sldMk cId="1709392762" sldId="387"/>
            <ac:inkMk id="113" creationId="{A424AC5D-2C14-F058-5AEF-13D06715454E}"/>
          </ac:inkMkLst>
        </pc:inkChg>
        <pc:inkChg chg="add mod">
          <ac:chgData name="Mahima Weerasinghe" userId="e11e3f55-42da-4e07-8ead-4d7a1d7ea1c6" providerId="ADAL" clId="{A71A91A0-537E-435E-A57A-6A59184BC47A}" dt="2024-08-18T14:17:14.264" v="3673"/>
          <ac:inkMkLst>
            <pc:docMk/>
            <pc:sldMk cId="1709392762" sldId="387"/>
            <ac:inkMk id="115" creationId="{52A4D3A0-8D40-837F-426C-B90E5547BD07}"/>
          </ac:inkMkLst>
        </pc:inkChg>
        <pc:inkChg chg="add mod">
          <ac:chgData name="Mahima Weerasinghe" userId="e11e3f55-42da-4e07-8ead-4d7a1d7ea1c6" providerId="ADAL" clId="{A71A91A0-537E-435E-A57A-6A59184BC47A}" dt="2024-08-18T14:17:14.264" v="3673"/>
          <ac:inkMkLst>
            <pc:docMk/>
            <pc:sldMk cId="1709392762" sldId="387"/>
            <ac:inkMk id="116" creationId="{79578B9A-15B3-9F0D-1F8B-965B0F1FC24D}"/>
          </ac:inkMkLst>
        </pc:inkChg>
        <pc:inkChg chg="add mod">
          <ac:chgData name="Mahima Weerasinghe" userId="e11e3f55-42da-4e07-8ead-4d7a1d7ea1c6" providerId="ADAL" clId="{A71A91A0-537E-435E-A57A-6A59184BC47A}" dt="2024-08-18T14:17:14.264" v="3673"/>
          <ac:inkMkLst>
            <pc:docMk/>
            <pc:sldMk cId="1709392762" sldId="387"/>
            <ac:inkMk id="117" creationId="{9BDDEF02-1549-0B51-12E5-0EC019AB001F}"/>
          </ac:inkMkLst>
        </pc:inkChg>
        <pc:inkChg chg="add mod">
          <ac:chgData name="Mahima Weerasinghe" userId="e11e3f55-42da-4e07-8ead-4d7a1d7ea1c6" providerId="ADAL" clId="{A71A91A0-537E-435E-A57A-6A59184BC47A}" dt="2024-08-18T14:17:14.264" v="3673"/>
          <ac:inkMkLst>
            <pc:docMk/>
            <pc:sldMk cId="1709392762" sldId="387"/>
            <ac:inkMk id="118" creationId="{D025A5AE-24DB-0128-763A-6F5966AD9BD1}"/>
          </ac:inkMkLst>
        </pc:inkChg>
        <pc:inkChg chg="add mod">
          <ac:chgData name="Mahima Weerasinghe" userId="e11e3f55-42da-4e07-8ead-4d7a1d7ea1c6" providerId="ADAL" clId="{A71A91A0-537E-435E-A57A-6A59184BC47A}" dt="2024-08-18T14:17:14.264" v="3673"/>
          <ac:inkMkLst>
            <pc:docMk/>
            <pc:sldMk cId="1709392762" sldId="387"/>
            <ac:inkMk id="119" creationId="{EF1015CE-3397-BC18-BA4A-D27A9C7D23B3}"/>
          </ac:inkMkLst>
        </pc:inkChg>
        <pc:inkChg chg="add mod">
          <ac:chgData name="Mahima Weerasinghe" userId="e11e3f55-42da-4e07-8ead-4d7a1d7ea1c6" providerId="ADAL" clId="{A71A91A0-537E-435E-A57A-6A59184BC47A}" dt="2024-08-18T14:17:14.264" v="3673"/>
          <ac:inkMkLst>
            <pc:docMk/>
            <pc:sldMk cId="1709392762" sldId="387"/>
            <ac:inkMk id="121" creationId="{2031B300-25C8-6474-A84C-A1FAE28E9E90}"/>
          </ac:inkMkLst>
        </pc:inkChg>
        <pc:inkChg chg="add mod">
          <ac:chgData name="Mahima Weerasinghe" userId="e11e3f55-42da-4e07-8ead-4d7a1d7ea1c6" providerId="ADAL" clId="{A71A91A0-537E-435E-A57A-6A59184BC47A}" dt="2024-08-18T14:17:19.201" v="3678"/>
          <ac:inkMkLst>
            <pc:docMk/>
            <pc:sldMk cId="1709392762" sldId="387"/>
            <ac:inkMk id="123" creationId="{51B89291-3A20-EBEE-C2DE-1B39FB968E8C}"/>
          </ac:inkMkLst>
        </pc:inkChg>
        <pc:inkChg chg="add mod">
          <ac:chgData name="Mahima Weerasinghe" userId="e11e3f55-42da-4e07-8ead-4d7a1d7ea1c6" providerId="ADAL" clId="{A71A91A0-537E-435E-A57A-6A59184BC47A}" dt="2024-08-18T14:17:19.201" v="3678"/>
          <ac:inkMkLst>
            <pc:docMk/>
            <pc:sldMk cId="1709392762" sldId="387"/>
            <ac:inkMk id="124" creationId="{4EA65DC4-3CA9-98C5-FC6A-8F13E9A761FA}"/>
          </ac:inkMkLst>
        </pc:inkChg>
        <pc:inkChg chg="add mod">
          <ac:chgData name="Mahima Weerasinghe" userId="e11e3f55-42da-4e07-8ead-4d7a1d7ea1c6" providerId="ADAL" clId="{A71A91A0-537E-435E-A57A-6A59184BC47A}" dt="2024-08-18T14:17:19.201" v="3678"/>
          <ac:inkMkLst>
            <pc:docMk/>
            <pc:sldMk cId="1709392762" sldId="387"/>
            <ac:inkMk id="125" creationId="{3DA3C69B-D5FF-17A9-8530-D803A027B052}"/>
          </ac:inkMkLst>
        </pc:inkChg>
        <pc:inkChg chg="add mod">
          <ac:chgData name="Mahima Weerasinghe" userId="e11e3f55-42da-4e07-8ead-4d7a1d7ea1c6" providerId="ADAL" clId="{A71A91A0-537E-435E-A57A-6A59184BC47A}" dt="2024-08-18T14:17:19.201" v="3678"/>
          <ac:inkMkLst>
            <pc:docMk/>
            <pc:sldMk cId="1709392762" sldId="387"/>
            <ac:inkMk id="126" creationId="{E9C0EB70-A780-A848-A602-F11F3B2DAE36}"/>
          </ac:inkMkLst>
        </pc:inkChg>
        <pc:inkChg chg="add mod">
          <ac:chgData name="Mahima Weerasinghe" userId="e11e3f55-42da-4e07-8ead-4d7a1d7ea1c6" providerId="ADAL" clId="{A71A91A0-537E-435E-A57A-6A59184BC47A}" dt="2024-08-18T14:19:38.327" v="3690"/>
          <ac:inkMkLst>
            <pc:docMk/>
            <pc:sldMk cId="1709392762" sldId="387"/>
            <ac:inkMk id="128" creationId="{11CE90A2-5D38-B109-8C54-4FD3590653F8}"/>
          </ac:inkMkLst>
        </pc:inkChg>
        <pc:inkChg chg="add mod">
          <ac:chgData name="Mahima Weerasinghe" userId="e11e3f55-42da-4e07-8ead-4d7a1d7ea1c6" providerId="ADAL" clId="{A71A91A0-537E-435E-A57A-6A59184BC47A}" dt="2024-08-18T14:19:38.327" v="3690"/>
          <ac:inkMkLst>
            <pc:docMk/>
            <pc:sldMk cId="1709392762" sldId="387"/>
            <ac:inkMk id="129" creationId="{D1B65E17-075F-CF01-21AB-BC2147ADBD79}"/>
          </ac:inkMkLst>
        </pc:inkChg>
        <pc:inkChg chg="add mod">
          <ac:chgData name="Mahima Weerasinghe" userId="e11e3f55-42da-4e07-8ead-4d7a1d7ea1c6" providerId="ADAL" clId="{A71A91A0-537E-435E-A57A-6A59184BC47A}" dt="2024-08-18T14:19:38.327" v="3690"/>
          <ac:inkMkLst>
            <pc:docMk/>
            <pc:sldMk cId="1709392762" sldId="387"/>
            <ac:inkMk id="130" creationId="{A8300965-7E93-E2C8-F274-A6D7FE16C02A}"/>
          </ac:inkMkLst>
        </pc:inkChg>
        <pc:inkChg chg="add mod">
          <ac:chgData name="Mahima Weerasinghe" userId="e11e3f55-42da-4e07-8ead-4d7a1d7ea1c6" providerId="ADAL" clId="{A71A91A0-537E-435E-A57A-6A59184BC47A}" dt="2024-08-18T14:19:38.327" v="3690"/>
          <ac:inkMkLst>
            <pc:docMk/>
            <pc:sldMk cId="1709392762" sldId="387"/>
            <ac:inkMk id="131" creationId="{6ABA9920-A95A-8BAF-5D0A-D134AB754D20}"/>
          </ac:inkMkLst>
        </pc:inkChg>
        <pc:inkChg chg="add mod">
          <ac:chgData name="Mahima Weerasinghe" userId="e11e3f55-42da-4e07-8ead-4d7a1d7ea1c6" providerId="ADAL" clId="{A71A91A0-537E-435E-A57A-6A59184BC47A}" dt="2024-08-18T14:19:38.327" v="3690"/>
          <ac:inkMkLst>
            <pc:docMk/>
            <pc:sldMk cId="1709392762" sldId="387"/>
            <ac:inkMk id="132" creationId="{C85754E5-33C5-D905-B7B8-8E2929477B07}"/>
          </ac:inkMkLst>
        </pc:inkChg>
        <pc:inkChg chg="add mod">
          <ac:chgData name="Mahima Weerasinghe" userId="e11e3f55-42da-4e07-8ead-4d7a1d7ea1c6" providerId="ADAL" clId="{A71A91A0-537E-435E-A57A-6A59184BC47A}" dt="2024-08-18T14:19:38.327" v="3690"/>
          <ac:inkMkLst>
            <pc:docMk/>
            <pc:sldMk cId="1709392762" sldId="387"/>
            <ac:inkMk id="133" creationId="{FEF455D5-A4BC-ADE3-0644-343C771D0785}"/>
          </ac:inkMkLst>
        </pc:inkChg>
        <pc:inkChg chg="add mod">
          <ac:chgData name="Mahima Weerasinghe" userId="e11e3f55-42da-4e07-8ead-4d7a1d7ea1c6" providerId="ADAL" clId="{A71A91A0-537E-435E-A57A-6A59184BC47A}" dt="2024-08-18T14:19:38.327" v="3690"/>
          <ac:inkMkLst>
            <pc:docMk/>
            <pc:sldMk cId="1709392762" sldId="387"/>
            <ac:inkMk id="134" creationId="{2F1AB432-E463-E4E7-74F0-444817E68CA6}"/>
          </ac:inkMkLst>
        </pc:inkChg>
        <pc:inkChg chg="add mod">
          <ac:chgData name="Mahima Weerasinghe" userId="e11e3f55-42da-4e07-8ead-4d7a1d7ea1c6" providerId="ADAL" clId="{A71A91A0-537E-435E-A57A-6A59184BC47A}" dt="2024-08-18T14:19:38.327" v="3690"/>
          <ac:inkMkLst>
            <pc:docMk/>
            <pc:sldMk cId="1709392762" sldId="387"/>
            <ac:inkMk id="136" creationId="{55299A9A-A2A8-4E83-4DF2-4D94B99D39E3}"/>
          </ac:inkMkLst>
        </pc:inkChg>
        <pc:inkChg chg="add mod">
          <ac:chgData name="Mahima Weerasinghe" userId="e11e3f55-42da-4e07-8ead-4d7a1d7ea1c6" providerId="ADAL" clId="{A71A91A0-537E-435E-A57A-6A59184BC47A}" dt="2024-08-18T14:19:38.327" v="3690"/>
          <ac:inkMkLst>
            <pc:docMk/>
            <pc:sldMk cId="1709392762" sldId="387"/>
            <ac:inkMk id="137" creationId="{9B213124-CE85-F8FE-B3AA-4BE8BA2688BD}"/>
          </ac:inkMkLst>
        </pc:inkChg>
        <pc:inkChg chg="add mod">
          <ac:chgData name="Mahima Weerasinghe" userId="e11e3f55-42da-4e07-8ead-4d7a1d7ea1c6" providerId="ADAL" clId="{A71A91A0-537E-435E-A57A-6A59184BC47A}" dt="2024-08-18T14:19:38.327" v="3690"/>
          <ac:inkMkLst>
            <pc:docMk/>
            <pc:sldMk cId="1709392762" sldId="387"/>
            <ac:inkMk id="138" creationId="{475E490A-AA4C-DB8B-5FC8-AE67C8ECC361}"/>
          </ac:inkMkLst>
        </pc:inkChg>
      </pc:sldChg>
      <pc:sldChg chg="addSp delSp modSp new mod">
        <pc:chgData name="Mahima Weerasinghe" userId="e11e3f55-42da-4e07-8ead-4d7a1d7ea1c6" providerId="ADAL" clId="{A71A91A0-537E-435E-A57A-6A59184BC47A}" dt="2024-08-26T05:51:02.785" v="4147"/>
        <pc:sldMkLst>
          <pc:docMk/>
          <pc:sldMk cId="4166615261" sldId="388"/>
        </pc:sldMkLst>
        <pc:spChg chg="mod">
          <ac:chgData name="Mahima Weerasinghe" userId="e11e3f55-42da-4e07-8ead-4d7a1d7ea1c6" providerId="ADAL" clId="{A71A91A0-537E-435E-A57A-6A59184BC47A}" dt="2024-08-18T02:43:52.640" v="968" actId="20577"/>
          <ac:spMkLst>
            <pc:docMk/>
            <pc:sldMk cId="4166615261" sldId="388"/>
            <ac:spMk id="2" creationId="{0E6A3218-1E1B-D242-2095-E9E51CE2CECF}"/>
          </ac:spMkLst>
        </pc:spChg>
        <pc:spChg chg="add mod">
          <ac:chgData name="Mahima Weerasinghe" userId="e11e3f55-42da-4e07-8ead-4d7a1d7ea1c6" providerId="ADAL" clId="{A71A91A0-537E-435E-A57A-6A59184BC47A}" dt="2024-08-18T12:51:07.886" v="3097" actId="400"/>
          <ac:spMkLst>
            <pc:docMk/>
            <pc:sldMk cId="4166615261" sldId="388"/>
            <ac:spMk id="4" creationId="{8DE4673F-62D9-E055-F177-52C3B8BB95CF}"/>
          </ac:spMkLst>
        </pc:spChg>
        <pc:grpChg chg="del mod">
          <ac:chgData name="Mahima Weerasinghe" userId="e11e3f55-42da-4e07-8ead-4d7a1d7ea1c6" providerId="ADAL" clId="{A71A91A0-537E-435E-A57A-6A59184BC47A}" dt="2024-08-18T12:03:06.730" v="2383"/>
          <ac:grpSpMkLst>
            <pc:docMk/>
            <pc:sldMk cId="4166615261" sldId="388"/>
            <ac:grpSpMk id="7" creationId="{2F8A75A8-9B39-82DA-A3DD-D5D596BA2F83}"/>
          </ac:grpSpMkLst>
        </pc:grpChg>
        <pc:grpChg chg="del mod">
          <ac:chgData name="Mahima Weerasinghe" userId="e11e3f55-42da-4e07-8ead-4d7a1d7ea1c6" providerId="ADAL" clId="{A71A91A0-537E-435E-A57A-6A59184BC47A}" dt="2024-08-18T12:03:08.532" v="2386"/>
          <ac:grpSpMkLst>
            <pc:docMk/>
            <pc:sldMk cId="4166615261" sldId="388"/>
            <ac:grpSpMk id="10" creationId="{E4D0C6C3-0BF3-BD28-963E-C07488B4AD28}"/>
          </ac:grpSpMkLst>
        </pc:grpChg>
        <pc:grpChg chg="del mod">
          <ac:chgData name="Mahima Weerasinghe" userId="e11e3f55-42da-4e07-8ead-4d7a1d7ea1c6" providerId="ADAL" clId="{A71A91A0-537E-435E-A57A-6A59184BC47A}" dt="2024-08-18T12:03:09.736" v="2388"/>
          <ac:grpSpMkLst>
            <pc:docMk/>
            <pc:sldMk cId="4166615261" sldId="388"/>
            <ac:grpSpMk id="13" creationId="{AA7516ED-441E-42BA-DC01-4F83EA74BEE6}"/>
          </ac:grpSpMkLst>
        </pc:grpChg>
        <pc:grpChg chg="del mod">
          <ac:chgData name="Mahima Weerasinghe" userId="e11e3f55-42da-4e07-8ead-4d7a1d7ea1c6" providerId="ADAL" clId="{A71A91A0-537E-435E-A57A-6A59184BC47A}" dt="2024-08-18T12:03:25.496" v="2410"/>
          <ac:grpSpMkLst>
            <pc:docMk/>
            <pc:sldMk cId="4166615261" sldId="388"/>
            <ac:grpSpMk id="15" creationId="{F0925DF9-F71C-D1CF-9872-EDC218652B0B}"/>
          </ac:grpSpMkLst>
        </pc:grpChg>
        <pc:grpChg chg="del mod">
          <ac:chgData name="Mahima Weerasinghe" userId="e11e3f55-42da-4e07-8ead-4d7a1d7ea1c6" providerId="ADAL" clId="{A71A91A0-537E-435E-A57A-6A59184BC47A}" dt="2024-08-26T05:50:50.781" v="4132"/>
          <ac:grpSpMkLst>
            <pc:docMk/>
            <pc:sldMk cId="4166615261" sldId="388"/>
            <ac:grpSpMk id="27" creationId="{9D6FCCC5-65AA-E3D9-5287-FF82CFEB778B}"/>
          </ac:grpSpMkLst>
        </pc:grpChg>
        <pc:grpChg chg="del mod">
          <ac:chgData name="Mahima Weerasinghe" userId="e11e3f55-42da-4e07-8ead-4d7a1d7ea1c6" providerId="ADAL" clId="{A71A91A0-537E-435E-A57A-6A59184BC47A}" dt="2024-08-18T12:03:25.496" v="2410"/>
          <ac:grpSpMkLst>
            <pc:docMk/>
            <pc:sldMk cId="4166615261" sldId="388"/>
            <ac:grpSpMk id="27" creationId="{C8D084C3-0F56-9799-7A72-8B3A38ECFF9D}"/>
          </ac:grpSpMkLst>
        </pc:grpChg>
        <pc:grpChg chg="mod">
          <ac:chgData name="Mahima Weerasinghe" userId="e11e3f55-42da-4e07-8ead-4d7a1d7ea1c6" providerId="ADAL" clId="{A71A91A0-537E-435E-A57A-6A59184BC47A}" dt="2024-08-18T12:03:25.496" v="2410"/>
          <ac:grpSpMkLst>
            <pc:docMk/>
            <pc:sldMk cId="4166615261" sldId="388"/>
            <ac:grpSpMk id="37" creationId="{FD30B470-6641-E00C-2A49-DAA7091CD641}"/>
          </ac:grpSpMkLst>
        </pc:grpChg>
        <pc:grpChg chg="del mod">
          <ac:chgData name="Mahima Weerasinghe" userId="e11e3f55-42da-4e07-8ead-4d7a1d7ea1c6" providerId="ADAL" clId="{A71A91A0-537E-435E-A57A-6A59184BC47A}" dt="2024-08-18T12:03:59.120" v="2420"/>
          <ac:grpSpMkLst>
            <pc:docMk/>
            <pc:sldMk cId="4166615261" sldId="388"/>
            <ac:grpSpMk id="40" creationId="{56450D3E-5C93-48E4-C1B3-72A8A5F0DCCD}"/>
          </ac:grpSpMkLst>
        </pc:grpChg>
        <pc:grpChg chg="del mod">
          <ac:chgData name="Mahima Weerasinghe" userId="e11e3f55-42da-4e07-8ead-4d7a1d7ea1c6" providerId="ADAL" clId="{A71A91A0-537E-435E-A57A-6A59184BC47A}" dt="2024-08-18T12:03:59.120" v="2420"/>
          <ac:grpSpMkLst>
            <pc:docMk/>
            <pc:sldMk cId="4166615261" sldId="388"/>
            <ac:grpSpMk id="44" creationId="{258B8F91-F61C-3463-5CF8-92377DF565E7}"/>
          </ac:grpSpMkLst>
        </pc:grpChg>
        <pc:grpChg chg="del mod">
          <ac:chgData name="Mahima Weerasinghe" userId="e11e3f55-42da-4e07-8ead-4d7a1d7ea1c6" providerId="ADAL" clId="{A71A91A0-537E-435E-A57A-6A59184BC47A}" dt="2024-08-18T12:12:16.559" v="2494"/>
          <ac:grpSpMkLst>
            <pc:docMk/>
            <pc:sldMk cId="4166615261" sldId="388"/>
            <ac:grpSpMk id="47" creationId="{2F56A1B5-0FED-F7D6-CF16-5998677DE93C}"/>
          </ac:grpSpMkLst>
        </pc:grpChg>
        <pc:grpChg chg="mod">
          <ac:chgData name="Mahima Weerasinghe" userId="e11e3f55-42da-4e07-8ead-4d7a1d7ea1c6" providerId="ADAL" clId="{A71A91A0-537E-435E-A57A-6A59184BC47A}" dt="2024-08-26T05:50:55.211" v="4139"/>
          <ac:grpSpMkLst>
            <pc:docMk/>
            <pc:sldMk cId="4166615261" sldId="388"/>
            <ac:grpSpMk id="56" creationId="{6A2E0322-84C5-5F00-430D-373EEF41794D}"/>
          </ac:grpSpMkLst>
        </pc:grpChg>
        <pc:grpChg chg="del mod">
          <ac:chgData name="Mahima Weerasinghe" userId="e11e3f55-42da-4e07-8ead-4d7a1d7ea1c6" providerId="ADAL" clId="{A71A91A0-537E-435E-A57A-6A59184BC47A}" dt="2024-08-18T12:04:24.391" v="2434"/>
          <ac:grpSpMkLst>
            <pc:docMk/>
            <pc:sldMk cId="4166615261" sldId="388"/>
            <ac:grpSpMk id="56" creationId="{C66688A6-96BD-761A-0CCC-9FEA069D3B89}"/>
          </ac:grpSpMkLst>
        </pc:grpChg>
        <pc:grpChg chg="del mod">
          <ac:chgData name="Mahima Weerasinghe" userId="e11e3f55-42da-4e07-8ead-4d7a1d7ea1c6" providerId="ADAL" clId="{A71A91A0-537E-435E-A57A-6A59184BC47A}" dt="2024-08-18T12:12:16.559" v="2494"/>
          <ac:grpSpMkLst>
            <pc:docMk/>
            <pc:sldMk cId="4166615261" sldId="388"/>
            <ac:grpSpMk id="61" creationId="{6E80EDD2-F3DC-DE0C-DDF0-F9FE00A46711}"/>
          </ac:grpSpMkLst>
        </pc:grpChg>
        <pc:grpChg chg="mod">
          <ac:chgData name="Mahima Weerasinghe" userId="e11e3f55-42da-4e07-8ead-4d7a1d7ea1c6" providerId="ADAL" clId="{A71A91A0-537E-435E-A57A-6A59184BC47A}" dt="2024-08-18T12:04:29.159" v="2437"/>
          <ac:grpSpMkLst>
            <pc:docMk/>
            <pc:sldMk cId="4166615261" sldId="388"/>
            <ac:grpSpMk id="64" creationId="{BDA0CFDF-9BBE-B587-D255-D0BCAC4D6291}"/>
          </ac:grpSpMkLst>
        </pc:grpChg>
        <pc:grpChg chg="del mod">
          <ac:chgData name="Mahima Weerasinghe" userId="e11e3f55-42da-4e07-8ead-4d7a1d7ea1c6" providerId="ADAL" clId="{A71A91A0-537E-435E-A57A-6A59184BC47A}" dt="2024-08-18T12:05:12.332" v="2446"/>
          <ac:grpSpMkLst>
            <pc:docMk/>
            <pc:sldMk cId="4166615261" sldId="388"/>
            <ac:grpSpMk id="67" creationId="{6E0AC90D-A9D9-BF02-E6AB-5625FC1E2839}"/>
          </ac:grpSpMkLst>
        </pc:grpChg>
        <pc:grpChg chg="del mod">
          <ac:chgData name="Mahima Weerasinghe" userId="e11e3f55-42da-4e07-8ead-4d7a1d7ea1c6" providerId="ADAL" clId="{A71A91A0-537E-435E-A57A-6A59184BC47A}" dt="2024-08-18T12:11:10.989" v="2470"/>
          <ac:grpSpMkLst>
            <pc:docMk/>
            <pc:sldMk cId="4166615261" sldId="388"/>
            <ac:grpSpMk id="73" creationId="{D6C8D9A6-35D7-AE55-193F-72CA16824347}"/>
          </ac:grpSpMkLst>
        </pc:grpChg>
        <pc:grpChg chg="del mod">
          <ac:chgData name="Mahima Weerasinghe" userId="e11e3f55-42da-4e07-8ead-4d7a1d7ea1c6" providerId="ADAL" clId="{A71A91A0-537E-435E-A57A-6A59184BC47A}" dt="2024-08-18T12:09:52.249" v="2455"/>
          <ac:grpSpMkLst>
            <pc:docMk/>
            <pc:sldMk cId="4166615261" sldId="388"/>
            <ac:grpSpMk id="81" creationId="{4B5B56FD-5A79-A685-FC0C-5A7FCE4F7527}"/>
          </ac:grpSpMkLst>
        </pc:grpChg>
        <pc:grpChg chg="mod">
          <ac:chgData name="Mahima Weerasinghe" userId="e11e3f55-42da-4e07-8ead-4d7a1d7ea1c6" providerId="ADAL" clId="{A71A91A0-537E-435E-A57A-6A59184BC47A}" dt="2024-08-18T12:09:52.249" v="2455"/>
          <ac:grpSpMkLst>
            <pc:docMk/>
            <pc:sldMk cId="4166615261" sldId="388"/>
            <ac:grpSpMk id="82" creationId="{9616346F-722C-296E-B552-9903E83893F8}"/>
          </ac:grpSpMkLst>
        </pc:grpChg>
        <pc:grpChg chg="mod">
          <ac:chgData name="Mahima Weerasinghe" userId="e11e3f55-42da-4e07-8ead-4d7a1d7ea1c6" providerId="ADAL" clId="{A71A91A0-537E-435E-A57A-6A59184BC47A}" dt="2024-08-18T12:09:58.406" v="2466"/>
          <ac:grpSpMkLst>
            <pc:docMk/>
            <pc:sldMk cId="4166615261" sldId="388"/>
            <ac:grpSpMk id="93" creationId="{4E72B3DB-133D-CBA0-DFCE-C2592FACB7A2}"/>
          </ac:grpSpMkLst>
        </pc:grpChg>
        <pc:grpChg chg="mod">
          <ac:chgData name="Mahima Weerasinghe" userId="e11e3f55-42da-4e07-8ead-4d7a1d7ea1c6" providerId="ADAL" clId="{A71A91A0-537E-435E-A57A-6A59184BC47A}" dt="2024-08-18T12:11:10.989" v="2470"/>
          <ac:grpSpMkLst>
            <pc:docMk/>
            <pc:sldMk cId="4166615261" sldId="388"/>
            <ac:grpSpMk id="95" creationId="{AE299883-3AB4-E6D9-CEC4-4047707B8BD9}"/>
          </ac:grpSpMkLst>
        </pc:grpChg>
        <pc:grpChg chg="mod">
          <ac:chgData name="Mahima Weerasinghe" userId="e11e3f55-42da-4e07-8ead-4d7a1d7ea1c6" providerId="ADAL" clId="{A71A91A0-537E-435E-A57A-6A59184BC47A}" dt="2024-08-18T12:11:22.437" v="2473"/>
          <ac:grpSpMkLst>
            <pc:docMk/>
            <pc:sldMk cId="4166615261" sldId="388"/>
            <ac:grpSpMk id="98" creationId="{B8A418D8-2A2C-5BFC-01D6-7673D5E2400E}"/>
          </ac:grpSpMkLst>
        </pc:grpChg>
        <pc:grpChg chg="del mod">
          <ac:chgData name="Mahima Weerasinghe" userId="e11e3f55-42da-4e07-8ead-4d7a1d7ea1c6" providerId="ADAL" clId="{A71A91A0-537E-435E-A57A-6A59184BC47A}" dt="2024-08-18T12:11:34.828" v="2482"/>
          <ac:grpSpMkLst>
            <pc:docMk/>
            <pc:sldMk cId="4166615261" sldId="388"/>
            <ac:grpSpMk id="102" creationId="{A4B1BF9E-E35B-961F-A1BC-378B031445E8}"/>
          </ac:grpSpMkLst>
        </pc:grpChg>
        <pc:grpChg chg="mod">
          <ac:chgData name="Mahima Weerasinghe" userId="e11e3f55-42da-4e07-8ead-4d7a1d7ea1c6" providerId="ADAL" clId="{A71A91A0-537E-435E-A57A-6A59184BC47A}" dt="2024-08-18T12:11:34.828" v="2482"/>
          <ac:grpSpMkLst>
            <pc:docMk/>
            <pc:sldMk cId="4166615261" sldId="388"/>
            <ac:grpSpMk id="107" creationId="{954B839A-BDE7-85BD-A397-F81578D44DC4}"/>
          </ac:grpSpMkLst>
        </pc:grpChg>
        <pc:grpChg chg="del mod">
          <ac:chgData name="Mahima Weerasinghe" userId="e11e3f55-42da-4e07-8ead-4d7a1d7ea1c6" providerId="ADAL" clId="{A71A91A0-537E-435E-A57A-6A59184BC47A}" dt="2024-08-18T12:12:16.559" v="2494"/>
          <ac:grpSpMkLst>
            <pc:docMk/>
            <pc:sldMk cId="4166615261" sldId="388"/>
            <ac:grpSpMk id="110" creationId="{A0123130-75C2-CF1A-672E-0F78C0111828}"/>
          </ac:grpSpMkLst>
        </pc:grpChg>
        <pc:grpChg chg="mod">
          <ac:chgData name="Mahima Weerasinghe" userId="e11e3f55-42da-4e07-8ead-4d7a1d7ea1c6" providerId="ADAL" clId="{A71A91A0-537E-435E-A57A-6A59184BC47A}" dt="2024-08-26T05:51:02.785" v="4147"/>
          <ac:grpSpMkLst>
            <pc:docMk/>
            <pc:sldMk cId="4166615261" sldId="388"/>
            <ac:grpSpMk id="116" creationId="{38F7FB7D-4B8C-F548-DAD2-6BBF62E9FDC0}"/>
          </ac:grpSpMkLst>
        </pc:grpChg>
        <pc:grpChg chg="del mod">
          <ac:chgData name="Mahima Weerasinghe" userId="e11e3f55-42da-4e07-8ead-4d7a1d7ea1c6" providerId="ADAL" clId="{A71A91A0-537E-435E-A57A-6A59184BC47A}" dt="2024-08-18T12:12:16.559" v="2494"/>
          <ac:grpSpMkLst>
            <pc:docMk/>
            <pc:sldMk cId="4166615261" sldId="388"/>
            <ac:grpSpMk id="116" creationId="{9879C762-A643-AB34-E277-5F8E20151F2A}"/>
          </ac:grpSpMkLst>
        </pc:grpChg>
        <pc:grpChg chg="del mod">
          <ac:chgData name="Mahima Weerasinghe" userId="e11e3f55-42da-4e07-8ead-4d7a1d7ea1c6" providerId="ADAL" clId="{A71A91A0-537E-435E-A57A-6A59184BC47A}" dt="2024-08-18T12:12:37.102" v="2499"/>
          <ac:grpSpMkLst>
            <pc:docMk/>
            <pc:sldMk cId="4166615261" sldId="388"/>
            <ac:grpSpMk id="118" creationId="{1CB9BD6E-6636-080C-DA19-5DD8D1BD9CF4}"/>
          </ac:grpSpMkLst>
        </pc:grpChg>
        <pc:grpChg chg="del mod">
          <ac:chgData name="Mahima Weerasinghe" userId="e11e3f55-42da-4e07-8ead-4d7a1d7ea1c6" providerId="ADAL" clId="{A71A91A0-537E-435E-A57A-6A59184BC47A}" dt="2024-08-18T12:12:37.102" v="2499"/>
          <ac:grpSpMkLst>
            <pc:docMk/>
            <pc:sldMk cId="4166615261" sldId="388"/>
            <ac:grpSpMk id="121" creationId="{B30CA7EB-FFCB-664E-1090-C9B86F748A97}"/>
          </ac:grpSpMkLst>
        </pc:grpChg>
        <pc:grpChg chg="del mod">
          <ac:chgData name="Mahima Weerasinghe" userId="e11e3f55-42da-4e07-8ead-4d7a1d7ea1c6" providerId="ADAL" clId="{A71A91A0-537E-435E-A57A-6A59184BC47A}" dt="2024-08-18T12:12:50.377" v="2504"/>
          <ac:grpSpMkLst>
            <pc:docMk/>
            <pc:sldMk cId="4166615261" sldId="388"/>
            <ac:grpSpMk id="123" creationId="{4A04CBDF-C7D3-D82A-E710-6F1A747AFD25}"/>
          </ac:grpSpMkLst>
        </pc:grpChg>
        <pc:grpChg chg="mod">
          <ac:chgData name="Mahima Weerasinghe" userId="e11e3f55-42da-4e07-8ead-4d7a1d7ea1c6" providerId="ADAL" clId="{A71A91A0-537E-435E-A57A-6A59184BC47A}" dt="2024-08-18T12:12:50.377" v="2504"/>
          <ac:grpSpMkLst>
            <pc:docMk/>
            <pc:sldMk cId="4166615261" sldId="388"/>
            <ac:grpSpMk id="128" creationId="{C3DEC00D-A4F1-CD92-A0CE-D7EAC5AADA8A}"/>
          </ac:grpSpMkLst>
        </pc:grpChg>
        <pc:grpChg chg="mod">
          <ac:chgData name="Mahima Weerasinghe" userId="e11e3f55-42da-4e07-8ead-4d7a1d7ea1c6" providerId="ADAL" clId="{A71A91A0-537E-435E-A57A-6A59184BC47A}" dt="2024-08-18T12:13:02.350" v="2507"/>
          <ac:grpSpMkLst>
            <pc:docMk/>
            <pc:sldMk cId="4166615261" sldId="388"/>
            <ac:grpSpMk id="131" creationId="{BE825462-6102-DC35-4D9C-BCD37F392088}"/>
          </ac:grpSpMkLst>
        </pc:grpChg>
        <pc:grpChg chg="del mod">
          <ac:chgData name="Mahima Weerasinghe" userId="e11e3f55-42da-4e07-8ead-4d7a1d7ea1c6" providerId="ADAL" clId="{A71A91A0-537E-435E-A57A-6A59184BC47A}" dt="2024-08-18T12:13:11.367" v="2515"/>
          <ac:grpSpMkLst>
            <pc:docMk/>
            <pc:sldMk cId="4166615261" sldId="388"/>
            <ac:grpSpMk id="136" creationId="{A5DC7900-5ABC-ADF8-BD5B-95936C299598}"/>
          </ac:grpSpMkLst>
        </pc:grpChg>
        <pc:grpChg chg="del mod">
          <ac:chgData name="Mahima Weerasinghe" userId="e11e3f55-42da-4e07-8ead-4d7a1d7ea1c6" providerId="ADAL" clId="{A71A91A0-537E-435E-A57A-6A59184BC47A}" dt="2024-08-18T12:13:18.801" v="2526"/>
          <ac:grpSpMkLst>
            <pc:docMk/>
            <pc:sldMk cId="4166615261" sldId="388"/>
            <ac:grpSpMk id="139" creationId="{0B8B0EAE-69F7-A597-358A-4D9E38287962}"/>
          </ac:grpSpMkLst>
        </pc:grpChg>
        <pc:grpChg chg="del mod">
          <ac:chgData name="Mahima Weerasinghe" userId="e11e3f55-42da-4e07-8ead-4d7a1d7ea1c6" providerId="ADAL" clId="{A71A91A0-537E-435E-A57A-6A59184BC47A}" dt="2024-08-18T12:13:18.801" v="2526"/>
          <ac:grpSpMkLst>
            <pc:docMk/>
            <pc:sldMk cId="4166615261" sldId="388"/>
            <ac:grpSpMk id="147" creationId="{3D055641-6C9E-7AE6-D167-112B7F7BA3F7}"/>
          </ac:grpSpMkLst>
        </pc:grpChg>
        <pc:grpChg chg="del mod">
          <ac:chgData name="Mahima Weerasinghe" userId="e11e3f55-42da-4e07-8ead-4d7a1d7ea1c6" providerId="ADAL" clId="{A71A91A0-537E-435E-A57A-6A59184BC47A}" dt="2024-08-18T12:13:23.897" v="2533"/>
          <ac:grpSpMkLst>
            <pc:docMk/>
            <pc:sldMk cId="4166615261" sldId="388"/>
            <ac:grpSpMk id="150" creationId="{9417B0A6-8D61-BB57-329C-BDC4D019BC90}"/>
          </ac:grpSpMkLst>
        </pc:grpChg>
        <pc:grpChg chg="mod">
          <ac:chgData name="Mahima Weerasinghe" userId="e11e3f55-42da-4e07-8ead-4d7a1d7ea1c6" providerId="ADAL" clId="{A71A91A0-537E-435E-A57A-6A59184BC47A}" dt="2024-08-18T12:13:23.897" v="2533"/>
          <ac:grpSpMkLst>
            <pc:docMk/>
            <pc:sldMk cId="4166615261" sldId="388"/>
            <ac:grpSpMk id="157" creationId="{9869C9D6-C8B8-B797-29B5-1FAEA76E4DD9}"/>
          </ac:grpSpMkLst>
        </pc:grpChg>
        <pc:grpChg chg="mod">
          <ac:chgData name="Mahima Weerasinghe" userId="e11e3f55-42da-4e07-8ead-4d7a1d7ea1c6" providerId="ADAL" clId="{A71A91A0-537E-435E-A57A-6A59184BC47A}" dt="2024-08-18T12:13:28.622" v="2541"/>
          <ac:grpSpMkLst>
            <pc:docMk/>
            <pc:sldMk cId="4166615261" sldId="388"/>
            <ac:grpSpMk id="165" creationId="{66F1B534-6C22-32CA-59D4-F9EBA42F7B9F}"/>
          </ac:grpSpMkLst>
        </pc:grpChg>
        <pc:grpChg chg="mod">
          <ac:chgData name="Mahima Weerasinghe" userId="e11e3f55-42da-4e07-8ead-4d7a1d7ea1c6" providerId="ADAL" clId="{A71A91A0-537E-435E-A57A-6A59184BC47A}" dt="2024-08-18T12:14:41.643" v="2551"/>
          <ac:grpSpMkLst>
            <pc:docMk/>
            <pc:sldMk cId="4166615261" sldId="388"/>
            <ac:grpSpMk id="174" creationId="{A03A39EE-6FFA-B62B-C189-9196DB0B3033}"/>
          </ac:grpSpMkLst>
        </pc:grpChg>
        <pc:grpChg chg="del mod">
          <ac:chgData name="Mahima Weerasinghe" userId="e11e3f55-42da-4e07-8ead-4d7a1d7ea1c6" providerId="ADAL" clId="{A71A91A0-537E-435E-A57A-6A59184BC47A}" dt="2024-08-18T12:15:01.405" v="2561"/>
          <ac:grpSpMkLst>
            <pc:docMk/>
            <pc:sldMk cId="4166615261" sldId="388"/>
            <ac:grpSpMk id="181" creationId="{823D939A-4C20-D5AA-D863-9A19B93ED4A6}"/>
          </ac:grpSpMkLst>
        </pc:grpChg>
        <pc:grpChg chg="mod">
          <ac:chgData name="Mahima Weerasinghe" userId="e11e3f55-42da-4e07-8ead-4d7a1d7ea1c6" providerId="ADAL" clId="{A71A91A0-537E-435E-A57A-6A59184BC47A}" dt="2024-08-18T12:15:01.405" v="2561"/>
          <ac:grpSpMkLst>
            <pc:docMk/>
            <pc:sldMk cId="4166615261" sldId="388"/>
            <ac:grpSpMk id="184" creationId="{8C587466-A794-BF84-5FCB-57DF3938B187}"/>
          </ac:grpSpMkLst>
        </pc:grpChg>
        <pc:grpChg chg="mod">
          <ac:chgData name="Mahima Weerasinghe" userId="e11e3f55-42da-4e07-8ead-4d7a1d7ea1c6" providerId="ADAL" clId="{A71A91A0-537E-435E-A57A-6A59184BC47A}" dt="2024-08-18T12:15:05.017" v="2564"/>
          <ac:grpSpMkLst>
            <pc:docMk/>
            <pc:sldMk cId="4166615261" sldId="388"/>
            <ac:grpSpMk id="187" creationId="{A84CD7A7-4D7D-3B26-F2F1-471A3A8A09A4}"/>
          </ac:grpSpMkLst>
        </pc:grpChg>
        <pc:grpChg chg="mod">
          <ac:chgData name="Mahima Weerasinghe" userId="e11e3f55-42da-4e07-8ead-4d7a1d7ea1c6" providerId="ADAL" clId="{A71A91A0-537E-435E-A57A-6A59184BC47A}" dt="2024-08-18T12:41:29.041" v="2837"/>
          <ac:grpSpMkLst>
            <pc:docMk/>
            <pc:sldMk cId="4166615261" sldId="388"/>
            <ac:grpSpMk id="197" creationId="{1ACCEB2C-069B-3B96-D2B1-DAA5A214B479}"/>
          </ac:grpSpMkLst>
        </pc:grpChg>
        <pc:grpChg chg="mod">
          <ac:chgData name="Mahima Weerasinghe" userId="e11e3f55-42da-4e07-8ead-4d7a1d7ea1c6" providerId="ADAL" clId="{A71A91A0-537E-435E-A57A-6A59184BC47A}" dt="2024-08-18T12:41:47.370" v="2842"/>
          <ac:grpSpMkLst>
            <pc:docMk/>
            <pc:sldMk cId="4166615261" sldId="388"/>
            <ac:grpSpMk id="202" creationId="{3D06E1F0-567F-80F6-1551-DE08C3F0E8A5}"/>
          </ac:grpSpMkLst>
        </pc:grpChg>
        <pc:grpChg chg="mod">
          <ac:chgData name="Mahima Weerasinghe" userId="e11e3f55-42da-4e07-8ead-4d7a1d7ea1c6" providerId="ADAL" clId="{A71A91A0-537E-435E-A57A-6A59184BC47A}" dt="2024-08-18T12:41:47.370" v="2842"/>
          <ac:grpSpMkLst>
            <pc:docMk/>
            <pc:sldMk cId="4166615261" sldId="388"/>
            <ac:grpSpMk id="203" creationId="{04E4B21E-D746-159C-A421-EC5BA01EC30A}"/>
          </ac:grpSpMkLst>
        </pc:grpChg>
        <pc:grpChg chg="del mod">
          <ac:chgData name="Mahima Weerasinghe" userId="e11e3f55-42da-4e07-8ead-4d7a1d7ea1c6" providerId="ADAL" clId="{A71A91A0-537E-435E-A57A-6A59184BC47A}" dt="2024-08-18T12:42:06.432" v="2850"/>
          <ac:grpSpMkLst>
            <pc:docMk/>
            <pc:sldMk cId="4166615261" sldId="388"/>
            <ac:grpSpMk id="207" creationId="{F61F13F2-5359-B9B7-FD43-5284B9BDC57B}"/>
          </ac:grpSpMkLst>
        </pc:grpChg>
        <pc:grpChg chg="del mod">
          <ac:chgData name="Mahima Weerasinghe" userId="e11e3f55-42da-4e07-8ead-4d7a1d7ea1c6" providerId="ADAL" clId="{A71A91A0-537E-435E-A57A-6A59184BC47A}" dt="2024-08-18T12:42:10.178" v="2857"/>
          <ac:grpSpMkLst>
            <pc:docMk/>
            <pc:sldMk cId="4166615261" sldId="388"/>
            <ac:grpSpMk id="211" creationId="{64B705C8-E01A-42F8-20FF-3D76BA05C9D0}"/>
          </ac:grpSpMkLst>
        </pc:grpChg>
        <pc:grpChg chg="del mod">
          <ac:chgData name="Mahima Weerasinghe" userId="e11e3f55-42da-4e07-8ead-4d7a1d7ea1c6" providerId="ADAL" clId="{A71A91A0-537E-435E-A57A-6A59184BC47A}" dt="2024-08-18T12:42:12.638" v="2861"/>
          <ac:grpSpMkLst>
            <pc:docMk/>
            <pc:sldMk cId="4166615261" sldId="388"/>
            <ac:grpSpMk id="218" creationId="{75C54C3F-FD88-3C30-4B96-EEDCFF766C91}"/>
          </ac:grpSpMkLst>
        </pc:grpChg>
        <pc:grpChg chg="del mod">
          <ac:chgData name="Mahima Weerasinghe" userId="e11e3f55-42da-4e07-8ead-4d7a1d7ea1c6" providerId="ADAL" clId="{A71A91A0-537E-435E-A57A-6A59184BC47A}" dt="2024-08-18T12:42:21.665" v="2872"/>
          <ac:grpSpMkLst>
            <pc:docMk/>
            <pc:sldMk cId="4166615261" sldId="388"/>
            <ac:grpSpMk id="222" creationId="{B7B0BBDC-53CA-F297-E143-371D55C7B450}"/>
          </ac:grpSpMkLst>
        </pc:grpChg>
        <pc:grpChg chg="del mod">
          <ac:chgData name="Mahima Weerasinghe" userId="e11e3f55-42da-4e07-8ead-4d7a1d7ea1c6" providerId="ADAL" clId="{A71A91A0-537E-435E-A57A-6A59184BC47A}" dt="2024-08-18T12:42:26.664" v="2883"/>
          <ac:grpSpMkLst>
            <pc:docMk/>
            <pc:sldMk cId="4166615261" sldId="388"/>
            <ac:grpSpMk id="233" creationId="{25483EFB-C836-B829-DFD6-DC77A94DB9AF}"/>
          </ac:grpSpMkLst>
        </pc:grpChg>
        <pc:grpChg chg="mod">
          <ac:chgData name="Mahima Weerasinghe" userId="e11e3f55-42da-4e07-8ead-4d7a1d7ea1c6" providerId="ADAL" clId="{A71A91A0-537E-435E-A57A-6A59184BC47A}" dt="2024-08-18T12:42:26.664" v="2883"/>
          <ac:grpSpMkLst>
            <pc:docMk/>
            <pc:sldMk cId="4166615261" sldId="388"/>
            <ac:grpSpMk id="244" creationId="{E21C43E0-7E31-FBDD-C631-F0C55B8C9DDC}"/>
          </ac:grpSpMkLst>
        </pc:grpChg>
        <pc:grpChg chg="del mod">
          <ac:chgData name="Mahima Weerasinghe" userId="e11e3f55-42da-4e07-8ead-4d7a1d7ea1c6" providerId="ADAL" clId="{A71A91A0-537E-435E-A57A-6A59184BC47A}" dt="2024-08-26T05:50:52.582" v="4134"/>
          <ac:grpSpMkLst>
            <pc:docMk/>
            <pc:sldMk cId="4166615261" sldId="388"/>
            <ac:grpSpMk id="250" creationId="{4F6F2C9D-D9F4-04C6-5FC0-2AC68328D6CB}"/>
          </ac:grpSpMkLst>
        </pc:grpChg>
        <pc:grpChg chg="mod">
          <ac:chgData name="Mahima Weerasinghe" userId="e11e3f55-42da-4e07-8ead-4d7a1d7ea1c6" providerId="ADAL" clId="{A71A91A0-537E-435E-A57A-6A59184BC47A}" dt="2024-08-26T05:50:50.781" v="4132"/>
          <ac:grpSpMkLst>
            <pc:docMk/>
            <pc:sldMk cId="4166615261" sldId="388"/>
            <ac:grpSpMk id="252" creationId="{93D97093-BB7D-5F90-4015-26A5D1013F87}"/>
          </ac:grpSpMkLst>
        </pc:grpChg>
        <pc:grpChg chg="mod">
          <ac:chgData name="Mahima Weerasinghe" userId="e11e3f55-42da-4e07-8ead-4d7a1d7ea1c6" providerId="ADAL" clId="{A71A91A0-537E-435E-A57A-6A59184BC47A}" dt="2024-08-26T05:50:52.582" v="4134"/>
          <ac:grpSpMkLst>
            <pc:docMk/>
            <pc:sldMk cId="4166615261" sldId="388"/>
            <ac:grpSpMk id="254" creationId="{3E868365-2C3D-403F-278F-216821E7579C}"/>
          </ac:grpSpMkLst>
        </pc:grpChg>
        <pc:picChg chg="add mod">
          <ac:chgData name="Mahima Weerasinghe" userId="e11e3f55-42da-4e07-8ead-4d7a1d7ea1c6" providerId="ADAL" clId="{A71A91A0-537E-435E-A57A-6A59184BC47A}" dt="2024-08-26T05:23:35.494" v="3898" actId="1076"/>
          <ac:picMkLst>
            <pc:docMk/>
            <pc:sldMk cId="4166615261" sldId="388"/>
            <ac:picMk id="75" creationId="{F36F72F5-28BB-6AE6-498A-51BD49FEC47B}"/>
          </ac:picMkLst>
        </pc:picChg>
        <pc:inkChg chg="add">
          <ac:chgData name="Mahima Weerasinghe" userId="e11e3f55-42da-4e07-8ead-4d7a1d7ea1c6" providerId="ADAL" clId="{A71A91A0-537E-435E-A57A-6A59184BC47A}" dt="2024-08-18T12:01:54.192" v="2377" actId="9405"/>
          <ac:inkMkLst>
            <pc:docMk/>
            <pc:sldMk cId="4166615261" sldId="388"/>
            <ac:inkMk id="3" creationId="{1A1ABB0C-D499-AA3A-8162-FE9ECB1F3E6E}"/>
          </ac:inkMkLst>
        </pc:inkChg>
        <pc:inkChg chg="add mod">
          <ac:chgData name="Mahima Weerasinghe" userId="e11e3f55-42da-4e07-8ead-4d7a1d7ea1c6" providerId="ADAL" clId="{A71A91A0-537E-435E-A57A-6A59184BC47A}" dt="2024-08-18T12:03:25.496" v="2410"/>
          <ac:inkMkLst>
            <pc:docMk/>
            <pc:sldMk cId="4166615261" sldId="388"/>
            <ac:inkMk id="5" creationId="{5B69A1D9-45D6-6210-F96C-8971F4286C91}"/>
          </ac:inkMkLst>
        </pc:inkChg>
        <pc:inkChg chg="add mod">
          <ac:chgData name="Mahima Weerasinghe" userId="e11e3f55-42da-4e07-8ead-4d7a1d7ea1c6" providerId="ADAL" clId="{A71A91A0-537E-435E-A57A-6A59184BC47A}" dt="2024-08-18T12:03:25.496" v="2410"/>
          <ac:inkMkLst>
            <pc:docMk/>
            <pc:sldMk cId="4166615261" sldId="388"/>
            <ac:inkMk id="6" creationId="{7A63390A-4E58-AD3E-9DEE-3BBA3E64AEF2}"/>
          </ac:inkMkLst>
        </pc:inkChg>
        <pc:inkChg chg="add mod">
          <ac:chgData name="Mahima Weerasinghe" userId="e11e3f55-42da-4e07-8ead-4d7a1d7ea1c6" providerId="ADAL" clId="{A71A91A0-537E-435E-A57A-6A59184BC47A}" dt="2024-08-26T05:50:50.781" v="4132"/>
          <ac:inkMkLst>
            <pc:docMk/>
            <pc:sldMk cId="4166615261" sldId="388"/>
            <ac:inkMk id="7" creationId="{19E02906-B6C2-A91D-67BB-AEDB368BFAF4}"/>
          </ac:inkMkLst>
        </pc:inkChg>
        <pc:inkChg chg="add mod">
          <ac:chgData name="Mahima Weerasinghe" userId="e11e3f55-42da-4e07-8ead-4d7a1d7ea1c6" providerId="ADAL" clId="{A71A91A0-537E-435E-A57A-6A59184BC47A}" dt="2024-08-18T12:03:25.496" v="2410"/>
          <ac:inkMkLst>
            <pc:docMk/>
            <pc:sldMk cId="4166615261" sldId="388"/>
            <ac:inkMk id="8" creationId="{E083214D-2043-8631-51ED-B0E24C25843C}"/>
          </ac:inkMkLst>
        </pc:inkChg>
        <pc:inkChg chg="add mod">
          <ac:chgData name="Mahima Weerasinghe" userId="e11e3f55-42da-4e07-8ead-4d7a1d7ea1c6" providerId="ADAL" clId="{A71A91A0-537E-435E-A57A-6A59184BC47A}" dt="2024-08-18T12:03:25.496" v="2410"/>
          <ac:inkMkLst>
            <pc:docMk/>
            <pc:sldMk cId="4166615261" sldId="388"/>
            <ac:inkMk id="9" creationId="{4E4F4B19-8328-7CD9-8F10-B9B4C3EFF6A9}"/>
          </ac:inkMkLst>
        </pc:inkChg>
        <pc:inkChg chg="add mod">
          <ac:chgData name="Mahima Weerasinghe" userId="e11e3f55-42da-4e07-8ead-4d7a1d7ea1c6" providerId="ADAL" clId="{A71A91A0-537E-435E-A57A-6A59184BC47A}" dt="2024-08-26T05:50:50.781" v="4132"/>
          <ac:inkMkLst>
            <pc:docMk/>
            <pc:sldMk cId="4166615261" sldId="388"/>
            <ac:inkMk id="10" creationId="{30EED17F-F265-1985-6306-50175E112FAF}"/>
          </ac:inkMkLst>
        </pc:inkChg>
        <pc:inkChg chg="add mod">
          <ac:chgData name="Mahima Weerasinghe" userId="e11e3f55-42da-4e07-8ead-4d7a1d7ea1c6" providerId="ADAL" clId="{A71A91A0-537E-435E-A57A-6A59184BC47A}" dt="2024-08-18T12:03:25.496" v="2410"/>
          <ac:inkMkLst>
            <pc:docMk/>
            <pc:sldMk cId="4166615261" sldId="388"/>
            <ac:inkMk id="11" creationId="{BDED814D-7439-23DD-295A-8A5EA23DF88A}"/>
          </ac:inkMkLst>
        </pc:inkChg>
        <pc:inkChg chg="add mod">
          <ac:chgData name="Mahima Weerasinghe" userId="e11e3f55-42da-4e07-8ead-4d7a1d7ea1c6" providerId="ADAL" clId="{A71A91A0-537E-435E-A57A-6A59184BC47A}" dt="2024-08-18T12:03:25.496" v="2410"/>
          <ac:inkMkLst>
            <pc:docMk/>
            <pc:sldMk cId="4166615261" sldId="388"/>
            <ac:inkMk id="12" creationId="{F028A352-8D08-2E64-4306-F54D7851F11B}"/>
          </ac:inkMkLst>
        </pc:inkChg>
        <pc:inkChg chg="add mod">
          <ac:chgData name="Mahima Weerasinghe" userId="e11e3f55-42da-4e07-8ead-4d7a1d7ea1c6" providerId="ADAL" clId="{A71A91A0-537E-435E-A57A-6A59184BC47A}" dt="2024-08-26T05:50:50.781" v="4132"/>
          <ac:inkMkLst>
            <pc:docMk/>
            <pc:sldMk cId="4166615261" sldId="388"/>
            <ac:inkMk id="13" creationId="{14517B6F-1D3D-42E9-19F5-1E93F1FE8F27}"/>
          </ac:inkMkLst>
        </pc:inkChg>
        <pc:inkChg chg="add mod">
          <ac:chgData name="Mahima Weerasinghe" userId="e11e3f55-42da-4e07-8ead-4d7a1d7ea1c6" providerId="ADAL" clId="{A71A91A0-537E-435E-A57A-6A59184BC47A}" dt="2024-08-18T12:03:25.496" v="2410"/>
          <ac:inkMkLst>
            <pc:docMk/>
            <pc:sldMk cId="4166615261" sldId="388"/>
            <ac:inkMk id="14" creationId="{E65824CE-1898-F8AA-6B99-54C024CE2489}"/>
          </ac:inkMkLst>
        </pc:inkChg>
        <pc:inkChg chg="add mod">
          <ac:chgData name="Mahima Weerasinghe" userId="e11e3f55-42da-4e07-8ead-4d7a1d7ea1c6" providerId="ADAL" clId="{A71A91A0-537E-435E-A57A-6A59184BC47A}" dt="2024-08-26T05:50:50.781" v="4132"/>
          <ac:inkMkLst>
            <pc:docMk/>
            <pc:sldMk cId="4166615261" sldId="388"/>
            <ac:inkMk id="15" creationId="{C58CB1F7-70D3-D1AC-2D65-9A536BDD3D6B}"/>
          </ac:inkMkLst>
        </pc:inkChg>
        <pc:inkChg chg="add mod">
          <ac:chgData name="Mahima Weerasinghe" userId="e11e3f55-42da-4e07-8ead-4d7a1d7ea1c6" providerId="ADAL" clId="{A71A91A0-537E-435E-A57A-6A59184BC47A}" dt="2024-08-18T12:03:25.496" v="2410"/>
          <ac:inkMkLst>
            <pc:docMk/>
            <pc:sldMk cId="4166615261" sldId="388"/>
            <ac:inkMk id="16" creationId="{5E729244-F76A-F2EF-CF66-AF5669A1205A}"/>
          </ac:inkMkLst>
        </pc:inkChg>
        <pc:inkChg chg="add mod">
          <ac:chgData name="Mahima Weerasinghe" userId="e11e3f55-42da-4e07-8ead-4d7a1d7ea1c6" providerId="ADAL" clId="{A71A91A0-537E-435E-A57A-6A59184BC47A}" dt="2024-08-18T12:03:25.496" v="2410"/>
          <ac:inkMkLst>
            <pc:docMk/>
            <pc:sldMk cId="4166615261" sldId="388"/>
            <ac:inkMk id="17" creationId="{6AEDE2D2-89E3-4B8D-D455-9E3F451EF2A6}"/>
          </ac:inkMkLst>
        </pc:inkChg>
        <pc:inkChg chg="add mod">
          <ac:chgData name="Mahima Weerasinghe" userId="e11e3f55-42da-4e07-8ead-4d7a1d7ea1c6" providerId="ADAL" clId="{A71A91A0-537E-435E-A57A-6A59184BC47A}" dt="2024-08-18T12:03:25.496" v="2410"/>
          <ac:inkMkLst>
            <pc:docMk/>
            <pc:sldMk cId="4166615261" sldId="388"/>
            <ac:inkMk id="18" creationId="{15F7B3B3-109F-2BD8-D406-D67B9416EAB9}"/>
          </ac:inkMkLst>
        </pc:inkChg>
        <pc:inkChg chg="add mod">
          <ac:chgData name="Mahima Weerasinghe" userId="e11e3f55-42da-4e07-8ead-4d7a1d7ea1c6" providerId="ADAL" clId="{A71A91A0-537E-435E-A57A-6A59184BC47A}" dt="2024-08-18T12:03:25.496" v="2410"/>
          <ac:inkMkLst>
            <pc:docMk/>
            <pc:sldMk cId="4166615261" sldId="388"/>
            <ac:inkMk id="19" creationId="{E6409695-3160-FDA8-FF95-C0AA76AD1F34}"/>
          </ac:inkMkLst>
        </pc:inkChg>
        <pc:inkChg chg="add mod">
          <ac:chgData name="Mahima Weerasinghe" userId="e11e3f55-42da-4e07-8ead-4d7a1d7ea1c6" providerId="ADAL" clId="{A71A91A0-537E-435E-A57A-6A59184BC47A}" dt="2024-08-18T12:03:25.496" v="2410"/>
          <ac:inkMkLst>
            <pc:docMk/>
            <pc:sldMk cId="4166615261" sldId="388"/>
            <ac:inkMk id="20" creationId="{05846EDB-E408-F378-4877-F4A3A22CB7AF}"/>
          </ac:inkMkLst>
        </pc:inkChg>
        <pc:inkChg chg="add mod">
          <ac:chgData name="Mahima Weerasinghe" userId="e11e3f55-42da-4e07-8ead-4d7a1d7ea1c6" providerId="ADAL" clId="{A71A91A0-537E-435E-A57A-6A59184BC47A}" dt="2024-08-18T12:03:25.496" v="2410"/>
          <ac:inkMkLst>
            <pc:docMk/>
            <pc:sldMk cId="4166615261" sldId="388"/>
            <ac:inkMk id="21" creationId="{3ACC8C52-2449-7776-6D89-0E61536BCF7D}"/>
          </ac:inkMkLst>
        </pc:inkChg>
        <pc:inkChg chg="add mod">
          <ac:chgData name="Mahima Weerasinghe" userId="e11e3f55-42da-4e07-8ead-4d7a1d7ea1c6" providerId="ADAL" clId="{A71A91A0-537E-435E-A57A-6A59184BC47A}" dt="2024-08-18T12:03:25.496" v="2410"/>
          <ac:inkMkLst>
            <pc:docMk/>
            <pc:sldMk cId="4166615261" sldId="388"/>
            <ac:inkMk id="22" creationId="{F9944234-F41C-23B4-BADA-4F3DAFEC8AFB}"/>
          </ac:inkMkLst>
        </pc:inkChg>
        <pc:inkChg chg="add mod">
          <ac:chgData name="Mahima Weerasinghe" userId="e11e3f55-42da-4e07-8ead-4d7a1d7ea1c6" providerId="ADAL" clId="{A71A91A0-537E-435E-A57A-6A59184BC47A}" dt="2024-08-18T12:03:25.496" v="2410"/>
          <ac:inkMkLst>
            <pc:docMk/>
            <pc:sldMk cId="4166615261" sldId="388"/>
            <ac:inkMk id="23" creationId="{6B6D0C9C-E0B2-C5EA-0F8E-44019B58EC74}"/>
          </ac:inkMkLst>
        </pc:inkChg>
        <pc:inkChg chg="add mod">
          <ac:chgData name="Mahima Weerasinghe" userId="e11e3f55-42da-4e07-8ead-4d7a1d7ea1c6" providerId="ADAL" clId="{A71A91A0-537E-435E-A57A-6A59184BC47A}" dt="2024-08-18T12:03:25.496" v="2410"/>
          <ac:inkMkLst>
            <pc:docMk/>
            <pc:sldMk cId="4166615261" sldId="388"/>
            <ac:inkMk id="24" creationId="{3B812EFD-E04E-B8F8-20F1-725C34745845}"/>
          </ac:inkMkLst>
        </pc:inkChg>
        <pc:inkChg chg="add mod">
          <ac:chgData name="Mahima Weerasinghe" userId="e11e3f55-42da-4e07-8ead-4d7a1d7ea1c6" providerId="ADAL" clId="{A71A91A0-537E-435E-A57A-6A59184BC47A}" dt="2024-08-18T12:03:25.496" v="2410"/>
          <ac:inkMkLst>
            <pc:docMk/>
            <pc:sldMk cId="4166615261" sldId="388"/>
            <ac:inkMk id="25" creationId="{C96BB640-9B76-291B-D8E3-8A1529FCF4EB}"/>
          </ac:inkMkLst>
        </pc:inkChg>
        <pc:inkChg chg="add mod">
          <ac:chgData name="Mahima Weerasinghe" userId="e11e3f55-42da-4e07-8ead-4d7a1d7ea1c6" providerId="ADAL" clId="{A71A91A0-537E-435E-A57A-6A59184BC47A}" dt="2024-08-18T12:03:25.496" v="2410"/>
          <ac:inkMkLst>
            <pc:docMk/>
            <pc:sldMk cId="4166615261" sldId="388"/>
            <ac:inkMk id="26" creationId="{1F3F5406-40FD-19FB-D64C-FBDB8C0891BC}"/>
          </ac:inkMkLst>
        </pc:inkChg>
        <pc:inkChg chg="add mod">
          <ac:chgData name="Mahima Weerasinghe" userId="e11e3f55-42da-4e07-8ead-4d7a1d7ea1c6" providerId="ADAL" clId="{A71A91A0-537E-435E-A57A-6A59184BC47A}" dt="2024-08-18T12:03:25.496" v="2410"/>
          <ac:inkMkLst>
            <pc:docMk/>
            <pc:sldMk cId="4166615261" sldId="388"/>
            <ac:inkMk id="28" creationId="{B32D2782-08B7-2090-7D89-B76C2A73B9E1}"/>
          </ac:inkMkLst>
        </pc:inkChg>
        <pc:inkChg chg="add mod">
          <ac:chgData name="Mahima Weerasinghe" userId="e11e3f55-42da-4e07-8ead-4d7a1d7ea1c6" providerId="ADAL" clId="{A71A91A0-537E-435E-A57A-6A59184BC47A}" dt="2024-08-18T12:03:25.496" v="2410"/>
          <ac:inkMkLst>
            <pc:docMk/>
            <pc:sldMk cId="4166615261" sldId="388"/>
            <ac:inkMk id="29" creationId="{CC1BD1A7-5EAC-BAC8-C9FE-960D00344807}"/>
          </ac:inkMkLst>
        </pc:inkChg>
        <pc:inkChg chg="add mod">
          <ac:chgData name="Mahima Weerasinghe" userId="e11e3f55-42da-4e07-8ead-4d7a1d7ea1c6" providerId="ADAL" clId="{A71A91A0-537E-435E-A57A-6A59184BC47A}" dt="2024-08-18T12:03:25.496" v="2410"/>
          <ac:inkMkLst>
            <pc:docMk/>
            <pc:sldMk cId="4166615261" sldId="388"/>
            <ac:inkMk id="30" creationId="{C85ACC7E-FB2F-7FCE-9827-E1804A5CC7F6}"/>
          </ac:inkMkLst>
        </pc:inkChg>
        <pc:inkChg chg="add mod">
          <ac:chgData name="Mahima Weerasinghe" userId="e11e3f55-42da-4e07-8ead-4d7a1d7ea1c6" providerId="ADAL" clId="{A71A91A0-537E-435E-A57A-6A59184BC47A}" dt="2024-08-18T12:03:25.496" v="2410"/>
          <ac:inkMkLst>
            <pc:docMk/>
            <pc:sldMk cId="4166615261" sldId="388"/>
            <ac:inkMk id="31" creationId="{666D2A3E-5238-80BA-2A9A-C3C7538F1E8B}"/>
          </ac:inkMkLst>
        </pc:inkChg>
        <pc:inkChg chg="add mod">
          <ac:chgData name="Mahima Weerasinghe" userId="e11e3f55-42da-4e07-8ead-4d7a1d7ea1c6" providerId="ADAL" clId="{A71A91A0-537E-435E-A57A-6A59184BC47A}" dt="2024-08-18T12:03:25.496" v="2410"/>
          <ac:inkMkLst>
            <pc:docMk/>
            <pc:sldMk cId="4166615261" sldId="388"/>
            <ac:inkMk id="32" creationId="{6780B2B4-E349-37D7-481D-850D9DC0B4C7}"/>
          </ac:inkMkLst>
        </pc:inkChg>
        <pc:inkChg chg="add mod">
          <ac:chgData name="Mahima Weerasinghe" userId="e11e3f55-42da-4e07-8ead-4d7a1d7ea1c6" providerId="ADAL" clId="{A71A91A0-537E-435E-A57A-6A59184BC47A}" dt="2024-08-18T12:03:25.496" v="2410"/>
          <ac:inkMkLst>
            <pc:docMk/>
            <pc:sldMk cId="4166615261" sldId="388"/>
            <ac:inkMk id="33" creationId="{3688836F-6582-F7E9-C076-46F865A79EFD}"/>
          </ac:inkMkLst>
        </pc:inkChg>
        <pc:inkChg chg="add mod">
          <ac:chgData name="Mahima Weerasinghe" userId="e11e3f55-42da-4e07-8ead-4d7a1d7ea1c6" providerId="ADAL" clId="{A71A91A0-537E-435E-A57A-6A59184BC47A}" dt="2024-08-18T12:03:25.496" v="2410"/>
          <ac:inkMkLst>
            <pc:docMk/>
            <pc:sldMk cId="4166615261" sldId="388"/>
            <ac:inkMk id="34" creationId="{F97487D4-6B4A-925B-F3CB-F0272B4A5B5A}"/>
          </ac:inkMkLst>
        </pc:inkChg>
        <pc:inkChg chg="add mod">
          <ac:chgData name="Mahima Weerasinghe" userId="e11e3f55-42da-4e07-8ead-4d7a1d7ea1c6" providerId="ADAL" clId="{A71A91A0-537E-435E-A57A-6A59184BC47A}" dt="2024-08-18T12:03:25.496" v="2410"/>
          <ac:inkMkLst>
            <pc:docMk/>
            <pc:sldMk cId="4166615261" sldId="388"/>
            <ac:inkMk id="35" creationId="{5742D152-D8B7-5555-8D6B-A89C4DADEB4F}"/>
          </ac:inkMkLst>
        </pc:inkChg>
        <pc:inkChg chg="add mod">
          <ac:chgData name="Mahima Weerasinghe" userId="e11e3f55-42da-4e07-8ead-4d7a1d7ea1c6" providerId="ADAL" clId="{A71A91A0-537E-435E-A57A-6A59184BC47A}" dt="2024-08-18T12:03:25.496" v="2410"/>
          <ac:inkMkLst>
            <pc:docMk/>
            <pc:sldMk cId="4166615261" sldId="388"/>
            <ac:inkMk id="36" creationId="{6787EC5B-BF38-4E9B-4056-93CCCB46AAAD}"/>
          </ac:inkMkLst>
        </pc:inkChg>
        <pc:inkChg chg="add mod">
          <ac:chgData name="Mahima Weerasinghe" userId="e11e3f55-42da-4e07-8ead-4d7a1d7ea1c6" providerId="ADAL" clId="{A71A91A0-537E-435E-A57A-6A59184BC47A}" dt="2024-08-18T12:12:50.377" v="2504"/>
          <ac:inkMkLst>
            <pc:docMk/>
            <pc:sldMk cId="4166615261" sldId="388"/>
            <ac:inkMk id="38" creationId="{AE9B51F3-A3F8-FACD-0F84-53AED375828F}"/>
          </ac:inkMkLst>
        </pc:inkChg>
        <pc:inkChg chg="add mod">
          <ac:chgData name="Mahima Weerasinghe" userId="e11e3f55-42da-4e07-8ead-4d7a1d7ea1c6" providerId="ADAL" clId="{A71A91A0-537E-435E-A57A-6A59184BC47A}" dt="2024-08-18T12:12:50.377" v="2504"/>
          <ac:inkMkLst>
            <pc:docMk/>
            <pc:sldMk cId="4166615261" sldId="388"/>
            <ac:inkMk id="39" creationId="{26FAA290-7A7A-DA8A-2822-F16862048315}"/>
          </ac:inkMkLst>
        </pc:inkChg>
        <pc:inkChg chg="add mod">
          <ac:chgData name="Mahima Weerasinghe" userId="e11e3f55-42da-4e07-8ead-4d7a1d7ea1c6" providerId="ADAL" clId="{A71A91A0-537E-435E-A57A-6A59184BC47A}" dt="2024-08-26T05:50:55.211" v="4139"/>
          <ac:inkMkLst>
            <pc:docMk/>
            <pc:sldMk cId="4166615261" sldId="388"/>
            <ac:inkMk id="40" creationId="{8D0EDCC5-975C-39BA-EB91-AEAAC49F76AF}"/>
          </ac:inkMkLst>
        </pc:inkChg>
        <pc:inkChg chg="add mod">
          <ac:chgData name="Mahima Weerasinghe" userId="e11e3f55-42da-4e07-8ead-4d7a1d7ea1c6" providerId="ADAL" clId="{A71A91A0-537E-435E-A57A-6A59184BC47A}" dt="2024-08-18T12:12:16.559" v="2494"/>
          <ac:inkMkLst>
            <pc:docMk/>
            <pc:sldMk cId="4166615261" sldId="388"/>
            <ac:inkMk id="41" creationId="{8C8FAB63-05D0-317B-E5CA-9765F1EE1E23}"/>
          </ac:inkMkLst>
        </pc:inkChg>
        <pc:inkChg chg="add mod">
          <ac:chgData name="Mahima Weerasinghe" userId="e11e3f55-42da-4e07-8ead-4d7a1d7ea1c6" providerId="ADAL" clId="{A71A91A0-537E-435E-A57A-6A59184BC47A}" dt="2024-08-18T12:12:16.559" v="2494"/>
          <ac:inkMkLst>
            <pc:docMk/>
            <pc:sldMk cId="4166615261" sldId="388"/>
            <ac:inkMk id="42" creationId="{1FA1CFF7-9BC8-C3B8-71F7-99397E8587F1}"/>
          </ac:inkMkLst>
        </pc:inkChg>
        <pc:inkChg chg="add mod">
          <ac:chgData name="Mahima Weerasinghe" userId="e11e3f55-42da-4e07-8ead-4d7a1d7ea1c6" providerId="ADAL" clId="{A71A91A0-537E-435E-A57A-6A59184BC47A}" dt="2024-08-18T12:12:16.559" v="2494"/>
          <ac:inkMkLst>
            <pc:docMk/>
            <pc:sldMk cId="4166615261" sldId="388"/>
            <ac:inkMk id="43" creationId="{D7FAAF04-5B76-A302-FF2A-E04AABF68F17}"/>
          </ac:inkMkLst>
        </pc:inkChg>
        <pc:inkChg chg="add mod">
          <ac:chgData name="Mahima Weerasinghe" userId="e11e3f55-42da-4e07-8ead-4d7a1d7ea1c6" providerId="ADAL" clId="{A71A91A0-537E-435E-A57A-6A59184BC47A}" dt="2024-08-26T05:50:55.211" v="4139"/>
          <ac:inkMkLst>
            <pc:docMk/>
            <pc:sldMk cId="4166615261" sldId="388"/>
            <ac:inkMk id="44" creationId="{2BCC01A3-A783-0ADE-B80A-2468DF4C54E4}"/>
          </ac:inkMkLst>
        </pc:inkChg>
        <pc:inkChg chg="add mod">
          <ac:chgData name="Mahima Weerasinghe" userId="e11e3f55-42da-4e07-8ead-4d7a1d7ea1c6" providerId="ADAL" clId="{A71A91A0-537E-435E-A57A-6A59184BC47A}" dt="2024-08-18T12:12:16.559" v="2494"/>
          <ac:inkMkLst>
            <pc:docMk/>
            <pc:sldMk cId="4166615261" sldId="388"/>
            <ac:inkMk id="45" creationId="{129B21B5-21F0-F524-6F29-AE0D12C300E0}"/>
          </ac:inkMkLst>
        </pc:inkChg>
        <pc:inkChg chg="add mod">
          <ac:chgData name="Mahima Weerasinghe" userId="e11e3f55-42da-4e07-8ead-4d7a1d7ea1c6" providerId="ADAL" clId="{A71A91A0-537E-435E-A57A-6A59184BC47A}" dt="2024-08-18T12:12:16.559" v="2494"/>
          <ac:inkMkLst>
            <pc:docMk/>
            <pc:sldMk cId="4166615261" sldId="388"/>
            <ac:inkMk id="46" creationId="{76164172-1A63-E159-4A9E-15E08B9DA39C}"/>
          </ac:inkMkLst>
        </pc:inkChg>
        <pc:inkChg chg="add mod">
          <ac:chgData name="Mahima Weerasinghe" userId="e11e3f55-42da-4e07-8ead-4d7a1d7ea1c6" providerId="ADAL" clId="{A71A91A0-537E-435E-A57A-6A59184BC47A}" dt="2024-08-26T05:50:55.211" v="4139"/>
          <ac:inkMkLst>
            <pc:docMk/>
            <pc:sldMk cId="4166615261" sldId="388"/>
            <ac:inkMk id="47" creationId="{949BC8C2-E3BD-5CB1-F675-0A1A86D18A62}"/>
          </ac:inkMkLst>
        </pc:inkChg>
        <pc:inkChg chg="add mod">
          <ac:chgData name="Mahima Weerasinghe" userId="e11e3f55-42da-4e07-8ead-4d7a1d7ea1c6" providerId="ADAL" clId="{A71A91A0-537E-435E-A57A-6A59184BC47A}" dt="2024-08-18T12:12:50.377" v="2504"/>
          <ac:inkMkLst>
            <pc:docMk/>
            <pc:sldMk cId="4166615261" sldId="388"/>
            <ac:inkMk id="48" creationId="{538B7FB5-7491-E80E-4A65-7401C9471D0A}"/>
          </ac:inkMkLst>
        </pc:inkChg>
        <pc:inkChg chg="add mod">
          <ac:chgData name="Mahima Weerasinghe" userId="e11e3f55-42da-4e07-8ead-4d7a1d7ea1c6" providerId="ADAL" clId="{A71A91A0-537E-435E-A57A-6A59184BC47A}" dt="2024-08-18T12:12:50.377" v="2504"/>
          <ac:inkMkLst>
            <pc:docMk/>
            <pc:sldMk cId="4166615261" sldId="388"/>
            <ac:inkMk id="49" creationId="{308E2110-BED4-D3D7-5BDE-A8481D1190EE}"/>
          </ac:inkMkLst>
        </pc:inkChg>
        <pc:inkChg chg="add mod">
          <ac:chgData name="Mahima Weerasinghe" userId="e11e3f55-42da-4e07-8ead-4d7a1d7ea1c6" providerId="ADAL" clId="{A71A91A0-537E-435E-A57A-6A59184BC47A}" dt="2024-08-18T12:12:50.377" v="2504"/>
          <ac:inkMkLst>
            <pc:docMk/>
            <pc:sldMk cId="4166615261" sldId="388"/>
            <ac:inkMk id="50" creationId="{3C835E42-7AFD-E259-93D0-6E4E69259213}"/>
          </ac:inkMkLst>
        </pc:inkChg>
        <pc:inkChg chg="add mod">
          <ac:chgData name="Mahima Weerasinghe" userId="e11e3f55-42da-4e07-8ead-4d7a1d7ea1c6" providerId="ADAL" clId="{A71A91A0-537E-435E-A57A-6A59184BC47A}" dt="2024-08-18T12:12:50.377" v="2504"/>
          <ac:inkMkLst>
            <pc:docMk/>
            <pc:sldMk cId="4166615261" sldId="388"/>
            <ac:inkMk id="51" creationId="{F2130037-17F2-9994-AC93-2801EAA9AE63}"/>
          </ac:inkMkLst>
        </pc:inkChg>
        <pc:inkChg chg="add mod">
          <ac:chgData name="Mahima Weerasinghe" userId="e11e3f55-42da-4e07-8ead-4d7a1d7ea1c6" providerId="ADAL" clId="{A71A91A0-537E-435E-A57A-6A59184BC47A}" dt="2024-08-18T12:12:50.377" v="2504"/>
          <ac:inkMkLst>
            <pc:docMk/>
            <pc:sldMk cId="4166615261" sldId="388"/>
            <ac:inkMk id="52" creationId="{7F9D5B4F-4033-CF7E-5374-D17E0BEA2BBC}"/>
          </ac:inkMkLst>
        </pc:inkChg>
        <pc:inkChg chg="add mod">
          <ac:chgData name="Mahima Weerasinghe" userId="e11e3f55-42da-4e07-8ead-4d7a1d7ea1c6" providerId="ADAL" clId="{A71A91A0-537E-435E-A57A-6A59184BC47A}" dt="2024-08-18T12:12:50.377" v="2504"/>
          <ac:inkMkLst>
            <pc:docMk/>
            <pc:sldMk cId="4166615261" sldId="388"/>
            <ac:inkMk id="53" creationId="{932FF57E-C444-9BD4-EE04-66706A2393E3}"/>
          </ac:inkMkLst>
        </pc:inkChg>
        <pc:inkChg chg="add mod">
          <ac:chgData name="Mahima Weerasinghe" userId="e11e3f55-42da-4e07-8ead-4d7a1d7ea1c6" providerId="ADAL" clId="{A71A91A0-537E-435E-A57A-6A59184BC47A}" dt="2024-08-18T12:12:50.377" v="2504"/>
          <ac:inkMkLst>
            <pc:docMk/>
            <pc:sldMk cId="4166615261" sldId="388"/>
            <ac:inkMk id="54" creationId="{A14B92B3-8E62-F5BF-B5DF-9E4150279A94}"/>
          </ac:inkMkLst>
        </pc:inkChg>
        <pc:inkChg chg="add mod">
          <ac:chgData name="Mahima Weerasinghe" userId="e11e3f55-42da-4e07-8ead-4d7a1d7ea1c6" providerId="ADAL" clId="{A71A91A0-537E-435E-A57A-6A59184BC47A}" dt="2024-08-18T12:12:50.377" v="2504"/>
          <ac:inkMkLst>
            <pc:docMk/>
            <pc:sldMk cId="4166615261" sldId="388"/>
            <ac:inkMk id="55" creationId="{18DA8C97-4A3E-C418-1C09-CEB22567C1EC}"/>
          </ac:inkMkLst>
        </pc:inkChg>
        <pc:inkChg chg="add mod">
          <ac:chgData name="Mahima Weerasinghe" userId="e11e3f55-42da-4e07-8ead-4d7a1d7ea1c6" providerId="ADAL" clId="{A71A91A0-537E-435E-A57A-6A59184BC47A}" dt="2024-08-18T12:12:50.377" v="2504"/>
          <ac:inkMkLst>
            <pc:docMk/>
            <pc:sldMk cId="4166615261" sldId="388"/>
            <ac:inkMk id="57" creationId="{427893AE-41D4-F480-BE40-D32A5E99CD14}"/>
          </ac:inkMkLst>
        </pc:inkChg>
        <pc:inkChg chg="add mod">
          <ac:chgData name="Mahima Weerasinghe" userId="e11e3f55-42da-4e07-8ead-4d7a1d7ea1c6" providerId="ADAL" clId="{A71A91A0-537E-435E-A57A-6A59184BC47A}" dt="2024-08-18T12:12:50.377" v="2504"/>
          <ac:inkMkLst>
            <pc:docMk/>
            <pc:sldMk cId="4166615261" sldId="388"/>
            <ac:inkMk id="58" creationId="{24CC173A-D74F-2B93-A05E-7F2BC7A29763}"/>
          </ac:inkMkLst>
        </pc:inkChg>
        <pc:inkChg chg="add mod">
          <ac:chgData name="Mahima Weerasinghe" userId="e11e3f55-42da-4e07-8ead-4d7a1d7ea1c6" providerId="ADAL" clId="{A71A91A0-537E-435E-A57A-6A59184BC47A}" dt="2024-08-18T12:12:50.377" v="2504"/>
          <ac:inkMkLst>
            <pc:docMk/>
            <pc:sldMk cId="4166615261" sldId="388"/>
            <ac:inkMk id="59" creationId="{F62C1FBF-0620-D20A-ABE7-F6A9EF21902C}"/>
          </ac:inkMkLst>
        </pc:inkChg>
        <pc:inkChg chg="add mod">
          <ac:chgData name="Mahima Weerasinghe" userId="e11e3f55-42da-4e07-8ead-4d7a1d7ea1c6" providerId="ADAL" clId="{A71A91A0-537E-435E-A57A-6A59184BC47A}" dt="2024-08-18T12:12:50.377" v="2504"/>
          <ac:inkMkLst>
            <pc:docMk/>
            <pc:sldMk cId="4166615261" sldId="388"/>
            <ac:inkMk id="60" creationId="{8541EAF7-AEC7-E0F5-2177-A0B6BAE40EEC}"/>
          </ac:inkMkLst>
        </pc:inkChg>
        <pc:inkChg chg="add">
          <ac:chgData name="Mahima Weerasinghe" userId="e11e3f55-42da-4e07-8ead-4d7a1d7ea1c6" providerId="ADAL" clId="{A71A91A0-537E-435E-A57A-6A59184BC47A}" dt="2024-08-26T05:50:58.329" v="4140" actId="9405"/>
          <ac:inkMkLst>
            <pc:docMk/>
            <pc:sldMk cId="4166615261" sldId="388"/>
            <ac:inkMk id="61" creationId="{BFD388F0-D717-13B2-8246-0D795C8132BB}"/>
          </ac:inkMkLst>
        </pc:inkChg>
        <pc:inkChg chg="add mod">
          <ac:chgData name="Mahima Weerasinghe" userId="e11e3f55-42da-4e07-8ead-4d7a1d7ea1c6" providerId="ADAL" clId="{A71A91A0-537E-435E-A57A-6A59184BC47A}" dt="2024-08-18T12:04:29.159" v="2437"/>
          <ac:inkMkLst>
            <pc:docMk/>
            <pc:sldMk cId="4166615261" sldId="388"/>
            <ac:inkMk id="62" creationId="{E79B3BBC-8D71-1674-F3E8-AEBEE14A9EC8}"/>
          </ac:inkMkLst>
        </pc:inkChg>
        <pc:inkChg chg="add mod">
          <ac:chgData name="Mahima Weerasinghe" userId="e11e3f55-42da-4e07-8ead-4d7a1d7ea1c6" providerId="ADAL" clId="{A71A91A0-537E-435E-A57A-6A59184BC47A}" dt="2024-08-18T12:04:29.159" v="2437"/>
          <ac:inkMkLst>
            <pc:docMk/>
            <pc:sldMk cId="4166615261" sldId="388"/>
            <ac:inkMk id="63" creationId="{AE99F42B-72A6-CE19-3E8B-5C2F4CE74F29}"/>
          </ac:inkMkLst>
        </pc:inkChg>
        <pc:inkChg chg="add mod">
          <ac:chgData name="Mahima Weerasinghe" userId="e11e3f55-42da-4e07-8ead-4d7a1d7ea1c6" providerId="ADAL" clId="{A71A91A0-537E-435E-A57A-6A59184BC47A}" dt="2024-08-18T12:11:10.989" v="2470"/>
          <ac:inkMkLst>
            <pc:docMk/>
            <pc:sldMk cId="4166615261" sldId="388"/>
            <ac:inkMk id="65" creationId="{965105FE-E904-4DBE-8A6A-B249C6E057F6}"/>
          </ac:inkMkLst>
        </pc:inkChg>
        <pc:inkChg chg="add mod">
          <ac:chgData name="Mahima Weerasinghe" userId="e11e3f55-42da-4e07-8ead-4d7a1d7ea1c6" providerId="ADAL" clId="{A71A91A0-537E-435E-A57A-6A59184BC47A}" dt="2024-08-18T12:11:10.989" v="2470"/>
          <ac:inkMkLst>
            <pc:docMk/>
            <pc:sldMk cId="4166615261" sldId="388"/>
            <ac:inkMk id="66" creationId="{5074602E-CBC2-8AA2-2997-8BE53349F6C8}"/>
          </ac:inkMkLst>
        </pc:inkChg>
        <pc:inkChg chg="add mod">
          <ac:chgData name="Mahima Weerasinghe" userId="e11e3f55-42da-4e07-8ead-4d7a1d7ea1c6" providerId="ADAL" clId="{A71A91A0-537E-435E-A57A-6A59184BC47A}" dt="2024-08-26T05:51:02.785" v="4147"/>
          <ac:inkMkLst>
            <pc:docMk/>
            <pc:sldMk cId="4166615261" sldId="388"/>
            <ac:inkMk id="67" creationId="{4F7DC61C-F437-A9BA-0881-C97F06399146}"/>
          </ac:inkMkLst>
        </pc:inkChg>
        <pc:inkChg chg="add mod">
          <ac:chgData name="Mahima Weerasinghe" userId="e11e3f55-42da-4e07-8ead-4d7a1d7ea1c6" providerId="ADAL" clId="{A71A91A0-537E-435E-A57A-6A59184BC47A}" dt="2024-08-18T12:11:10.989" v="2470"/>
          <ac:inkMkLst>
            <pc:docMk/>
            <pc:sldMk cId="4166615261" sldId="388"/>
            <ac:inkMk id="68" creationId="{0B7632AE-E334-2D66-EB11-778D0FF5DD43}"/>
          </ac:inkMkLst>
        </pc:inkChg>
        <pc:inkChg chg="add mod">
          <ac:chgData name="Mahima Weerasinghe" userId="e11e3f55-42da-4e07-8ead-4d7a1d7ea1c6" providerId="ADAL" clId="{A71A91A0-537E-435E-A57A-6A59184BC47A}" dt="2024-08-18T12:11:10.989" v="2470"/>
          <ac:inkMkLst>
            <pc:docMk/>
            <pc:sldMk cId="4166615261" sldId="388"/>
            <ac:inkMk id="69" creationId="{AD9DF3F8-3195-BBF0-EBFC-10F8AFBD6DFA}"/>
          </ac:inkMkLst>
        </pc:inkChg>
        <pc:inkChg chg="add mod">
          <ac:chgData name="Mahima Weerasinghe" userId="e11e3f55-42da-4e07-8ead-4d7a1d7ea1c6" providerId="ADAL" clId="{A71A91A0-537E-435E-A57A-6A59184BC47A}" dt="2024-08-18T12:11:10.989" v="2470"/>
          <ac:inkMkLst>
            <pc:docMk/>
            <pc:sldMk cId="4166615261" sldId="388"/>
            <ac:inkMk id="70" creationId="{A6E8B20B-DC06-3DB1-54AF-EBA99A2615D1}"/>
          </ac:inkMkLst>
        </pc:inkChg>
        <pc:inkChg chg="add mod">
          <ac:chgData name="Mahima Weerasinghe" userId="e11e3f55-42da-4e07-8ead-4d7a1d7ea1c6" providerId="ADAL" clId="{A71A91A0-537E-435E-A57A-6A59184BC47A}" dt="2024-08-18T12:11:10.989" v="2470"/>
          <ac:inkMkLst>
            <pc:docMk/>
            <pc:sldMk cId="4166615261" sldId="388"/>
            <ac:inkMk id="71" creationId="{6227724A-71D1-EFBA-54F6-14DEC962EAFC}"/>
          </ac:inkMkLst>
        </pc:inkChg>
        <pc:inkChg chg="add mod">
          <ac:chgData name="Mahima Weerasinghe" userId="e11e3f55-42da-4e07-8ead-4d7a1d7ea1c6" providerId="ADAL" clId="{A71A91A0-537E-435E-A57A-6A59184BC47A}" dt="2024-08-18T12:11:10.989" v="2470"/>
          <ac:inkMkLst>
            <pc:docMk/>
            <pc:sldMk cId="4166615261" sldId="388"/>
            <ac:inkMk id="72" creationId="{30902661-37BD-EFB7-83CE-C0CBB0EB3E2C}"/>
          </ac:inkMkLst>
        </pc:inkChg>
        <pc:inkChg chg="add mod">
          <ac:chgData name="Mahima Weerasinghe" userId="e11e3f55-42da-4e07-8ead-4d7a1d7ea1c6" providerId="ADAL" clId="{A71A91A0-537E-435E-A57A-6A59184BC47A}" dt="2024-08-26T05:51:02.785" v="4147"/>
          <ac:inkMkLst>
            <pc:docMk/>
            <pc:sldMk cId="4166615261" sldId="388"/>
            <ac:inkMk id="73" creationId="{F890EAA6-3C12-5CB8-6B7E-9047352F9685}"/>
          </ac:inkMkLst>
        </pc:inkChg>
        <pc:inkChg chg="add mod">
          <ac:chgData name="Mahima Weerasinghe" userId="e11e3f55-42da-4e07-8ead-4d7a1d7ea1c6" providerId="ADAL" clId="{A71A91A0-537E-435E-A57A-6A59184BC47A}" dt="2024-08-26T05:51:02.785" v="4147"/>
          <ac:inkMkLst>
            <pc:docMk/>
            <pc:sldMk cId="4166615261" sldId="388"/>
            <ac:inkMk id="74" creationId="{CA73534B-99E3-6427-C47B-A292201902C9}"/>
          </ac:inkMkLst>
        </pc:inkChg>
        <pc:inkChg chg="add mod">
          <ac:chgData name="Mahima Weerasinghe" userId="e11e3f55-42da-4e07-8ead-4d7a1d7ea1c6" providerId="ADAL" clId="{A71A91A0-537E-435E-A57A-6A59184BC47A}" dt="2024-08-18T12:09:52.249" v="2455"/>
          <ac:inkMkLst>
            <pc:docMk/>
            <pc:sldMk cId="4166615261" sldId="388"/>
            <ac:inkMk id="76" creationId="{445752A5-6369-329D-772F-86DEE694C2A8}"/>
          </ac:inkMkLst>
        </pc:inkChg>
        <pc:inkChg chg="add mod">
          <ac:chgData name="Mahima Weerasinghe" userId="e11e3f55-42da-4e07-8ead-4d7a1d7ea1c6" providerId="ADAL" clId="{A71A91A0-537E-435E-A57A-6A59184BC47A}" dt="2024-08-18T12:09:52.249" v="2455"/>
          <ac:inkMkLst>
            <pc:docMk/>
            <pc:sldMk cId="4166615261" sldId="388"/>
            <ac:inkMk id="77" creationId="{7FC0283B-962C-4641-C435-BF1B5B55DFC0}"/>
          </ac:inkMkLst>
        </pc:inkChg>
        <pc:inkChg chg="add mod">
          <ac:chgData name="Mahima Weerasinghe" userId="e11e3f55-42da-4e07-8ead-4d7a1d7ea1c6" providerId="ADAL" clId="{A71A91A0-537E-435E-A57A-6A59184BC47A}" dt="2024-08-18T12:09:52.249" v="2455"/>
          <ac:inkMkLst>
            <pc:docMk/>
            <pc:sldMk cId="4166615261" sldId="388"/>
            <ac:inkMk id="78" creationId="{701A46CD-2963-67AC-7285-655805A1B9E5}"/>
          </ac:inkMkLst>
        </pc:inkChg>
        <pc:inkChg chg="add mod">
          <ac:chgData name="Mahima Weerasinghe" userId="e11e3f55-42da-4e07-8ead-4d7a1d7ea1c6" providerId="ADAL" clId="{A71A91A0-537E-435E-A57A-6A59184BC47A}" dt="2024-08-18T12:09:52.249" v="2455"/>
          <ac:inkMkLst>
            <pc:docMk/>
            <pc:sldMk cId="4166615261" sldId="388"/>
            <ac:inkMk id="79" creationId="{65E09872-A87B-0CFD-3C01-6D9EF5AB02C8}"/>
          </ac:inkMkLst>
        </pc:inkChg>
        <pc:inkChg chg="add mod">
          <ac:chgData name="Mahima Weerasinghe" userId="e11e3f55-42da-4e07-8ead-4d7a1d7ea1c6" providerId="ADAL" clId="{A71A91A0-537E-435E-A57A-6A59184BC47A}" dt="2024-08-18T12:09:52.249" v="2455"/>
          <ac:inkMkLst>
            <pc:docMk/>
            <pc:sldMk cId="4166615261" sldId="388"/>
            <ac:inkMk id="80" creationId="{EE97DDFD-154D-CA9F-1859-1F4142DEC0FE}"/>
          </ac:inkMkLst>
        </pc:inkChg>
        <pc:inkChg chg="add mod">
          <ac:chgData name="Mahima Weerasinghe" userId="e11e3f55-42da-4e07-8ead-4d7a1d7ea1c6" providerId="ADAL" clId="{A71A91A0-537E-435E-A57A-6A59184BC47A}" dt="2024-08-26T05:51:02.785" v="4147"/>
          <ac:inkMkLst>
            <pc:docMk/>
            <pc:sldMk cId="4166615261" sldId="388"/>
            <ac:inkMk id="81" creationId="{2E3207EA-FDC4-3F16-E32C-B5610F115ABE}"/>
          </ac:inkMkLst>
        </pc:inkChg>
        <pc:inkChg chg="add mod">
          <ac:chgData name="Mahima Weerasinghe" userId="e11e3f55-42da-4e07-8ead-4d7a1d7ea1c6" providerId="ADAL" clId="{A71A91A0-537E-435E-A57A-6A59184BC47A}" dt="2024-08-18T12:09:58.406" v="2466"/>
          <ac:inkMkLst>
            <pc:docMk/>
            <pc:sldMk cId="4166615261" sldId="388"/>
            <ac:inkMk id="83" creationId="{B5922950-3A7F-B309-9A47-EC63D95B1D66}"/>
          </ac:inkMkLst>
        </pc:inkChg>
        <pc:inkChg chg="add mod">
          <ac:chgData name="Mahima Weerasinghe" userId="e11e3f55-42da-4e07-8ead-4d7a1d7ea1c6" providerId="ADAL" clId="{A71A91A0-537E-435E-A57A-6A59184BC47A}" dt="2024-08-18T12:09:58.406" v="2466"/>
          <ac:inkMkLst>
            <pc:docMk/>
            <pc:sldMk cId="4166615261" sldId="388"/>
            <ac:inkMk id="84" creationId="{45CCF8B5-79A5-EE61-D9A6-81CA4CD46A18}"/>
          </ac:inkMkLst>
        </pc:inkChg>
        <pc:inkChg chg="add mod">
          <ac:chgData name="Mahima Weerasinghe" userId="e11e3f55-42da-4e07-8ead-4d7a1d7ea1c6" providerId="ADAL" clId="{A71A91A0-537E-435E-A57A-6A59184BC47A}" dt="2024-08-18T12:09:58.406" v="2466"/>
          <ac:inkMkLst>
            <pc:docMk/>
            <pc:sldMk cId="4166615261" sldId="388"/>
            <ac:inkMk id="85" creationId="{20666FEF-9A6F-7A68-9375-AF41D34CC74D}"/>
          </ac:inkMkLst>
        </pc:inkChg>
        <pc:inkChg chg="add mod">
          <ac:chgData name="Mahima Weerasinghe" userId="e11e3f55-42da-4e07-8ead-4d7a1d7ea1c6" providerId="ADAL" clId="{A71A91A0-537E-435E-A57A-6A59184BC47A}" dt="2024-08-18T12:09:58.406" v="2466"/>
          <ac:inkMkLst>
            <pc:docMk/>
            <pc:sldMk cId="4166615261" sldId="388"/>
            <ac:inkMk id="86" creationId="{05E2221D-D9E8-E22E-B9B8-3A96D99104B7}"/>
          </ac:inkMkLst>
        </pc:inkChg>
        <pc:inkChg chg="add mod">
          <ac:chgData name="Mahima Weerasinghe" userId="e11e3f55-42da-4e07-8ead-4d7a1d7ea1c6" providerId="ADAL" clId="{A71A91A0-537E-435E-A57A-6A59184BC47A}" dt="2024-08-18T12:09:58.406" v="2466"/>
          <ac:inkMkLst>
            <pc:docMk/>
            <pc:sldMk cId="4166615261" sldId="388"/>
            <ac:inkMk id="87" creationId="{EEE01B21-7EBF-501F-1258-38F2EF1F4810}"/>
          </ac:inkMkLst>
        </pc:inkChg>
        <pc:inkChg chg="add mod">
          <ac:chgData name="Mahima Weerasinghe" userId="e11e3f55-42da-4e07-8ead-4d7a1d7ea1c6" providerId="ADAL" clId="{A71A91A0-537E-435E-A57A-6A59184BC47A}" dt="2024-08-18T12:09:58.406" v="2466"/>
          <ac:inkMkLst>
            <pc:docMk/>
            <pc:sldMk cId="4166615261" sldId="388"/>
            <ac:inkMk id="88" creationId="{5C15BE40-AA83-2155-1FF2-94846C47135E}"/>
          </ac:inkMkLst>
        </pc:inkChg>
        <pc:inkChg chg="add mod">
          <ac:chgData name="Mahima Weerasinghe" userId="e11e3f55-42da-4e07-8ead-4d7a1d7ea1c6" providerId="ADAL" clId="{A71A91A0-537E-435E-A57A-6A59184BC47A}" dt="2024-08-18T12:09:58.406" v="2466"/>
          <ac:inkMkLst>
            <pc:docMk/>
            <pc:sldMk cId="4166615261" sldId="388"/>
            <ac:inkMk id="89" creationId="{81B6A734-752F-00E2-3F4D-F81EAB5D46D7}"/>
          </ac:inkMkLst>
        </pc:inkChg>
        <pc:inkChg chg="add mod">
          <ac:chgData name="Mahima Weerasinghe" userId="e11e3f55-42da-4e07-8ead-4d7a1d7ea1c6" providerId="ADAL" clId="{A71A91A0-537E-435E-A57A-6A59184BC47A}" dt="2024-08-18T12:09:58.406" v="2466"/>
          <ac:inkMkLst>
            <pc:docMk/>
            <pc:sldMk cId="4166615261" sldId="388"/>
            <ac:inkMk id="90" creationId="{12479ACC-7F5C-2FA1-E015-B1B817AA85D0}"/>
          </ac:inkMkLst>
        </pc:inkChg>
        <pc:inkChg chg="add mod">
          <ac:chgData name="Mahima Weerasinghe" userId="e11e3f55-42da-4e07-8ead-4d7a1d7ea1c6" providerId="ADAL" clId="{A71A91A0-537E-435E-A57A-6A59184BC47A}" dt="2024-08-18T12:09:58.406" v="2466"/>
          <ac:inkMkLst>
            <pc:docMk/>
            <pc:sldMk cId="4166615261" sldId="388"/>
            <ac:inkMk id="91" creationId="{40AD5CD7-882B-B9D4-AF08-0F09C2B3A277}"/>
          </ac:inkMkLst>
        </pc:inkChg>
        <pc:inkChg chg="add mod">
          <ac:chgData name="Mahima Weerasinghe" userId="e11e3f55-42da-4e07-8ead-4d7a1d7ea1c6" providerId="ADAL" clId="{A71A91A0-537E-435E-A57A-6A59184BC47A}" dt="2024-08-18T12:09:58.406" v="2466"/>
          <ac:inkMkLst>
            <pc:docMk/>
            <pc:sldMk cId="4166615261" sldId="388"/>
            <ac:inkMk id="92" creationId="{08919C8E-A2E5-DC12-E6B0-EC7382B63B21}"/>
          </ac:inkMkLst>
        </pc:inkChg>
        <pc:inkChg chg="add mod">
          <ac:chgData name="Mahima Weerasinghe" userId="e11e3f55-42da-4e07-8ead-4d7a1d7ea1c6" providerId="ADAL" clId="{A71A91A0-537E-435E-A57A-6A59184BC47A}" dt="2024-08-18T12:11:10.989" v="2470"/>
          <ac:inkMkLst>
            <pc:docMk/>
            <pc:sldMk cId="4166615261" sldId="388"/>
            <ac:inkMk id="94" creationId="{786E681C-550A-56A7-CB44-1EAA3E4B187B}"/>
          </ac:inkMkLst>
        </pc:inkChg>
        <pc:inkChg chg="add mod">
          <ac:chgData name="Mahima Weerasinghe" userId="e11e3f55-42da-4e07-8ead-4d7a1d7ea1c6" providerId="ADAL" clId="{A71A91A0-537E-435E-A57A-6A59184BC47A}" dt="2024-08-18T12:11:22.437" v="2473"/>
          <ac:inkMkLst>
            <pc:docMk/>
            <pc:sldMk cId="4166615261" sldId="388"/>
            <ac:inkMk id="96" creationId="{DDF7A795-87AF-686F-E007-E5D77311F50D}"/>
          </ac:inkMkLst>
        </pc:inkChg>
        <pc:inkChg chg="add mod">
          <ac:chgData name="Mahima Weerasinghe" userId="e11e3f55-42da-4e07-8ead-4d7a1d7ea1c6" providerId="ADAL" clId="{A71A91A0-537E-435E-A57A-6A59184BC47A}" dt="2024-08-18T12:11:22.437" v="2473"/>
          <ac:inkMkLst>
            <pc:docMk/>
            <pc:sldMk cId="4166615261" sldId="388"/>
            <ac:inkMk id="97" creationId="{D05B05A2-53FA-95A0-15F4-E6701189A910}"/>
          </ac:inkMkLst>
        </pc:inkChg>
        <pc:inkChg chg="add">
          <ac:chgData name="Mahima Weerasinghe" userId="e11e3f55-42da-4e07-8ead-4d7a1d7ea1c6" providerId="ADAL" clId="{A71A91A0-537E-435E-A57A-6A59184BC47A}" dt="2024-08-18T12:11:27.442" v="2474" actId="9405"/>
          <ac:inkMkLst>
            <pc:docMk/>
            <pc:sldMk cId="4166615261" sldId="388"/>
            <ac:inkMk id="99" creationId="{2BB036B0-A054-E51E-01ED-F00AB078F07A}"/>
          </ac:inkMkLst>
        </pc:inkChg>
        <pc:inkChg chg="add mod">
          <ac:chgData name="Mahima Weerasinghe" userId="e11e3f55-42da-4e07-8ead-4d7a1d7ea1c6" providerId="ADAL" clId="{A71A91A0-537E-435E-A57A-6A59184BC47A}" dt="2024-08-18T12:11:34.828" v="2482"/>
          <ac:inkMkLst>
            <pc:docMk/>
            <pc:sldMk cId="4166615261" sldId="388"/>
            <ac:inkMk id="100" creationId="{C0F61D39-E01E-F415-5837-254AD853806A}"/>
          </ac:inkMkLst>
        </pc:inkChg>
        <pc:inkChg chg="add mod">
          <ac:chgData name="Mahima Weerasinghe" userId="e11e3f55-42da-4e07-8ead-4d7a1d7ea1c6" providerId="ADAL" clId="{A71A91A0-537E-435E-A57A-6A59184BC47A}" dt="2024-08-18T12:11:34.828" v="2482"/>
          <ac:inkMkLst>
            <pc:docMk/>
            <pc:sldMk cId="4166615261" sldId="388"/>
            <ac:inkMk id="101" creationId="{A50250CA-3A4A-FFF6-3899-0DE80F1480BB}"/>
          </ac:inkMkLst>
        </pc:inkChg>
        <pc:inkChg chg="add mod">
          <ac:chgData name="Mahima Weerasinghe" userId="e11e3f55-42da-4e07-8ead-4d7a1d7ea1c6" providerId="ADAL" clId="{A71A91A0-537E-435E-A57A-6A59184BC47A}" dt="2024-08-26T05:51:02.785" v="4147"/>
          <ac:inkMkLst>
            <pc:docMk/>
            <pc:sldMk cId="4166615261" sldId="388"/>
            <ac:inkMk id="102" creationId="{9B40B0DA-B883-5D0E-C90A-572A893B546A}"/>
          </ac:inkMkLst>
        </pc:inkChg>
        <pc:inkChg chg="add mod">
          <ac:chgData name="Mahima Weerasinghe" userId="e11e3f55-42da-4e07-8ead-4d7a1d7ea1c6" providerId="ADAL" clId="{A71A91A0-537E-435E-A57A-6A59184BC47A}" dt="2024-08-18T12:11:34.828" v="2482"/>
          <ac:inkMkLst>
            <pc:docMk/>
            <pc:sldMk cId="4166615261" sldId="388"/>
            <ac:inkMk id="103" creationId="{3C153F4D-63EC-764E-4E17-EF26C4AAEA40}"/>
          </ac:inkMkLst>
        </pc:inkChg>
        <pc:inkChg chg="add mod">
          <ac:chgData name="Mahima Weerasinghe" userId="e11e3f55-42da-4e07-8ead-4d7a1d7ea1c6" providerId="ADAL" clId="{A71A91A0-537E-435E-A57A-6A59184BC47A}" dt="2024-08-18T12:11:34.828" v="2482"/>
          <ac:inkMkLst>
            <pc:docMk/>
            <pc:sldMk cId="4166615261" sldId="388"/>
            <ac:inkMk id="104" creationId="{12101EA9-6D5B-D9DC-6FF9-4F525A2B26AB}"/>
          </ac:inkMkLst>
        </pc:inkChg>
        <pc:inkChg chg="add mod">
          <ac:chgData name="Mahima Weerasinghe" userId="e11e3f55-42da-4e07-8ead-4d7a1d7ea1c6" providerId="ADAL" clId="{A71A91A0-537E-435E-A57A-6A59184BC47A}" dt="2024-08-18T12:11:34.828" v="2482"/>
          <ac:inkMkLst>
            <pc:docMk/>
            <pc:sldMk cId="4166615261" sldId="388"/>
            <ac:inkMk id="105" creationId="{A2CD97DF-8014-DCBA-531C-9EAD4B39DD9F}"/>
          </ac:inkMkLst>
        </pc:inkChg>
        <pc:inkChg chg="add mod">
          <ac:chgData name="Mahima Weerasinghe" userId="e11e3f55-42da-4e07-8ead-4d7a1d7ea1c6" providerId="ADAL" clId="{A71A91A0-537E-435E-A57A-6A59184BC47A}" dt="2024-08-18T12:11:34.828" v="2482"/>
          <ac:inkMkLst>
            <pc:docMk/>
            <pc:sldMk cId="4166615261" sldId="388"/>
            <ac:inkMk id="106" creationId="{802B2F58-DC80-6DA7-6F0C-AD4FFC6C5958}"/>
          </ac:inkMkLst>
        </pc:inkChg>
        <pc:inkChg chg="add mod">
          <ac:chgData name="Mahima Weerasinghe" userId="e11e3f55-42da-4e07-8ead-4d7a1d7ea1c6" providerId="ADAL" clId="{A71A91A0-537E-435E-A57A-6A59184BC47A}" dt="2024-08-18T12:12:50.377" v="2504"/>
          <ac:inkMkLst>
            <pc:docMk/>
            <pc:sldMk cId="4166615261" sldId="388"/>
            <ac:inkMk id="108" creationId="{3B87F3F9-FBE9-54FA-6FD0-983BA19D0BD9}"/>
          </ac:inkMkLst>
        </pc:inkChg>
        <pc:inkChg chg="add mod">
          <ac:chgData name="Mahima Weerasinghe" userId="e11e3f55-42da-4e07-8ead-4d7a1d7ea1c6" providerId="ADAL" clId="{A71A91A0-537E-435E-A57A-6A59184BC47A}" dt="2024-08-18T12:12:50.377" v="2504"/>
          <ac:inkMkLst>
            <pc:docMk/>
            <pc:sldMk cId="4166615261" sldId="388"/>
            <ac:inkMk id="109" creationId="{2147880A-AA2C-A864-84A1-1C7D05A23F24}"/>
          </ac:inkMkLst>
        </pc:inkChg>
        <pc:inkChg chg="add mod">
          <ac:chgData name="Mahima Weerasinghe" userId="e11e3f55-42da-4e07-8ead-4d7a1d7ea1c6" providerId="ADAL" clId="{A71A91A0-537E-435E-A57A-6A59184BC47A}" dt="2024-08-26T05:51:02.785" v="4147"/>
          <ac:inkMkLst>
            <pc:docMk/>
            <pc:sldMk cId="4166615261" sldId="388"/>
            <ac:inkMk id="110" creationId="{2A3C3ED2-9FB3-C5BD-9E90-52ACCCE574D3}"/>
          </ac:inkMkLst>
        </pc:inkChg>
        <pc:inkChg chg="add mod">
          <ac:chgData name="Mahima Weerasinghe" userId="e11e3f55-42da-4e07-8ead-4d7a1d7ea1c6" providerId="ADAL" clId="{A71A91A0-537E-435E-A57A-6A59184BC47A}" dt="2024-08-18T12:12:50.377" v="2504"/>
          <ac:inkMkLst>
            <pc:docMk/>
            <pc:sldMk cId="4166615261" sldId="388"/>
            <ac:inkMk id="111" creationId="{157E9875-D078-7E27-196D-40779985278E}"/>
          </ac:inkMkLst>
        </pc:inkChg>
        <pc:inkChg chg="add mod">
          <ac:chgData name="Mahima Weerasinghe" userId="e11e3f55-42da-4e07-8ead-4d7a1d7ea1c6" providerId="ADAL" clId="{A71A91A0-537E-435E-A57A-6A59184BC47A}" dt="2024-08-18T12:12:50.377" v="2504"/>
          <ac:inkMkLst>
            <pc:docMk/>
            <pc:sldMk cId="4166615261" sldId="388"/>
            <ac:inkMk id="112" creationId="{6A0A4B8E-D76F-E1C2-DFE2-76369800D6FF}"/>
          </ac:inkMkLst>
        </pc:inkChg>
        <pc:inkChg chg="add mod">
          <ac:chgData name="Mahima Weerasinghe" userId="e11e3f55-42da-4e07-8ead-4d7a1d7ea1c6" providerId="ADAL" clId="{A71A91A0-537E-435E-A57A-6A59184BC47A}" dt="2024-08-18T12:12:50.377" v="2504"/>
          <ac:inkMkLst>
            <pc:docMk/>
            <pc:sldMk cId="4166615261" sldId="388"/>
            <ac:inkMk id="113" creationId="{DEDB9058-8E3E-C6E4-27B8-ACD2C4ED8435}"/>
          </ac:inkMkLst>
        </pc:inkChg>
        <pc:inkChg chg="add mod">
          <ac:chgData name="Mahima Weerasinghe" userId="e11e3f55-42da-4e07-8ead-4d7a1d7ea1c6" providerId="ADAL" clId="{A71A91A0-537E-435E-A57A-6A59184BC47A}" dt="2024-08-18T12:12:50.377" v="2504"/>
          <ac:inkMkLst>
            <pc:docMk/>
            <pc:sldMk cId="4166615261" sldId="388"/>
            <ac:inkMk id="114" creationId="{6747C6D6-9C7A-B22C-2F8E-F7698E26ACD6}"/>
          </ac:inkMkLst>
        </pc:inkChg>
        <pc:inkChg chg="add mod">
          <ac:chgData name="Mahima Weerasinghe" userId="e11e3f55-42da-4e07-8ead-4d7a1d7ea1c6" providerId="ADAL" clId="{A71A91A0-537E-435E-A57A-6A59184BC47A}" dt="2024-08-18T12:12:50.377" v="2504"/>
          <ac:inkMkLst>
            <pc:docMk/>
            <pc:sldMk cId="4166615261" sldId="388"/>
            <ac:inkMk id="115" creationId="{4EC99C5F-8F90-6F7B-9C9C-E704159CA29F}"/>
          </ac:inkMkLst>
        </pc:inkChg>
        <pc:inkChg chg="add mod">
          <ac:chgData name="Mahima Weerasinghe" userId="e11e3f55-42da-4e07-8ead-4d7a1d7ea1c6" providerId="ADAL" clId="{A71A91A0-537E-435E-A57A-6A59184BC47A}" dt="2024-08-18T12:12:50.377" v="2504"/>
          <ac:inkMkLst>
            <pc:docMk/>
            <pc:sldMk cId="4166615261" sldId="388"/>
            <ac:inkMk id="117" creationId="{81185E31-2629-1496-2ECF-A02CB07B7C73}"/>
          </ac:inkMkLst>
        </pc:inkChg>
        <pc:inkChg chg="add mod">
          <ac:chgData name="Mahima Weerasinghe" userId="e11e3f55-42da-4e07-8ead-4d7a1d7ea1c6" providerId="ADAL" clId="{A71A91A0-537E-435E-A57A-6A59184BC47A}" dt="2024-08-18T12:12:50.377" v="2504"/>
          <ac:inkMkLst>
            <pc:docMk/>
            <pc:sldMk cId="4166615261" sldId="388"/>
            <ac:inkMk id="119" creationId="{79001FF0-414B-D7AE-4B41-48634758990B}"/>
          </ac:inkMkLst>
        </pc:inkChg>
        <pc:inkChg chg="add mod">
          <ac:chgData name="Mahima Weerasinghe" userId="e11e3f55-42da-4e07-8ead-4d7a1d7ea1c6" providerId="ADAL" clId="{A71A91A0-537E-435E-A57A-6A59184BC47A}" dt="2024-08-18T12:12:50.377" v="2504"/>
          <ac:inkMkLst>
            <pc:docMk/>
            <pc:sldMk cId="4166615261" sldId="388"/>
            <ac:inkMk id="120" creationId="{7AC4699A-CDA4-A98E-4B1D-A67349C9A43C}"/>
          </ac:inkMkLst>
        </pc:inkChg>
        <pc:inkChg chg="add mod">
          <ac:chgData name="Mahima Weerasinghe" userId="e11e3f55-42da-4e07-8ead-4d7a1d7ea1c6" providerId="ADAL" clId="{A71A91A0-537E-435E-A57A-6A59184BC47A}" dt="2024-08-18T12:12:50.377" v="2504"/>
          <ac:inkMkLst>
            <pc:docMk/>
            <pc:sldMk cId="4166615261" sldId="388"/>
            <ac:inkMk id="122" creationId="{A26D451A-3A73-7340-D2A0-D13C74EBE50E}"/>
          </ac:inkMkLst>
        </pc:inkChg>
        <pc:inkChg chg="add">
          <ac:chgData name="Mahima Weerasinghe" userId="e11e3f55-42da-4e07-8ead-4d7a1d7ea1c6" providerId="ADAL" clId="{A71A91A0-537E-435E-A57A-6A59184BC47A}" dt="2024-08-18T12:12:44.012" v="2500" actId="9405"/>
          <ac:inkMkLst>
            <pc:docMk/>
            <pc:sldMk cId="4166615261" sldId="388"/>
            <ac:inkMk id="124" creationId="{AF5D02E7-DC1B-7BE5-8550-EC8457996D08}"/>
          </ac:inkMkLst>
        </pc:inkChg>
        <pc:inkChg chg="add mod">
          <ac:chgData name="Mahima Weerasinghe" userId="e11e3f55-42da-4e07-8ead-4d7a1d7ea1c6" providerId="ADAL" clId="{A71A91A0-537E-435E-A57A-6A59184BC47A}" dt="2024-08-18T12:12:50.377" v="2504"/>
          <ac:inkMkLst>
            <pc:docMk/>
            <pc:sldMk cId="4166615261" sldId="388"/>
            <ac:inkMk id="125" creationId="{F14A67DD-6526-5266-1D91-7B5AEE77C689}"/>
          </ac:inkMkLst>
        </pc:inkChg>
        <pc:inkChg chg="add mod">
          <ac:chgData name="Mahima Weerasinghe" userId="e11e3f55-42da-4e07-8ead-4d7a1d7ea1c6" providerId="ADAL" clId="{A71A91A0-537E-435E-A57A-6A59184BC47A}" dt="2024-08-18T12:12:50.377" v="2504"/>
          <ac:inkMkLst>
            <pc:docMk/>
            <pc:sldMk cId="4166615261" sldId="388"/>
            <ac:inkMk id="126" creationId="{A64F4E80-3F2F-1F18-4D3E-3245AE5F4A98}"/>
          </ac:inkMkLst>
        </pc:inkChg>
        <pc:inkChg chg="add mod">
          <ac:chgData name="Mahima Weerasinghe" userId="e11e3f55-42da-4e07-8ead-4d7a1d7ea1c6" providerId="ADAL" clId="{A71A91A0-537E-435E-A57A-6A59184BC47A}" dt="2024-08-18T12:12:50.377" v="2504"/>
          <ac:inkMkLst>
            <pc:docMk/>
            <pc:sldMk cId="4166615261" sldId="388"/>
            <ac:inkMk id="127" creationId="{57B36CFF-5A1D-B4AE-5CB7-7996DE0CB143}"/>
          </ac:inkMkLst>
        </pc:inkChg>
        <pc:inkChg chg="add mod">
          <ac:chgData name="Mahima Weerasinghe" userId="e11e3f55-42da-4e07-8ead-4d7a1d7ea1c6" providerId="ADAL" clId="{A71A91A0-537E-435E-A57A-6A59184BC47A}" dt="2024-08-18T12:13:02.350" v="2507"/>
          <ac:inkMkLst>
            <pc:docMk/>
            <pc:sldMk cId="4166615261" sldId="388"/>
            <ac:inkMk id="129" creationId="{1955C684-245D-3A53-C738-7EA1AA3AF010}"/>
          </ac:inkMkLst>
        </pc:inkChg>
        <pc:inkChg chg="add mod">
          <ac:chgData name="Mahima Weerasinghe" userId="e11e3f55-42da-4e07-8ead-4d7a1d7ea1c6" providerId="ADAL" clId="{A71A91A0-537E-435E-A57A-6A59184BC47A}" dt="2024-08-18T12:13:02.350" v="2507"/>
          <ac:inkMkLst>
            <pc:docMk/>
            <pc:sldMk cId="4166615261" sldId="388"/>
            <ac:inkMk id="130" creationId="{D399DE43-76D4-8F36-735A-1F3772052E37}"/>
          </ac:inkMkLst>
        </pc:inkChg>
        <pc:inkChg chg="add mod">
          <ac:chgData name="Mahima Weerasinghe" userId="e11e3f55-42da-4e07-8ead-4d7a1d7ea1c6" providerId="ADAL" clId="{A71A91A0-537E-435E-A57A-6A59184BC47A}" dt="2024-08-18T12:13:23.897" v="2533"/>
          <ac:inkMkLst>
            <pc:docMk/>
            <pc:sldMk cId="4166615261" sldId="388"/>
            <ac:inkMk id="132" creationId="{68C1E1A5-2B87-EFC9-1AE5-87B58E19A861}"/>
          </ac:inkMkLst>
        </pc:inkChg>
        <pc:inkChg chg="add mod">
          <ac:chgData name="Mahima Weerasinghe" userId="e11e3f55-42da-4e07-8ead-4d7a1d7ea1c6" providerId="ADAL" clId="{A71A91A0-537E-435E-A57A-6A59184BC47A}" dt="2024-08-18T12:13:23.897" v="2533"/>
          <ac:inkMkLst>
            <pc:docMk/>
            <pc:sldMk cId="4166615261" sldId="388"/>
            <ac:inkMk id="133" creationId="{3867C5BA-88A6-DAFC-3BFF-BFC83665C405}"/>
          </ac:inkMkLst>
        </pc:inkChg>
        <pc:inkChg chg="add mod">
          <ac:chgData name="Mahima Weerasinghe" userId="e11e3f55-42da-4e07-8ead-4d7a1d7ea1c6" providerId="ADAL" clId="{A71A91A0-537E-435E-A57A-6A59184BC47A}" dt="2024-08-18T12:13:23.897" v="2533"/>
          <ac:inkMkLst>
            <pc:docMk/>
            <pc:sldMk cId="4166615261" sldId="388"/>
            <ac:inkMk id="134" creationId="{E99683E1-F159-B643-CB8A-8C612653539D}"/>
          </ac:inkMkLst>
        </pc:inkChg>
        <pc:inkChg chg="add mod">
          <ac:chgData name="Mahima Weerasinghe" userId="e11e3f55-42da-4e07-8ead-4d7a1d7ea1c6" providerId="ADAL" clId="{A71A91A0-537E-435E-A57A-6A59184BC47A}" dt="2024-08-18T12:13:23.897" v="2533"/>
          <ac:inkMkLst>
            <pc:docMk/>
            <pc:sldMk cId="4166615261" sldId="388"/>
            <ac:inkMk id="135" creationId="{C5FB5EFC-0DB9-DD67-C1BC-D478BBEB510F}"/>
          </ac:inkMkLst>
        </pc:inkChg>
        <pc:inkChg chg="add mod">
          <ac:chgData name="Mahima Weerasinghe" userId="e11e3f55-42da-4e07-8ead-4d7a1d7ea1c6" providerId="ADAL" clId="{A71A91A0-537E-435E-A57A-6A59184BC47A}" dt="2024-08-18T12:13:23.897" v="2533"/>
          <ac:inkMkLst>
            <pc:docMk/>
            <pc:sldMk cId="4166615261" sldId="388"/>
            <ac:inkMk id="137" creationId="{2094C9CD-147E-07C2-7A77-525EB1183523}"/>
          </ac:inkMkLst>
        </pc:inkChg>
        <pc:inkChg chg="add mod">
          <ac:chgData name="Mahima Weerasinghe" userId="e11e3f55-42da-4e07-8ead-4d7a1d7ea1c6" providerId="ADAL" clId="{A71A91A0-537E-435E-A57A-6A59184BC47A}" dt="2024-08-18T12:13:23.897" v="2533"/>
          <ac:inkMkLst>
            <pc:docMk/>
            <pc:sldMk cId="4166615261" sldId="388"/>
            <ac:inkMk id="138" creationId="{31BB0F48-1180-5137-65C5-DF8076A2AF09}"/>
          </ac:inkMkLst>
        </pc:inkChg>
        <pc:inkChg chg="add mod">
          <ac:chgData name="Mahima Weerasinghe" userId="e11e3f55-42da-4e07-8ead-4d7a1d7ea1c6" providerId="ADAL" clId="{A71A91A0-537E-435E-A57A-6A59184BC47A}" dt="2024-08-18T12:13:23.897" v="2533"/>
          <ac:inkMkLst>
            <pc:docMk/>
            <pc:sldMk cId="4166615261" sldId="388"/>
            <ac:inkMk id="140" creationId="{47CC73D0-ECD9-C5C3-B518-5610B701E100}"/>
          </ac:inkMkLst>
        </pc:inkChg>
        <pc:inkChg chg="add mod">
          <ac:chgData name="Mahima Weerasinghe" userId="e11e3f55-42da-4e07-8ead-4d7a1d7ea1c6" providerId="ADAL" clId="{A71A91A0-537E-435E-A57A-6A59184BC47A}" dt="2024-08-18T12:13:23.897" v="2533"/>
          <ac:inkMkLst>
            <pc:docMk/>
            <pc:sldMk cId="4166615261" sldId="388"/>
            <ac:inkMk id="141" creationId="{75A068D7-1779-4F31-ECF9-873D18360001}"/>
          </ac:inkMkLst>
        </pc:inkChg>
        <pc:inkChg chg="add mod">
          <ac:chgData name="Mahima Weerasinghe" userId="e11e3f55-42da-4e07-8ead-4d7a1d7ea1c6" providerId="ADAL" clId="{A71A91A0-537E-435E-A57A-6A59184BC47A}" dt="2024-08-18T12:13:23.897" v="2533"/>
          <ac:inkMkLst>
            <pc:docMk/>
            <pc:sldMk cId="4166615261" sldId="388"/>
            <ac:inkMk id="142" creationId="{FF4FE005-B28E-F557-BFC0-C2BDEA7020DF}"/>
          </ac:inkMkLst>
        </pc:inkChg>
        <pc:inkChg chg="add mod">
          <ac:chgData name="Mahima Weerasinghe" userId="e11e3f55-42da-4e07-8ead-4d7a1d7ea1c6" providerId="ADAL" clId="{A71A91A0-537E-435E-A57A-6A59184BC47A}" dt="2024-08-18T12:13:23.897" v="2533"/>
          <ac:inkMkLst>
            <pc:docMk/>
            <pc:sldMk cId="4166615261" sldId="388"/>
            <ac:inkMk id="143" creationId="{9C8F3EB3-7A9B-0C99-AD22-2320AD31CF5F}"/>
          </ac:inkMkLst>
        </pc:inkChg>
        <pc:inkChg chg="add mod">
          <ac:chgData name="Mahima Weerasinghe" userId="e11e3f55-42da-4e07-8ead-4d7a1d7ea1c6" providerId="ADAL" clId="{A71A91A0-537E-435E-A57A-6A59184BC47A}" dt="2024-08-18T12:13:23.897" v="2533"/>
          <ac:inkMkLst>
            <pc:docMk/>
            <pc:sldMk cId="4166615261" sldId="388"/>
            <ac:inkMk id="144" creationId="{EDF4DE47-BE91-AA85-D0AA-8BF1896C1182}"/>
          </ac:inkMkLst>
        </pc:inkChg>
        <pc:inkChg chg="add mod">
          <ac:chgData name="Mahima Weerasinghe" userId="e11e3f55-42da-4e07-8ead-4d7a1d7ea1c6" providerId="ADAL" clId="{A71A91A0-537E-435E-A57A-6A59184BC47A}" dt="2024-08-18T12:13:23.897" v="2533"/>
          <ac:inkMkLst>
            <pc:docMk/>
            <pc:sldMk cId="4166615261" sldId="388"/>
            <ac:inkMk id="145" creationId="{B47CEBA6-F6BA-29B1-B748-608906D7D993}"/>
          </ac:inkMkLst>
        </pc:inkChg>
        <pc:inkChg chg="add mod">
          <ac:chgData name="Mahima Weerasinghe" userId="e11e3f55-42da-4e07-8ead-4d7a1d7ea1c6" providerId="ADAL" clId="{A71A91A0-537E-435E-A57A-6A59184BC47A}" dt="2024-08-18T12:13:23.897" v="2533"/>
          <ac:inkMkLst>
            <pc:docMk/>
            <pc:sldMk cId="4166615261" sldId="388"/>
            <ac:inkMk id="146" creationId="{DE640BE2-5321-CF5D-4851-B01795EC1652}"/>
          </ac:inkMkLst>
        </pc:inkChg>
        <pc:inkChg chg="add mod">
          <ac:chgData name="Mahima Weerasinghe" userId="e11e3f55-42da-4e07-8ead-4d7a1d7ea1c6" providerId="ADAL" clId="{A71A91A0-537E-435E-A57A-6A59184BC47A}" dt="2024-08-18T12:13:23.897" v="2533"/>
          <ac:inkMkLst>
            <pc:docMk/>
            <pc:sldMk cId="4166615261" sldId="388"/>
            <ac:inkMk id="148" creationId="{215EB4BE-7D90-1DC9-3382-D91B0F5103F8}"/>
          </ac:inkMkLst>
        </pc:inkChg>
        <pc:inkChg chg="add mod">
          <ac:chgData name="Mahima Weerasinghe" userId="e11e3f55-42da-4e07-8ead-4d7a1d7ea1c6" providerId="ADAL" clId="{A71A91A0-537E-435E-A57A-6A59184BC47A}" dt="2024-08-18T12:13:23.897" v="2533"/>
          <ac:inkMkLst>
            <pc:docMk/>
            <pc:sldMk cId="4166615261" sldId="388"/>
            <ac:inkMk id="149" creationId="{D1CD4A9E-8B2D-4E59-AD85-06C307C617EE}"/>
          </ac:inkMkLst>
        </pc:inkChg>
        <pc:inkChg chg="add mod">
          <ac:chgData name="Mahima Weerasinghe" userId="e11e3f55-42da-4e07-8ead-4d7a1d7ea1c6" providerId="ADAL" clId="{A71A91A0-537E-435E-A57A-6A59184BC47A}" dt="2024-08-18T12:13:23.897" v="2533"/>
          <ac:inkMkLst>
            <pc:docMk/>
            <pc:sldMk cId="4166615261" sldId="388"/>
            <ac:inkMk id="151" creationId="{B7779CD5-987D-BE4A-21D7-0AE260B1EDED}"/>
          </ac:inkMkLst>
        </pc:inkChg>
        <pc:inkChg chg="add mod">
          <ac:chgData name="Mahima Weerasinghe" userId="e11e3f55-42da-4e07-8ead-4d7a1d7ea1c6" providerId="ADAL" clId="{A71A91A0-537E-435E-A57A-6A59184BC47A}" dt="2024-08-18T12:13:23.897" v="2533"/>
          <ac:inkMkLst>
            <pc:docMk/>
            <pc:sldMk cId="4166615261" sldId="388"/>
            <ac:inkMk id="152" creationId="{3F90977C-9279-4437-DBCF-BE929A3DE680}"/>
          </ac:inkMkLst>
        </pc:inkChg>
        <pc:inkChg chg="add mod">
          <ac:chgData name="Mahima Weerasinghe" userId="e11e3f55-42da-4e07-8ead-4d7a1d7ea1c6" providerId="ADAL" clId="{A71A91A0-537E-435E-A57A-6A59184BC47A}" dt="2024-08-18T12:13:23.897" v="2533"/>
          <ac:inkMkLst>
            <pc:docMk/>
            <pc:sldMk cId="4166615261" sldId="388"/>
            <ac:inkMk id="153" creationId="{C047B24B-DD5F-D263-D774-7ECEA58C4EAB}"/>
          </ac:inkMkLst>
        </pc:inkChg>
        <pc:inkChg chg="add mod">
          <ac:chgData name="Mahima Weerasinghe" userId="e11e3f55-42da-4e07-8ead-4d7a1d7ea1c6" providerId="ADAL" clId="{A71A91A0-537E-435E-A57A-6A59184BC47A}" dt="2024-08-18T12:13:23.897" v="2533"/>
          <ac:inkMkLst>
            <pc:docMk/>
            <pc:sldMk cId="4166615261" sldId="388"/>
            <ac:inkMk id="154" creationId="{9C0A2172-9D4C-14A7-C000-E2C16CC5209E}"/>
          </ac:inkMkLst>
        </pc:inkChg>
        <pc:inkChg chg="add mod">
          <ac:chgData name="Mahima Weerasinghe" userId="e11e3f55-42da-4e07-8ead-4d7a1d7ea1c6" providerId="ADAL" clId="{A71A91A0-537E-435E-A57A-6A59184BC47A}" dt="2024-08-18T12:13:23.897" v="2533"/>
          <ac:inkMkLst>
            <pc:docMk/>
            <pc:sldMk cId="4166615261" sldId="388"/>
            <ac:inkMk id="155" creationId="{4C0133D7-E145-5E83-5AC3-AD41F11E4B5F}"/>
          </ac:inkMkLst>
        </pc:inkChg>
        <pc:inkChg chg="add mod">
          <ac:chgData name="Mahima Weerasinghe" userId="e11e3f55-42da-4e07-8ead-4d7a1d7ea1c6" providerId="ADAL" clId="{A71A91A0-537E-435E-A57A-6A59184BC47A}" dt="2024-08-18T12:13:23.897" v="2533"/>
          <ac:inkMkLst>
            <pc:docMk/>
            <pc:sldMk cId="4166615261" sldId="388"/>
            <ac:inkMk id="156" creationId="{6B3E17AD-4103-9B88-13BA-669D5171D8F3}"/>
          </ac:inkMkLst>
        </pc:inkChg>
        <pc:inkChg chg="add mod">
          <ac:chgData name="Mahima Weerasinghe" userId="e11e3f55-42da-4e07-8ead-4d7a1d7ea1c6" providerId="ADAL" clId="{A71A91A0-537E-435E-A57A-6A59184BC47A}" dt="2024-08-18T12:13:28.622" v="2541"/>
          <ac:inkMkLst>
            <pc:docMk/>
            <pc:sldMk cId="4166615261" sldId="388"/>
            <ac:inkMk id="158" creationId="{374B1FCF-2281-D28D-A874-479F5B7A6632}"/>
          </ac:inkMkLst>
        </pc:inkChg>
        <pc:inkChg chg="add mod">
          <ac:chgData name="Mahima Weerasinghe" userId="e11e3f55-42da-4e07-8ead-4d7a1d7ea1c6" providerId="ADAL" clId="{A71A91A0-537E-435E-A57A-6A59184BC47A}" dt="2024-08-18T12:13:28.622" v="2541"/>
          <ac:inkMkLst>
            <pc:docMk/>
            <pc:sldMk cId="4166615261" sldId="388"/>
            <ac:inkMk id="159" creationId="{79AF8129-5BFC-FAAD-7ADA-57F5279028FA}"/>
          </ac:inkMkLst>
        </pc:inkChg>
        <pc:inkChg chg="add mod">
          <ac:chgData name="Mahima Weerasinghe" userId="e11e3f55-42da-4e07-8ead-4d7a1d7ea1c6" providerId="ADAL" clId="{A71A91A0-537E-435E-A57A-6A59184BC47A}" dt="2024-08-18T12:13:28.622" v="2541"/>
          <ac:inkMkLst>
            <pc:docMk/>
            <pc:sldMk cId="4166615261" sldId="388"/>
            <ac:inkMk id="160" creationId="{35A9A618-54EB-FB21-2A40-7FC47619679A}"/>
          </ac:inkMkLst>
        </pc:inkChg>
        <pc:inkChg chg="add mod">
          <ac:chgData name="Mahima Weerasinghe" userId="e11e3f55-42da-4e07-8ead-4d7a1d7ea1c6" providerId="ADAL" clId="{A71A91A0-537E-435E-A57A-6A59184BC47A}" dt="2024-08-18T12:13:28.622" v="2541"/>
          <ac:inkMkLst>
            <pc:docMk/>
            <pc:sldMk cId="4166615261" sldId="388"/>
            <ac:inkMk id="161" creationId="{10DB9BD6-9888-B97D-BA93-B71E4ACE53EE}"/>
          </ac:inkMkLst>
        </pc:inkChg>
        <pc:inkChg chg="add mod">
          <ac:chgData name="Mahima Weerasinghe" userId="e11e3f55-42da-4e07-8ead-4d7a1d7ea1c6" providerId="ADAL" clId="{A71A91A0-537E-435E-A57A-6A59184BC47A}" dt="2024-08-18T12:13:28.622" v="2541"/>
          <ac:inkMkLst>
            <pc:docMk/>
            <pc:sldMk cId="4166615261" sldId="388"/>
            <ac:inkMk id="162" creationId="{828E2CA3-8498-044B-3307-0D681C735AC9}"/>
          </ac:inkMkLst>
        </pc:inkChg>
        <pc:inkChg chg="add mod">
          <ac:chgData name="Mahima Weerasinghe" userId="e11e3f55-42da-4e07-8ead-4d7a1d7ea1c6" providerId="ADAL" clId="{A71A91A0-537E-435E-A57A-6A59184BC47A}" dt="2024-08-18T12:13:28.622" v="2541"/>
          <ac:inkMkLst>
            <pc:docMk/>
            <pc:sldMk cId="4166615261" sldId="388"/>
            <ac:inkMk id="163" creationId="{5493492D-1498-3F0D-786F-BA6CCCBB9598}"/>
          </ac:inkMkLst>
        </pc:inkChg>
        <pc:inkChg chg="add mod">
          <ac:chgData name="Mahima Weerasinghe" userId="e11e3f55-42da-4e07-8ead-4d7a1d7ea1c6" providerId="ADAL" clId="{A71A91A0-537E-435E-A57A-6A59184BC47A}" dt="2024-08-18T12:13:28.622" v="2541"/>
          <ac:inkMkLst>
            <pc:docMk/>
            <pc:sldMk cId="4166615261" sldId="388"/>
            <ac:inkMk id="164" creationId="{C4EC83DB-E7AA-5526-3641-100CF3F6EF37}"/>
          </ac:inkMkLst>
        </pc:inkChg>
        <pc:inkChg chg="add mod">
          <ac:chgData name="Mahima Weerasinghe" userId="e11e3f55-42da-4e07-8ead-4d7a1d7ea1c6" providerId="ADAL" clId="{A71A91A0-537E-435E-A57A-6A59184BC47A}" dt="2024-08-18T12:14:41.643" v="2551"/>
          <ac:inkMkLst>
            <pc:docMk/>
            <pc:sldMk cId="4166615261" sldId="388"/>
            <ac:inkMk id="166" creationId="{34465E58-D208-0275-BE4F-7C61F8ABECF8}"/>
          </ac:inkMkLst>
        </pc:inkChg>
        <pc:inkChg chg="add mod">
          <ac:chgData name="Mahima Weerasinghe" userId="e11e3f55-42da-4e07-8ead-4d7a1d7ea1c6" providerId="ADAL" clId="{A71A91A0-537E-435E-A57A-6A59184BC47A}" dt="2024-08-18T12:14:41.643" v="2551"/>
          <ac:inkMkLst>
            <pc:docMk/>
            <pc:sldMk cId="4166615261" sldId="388"/>
            <ac:inkMk id="167" creationId="{D93EB972-4D16-6684-FF40-BEE19E115B22}"/>
          </ac:inkMkLst>
        </pc:inkChg>
        <pc:inkChg chg="add mod">
          <ac:chgData name="Mahima Weerasinghe" userId="e11e3f55-42da-4e07-8ead-4d7a1d7ea1c6" providerId="ADAL" clId="{A71A91A0-537E-435E-A57A-6A59184BC47A}" dt="2024-08-18T12:14:41.643" v="2551"/>
          <ac:inkMkLst>
            <pc:docMk/>
            <pc:sldMk cId="4166615261" sldId="388"/>
            <ac:inkMk id="168" creationId="{CF0A0452-BC0B-1886-7893-D68ACA82324D}"/>
          </ac:inkMkLst>
        </pc:inkChg>
        <pc:inkChg chg="add mod">
          <ac:chgData name="Mahima Weerasinghe" userId="e11e3f55-42da-4e07-8ead-4d7a1d7ea1c6" providerId="ADAL" clId="{A71A91A0-537E-435E-A57A-6A59184BC47A}" dt="2024-08-18T12:14:41.643" v="2551"/>
          <ac:inkMkLst>
            <pc:docMk/>
            <pc:sldMk cId="4166615261" sldId="388"/>
            <ac:inkMk id="169" creationId="{1DF6B639-C9AD-01C2-9B55-1E54E4D94E22}"/>
          </ac:inkMkLst>
        </pc:inkChg>
        <pc:inkChg chg="add mod">
          <ac:chgData name="Mahima Weerasinghe" userId="e11e3f55-42da-4e07-8ead-4d7a1d7ea1c6" providerId="ADAL" clId="{A71A91A0-537E-435E-A57A-6A59184BC47A}" dt="2024-08-18T12:14:41.643" v="2551"/>
          <ac:inkMkLst>
            <pc:docMk/>
            <pc:sldMk cId="4166615261" sldId="388"/>
            <ac:inkMk id="170" creationId="{5182477B-1682-B745-A7B4-D6568B15AE99}"/>
          </ac:inkMkLst>
        </pc:inkChg>
        <pc:inkChg chg="add mod">
          <ac:chgData name="Mahima Weerasinghe" userId="e11e3f55-42da-4e07-8ead-4d7a1d7ea1c6" providerId="ADAL" clId="{A71A91A0-537E-435E-A57A-6A59184BC47A}" dt="2024-08-18T12:14:41.643" v="2551"/>
          <ac:inkMkLst>
            <pc:docMk/>
            <pc:sldMk cId="4166615261" sldId="388"/>
            <ac:inkMk id="171" creationId="{0E5FE893-C0C4-21BF-35A4-CD6BAEFD9A37}"/>
          </ac:inkMkLst>
        </pc:inkChg>
        <pc:inkChg chg="add mod">
          <ac:chgData name="Mahima Weerasinghe" userId="e11e3f55-42da-4e07-8ead-4d7a1d7ea1c6" providerId="ADAL" clId="{A71A91A0-537E-435E-A57A-6A59184BC47A}" dt="2024-08-18T12:14:41.643" v="2551"/>
          <ac:inkMkLst>
            <pc:docMk/>
            <pc:sldMk cId="4166615261" sldId="388"/>
            <ac:inkMk id="172" creationId="{016325DA-8615-CDFD-48DD-928ACD5158D8}"/>
          </ac:inkMkLst>
        </pc:inkChg>
        <pc:inkChg chg="add mod">
          <ac:chgData name="Mahima Weerasinghe" userId="e11e3f55-42da-4e07-8ead-4d7a1d7ea1c6" providerId="ADAL" clId="{A71A91A0-537E-435E-A57A-6A59184BC47A}" dt="2024-08-18T12:14:41.643" v="2551"/>
          <ac:inkMkLst>
            <pc:docMk/>
            <pc:sldMk cId="4166615261" sldId="388"/>
            <ac:inkMk id="173" creationId="{FEFFC40E-D478-DAC4-48C2-50DFF92DD527}"/>
          </ac:inkMkLst>
        </pc:inkChg>
        <pc:inkChg chg="add mod">
          <ac:chgData name="Mahima Weerasinghe" userId="e11e3f55-42da-4e07-8ead-4d7a1d7ea1c6" providerId="ADAL" clId="{A71A91A0-537E-435E-A57A-6A59184BC47A}" dt="2024-08-18T12:15:01.405" v="2561"/>
          <ac:inkMkLst>
            <pc:docMk/>
            <pc:sldMk cId="4166615261" sldId="388"/>
            <ac:inkMk id="175" creationId="{BDBD26DD-4979-A586-7B5D-719EB93C9670}"/>
          </ac:inkMkLst>
        </pc:inkChg>
        <pc:inkChg chg="add mod">
          <ac:chgData name="Mahima Weerasinghe" userId="e11e3f55-42da-4e07-8ead-4d7a1d7ea1c6" providerId="ADAL" clId="{A71A91A0-537E-435E-A57A-6A59184BC47A}" dt="2024-08-18T12:15:01.405" v="2561"/>
          <ac:inkMkLst>
            <pc:docMk/>
            <pc:sldMk cId="4166615261" sldId="388"/>
            <ac:inkMk id="176" creationId="{9AE76F24-5358-9F24-2593-C521C5A7ACED}"/>
          </ac:inkMkLst>
        </pc:inkChg>
        <pc:inkChg chg="add mod">
          <ac:chgData name="Mahima Weerasinghe" userId="e11e3f55-42da-4e07-8ead-4d7a1d7ea1c6" providerId="ADAL" clId="{A71A91A0-537E-435E-A57A-6A59184BC47A}" dt="2024-08-18T12:15:01.405" v="2561"/>
          <ac:inkMkLst>
            <pc:docMk/>
            <pc:sldMk cId="4166615261" sldId="388"/>
            <ac:inkMk id="177" creationId="{9BA4AF87-0822-3A8D-1652-D864F9116951}"/>
          </ac:inkMkLst>
        </pc:inkChg>
        <pc:inkChg chg="add mod">
          <ac:chgData name="Mahima Weerasinghe" userId="e11e3f55-42da-4e07-8ead-4d7a1d7ea1c6" providerId="ADAL" clId="{A71A91A0-537E-435E-A57A-6A59184BC47A}" dt="2024-08-18T12:15:01.405" v="2561"/>
          <ac:inkMkLst>
            <pc:docMk/>
            <pc:sldMk cId="4166615261" sldId="388"/>
            <ac:inkMk id="178" creationId="{0B248321-BF3A-14BE-1EA1-0DFB3D2E3F03}"/>
          </ac:inkMkLst>
        </pc:inkChg>
        <pc:inkChg chg="add mod">
          <ac:chgData name="Mahima Weerasinghe" userId="e11e3f55-42da-4e07-8ead-4d7a1d7ea1c6" providerId="ADAL" clId="{A71A91A0-537E-435E-A57A-6A59184BC47A}" dt="2024-08-18T12:15:01.405" v="2561"/>
          <ac:inkMkLst>
            <pc:docMk/>
            <pc:sldMk cId="4166615261" sldId="388"/>
            <ac:inkMk id="179" creationId="{4A258C79-A215-15F4-A806-C29EF233F972}"/>
          </ac:inkMkLst>
        </pc:inkChg>
        <pc:inkChg chg="add mod">
          <ac:chgData name="Mahima Weerasinghe" userId="e11e3f55-42da-4e07-8ead-4d7a1d7ea1c6" providerId="ADAL" clId="{A71A91A0-537E-435E-A57A-6A59184BC47A}" dt="2024-08-18T12:15:01.405" v="2561"/>
          <ac:inkMkLst>
            <pc:docMk/>
            <pc:sldMk cId="4166615261" sldId="388"/>
            <ac:inkMk id="180" creationId="{CAD41D10-D496-6F45-B974-F5382E800182}"/>
          </ac:inkMkLst>
        </pc:inkChg>
        <pc:inkChg chg="add mod">
          <ac:chgData name="Mahima Weerasinghe" userId="e11e3f55-42da-4e07-8ead-4d7a1d7ea1c6" providerId="ADAL" clId="{A71A91A0-537E-435E-A57A-6A59184BC47A}" dt="2024-08-18T12:15:01.405" v="2561"/>
          <ac:inkMkLst>
            <pc:docMk/>
            <pc:sldMk cId="4166615261" sldId="388"/>
            <ac:inkMk id="182" creationId="{D3EC5601-0B44-B38F-3BEE-A1822441AE13}"/>
          </ac:inkMkLst>
        </pc:inkChg>
        <pc:inkChg chg="add mod">
          <ac:chgData name="Mahima Weerasinghe" userId="e11e3f55-42da-4e07-8ead-4d7a1d7ea1c6" providerId="ADAL" clId="{A71A91A0-537E-435E-A57A-6A59184BC47A}" dt="2024-08-18T12:15:01.405" v="2561"/>
          <ac:inkMkLst>
            <pc:docMk/>
            <pc:sldMk cId="4166615261" sldId="388"/>
            <ac:inkMk id="183" creationId="{83103163-8C35-18A7-0D5A-084CAEFB976B}"/>
          </ac:inkMkLst>
        </pc:inkChg>
        <pc:inkChg chg="add mod">
          <ac:chgData name="Mahima Weerasinghe" userId="e11e3f55-42da-4e07-8ead-4d7a1d7ea1c6" providerId="ADAL" clId="{A71A91A0-537E-435E-A57A-6A59184BC47A}" dt="2024-08-18T12:15:05.017" v="2564"/>
          <ac:inkMkLst>
            <pc:docMk/>
            <pc:sldMk cId="4166615261" sldId="388"/>
            <ac:inkMk id="185" creationId="{A3DEFF8C-8238-5BF5-B08A-19C25C7CDA97}"/>
          </ac:inkMkLst>
        </pc:inkChg>
        <pc:inkChg chg="add mod">
          <ac:chgData name="Mahima Weerasinghe" userId="e11e3f55-42da-4e07-8ead-4d7a1d7ea1c6" providerId="ADAL" clId="{A71A91A0-537E-435E-A57A-6A59184BC47A}" dt="2024-08-18T12:15:05.017" v="2564"/>
          <ac:inkMkLst>
            <pc:docMk/>
            <pc:sldMk cId="4166615261" sldId="388"/>
            <ac:inkMk id="186" creationId="{0CC999B1-938A-B70F-2026-B8648D32653F}"/>
          </ac:inkMkLst>
        </pc:inkChg>
        <pc:inkChg chg="add">
          <ac:chgData name="Mahima Weerasinghe" userId="e11e3f55-42da-4e07-8ead-4d7a1d7ea1c6" providerId="ADAL" clId="{A71A91A0-537E-435E-A57A-6A59184BC47A}" dt="2024-08-18T12:15:06.099" v="2565" actId="9405"/>
          <ac:inkMkLst>
            <pc:docMk/>
            <pc:sldMk cId="4166615261" sldId="388"/>
            <ac:inkMk id="188" creationId="{81490115-8C79-19E7-2245-0AAA4129B4D8}"/>
          </ac:inkMkLst>
        </pc:inkChg>
        <pc:inkChg chg="add mod">
          <ac:chgData name="Mahima Weerasinghe" userId="e11e3f55-42da-4e07-8ead-4d7a1d7ea1c6" providerId="ADAL" clId="{A71A91A0-537E-435E-A57A-6A59184BC47A}" dt="2024-08-18T12:41:29.041" v="2837"/>
          <ac:inkMkLst>
            <pc:docMk/>
            <pc:sldMk cId="4166615261" sldId="388"/>
            <ac:inkMk id="189" creationId="{5C2F9048-63CF-C915-F7E5-267336449E53}"/>
          </ac:inkMkLst>
        </pc:inkChg>
        <pc:inkChg chg="add mod">
          <ac:chgData name="Mahima Weerasinghe" userId="e11e3f55-42da-4e07-8ead-4d7a1d7ea1c6" providerId="ADAL" clId="{A71A91A0-537E-435E-A57A-6A59184BC47A}" dt="2024-08-18T12:41:29.041" v="2837"/>
          <ac:inkMkLst>
            <pc:docMk/>
            <pc:sldMk cId="4166615261" sldId="388"/>
            <ac:inkMk id="190" creationId="{196CAC46-D8AB-47E8-F265-9E299A0903E7}"/>
          </ac:inkMkLst>
        </pc:inkChg>
        <pc:inkChg chg="add mod">
          <ac:chgData name="Mahima Weerasinghe" userId="e11e3f55-42da-4e07-8ead-4d7a1d7ea1c6" providerId="ADAL" clId="{A71A91A0-537E-435E-A57A-6A59184BC47A}" dt="2024-08-18T12:41:29.041" v="2837"/>
          <ac:inkMkLst>
            <pc:docMk/>
            <pc:sldMk cId="4166615261" sldId="388"/>
            <ac:inkMk id="191" creationId="{5F7CD3F7-159B-67DF-454C-70EF110FFE19}"/>
          </ac:inkMkLst>
        </pc:inkChg>
        <pc:inkChg chg="add mod">
          <ac:chgData name="Mahima Weerasinghe" userId="e11e3f55-42da-4e07-8ead-4d7a1d7ea1c6" providerId="ADAL" clId="{A71A91A0-537E-435E-A57A-6A59184BC47A}" dt="2024-08-18T12:41:29.041" v="2837"/>
          <ac:inkMkLst>
            <pc:docMk/>
            <pc:sldMk cId="4166615261" sldId="388"/>
            <ac:inkMk id="192" creationId="{152651D6-B196-1C61-3FF5-6CD8E8BA0368}"/>
          </ac:inkMkLst>
        </pc:inkChg>
        <pc:inkChg chg="add mod">
          <ac:chgData name="Mahima Weerasinghe" userId="e11e3f55-42da-4e07-8ead-4d7a1d7ea1c6" providerId="ADAL" clId="{A71A91A0-537E-435E-A57A-6A59184BC47A}" dt="2024-08-18T12:41:29.041" v="2837"/>
          <ac:inkMkLst>
            <pc:docMk/>
            <pc:sldMk cId="4166615261" sldId="388"/>
            <ac:inkMk id="193" creationId="{CE517028-E613-E798-D929-EDD5EB1C96BE}"/>
          </ac:inkMkLst>
        </pc:inkChg>
        <pc:inkChg chg="add mod">
          <ac:chgData name="Mahima Weerasinghe" userId="e11e3f55-42da-4e07-8ead-4d7a1d7ea1c6" providerId="ADAL" clId="{A71A91A0-537E-435E-A57A-6A59184BC47A}" dt="2024-08-18T12:41:29.041" v="2837"/>
          <ac:inkMkLst>
            <pc:docMk/>
            <pc:sldMk cId="4166615261" sldId="388"/>
            <ac:inkMk id="194" creationId="{4DF4B6EC-E5AB-474A-B46F-E9882D239C3E}"/>
          </ac:inkMkLst>
        </pc:inkChg>
        <pc:inkChg chg="add mod">
          <ac:chgData name="Mahima Weerasinghe" userId="e11e3f55-42da-4e07-8ead-4d7a1d7ea1c6" providerId="ADAL" clId="{A71A91A0-537E-435E-A57A-6A59184BC47A}" dt="2024-08-18T12:41:29.041" v="2837"/>
          <ac:inkMkLst>
            <pc:docMk/>
            <pc:sldMk cId="4166615261" sldId="388"/>
            <ac:inkMk id="195" creationId="{6A1DD0D0-B0D0-A2A9-D07B-8FB4C3FF906B}"/>
          </ac:inkMkLst>
        </pc:inkChg>
        <pc:inkChg chg="add mod">
          <ac:chgData name="Mahima Weerasinghe" userId="e11e3f55-42da-4e07-8ead-4d7a1d7ea1c6" providerId="ADAL" clId="{A71A91A0-537E-435E-A57A-6A59184BC47A}" dt="2024-08-18T12:41:29.041" v="2837"/>
          <ac:inkMkLst>
            <pc:docMk/>
            <pc:sldMk cId="4166615261" sldId="388"/>
            <ac:inkMk id="196" creationId="{E06AF72D-633A-EB33-C450-C25ABBD52CA1}"/>
          </ac:inkMkLst>
        </pc:inkChg>
        <pc:inkChg chg="add mod">
          <ac:chgData name="Mahima Weerasinghe" userId="e11e3f55-42da-4e07-8ead-4d7a1d7ea1c6" providerId="ADAL" clId="{A71A91A0-537E-435E-A57A-6A59184BC47A}" dt="2024-08-18T12:41:47.370" v="2842"/>
          <ac:inkMkLst>
            <pc:docMk/>
            <pc:sldMk cId="4166615261" sldId="388"/>
            <ac:inkMk id="198" creationId="{ECD08E06-9173-ADE9-2403-BDC8900791CF}"/>
          </ac:inkMkLst>
        </pc:inkChg>
        <pc:inkChg chg="add mod">
          <ac:chgData name="Mahima Weerasinghe" userId="e11e3f55-42da-4e07-8ead-4d7a1d7ea1c6" providerId="ADAL" clId="{A71A91A0-537E-435E-A57A-6A59184BC47A}" dt="2024-08-18T12:41:47.370" v="2842"/>
          <ac:inkMkLst>
            <pc:docMk/>
            <pc:sldMk cId="4166615261" sldId="388"/>
            <ac:inkMk id="199" creationId="{A57B6A5E-554E-F5E0-B3A6-450173C4A888}"/>
          </ac:inkMkLst>
        </pc:inkChg>
        <pc:inkChg chg="add mod">
          <ac:chgData name="Mahima Weerasinghe" userId="e11e3f55-42da-4e07-8ead-4d7a1d7ea1c6" providerId="ADAL" clId="{A71A91A0-537E-435E-A57A-6A59184BC47A}" dt="2024-08-18T12:41:47.370" v="2842"/>
          <ac:inkMkLst>
            <pc:docMk/>
            <pc:sldMk cId="4166615261" sldId="388"/>
            <ac:inkMk id="200" creationId="{BC854220-C300-B0DE-3A2B-47E3B0B45BA0}"/>
          </ac:inkMkLst>
        </pc:inkChg>
        <pc:inkChg chg="add mod">
          <ac:chgData name="Mahima Weerasinghe" userId="e11e3f55-42da-4e07-8ead-4d7a1d7ea1c6" providerId="ADAL" clId="{A71A91A0-537E-435E-A57A-6A59184BC47A}" dt="2024-08-18T12:41:47.370" v="2842"/>
          <ac:inkMkLst>
            <pc:docMk/>
            <pc:sldMk cId="4166615261" sldId="388"/>
            <ac:inkMk id="201" creationId="{4AA666D6-C65A-B783-9DE1-06386619818F}"/>
          </ac:inkMkLst>
        </pc:inkChg>
        <pc:inkChg chg="add mod">
          <ac:chgData name="Mahima Weerasinghe" userId="e11e3f55-42da-4e07-8ead-4d7a1d7ea1c6" providerId="ADAL" clId="{A71A91A0-537E-435E-A57A-6A59184BC47A}" dt="2024-08-18T12:42:26.664" v="2883"/>
          <ac:inkMkLst>
            <pc:docMk/>
            <pc:sldMk cId="4166615261" sldId="388"/>
            <ac:inkMk id="204" creationId="{C3291AC2-5592-6116-6153-FBA23DA3412E}"/>
          </ac:inkMkLst>
        </pc:inkChg>
        <pc:inkChg chg="add mod">
          <ac:chgData name="Mahima Weerasinghe" userId="e11e3f55-42da-4e07-8ead-4d7a1d7ea1c6" providerId="ADAL" clId="{A71A91A0-537E-435E-A57A-6A59184BC47A}" dt="2024-08-18T12:42:26.664" v="2883"/>
          <ac:inkMkLst>
            <pc:docMk/>
            <pc:sldMk cId="4166615261" sldId="388"/>
            <ac:inkMk id="205" creationId="{CB5FE716-3C87-EB42-838E-72F4B9281C7A}"/>
          </ac:inkMkLst>
        </pc:inkChg>
        <pc:inkChg chg="add mod">
          <ac:chgData name="Mahima Weerasinghe" userId="e11e3f55-42da-4e07-8ead-4d7a1d7ea1c6" providerId="ADAL" clId="{A71A91A0-537E-435E-A57A-6A59184BC47A}" dt="2024-08-18T12:42:26.664" v="2883"/>
          <ac:inkMkLst>
            <pc:docMk/>
            <pc:sldMk cId="4166615261" sldId="388"/>
            <ac:inkMk id="206" creationId="{7356ACEE-2769-E2FE-8CEF-707937C649EE}"/>
          </ac:inkMkLst>
        </pc:inkChg>
        <pc:inkChg chg="add mod">
          <ac:chgData name="Mahima Weerasinghe" userId="e11e3f55-42da-4e07-8ead-4d7a1d7ea1c6" providerId="ADAL" clId="{A71A91A0-537E-435E-A57A-6A59184BC47A}" dt="2024-08-18T12:42:26.664" v="2883"/>
          <ac:inkMkLst>
            <pc:docMk/>
            <pc:sldMk cId="4166615261" sldId="388"/>
            <ac:inkMk id="208" creationId="{0F42EE73-A7AF-1920-E278-8ED9A00BE390}"/>
          </ac:inkMkLst>
        </pc:inkChg>
        <pc:inkChg chg="add mod">
          <ac:chgData name="Mahima Weerasinghe" userId="e11e3f55-42da-4e07-8ead-4d7a1d7ea1c6" providerId="ADAL" clId="{A71A91A0-537E-435E-A57A-6A59184BC47A}" dt="2024-08-18T12:42:26.664" v="2883"/>
          <ac:inkMkLst>
            <pc:docMk/>
            <pc:sldMk cId="4166615261" sldId="388"/>
            <ac:inkMk id="209" creationId="{1D9E2148-7977-D539-08EF-6E20A0010FEF}"/>
          </ac:inkMkLst>
        </pc:inkChg>
        <pc:inkChg chg="add mod">
          <ac:chgData name="Mahima Weerasinghe" userId="e11e3f55-42da-4e07-8ead-4d7a1d7ea1c6" providerId="ADAL" clId="{A71A91A0-537E-435E-A57A-6A59184BC47A}" dt="2024-08-18T12:42:26.664" v="2883"/>
          <ac:inkMkLst>
            <pc:docMk/>
            <pc:sldMk cId="4166615261" sldId="388"/>
            <ac:inkMk id="210" creationId="{7EA0BA36-7020-6847-84B4-5D2893D4E8A6}"/>
          </ac:inkMkLst>
        </pc:inkChg>
        <pc:inkChg chg="add mod">
          <ac:chgData name="Mahima Weerasinghe" userId="e11e3f55-42da-4e07-8ead-4d7a1d7ea1c6" providerId="ADAL" clId="{A71A91A0-537E-435E-A57A-6A59184BC47A}" dt="2024-08-18T12:42:26.664" v="2883"/>
          <ac:inkMkLst>
            <pc:docMk/>
            <pc:sldMk cId="4166615261" sldId="388"/>
            <ac:inkMk id="212" creationId="{C9A117AD-57BA-F858-223F-61FE71EC4DFA}"/>
          </ac:inkMkLst>
        </pc:inkChg>
        <pc:inkChg chg="add mod">
          <ac:chgData name="Mahima Weerasinghe" userId="e11e3f55-42da-4e07-8ead-4d7a1d7ea1c6" providerId="ADAL" clId="{A71A91A0-537E-435E-A57A-6A59184BC47A}" dt="2024-08-18T12:42:26.664" v="2883"/>
          <ac:inkMkLst>
            <pc:docMk/>
            <pc:sldMk cId="4166615261" sldId="388"/>
            <ac:inkMk id="213" creationId="{197324A2-1200-7D2D-B38A-AF41BC3B7EA0}"/>
          </ac:inkMkLst>
        </pc:inkChg>
        <pc:inkChg chg="add mod">
          <ac:chgData name="Mahima Weerasinghe" userId="e11e3f55-42da-4e07-8ead-4d7a1d7ea1c6" providerId="ADAL" clId="{A71A91A0-537E-435E-A57A-6A59184BC47A}" dt="2024-08-18T12:42:26.664" v="2883"/>
          <ac:inkMkLst>
            <pc:docMk/>
            <pc:sldMk cId="4166615261" sldId="388"/>
            <ac:inkMk id="214" creationId="{5D7B4178-3C0B-08A4-654D-9B27BAB2AE2A}"/>
          </ac:inkMkLst>
        </pc:inkChg>
        <pc:inkChg chg="add mod">
          <ac:chgData name="Mahima Weerasinghe" userId="e11e3f55-42da-4e07-8ead-4d7a1d7ea1c6" providerId="ADAL" clId="{A71A91A0-537E-435E-A57A-6A59184BC47A}" dt="2024-08-18T12:42:26.664" v="2883"/>
          <ac:inkMkLst>
            <pc:docMk/>
            <pc:sldMk cId="4166615261" sldId="388"/>
            <ac:inkMk id="215" creationId="{69274D14-A313-2ECF-C048-2F2915DA558C}"/>
          </ac:inkMkLst>
        </pc:inkChg>
        <pc:inkChg chg="add mod">
          <ac:chgData name="Mahima Weerasinghe" userId="e11e3f55-42da-4e07-8ead-4d7a1d7ea1c6" providerId="ADAL" clId="{A71A91A0-537E-435E-A57A-6A59184BC47A}" dt="2024-08-18T12:42:26.664" v="2883"/>
          <ac:inkMkLst>
            <pc:docMk/>
            <pc:sldMk cId="4166615261" sldId="388"/>
            <ac:inkMk id="216" creationId="{8CCAD88B-65D3-AD11-FAA7-AB16DDD79E97}"/>
          </ac:inkMkLst>
        </pc:inkChg>
        <pc:inkChg chg="add mod">
          <ac:chgData name="Mahima Weerasinghe" userId="e11e3f55-42da-4e07-8ead-4d7a1d7ea1c6" providerId="ADAL" clId="{A71A91A0-537E-435E-A57A-6A59184BC47A}" dt="2024-08-18T12:42:26.664" v="2883"/>
          <ac:inkMkLst>
            <pc:docMk/>
            <pc:sldMk cId="4166615261" sldId="388"/>
            <ac:inkMk id="217" creationId="{A4B3A2E5-CBBC-E6AC-C81E-496EC5E731D2}"/>
          </ac:inkMkLst>
        </pc:inkChg>
        <pc:inkChg chg="add mod">
          <ac:chgData name="Mahima Weerasinghe" userId="e11e3f55-42da-4e07-8ead-4d7a1d7ea1c6" providerId="ADAL" clId="{A71A91A0-537E-435E-A57A-6A59184BC47A}" dt="2024-08-18T12:42:26.664" v="2883"/>
          <ac:inkMkLst>
            <pc:docMk/>
            <pc:sldMk cId="4166615261" sldId="388"/>
            <ac:inkMk id="219" creationId="{C6030D89-909A-E4A0-8EAA-E36C7FB49D5F}"/>
          </ac:inkMkLst>
        </pc:inkChg>
        <pc:inkChg chg="add mod">
          <ac:chgData name="Mahima Weerasinghe" userId="e11e3f55-42da-4e07-8ead-4d7a1d7ea1c6" providerId="ADAL" clId="{A71A91A0-537E-435E-A57A-6A59184BC47A}" dt="2024-08-18T12:42:26.664" v="2883"/>
          <ac:inkMkLst>
            <pc:docMk/>
            <pc:sldMk cId="4166615261" sldId="388"/>
            <ac:inkMk id="220" creationId="{1989FF57-7FED-E046-4003-7210919E7764}"/>
          </ac:inkMkLst>
        </pc:inkChg>
        <pc:inkChg chg="add mod">
          <ac:chgData name="Mahima Weerasinghe" userId="e11e3f55-42da-4e07-8ead-4d7a1d7ea1c6" providerId="ADAL" clId="{A71A91A0-537E-435E-A57A-6A59184BC47A}" dt="2024-08-18T12:42:26.664" v="2883"/>
          <ac:inkMkLst>
            <pc:docMk/>
            <pc:sldMk cId="4166615261" sldId="388"/>
            <ac:inkMk id="221" creationId="{C4FA325F-AEA4-C5D2-8FBC-42041882FCF3}"/>
          </ac:inkMkLst>
        </pc:inkChg>
        <pc:inkChg chg="add mod">
          <ac:chgData name="Mahima Weerasinghe" userId="e11e3f55-42da-4e07-8ead-4d7a1d7ea1c6" providerId="ADAL" clId="{A71A91A0-537E-435E-A57A-6A59184BC47A}" dt="2024-08-18T12:42:26.664" v="2883"/>
          <ac:inkMkLst>
            <pc:docMk/>
            <pc:sldMk cId="4166615261" sldId="388"/>
            <ac:inkMk id="223" creationId="{D97BC838-A806-1329-A235-FDF7FED1D558}"/>
          </ac:inkMkLst>
        </pc:inkChg>
        <pc:inkChg chg="add mod">
          <ac:chgData name="Mahima Weerasinghe" userId="e11e3f55-42da-4e07-8ead-4d7a1d7ea1c6" providerId="ADAL" clId="{A71A91A0-537E-435E-A57A-6A59184BC47A}" dt="2024-08-18T12:42:26.664" v="2883"/>
          <ac:inkMkLst>
            <pc:docMk/>
            <pc:sldMk cId="4166615261" sldId="388"/>
            <ac:inkMk id="224" creationId="{8FBA7062-FBAE-E5CD-C2D6-8B38329C08EA}"/>
          </ac:inkMkLst>
        </pc:inkChg>
        <pc:inkChg chg="add mod">
          <ac:chgData name="Mahima Weerasinghe" userId="e11e3f55-42da-4e07-8ead-4d7a1d7ea1c6" providerId="ADAL" clId="{A71A91A0-537E-435E-A57A-6A59184BC47A}" dt="2024-08-18T12:42:26.664" v="2883"/>
          <ac:inkMkLst>
            <pc:docMk/>
            <pc:sldMk cId="4166615261" sldId="388"/>
            <ac:inkMk id="225" creationId="{B170369B-F86C-30A5-FD04-5DE350F88CED}"/>
          </ac:inkMkLst>
        </pc:inkChg>
        <pc:inkChg chg="add mod">
          <ac:chgData name="Mahima Weerasinghe" userId="e11e3f55-42da-4e07-8ead-4d7a1d7ea1c6" providerId="ADAL" clId="{A71A91A0-537E-435E-A57A-6A59184BC47A}" dt="2024-08-18T12:42:26.664" v="2883"/>
          <ac:inkMkLst>
            <pc:docMk/>
            <pc:sldMk cId="4166615261" sldId="388"/>
            <ac:inkMk id="226" creationId="{AAF6CF08-680F-9F66-EED6-C18B299ABDEA}"/>
          </ac:inkMkLst>
        </pc:inkChg>
        <pc:inkChg chg="add mod">
          <ac:chgData name="Mahima Weerasinghe" userId="e11e3f55-42da-4e07-8ead-4d7a1d7ea1c6" providerId="ADAL" clId="{A71A91A0-537E-435E-A57A-6A59184BC47A}" dt="2024-08-18T12:42:26.664" v="2883"/>
          <ac:inkMkLst>
            <pc:docMk/>
            <pc:sldMk cId="4166615261" sldId="388"/>
            <ac:inkMk id="227" creationId="{2E768F01-98E6-5ACE-084C-EC159572C5B1}"/>
          </ac:inkMkLst>
        </pc:inkChg>
        <pc:inkChg chg="add mod">
          <ac:chgData name="Mahima Weerasinghe" userId="e11e3f55-42da-4e07-8ead-4d7a1d7ea1c6" providerId="ADAL" clId="{A71A91A0-537E-435E-A57A-6A59184BC47A}" dt="2024-08-18T12:42:26.664" v="2883"/>
          <ac:inkMkLst>
            <pc:docMk/>
            <pc:sldMk cId="4166615261" sldId="388"/>
            <ac:inkMk id="228" creationId="{8CAF69F1-AC67-9FDE-78DC-50D67EB066C3}"/>
          </ac:inkMkLst>
        </pc:inkChg>
        <pc:inkChg chg="add mod">
          <ac:chgData name="Mahima Weerasinghe" userId="e11e3f55-42da-4e07-8ead-4d7a1d7ea1c6" providerId="ADAL" clId="{A71A91A0-537E-435E-A57A-6A59184BC47A}" dt="2024-08-18T12:42:26.664" v="2883"/>
          <ac:inkMkLst>
            <pc:docMk/>
            <pc:sldMk cId="4166615261" sldId="388"/>
            <ac:inkMk id="229" creationId="{B9AE1721-1521-6AA9-E7CB-BB04087CCE34}"/>
          </ac:inkMkLst>
        </pc:inkChg>
        <pc:inkChg chg="add mod">
          <ac:chgData name="Mahima Weerasinghe" userId="e11e3f55-42da-4e07-8ead-4d7a1d7ea1c6" providerId="ADAL" clId="{A71A91A0-537E-435E-A57A-6A59184BC47A}" dt="2024-08-18T12:42:26.664" v="2883"/>
          <ac:inkMkLst>
            <pc:docMk/>
            <pc:sldMk cId="4166615261" sldId="388"/>
            <ac:inkMk id="230" creationId="{83D72ABB-B0FD-DAEA-5AEE-968EA3D2C6FB}"/>
          </ac:inkMkLst>
        </pc:inkChg>
        <pc:inkChg chg="add mod">
          <ac:chgData name="Mahima Weerasinghe" userId="e11e3f55-42da-4e07-8ead-4d7a1d7ea1c6" providerId="ADAL" clId="{A71A91A0-537E-435E-A57A-6A59184BC47A}" dt="2024-08-18T12:42:26.664" v="2883"/>
          <ac:inkMkLst>
            <pc:docMk/>
            <pc:sldMk cId="4166615261" sldId="388"/>
            <ac:inkMk id="231" creationId="{04D59E24-FC59-0E04-076F-155ED745AF1B}"/>
          </ac:inkMkLst>
        </pc:inkChg>
        <pc:inkChg chg="add mod">
          <ac:chgData name="Mahima Weerasinghe" userId="e11e3f55-42da-4e07-8ead-4d7a1d7ea1c6" providerId="ADAL" clId="{A71A91A0-537E-435E-A57A-6A59184BC47A}" dt="2024-08-18T12:42:26.664" v="2883"/>
          <ac:inkMkLst>
            <pc:docMk/>
            <pc:sldMk cId="4166615261" sldId="388"/>
            <ac:inkMk id="232" creationId="{C3A04DA9-445C-F9E9-4223-3073349FAF26}"/>
          </ac:inkMkLst>
        </pc:inkChg>
        <pc:inkChg chg="add mod">
          <ac:chgData name="Mahima Weerasinghe" userId="e11e3f55-42da-4e07-8ead-4d7a1d7ea1c6" providerId="ADAL" clId="{A71A91A0-537E-435E-A57A-6A59184BC47A}" dt="2024-08-26T05:50:52.582" v="4134"/>
          <ac:inkMkLst>
            <pc:docMk/>
            <pc:sldMk cId="4166615261" sldId="388"/>
            <ac:inkMk id="233" creationId="{CCECA5D7-80F4-6511-6E7D-657C58678B78}"/>
          </ac:inkMkLst>
        </pc:inkChg>
        <pc:inkChg chg="add mod">
          <ac:chgData name="Mahima Weerasinghe" userId="e11e3f55-42da-4e07-8ead-4d7a1d7ea1c6" providerId="ADAL" clId="{A71A91A0-537E-435E-A57A-6A59184BC47A}" dt="2024-08-18T12:42:26.664" v="2883"/>
          <ac:inkMkLst>
            <pc:docMk/>
            <pc:sldMk cId="4166615261" sldId="388"/>
            <ac:inkMk id="234" creationId="{F2472B9A-3F04-4195-399C-6C2BD354FF73}"/>
          </ac:inkMkLst>
        </pc:inkChg>
        <pc:inkChg chg="add mod">
          <ac:chgData name="Mahima Weerasinghe" userId="e11e3f55-42da-4e07-8ead-4d7a1d7ea1c6" providerId="ADAL" clId="{A71A91A0-537E-435E-A57A-6A59184BC47A}" dt="2024-08-18T12:42:26.664" v="2883"/>
          <ac:inkMkLst>
            <pc:docMk/>
            <pc:sldMk cId="4166615261" sldId="388"/>
            <ac:inkMk id="235" creationId="{64CE6265-1112-A04C-C711-3CA2951E0CF0}"/>
          </ac:inkMkLst>
        </pc:inkChg>
        <pc:inkChg chg="add mod">
          <ac:chgData name="Mahima Weerasinghe" userId="e11e3f55-42da-4e07-8ead-4d7a1d7ea1c6" providerId="ADAL" clId="{A71A91A0-537E-435E-A57A-6A59184BC47A}" dt="2024-08-18T12:42:26.664" v="2883"/>
          <ac:inkMkLst>
            <pc:docMk/>
            <pc:sldMk cId="4166615261" sldId="388"/>
            <ac:inkMk id="236" creationId="{E90A7D5B-6C4B-6707-5211-EED08EB8BDE1}"/>
          </ac:inkMkLst>
        </pc:inkChg>
        <pc:inkChg chg="add mod">
          <ac:chgData name="Mahima Weerasinghe" userId="e11e3f55-42da-4e07-8ead-4d7a1d7ea1c6" providerId="ADAL" clId="{A71A91A0-537E-435E-A57A-6A59184BC47A}" dt="2024-08-18T12:42:26.664" v="2883"/>
          <ac:inkMkLst>
            <pc:docMk/>
            <pc:sldMk cId="4166615261" sldId="388"/>
            <ac:inkMk id="237" creationId="{9C9CF36A-C0FA-D33C-67A7-657E54251A3C}"/>
          </ac:inkMkLst>
        </pc:inkChg>
        <pc:inkChg chg="add mod">
          <ac:chgData name="Mahima Weerasinghe" userId="e11e3f55-42da-4e07-8ead-4d7a1d7ea1c6" providerId="ADAL" clId="{A71A91A0-537E-435E-A57A-6A59184BC47A}" dt="2024-08-18T12:42:26.664" v="2883"/>
          <ac:inkMkLst>
            <pc:docMk/>
            <pc:sldMk cId="4166615261" sldId="388"/>
            <ac:inkMk id="238" creationId="{AF28EA18-20EA-44D6-7593-B19D1E61F938}"/>
          </ac:inkMkLst>
        </pc:inkChg>
        <pc:inkChg chg="add mod">
          <ac:chgData name="Mahima Weerasinghe" userId="e11e3f55-42da-4e07-8ead-4d7a1d7ea1c6" providerId="ADAL" clId="{A71A91A0-537E-435E-A57A-6A59184BC47A}" dt="2024-08-18T12:42:26.664" v="2883"/>
          <ac:inkMkLst>
            <pc:docMk/>
            <pc:sldMk cId="4166615261" sldId="388"/>
            <ac:inkMk id="239" creationId="{1BCBD79C-6DA7-AEB7-890C-D63DFAF30495}"/>
          </ac:inkMkLst>
        </pc:inkChg>
        <pc:inkChg chg="add mod">
          <ac:chgData name="Mahima Weerasinghe" userId="e11e3f55-42da-4e07-8ead-4d7a1d7ea1c6" providerId="ADAL" clId="{A71A91A0-537E-435E-A57A-6A59184BC47A}" dt="2024-08-18T12:42:26.664" v="2883"/>
          <ac:inkMkLst>
            <pc:docMk/>
            <pc:sldMk cId="4166615261" sldId="388"/>
            <ac:inkMk id="240" creationId="{126B01D6-2BD8-3DEC-DA87-A13CBD79A02B}"/>
          </ac:inkMkLst>
        </pc:inkChg>
        <pc:inkChg chg="add mod">
          <ac:chgData name="Mahima Weerasinghe" userId="e11e3f55-42da-4e07-8ead-4d7a1d7ea1c6" providerId="ADAL" clId="{A71A91A0-537E-435E-A57A-6A59184BC47A}" dt="2024-08-18T12:42:26.664" v="2883"/>
          <ac:inkMkLst>
            <pc:docMk/>
            <pc:sldMk cId="4166615261" sldId="388"/>
            <ac:inkMk id="241" creationId="{8AEC0E3A-1DB7-6355-DCE7-2FD4B5206CFE}"/>
          </ac:inkMkLst>
        </pc:inkChg>
        <pc:inkChg chg="add mod">
          <ac:chgData name="Mahima Weerasinghe" userId="e11e3f55-42da-4e07-8ead-4d7a1d7ea1c6" providerId="ADAL" clId="{A71A91A0-537E-435E-A57A-6A59184BC47A}" dt="2024-08-18T12:42:26.664" v="2883"/>
          <ac:inkMkLst>
            <pc:docMk/>
            <pc:sldMk cId="4166615261" sldId="388"/>
            <ac:inkMk id="242" creationId="{28F19F16-FFFD-90E5-B1BF-7320DF8025C3}"/>
          </ac:inkMkLst>
        </pc:inkChg>
        <pc:inkChg chg="add mod">
          <ac:chgData name="Mahima Weerasinghe" userId="e11e3f55-42da-4e07-8ead-4d7a1d7ea1c6" providerId="ADAL" clId="{A71A91A0-537E-435E-A57A-6A59184BC47A}" dt="2024-08-18T12:42:26.664" v="2883"/>
          <ac:inkMkLst>
            <pc:docMk/>
            <pc:sldMk cId="4166615261" sldId="388"/>
            <ac:inkMk id="243" creationId="{01FC8F65-626E-0259-9CB0-3FE7F1381A9D}"/>
          </ac:inkMkLst>
        </pc:inkChg>
        <pc:inkChg chg="add mod">
          <ac:chgData name="Mahima Weerasinghe" userId="e11e3f55-42da-4e07-8ead-4d7a1d7ea1c6" providerId="ADAL" clId="{A71A91A0-537E-435E-A57A-6A59184BC47A}" dt="2024-08-26T05:50:52.582" v="4134"/>
          <ac:inkMkLst>
            <pc:docMk/>
            <pc:sldMk cId="4166615261" sldId="388"/>
            <ac:inkMk id="245" creationId="{DD3E6EE6-E0F0-F598-1F94-7ACD62951F1E}"/>
          </ac:inkMkLst>
        </pc:inkChg>
        <pc:inkChg chg="add mod">
          <ac:chgData name="Mahima Weerasinghe" userId="e11e3f55-42da-4e07-8ead-4d7a1d7ea1c6" providerId="ADAL" clId="{A71A91A0-537E-435E-A57A-6A59184BC47A}" dt="2024-08-26T05:50:52.582" v="4134"/>
          <ac:inkMkLst>
            <pc:docMk/>
            <pc:sldMk cId="4166615261" sldId="388"/>
            <ac:inkMk id="246" creationId="{BF0DADF0-2A06-EDAB-99A6-038BD0321659}"/>
          </ac:inkMkLst>
        </pc:inkChg>
        <pc:inkChg chg="add mod">
          <ac:chgData name="Mahima Weerasinghe" userId="e11e3f55-42da-4e07-8ead-4d7a1d7ea1c6" providerId="ADAL" clId="{A71A91A0-537E-435E-A57A-6A59184BC47A}" dt="2024-08-26T05:50:52.582" v="4134"/>
          <ac:inkMkLst>
            <pc:docMk/>
            <pc:sldMk cId="4166615261" sldId="388"/>
            <ac:inkMk id="247" creationId="{7C19F0BE-3CB1-0E87-FB8C-F9E693F3928F}"/>
          </ac:inkMkLst>
        </pc:inkChg>
        <pc:inkChg chg="add mod">
          <ac:chgData name="Mahima Weerasinghe" userId="e11e3f55-42da-4e07-8ead-4d7a1d7ea1c6" providerId="ADAL" clId="{A71A91A0-537E-435E-A57A-6A59184BC47A}" dt="2024-08-26T05:50:52.582" v="4134"/>
          <ac:inkMkLst>
            <pc:docMk/>
            <pc:sldMk cId="4166615261" sldId="388"/>
            <ac:inkMk id="248" creationId="{F486CCD3-3174-AFE6-24BF-171D0B906587}"/>
          </ac:inkMkLst>
        </pc:inkChg>
        <pc:inkChg chg="add mod">
          <ac:chgData name="Mahima Weerasinghe" userId="e11e3f55-42da-4e07-8ead-4d7a1d7ea1c6" providerId="ADAL" clId="{A71A91A0-537E-435E-A57A-6A59184BC47A}" dt="2024-08-26T05:50:52.582" v="4134"/>
          <ac:inkMkLst>
            <pc:docMk/>
            <pc:sldMk cId="4166615261" sldId="388"/>
            <ac:inkMk id="249" creationId="{5D83A74C-ADA1-1090-4CBD-14399D4351A7}"/>
          </ac:inkMkLst>
        </pc:inkChg>
        <pc:inkChg chg="add mod">
          <ac:chgData name="Mahima Weerasinghe" userId="e11e3f55-42da-4e07-8ead-4d7a1d7ea1c6" providerId="ADAL" clId="{A71A91A0-537E-435E-A57A-6A59184BC47A}" dt="2024-08-26T05:50:50.781" v="4132"/>
          <ac:inkMkLst>
            <pc:docMk/>
            <pc:sldMk cId="4166615261" sldId="388"/>
            <ac:inkMk id="251" creationId="{38CBB8F3-6218-C41B-3E0D-21056E578431}"/>
          </ac:inkMkLst>
        </pc:inkChg>
        <pc:inkChg chg="add mod">
          <ac:chgData name="Mahima Weerasinghe" userId="e11e3f55-42da-4e07-8ead-4d7a1d7ea1c6" providerId="ADAL" clId="{A71A91A0-537E-435E-A57A-6A59184BC47A}" dt="2024-08-26T05:50:52.582" v="4134"/>
          <ac:inkMkLst>
            <pc:docMk/>
            <pc:sldMk cId="4166615261" sldId="388"/>
            <ac:inkMk id="253" creationId="{82B6B4AB-DEC6-8FB9-E6B5-151945E4DB0A}"/>
          </ac:inkMkLst>
        </pc:inkChg>
        <pc:inkChg chg="add mod">
          <ac:chgData name="Mahima Weerasinghe" userId="e11e3f55-42da-4e07-8ead-4d7a1d7ea1c6" providerId="ADAL" clId="{A71A91A0-537E-435E-A57A-6A59184BC47A}" dt="2024-08-26T05:50:55.211" v="4139"/>
          <ac:inkMkLst>
            <pc:docMk/>
            <pc:sldMk cId="4166615261" sldId="388"/>
            <ac:inkMk id="255" creationId="{BDD04EB3-3D65-3C7B-655E-697B85337C38}"/>
          </ac:inkMkLst>
        </pc:inkChg>
      </pc:sldChg>
      <pc:sldChg chg="addSp delSp modSp new mod">
        <pc:chgData name="Mahima Weerasinghe" userId="e11e3f55-42da-4e07-8ead-4d7a1d7ea1c6" providerId="ADAL" clId="{A71A91A0-537E-435E-A57A-6A59184BC47A}" dt="2024-08-18T12:50:50.734" v="3084"/>
        <pc:sldMkLst>
          <pc:docMk/>
          <pc:sldMk cId="1547844152" sldId="389"/>
        </pc:sldMkLst>
        <pc:grpChg chg="del mod">
          <ac:chgData name="Mahima Weerasinghe" userId="e11e3f55-42da-4e07-8ead-4d7a1d7ea1c6" providerId="ADAL" clId="{A71A91A0-537E-435E-A57A-6A59184BC47A}" dt="2024-08-18T12:17:49.638" v="2572"/>
          <ac:grpSpMkLst>
            <pc:docMk/>
            <pc:sldMk cId="1547844152" sldId="389"/>
            <ac:grpSpMk id="6" creationId="{C82BCC1E-3279-13C8-29CD-1AA191CF6FCC}"/>
          </ac:grpSpMkLst>
        </pc:grpChg>
        <pc:grpChg chg="del mod">
          <ac:chgData name="Mahima Weerasinghe" userId="e11e3f55-42da-4e07-8ead-4d7a1d7ea1c6" providerId="ADAL" clId="{A71A91A0-537E-435E-A57A-6A59184BC47A}" dt="2024-08-18T12:17:52.178" v="2575"/>
          <ac:grpSpMkLst>
            <pc:docMk/>
            <pc:sldMk cId="1547844152" sldId="389"/>
            <ac:grpSpMk id="8" creationId="{B7768524-0B53-9A4A-C3D9-07F4D6A2829D}"/>
          </ac:grpSpMkLst>
        </pc:grpChg>
        <pc:grpChg chg="del mod">
          <ac:chgData name="Mahima Weerasinghe" userId="e11e3f55-42da-4e07-8ead-4d7a1d7ea1c6" providerId="ADAL" clId="{A71A91A0-537E-435E-A57A-6A59184BC47A}" dt="2024-08-18T12:25:36.972" v="2678"/>
          <ac:grpSpMkLst>
            <pc:docMk/>
            <pc:sldMk cId="1547844152" sldId="389"/>
            <ac:grpSpMk id="11" creationId="{6368CBA1-DFCF-6C9F-8F23-77F6F8571ACB}"/>
          </ac:grpSpMkLst>
        </pc:grpChg>
        <pc:grpChg chg="del mod">
          <ac:chgData name="Mahima Weerasinghe" userId="e11e3f55-42da-4e07-8ead-4d7a1d7ea1c6" providerId="ADAL" clId="{A71A91A0-537E-435E-A57A-6A59184BC47A}" dt="2024-08-18T12:30:40.591" v="2795"/>
          <ac:grpSpMkLst>
            <pc:docMk/>
            <pc:sldMk cId="1547844152" sldId="389"/>
            <ac:grpSpMk id="14" creationId="{5180CC0D-92E3-C6CB-5EBA-03FADA967AD5}"/>
          </ac:grpSpMkLst>
        </pc:grpChg>
        <pc:grpChg chg="mod">
          <ac:chgData name="Mahima Weerasinghe" userId="e11e3f55-42da-4e07-8ead-4d7a1d7ea1c6" providerId="ADAL" clId="{A71A91A0-537E-435E-A57A-6A59184BC47A}" dt="2024-08-18T12:17:58.821" v="2584"/>
          <ac:grpSpMkLst>
            <pc:docMk/>
            <pc:sldMk cId="1547844152" sldId="389"/>
            <ac:grpSpMk id="20" creationId="{14AAD218-BC55-07D3-648D-0223C33FF50F}"/>
          </ac:grpSpMkLst>
        </pc:grpChg>
        <pc:grpChg chg="del mod">
          <ac:chgData name="Mahima Weerasinghe" userId="e11e3f55-42da-4e07-8ead-4d7a1d7ea1c6" providerId="ADAL" clId="{A71A91A0-537E-435E-A57A-6A59184BC47A}" dt="2024-08-18T12:18:10.070" v="2593"/>
          <ac:grpSpMkLst>
            <pc:docMk/>
            <pc:sldMk cId="1547844152" sldId="389"/>
            <ac:grpSpMk id="23" creationId="{E8FD2DC1-26AD-818D-F44B-9BFA6B296960}"/>
          </ac:grpSpMkLst>
        </pc:grpChg>
        <pc:grpChg chg="del mod">
          <ac:chgData name="Mahima Weerasinghe" userId="e11e3f55-42da-4e07-8ead-4d7a1d7ea1c6" providerId="ADAL" clId="{A71A91A0-537E-435E-A57A-6A59184BC47A}" dt="2024-08-18T12:18:15.079" v="2601"/>
          <ac:grpSpMkLst>
            <pc:docMk/>
            <pc:sldMk cId="1547844152" sldId="389"/>
            <ac:grpSpMk id="29" creationId="{AF3307DF-CF60-C638-075B-33586776081A}"/>
          </ac:grpSpMkLst>
        </pc:grpChg>
        <pc:grpChg chg="del mod">
          <ac:chgData name="Mahima Weerasinghe" userId="e11e3f55-42da-4e07-8ead-4d7a1d7ea1c6" providerId="ADAL" clId="{A71A91A0-537E-435E-A57A-6A59184BC47A}" dt="2024-08-18T12:18:22.296" v="2619"/>
          <ac:grpSpMkLst>
            <pc:docMk/>
            <pc:sldMk cId="1547844152" sldId="389"/>
            <ac:grpSpMk id="37" creationId="{2CB43D79-5AFA-28DF-61AD-3CCFAD633304}"/>
          </ac:grpSpMkLst>
        </pc:grpChg>
        <pc:grpChg chg="del mod">
          <ac:chgData name="Mahima Weerasinghe" userId="e11e3f55-42da-4e07-8ead-4d7a1d7ea1c6" providerId="ADAL" clId="{A71A91A0-537E-435E-A57A-6A59184BC47A}" dt="2024-08-18T12:18:22.296" v="2619"/>
          <ac:grpSpMkLst>
            <pc:docMk/>
            <pc:sldMk cId="1547844152" sldId="389"/>
            <ac:grpSpMk id="55" creationId="{D27DA1A0-3BDB-0BCF-E609-7DD0173BB8DD}"/>
          </ac:grpSpMkLst>
        </pc:grpChg>
        <pc:grpChg chg="del mod">
          <ac:chgData name="Mahima Weerasinghe" userId="e11e3f55-42da-4e07-8ead-4d7a1d7ea1c6" providerId="ADAL" clId="{A71A91A0-537E-435E-A57A-6A59184BC47A}" dt="2024-08-18T12:18:24.633" v="2623"/>
          <ac:grpSpMkLst>
            <pc:docMk/>
            <pc:sldMk cId="1547844152" sldId="389"/>
            <ac:grpSpMk id="56" creationId="{4D448BD0-DF6C-452F-3D98-C32FEE673340}"/>
          </ac:grpSpMkLst>
        </pc:grpChg>
        <pc:grpChg chg="del mod">
          <ac:chgData name="Mahima Weerasinghe" userId="e11e3f55-42da-4e07-8ead-4d7a1d7ea1c6" providerId="ADAL" clId="{A71A91A0-537E-435E-A57A-6A59184BC47A}" dt="2024-08-18T12:28:01.861" v="2742"/>
          <ac:grpSpMkLst>
            <pc:docMk/>
            <pc:sldMk cId="1547844152" sldId="389"/>
            <ac:grpSpMk id="60" creationId="{0FF82CCE-C4DA-A1D9-E66E-91CEC9DB967F}"/>
          </ac:grpSpMkLst>
        </pc:grpChg>
        <pc:grpChg chg="mod">
          <ac:chgData name="Mahima Weerasinghe" userId="e11e3f55-42da-4e07-8ead-4d7a1d7ea1c6" providerId="ADAL" clId="{A71A91A0-537E-435E-A57A-6A59184BC47A}" dt="2024-08-18T12:18:29.545" v="2627"/>
          <ac:grpSpMkLst>
            <pc:docMk/>
            <pc:sldMk cId="1547844152" sldId="389"/>
            <ac:grpSpMk id="64" creationId="{52B269BB-5ACC-4771-E4D1-B2D6E399D1BD}"/>
          </ac:grpSpMkLst>
        </pc:grpChg>
        <pc:grpChg chg="del mod">
          <ac:chgData name="Mahima Weerasinghe" userId="e11e3f55-42da-4e07-8ead-4d7a1d7ea1c6" providerId="ADAL" clId="{A71A91A0-537E-435E-A57A-6A59184BC47A}" dt="2024-08-18T12:18:47.762" v="2645"/>
          <ac:grpSpMkLst>
            <pc:docMk/>
            <pc:sldMk cId="1547844152" sldId="389"/>
            <ac:grpSpMk id="69" creationId="{35E5F5B3-1E9E-5C95-E405-1BC34343F739}"/>
          </ac:grpSpMkLst>
        </pc:grpChg>
        <pc:grpChg chg="del mod">
          <ac:chgData name="Mahima Weerasinghe" userId="e11e3f55-42da-4e07-8ead-4d7a1d7ea1c6" providerId="ADAL" clId="{A71A91A0-537E-435E-A57A-6A59184BC47A}" dt="2024-08-18T12:18:47.762" v="2645"/>
          <ac:grpSpMkLst>
            <pc:docMk/>
            <pc:sldMk cId="1547844152" sldId="389"/>
            <ac:grpSpMk id="72" creationId="{13B2FA4F-E5CF-84FF-A253-156FE8381EA9}"/>
          </ac:grpSpMkLst>
        </pc:grpChg>
        <pc:grpChg chg="del mod">
          <ac:chgData name="Mahima Weerasinghe" userId="e11e3f55-42da-4e07-8ead-4d7a1d7ea1c6" providerId="ADAL" clId="{A71A91A0-537E-435E-A57A-6A59184BC47A}" dt="2024-08-18T12:19:26.955" v="2675"/>
          <ac:grpSpMkLst>
            <pc:docMk/>
            <pc:sldMk cId="1547844152" sldId="389"/>
            <ac:grpSpMk id="75" creationId="{95647F8A-7A89-9452-5921-27ADAAAE7B2B}"/>
          </ac:grpSpMkLst>
        </pc:grpChg>
        <pc:grpChg chg="del mod">
          <ac:chgData name="Mahima Weerasinghe" userId="e11e3f55-42da-4e07-8ead-4d7a1d7ea1c6" providerId="ADAL" clId="{A71A91A0-537E-435E-A57A-6A59184BC47A}" dt="2024-08-18T12:18:50.017" v="2651"/>
          <ac:grpSpMkLst>
            <pc:docMk/>
            <pc:sldMk cId="1547844152" sldId="389"/>
            <ac:grpSpMk id="82" creationId="{D8ECBC5A-4C80-27D6-7AFC-98C4817187DF}"/>
          </ac:grpSpMkLst>
        </pc:grpChg>
        <pc:grpChg chg="del mod">
          <ac:chgData name="Mahima Weerasinghe" userId="e11e3f55-42da-4e07-8ead-4d7a1d7ea1c6" providerId="ADAL" clId="{A71A91A0-537E-435E-A57A-6A59184BC47A}" dt="2024-08-18T12:18:48.863" v="2648"/>
          <ac:grpSpMkLst>
            <pc:docMk/>
            <pc:sldMk cId="1547844152" sldId="389"/>
            <ac:grpSpMk id="83" creationId="{11673AE0-2456-5560-3FE6-8C48CA9F1E63}"/>
          </ac:grpSpMkLst>
        </pc:grpChg>
        <pc:grpChg chg="del mod">
          <ac:chgData name="Mahima Weerasinghe" userId="e11e3f55-42da-4e07-8ead-4d7a1d7ea1c6" providerId="ADAL" clId="{A71A91A0-537E-435E-A57A-6A59184BC47A}" dt="2024-08-18T12:18:50.017" v="2651"/>
          <ac:grpSpMkLst>
            <pc:docMk/>
            <pc:sldMk cId="1547844152" sldId="389"/>
            <ac:grpSpMk id="86" creationId="{B6661AFD-3BF5-4F3A-8C3A-60D118D3EF19}"/>
          </ac:grpSpMkLst>
        </pc:grpChg>
        <pc:grpChg chg="del mod">
          <ac:chgData name="Mahima Weerasinghe" userId="e11e3f55-42da-4e07-8ead-4d7a1d7ea1c6" providerId="ADAL" clId="{A71A91A0-537E-435E-A57A-6A59184BC47A}" dt="2024-08-18T12:18:50.017" v="2651"/>
          <ac:grpSpMkLst>
            <pc:docMk/>
            <pc:sldMk cId="1547844152" sldId="389"/>
            <ac:grpSpMk id="89" creationId="{BF3EC351-9840-29CB-6FC1-882EBD889D2C}"/>
          </ac:grpSpMkLst>
        </pc:grpChg>
        <pc:grpChg chg="del mod">
          <ac:chgData name="Mahima Weerasinghe" userId="e11e3f55-42da-4e07-8ead-4d7a1d7ea1c6" providerId="ADAL" clId="{A71A91A0-537E-435E-A57A-6A59184BC47A}" dt="2024-08-18T12:18:54.102" v="2660"/>
          <ac:grpSpMkLst>
            <pc:docMk/>
            <pc:sldMk cId="1547844152" sldId="389"/>
            <ac:grpSpMk id="90" creationId="{5C07D06D-0E54-F44B-3C4A-F61684496767}"/>
          </ac:grpSpMkLst>
        </pc:grpChg>
        <pc:grpChg chg="del mod">
          <ac:chgData name="Mahima Weerasinghe" userId="e11e3f55-42da-4e07-8ead-4d7a1d7ea1c6" providerId="ADAL" clId="{A71A91A0-537E-435E-A57A-6A59184BC47A}" dt="2024-08-18T12:29:33.246" v="2765"/>
          <ac:grpSpMkLst>
            <pc:docMk/>
            <pc:sldMk cId="1547844152" sldId="389"/>
            <ac:grpSpMk id="99" creationId="{D6A13D38-9BB6-AB15-D816-121FA563EB1B}"/>
          </ac:grpSpMkLst>
        </pc:grpChg>
        <pc:grpChg chg="del mod">
          <ac:chgData name="Mahima Weerasinghe" userId="e11e3f55-42da-4e07-8ead-4d7a1d7ea1c6" providerId="ADAL" clId="{A71A91A0-537E-435E-A57A-6A59184BC47A}" dt="2024-08-18T12:29:33.246" v="2765"/>
          <ac:grpSpMkLst>
            <pc:docMk/>
            <pc:sldMk cId="1547844152" sldId="389"/>
            <ac:grpSpMk id="102" creationId="{1AF0E2FE-B1C4-BE12-904C-48DBB5395C37}"/>
          </ac:grpSpMkLst>
        </pc:grpChg>
        <pc:grpChg chg="mod">
          <ac:chgData name="Mahima Weerasinghe" userId="e11e3f55-42da-4e07-8ead-4d7a1d7ea1c6" providerId="ADAL" clId="{A71A91A0-537E-435E-A57A-6A59184BC47A}" dt="2024-08-18T12:19:26.955" v="2675"/>
          <ac:grpSpMkLst>
            <pc:docMk/>
            <pc:sldMk cId="1547844152" sldId="389"/>
            <ac:grpSpMk id="114" creationId="{7DCD90C8-016F-3126-7DE0-F9C3DA63401B}"/>
          </ac:grpSpMkLst>
        </pc:grpChg>
        <pc:grpChg chg="del mod">
          <ac:chgData name="Mahima Weerasinghe" userId="e11e3f55-42da-4e07-8ead-4d7a1d7ea1c6" providerId="ADAL" clId="{A71A91A0-537E-435E-A57A-6A59184BC47A}" dt="2024-08-18T12:26:26.364" v="2716"/>
          <ac:grpSpMkLst>
            <pc:docMk/>
            <pc:sldMk cId="1547844152" sldId="389"/>
            <ac:grpSpMk id="117" creationId="{8EAA01BB-2A0C-517A-E3F6-EBFD4CAB6575}"/>
          </ac:grpSpMkLst>
        </pc:grpChg>
        <pc:grpChg chg="del mod">
          <ac:chgData name="Mahima Weerasinghe" userId="e11e3f55-42da-4e07-8ead-4d7a1d7ea1c6" providerId="ADAL" clId="{A71A91A0-537E-435E-A57A-6A59184BC47A}" dt="2024-08-18T12:26:26.364" v="2716"/>
          <ac:grpSpMkLst>
            <pc:docMk/>
            <pc:sldMk cId="1547844152" sldId="389"/>
            <ac:grpSpMk id="122" creationId="{EEF5AEC2-E267-2382-B4B2-8C16C7897733}"/>
          </ac:grpSpMkLst>
        </pc:grpChg>
        <pc:grpChg chg="del mod">
          <ac:chgData name="Mahima Weerasinghe" userId="e11e3f55-42da-4e07-8ead-4d7a1d7ea1c6" providerId="ADAL" clId="{A71A91A0-537E-435E-A57A-6A59184BC47A}" dt="2024-08-18T12:25:51.640" v="2696"/>
          <ac:grpSpMkLst>
            <pc:docMk/>
            <pc:sldMk cId="1547844152" sldId="389"/>
            <ac:grpSpMk id="130" creationId="{A239E3AB-A19D-E4A1-C197-0059864F4C50}"/>
          </ac:grpSpMkLst>
        </pc:grpChg>
        <pc:grpChg chg="del mod">
          <ac:chgData name="Mahima Weerasinghe" userId="e11e3f55-42da-4e07-8ead-4d7a1d7ea1c6" providerId="ADAL" clId="{A71A91A0-537E-435E-A57A-6A59184BC47A}" dt="2024-08-18T12:25:53.369" v="2698"/>
          <ac:grpSpMkLst>
            <pc:docMk/>
            <pc:sldMk cId="1547844152" sldId="389"/>
            <ac:grpSpMk id="135" creationId="{733C9138-6E20-4F98-088E-ACD6ABEE7FF9}"/>
          </ac:grpSpMkLst>
        </pc:grpChg>
        <pc:grpChg chg="del mod">
          <ac:chgData name="Mahima Weerasinghe" userId="e11e3f55-42da-4e07-8ead-4d7a1d7ea1c6" providerId="ADAL" clId="{A71A91A0-537E-435E-A57A-6A59184BC47A}" dt="2024-08-18T12:26:44.413" v="2724"/>
          <ac:grpSpMkLst>
            <pc:docMk/>
            <pc:sldMk cId="1547844152" sldId="389"/>
            <ac:grpSpMk id="137" creationId="{ECCBCFE2-C880-217D-7D6B-9F593C4A466F}"/>
          </ac:grpSpMkLst>
        </pc:grpChg>
        <pc:grpChg chg="del mod">
          <ac:chgData name="Mahima Weerasinghe" userId="e11e3f55-42da-4e07-8ead-4d7a1d7ea1c6" providerId="ADAL" clId="{A71A91A0-537E-435E-A57A-6A59184BC47A}" dt="2024-08-18T12:26:44.413" v="2724"/>
          <ac:grpSpMkLst>
            <pc:docMk/>
            <pc:sldMk cId="1547844152" sldId="389"/>
            <ac:grpSpMk id="143" creationId="{37BF9D36-A9F0-4426-738F-127E14D13735}"/>
          </ac:grpSpMkLst>
        </pc:grpChg>
        <pc:grpChg chg="del mod">
          <ac:chgData name="Mahima Weerasinghe" userId="e11e3f55-42da-4e07-8ead-4d7a1d7ea1c6" providerId="ADAL" clId="{A71A91A0-537E-435E-A57A-6A59184BC47A}" dt="2024-08-18T12:26:16.582" v="2713"/>
          <ac:grpSpMkLst>
            <pc:docMk/>
            <pc:sldMk cId="1547844152" sldId="389"/>
            <ac:grpSpMk id="146" creationId="{A0AF7E06-F725-F424-37BA-08591EEE3567}"/>
          </ac:grpSpMkLst>
        </pc:grpChg>
        <pc:grpChg chg="del mod">
          <ac:chgData name="Mahima Weerasinghe" userId="e11e3f55-42da-4e07-8ead-4d7a1d7ea1c6" providerId="ADAL" clId="{A71A91A0-537E-435E-A57A-6A59184BC47A}" dt="2024-08-18T12:26:32.219" v="2718"/>
          <ac:grpSpMkLst>
            <pc:docMk/>
            <pc:sldMk cId="1547844152" sldId="389"/>
            <ac:grpSpMk id="152" creationId="{8F41C329-EEB1-CA1B-9324-09C2713A0577}"/>
          </ac:grpSpMkLst>
        </pc:grpChg>
        <pc:grpChg chg="mod">
          <ac:chgData name="Mahima Weerasinghe" userId="e11e3f55-42da-4e07-8ead-4d7a1d7ea1c6" providerId="ADAL" clId="{A71A91A0-537E-435E-A57A-6A59184BC47A}" dt="2024-08-18T12:26:26.364" v="2716"/>
          <ac:grpSpMkLst>
            <pc:docMk/>
            <pc:sldMk cId="1547844152" sldId="389"/>
            <ac:grpSpMk id="155" creationId="{DF09EEE3-E758-208B-EB6F-27059A9408C3}"/>
          </ac:grpSpMkLst>
        </pc:grpChg>
        <pc:grpChg chg="del mod">
          <ac:chgData name="Mahima Weerasinghe" userId="e11e3f55-42da-4e07-8ead-4d7a1d7ea1c6" providerId="ADAL" clId="{A71A91A0-537E-435E-A57A-6A59184BC47A}" dt="2024-08-18T12:26:44.413" v="2724"/>
          <ac:grpSpMkLst>
            <pc:docMk/>
            <pc:sldMk cId="1547844152" sldId="389"/>
            <ac:grpSpMk id="157" creationId="{BC5B94A1-A7C9-14EF-9C0F-9EF43A63CA73}"/>
          </ac:grpSpMkLst>
        </pc:grpChg>
        <pc:grpChg chg="del mod">
          <ac:chgData name="Mahima Weerasinghe" userId="e11e3f55-42da-4e07-8ead-4d7a1d7ea1c6" providerId="ADAL" clId="{A71A91A0-537E-435E-A57A-6A59184BC47A}" dt="2024-08-18T12:26:47.296" v="2727"/>
          <ac:grpSpMkLst>
            <pc:docMk/>
            <pc:sldMk cId="1547844152" sldId="389"/>
            <ac:grpSpMk id="161" creationId="{E22B6D19-FA60-C792-E493-88EE0A3DD103}"/>
          </ac:grpSpMkLst>
        </pc:grpChg>
        <pc:grpChg chg="del mod">
          <ac:chgData name="Mahima Weerasinghe" userId="e11e3f55-42da-4e07-8ead-4d7a1d7ea1c6" providerId="ADAL" clId="{A71A91A0-537E-435E-A57A-6A59184BC47A}" dt="2024-08-18T12:26:47.296" v="2727"/>
          <ac:grpSpMkLst>
            <pc:docMk/>
            <pc:sldMk cId="1547844152" sldId="389"/>
            <ac:grpSpMk id="163" creationId="{5CFC1A57-E9E5-8E8D-8A03-38E080A75C5F}"/>
          </ac:grpSpMkLst>
        </pc:grpChg>
        <pc:grpChg chg="del mod">
          <ac:chgData name="Mahima Weerasinghe" userId="e11e3f55-42da-4e07-8ead-4d7a1d7ea1c6" providerId="ADAL" clId="{A71A91A0-537E-435E-A57A-6A59184BC47A}" dt="2024-08-18T12:26:48.632" v="2729"/>
          <ac:grpSpMkLst>
            <pc:docMk/>
            <pc:sldMk cId="1547844152" sldId="389"/>
            <ac:grpSpMk id="166" creationId="{10543B88-A78D-9B93-7FE7-8948910A4839}"/>
          </ac:grpSpMkLst>
        </pc:grpChg>
        <pc:grpChg chg="del mod">
          <ac:chgData name="Mahima Weerasinghe" userId="e11e3f55-42da-4e07-8ead-4d7a1d7ea1c6" providerId="ADAL" clId="{A71A91A0-537E-435E-A57A-6A59184BC47A}" dt="2024-08-18T12:26:50.454" v="2732"/>
          <ac:grpSpMkLst>
            <pc:docMk/>
            <pc:sldMk cId="1547844152" sldId="389"/>
            <ac:grpSpMk id="168" creationId="{C5164C40-C3A8-0D67-6EC5-B68BA0BD0792}"/>
          </ac:grpSpMkLst>
        </pc:grpChg>
        <pc:grpChg chg="del mod">
          <ac:chgData name="Mahima Weerasinghe" userId="e11e3f55-42da-4e07-8ead-4d7a1d7ea1c6" providerId="ADAL" clId="{A71A91A0-537E-435E-A57A-6A59184BC47A}" dt="2024-08-18T12:30:25.168" v="2781"/>
          <ac:grpSpMkLst>
            <pc:docMk/>
            <pc:sldMk cId="1547844152" sldId="389"/>
            <ac:grpSpMk id="171" creationId="{9EBD0872-15A1-A76F-9086-83ADC21C4E20}"/>
          </ac:grpSpMkLst>
        </pc:grpChg>
        <pc:grpChg chg="del mod">
          <ac:chgData name="Mahima Weerasinghe" userId="e11e3f55-42da-4e07-8ead-4d7a1d7ea1c6" providerId="ADAL" clId="{A71A91A0-537E-435E-A57A-6A59184BC47A}" dt="2024-08-18T12:30:40.591" v="2795"/>
          <ac:grpSpMkLst>
            <pc:docMk/>
            <pc:sldMk cId="1547844152" sldId="389"/>
            <ac:grpSpMk id="176" creationId="{5E2140E2-281C-3042-3E0B-A8FFD3DE806F}"/>
          </ac:grpSpMkLst>
        </pc:grpChg>
        <pc:grpChg chg="mod">
          <ac:chgData name="Mahima Weerasinghe" userId="e11e3f55-42da-4e07-8ead-4d7a1d7ea1c6" providerId="ADAL" clId="{A71A91A0-537E-435E-A57A-6A59184BC47A}" dt="2024-08-18T12:27:57.355" v="2740"/>
          <ac:grpSpMkLst>
            <pc:docMk/>
            <pc:sldMk cId="1547844152" sldId="389"/>
            <ac:grpSpMk id="179" creationId="{8EA045E5-DA8A-0CEF-C725-957BF303E5DD}"/>
          </ac:grpSpMkLst>
        </pc:grpChg>
        <pc:grpChg chg="del mod">
          <ac:chgData name="Mahima Weerasinghe" userId="e11e3f55-42da-4e07-8ead-4d7a1d7ea1c6" providerId="ADAL" clId="{A71A91A0-537E-435E-A57A-6A59184BC47A}" dt="2024-08-18T12:28:03.725" v="2746"/>
          <ac:grpSpMkLst>
            <pc:docMk/>
            <pc:sldMk cId="1547844152" sldId="389"/>
            <ac:grpSpMk id="181" creationId="{B45AA154-F110-71B9-3CEB-9011FC3E3612}"/>
          </ac:grpSpMkLst>
        </pc:grpChg>
        <pc:grpChg chg="mod">
          <ac:chgData name="Mahima Weerasinghe" userId="e11e3f55-42da-4e07-8ead-4d7a1d7ea1c6" providerId="ADAL" clId="{A71A91A0-537E-435E-A57A-6A59184BC47A}" dt="2024-08-18T12:28:03.725" v="2746"/>
          <ac:grpSpMkLst>
            <pc:docMk/>
            <pc:sldMk cId="1547844152" sldId="389"/>
            <ac:grpSpMk id="185" creationId="{72A8FAD6-87DD-6C9F-6693-FFBB0EED923E}"/>
          </ac:grpSpMkLst>
        </pc:grpChg>
        <pc:grpChg chg="mod">
          <ac:chgData name="Mahima Weerasinghe" userId="e11e3f55-42da-4e07-8ead-4d7a1d7ea1c6" providerId="ADAL" clId="{A71A91A0-537E-435E-A57A-6A59184BC47A}" dt="2024-08-18T12:28:08.368" v="2750"/>
          <ac:grpSpMkLst>
            <pc:docMk/>
            <pc:sldMk cId="1547844152" sldId="389"/>
            <ac:grpSpMk id="189" creationId="{AA09047B-8DD0-4CE7-EE5A-5566578AB79F}"/>
          </ac:grpSpMkLst>
        </pc:grpChg>
        <pc:grpChg chg="mod">
          <ac:chgData name="Mahima Weerasinghe" userId="e11e3f55-42da-4e07-8ead-4d7a1d7ea1c6" providerId="ADAL" clId="{A71A91A0-537E-435E-A57A-6A59184BC47A}" dt="2024-08-18T12:28:10.741" v="2754"/>
          <ac:grpSpMkLst>
            <pc:docMk/>
            <pc:sldMk cId="1547844152" sldId="389"/>
            <ac:grpSpMk id="193" creationId="{9593397D-9821-0A79-1714-1B3A089A0C6B}"/>
          </ac:grpSpMkLst>
        </pc:grpChg>
        <pc:grpChg chg="mod">
          <ac:chgData name="Mahima Weerasinghe" userId="e11e3f55-42da-4e07-8ead-4d7a1d7ea1c6" providerId="ADAL" clId="{A71A91A0-537E-435E-A57A-6A59184BC47A}" dt="2024-08-18T12:28:16.971" v="2760"/>
          <ac:grpSpMkLst>
            <pc:docMk/>
            <pc:sldMk cId="1547844152" sldId="389"/>
            <ac:grpSpMk id="199" creationId="{EB5D37C1-2EDD-2CEE-CD45-E889AF6D2BA9}"/>
          </ac:grpSpMkLst>
        </pc:grpChg>
        <pc:grpChg chg="mod">
          <ac:chgData name="Mahima Weerasinghe" userId="e11e3f55-42da-4e07-8ead-4d7a1d7ea1c6" providerId="ADAL" clId="{A71A91A0-537E-435E-A57A-6A59184BC47A}" dt="2024-08-18T12:28:28.114" v="2763"/>
          <ac:grpSpMkLst>
            <pc:docMk/>
            <pc:sldMk cId="1547844152" sldId="389"/>
            <ac:grpSpMk id="202" creationId="{07E86820-5CE2-E495-AD08-936329FB67F5}"/>
          </ac:grpSpMkLst>
        </pc:grpChg>
        <pc:grpChg chg="del mod">
          <ac:chgData name="Mahima Weerasinghe" userId="e11e3f55-42da-4e07-8ead-4d7a1d7ea1c6" providerId="ADAL" clId="{A71A91A0-537E-435E-A57A-6A59184BC47A}" dt="2024-08-18T12:30:36.215" v="2792"/>
          <ac:grpSpMkLst>
            <pc:docMk/>
            <pc:sldMk cId="1547844152" sldId="389"/>
            <ac:grpSpMk id="204" creationId="{3482CC38-54E1-3F40-D7FA-CAA0C8936A41}"/>
          </ac:grpSpMkLst>
        </pc:grpChg>
        <pc:grpChg chg="mod">
          <ac:chgData name="Mahima Weerasinghe" userId="e11e3f55-42da-4e07-8ead-4d7a1d7ea1c6" providerId="ADAL" clId="{A71A91A0-537E-435E-A57A-6A59184BC47A}" dt="2024-08-18T12:29:37.391" v="2768"/>
          <ac:grpSpMkLst>
            <pc:docMk/>
            <pc:sldMk cId="1547844152" sldId="389"/>
            <ac:grpSpMk id="207" creationId="{78AA66F3-4252-E771-11C7-3B562354A0B3}"/>
          </ac:grpSpMkLst>
        </pc:grpChg>
        <pc:grpChg chg="mod">
          <ac:chgData name="Mahima Weerasinghe" userId="e11e3f55-42da-4e07-8ead-4d7a1d7ea1c6" providerId="ADAL" clId="{A71A91A0-537E-435E-A57A-6A59184BC47A}" dt="2024-08-18T12:29:41.819" v="2777"/>
          <ac:grpSpMkLst>
            <pc:docMk/>
            <pc:sldMk cId="1547844152" sldId="389"/>
            <ac:grpSpMk id="216" creationId="{7B23820B-B15E-81A7-B442-9F30EF840A39}"/>
          </ac:grpSpMkLst>
        </pc:grpChg>
        <pc:grpChg chg="mod">
          <ac:chgData name="Mahima Weerasinghe" userId="e11e3f55-42da-4e07-8ead-4d7a1d7ea1c6" providerId="ADAL" clId="{A71A91A0-537E-435E-A57A-6A59184BC47A}" dt="2024-08-18T12:29:41.819" v="2777"/>
          <ac:grpSpMkLst>
            <pc:docMk/>
            <pc:sldMk cId="1547844152" sldId="389"/>
            <ac:grpSpMk id="217" creationId="{525941F8-A4BF-0BC4-3C37-0AA530852874}"/>
          </ac:grpSpMkLst>
        </pc:grpChg>
        <pc:grpChg chg="del mod">
          <ac:chgData name="Mahima Weerasinghe" userId="e11e3f55-42da-4e07-8ead-4d7a1d7ea1c6" providerId="ADAL" clId="{A71A91A0-537E-435E-A57A-6A59184BC47A}" dt="2024-08-18T12:30:40.591" v="2795"/>
          <ac:grpSpMkLst>
            <pc:docMk/>
            <pc:sldMk cId="1547844152" sldId="389"/>
            <ac:grpSpMk id="221" creationId="{A9B7E50C-730E-5EA7-EB00-1E0FCCAE9375}"/>
          </ac:grpSpMkLst>
        </pc:grpChg>
        <pc:grpChg chg="del mod">
          <ac:chgData name="Mahima Weerasinghe" userId="e11e3f55-42da-4e07-8ead-4d7a1d7ea1c6" providerId="ADAL" clId="{A71A91A0-537E-435E-A57A-6A59184BC47A}" dt="2024-08-18T12:30:36.215" v="2792"/>
          <ac:grpSpMkLst>
            <pc:docMk/>
            <pc:sldMk cId="1547844152" sldId="389"/>
            <ac:grpSpMk id="226" creationId="{26629A38-6EF3-9D3A-8F3B-1161C24CAFB4}"/>
          </ac:grpSpMkLst>
        </pc:grpChg>
        <pc:grpChg chg="del mod">
          <ac:chgData name="Mahima Weerasinghe" userId="e11e3f55-42da-4e07-8ead-4d7a1d7ea1c6" providerId="ADAL" clId="{A71A91A0-537E-435E-A57A-6A59184BC47A}" dt="2024-08-18T12:30:40.591" v="2795"/>
          <ac:grpSpMkLst>
            <pc:docMk/>
            <pc:sldMk cId="1547844152" sldId="389"/>
            <ac:grpSpMk id="230" creationId="{1BD49495-8F6C-1A3B-47E7-EB271D4D7F88}"/>
          </ac:grpSpMkLst>
        </pc:grpChg>
        <pc:grpChg chg="mod">
          <ac:chgData name="Mahima Weerasinghe" userId="e11e3f55-42da-4e07-8ead-4d7a1d7ea1c6" providerId="ADAL" clId="{A71A91A0-537E-435E-A57A-6A59184BC47A}" dt="2024-08-18T12:30:36.215" v="2792"/>
          <ac:grpSpMkLst>
            <pc:docMk/>
            <pc:sldMk cId="1547844152" sldId="389"/>
            <ac:grpSpMk id="232" creationId="{E3070BAC-2772-B31B-283D-5809FA3D62A7}"/>
          </ac:grpSpMkLst>
        </pc:grpChg>
        <pc:grpChg chg="del mod">
          <ac:chgData name="Mahima Weerasinghe" userId="e11e3f55-42da-4e07-8ead-4d7a1d7ea1c6" providerId="ADAL" clId="{A71A91A0-537E-435E-A57A-6A59184BC47A}" dt="2024-08-18T12:30:42.605" v="2798"/>
          <ac:grpSpMkLst>
            <pc:docMk/>
            <pc:sldMk cId="1547844152" sldId="389"/>
            <ac:grpSpMk id="235" creationId="{B6A2D196-E152-3AF5-4301-15B1A61D756B}"/>
          </ac:grpSpMkLst>
        </pc:grpChg>
        <pc:grpChg chg="mod">
          <ac:chgData name="Mahima Weerasinghe" userId="e11e3f55-42da-4e07-8ead-4d7a1d7ea1c6" providerId="ADAL" clId="{A71A91A0-537E-435E-A57A-6A59184BC47A}" dt="2024-08-18T12:30:42.605" v="2798"/>
          <ac:grpSpMkLst>
            <pc:docMk/>
            <pc:sldMk cId="1547844152" sldId="389"/>
            <ac:grpSpMk id="238" creationId="{9EB27CBB-D991-6AA2-C441-7842971820E5}"/>
          </ac:grpSpMkLst>
        </pc:grpChg>
        <pc:grpChg chg="mod">
          <ac:chgData name="Mahima Weerasinghe" userId="e11e3f55-42da-4e07-8ead-4d7a1d7ea1c6" providerId="ADAL" clId="{A71A91A0-537E-435E-A57A-6A59184BC47A}" dt="2024-08-18T12:30:51.839" v="2807"/>
          <ac:grpSpMkLst>
            <pc:docMk/>
            <pc:sldMk cId="1547844152" sldId="389"/>
            <ac:grpSpMk id="247" creationId="{1465ACDF-9140-1A67-B441-2052D2EF7CEB}"/>
          </ac:grpSpMkLst>
        </pc:grpChg>
        <pc:grpChg chg="mod">
          <ac:chgData name="Mahima Weerasinghe" userId="e11e3f55-42da-4e07-8ead-4d7a1d7ea1c6" providerId="ADAL" clId="{A71A91A0-537E-435E-A57A-6A59184BC47A}" dt="2024-08-18T12:31:15.864" v="2812"/>
          <ac:grpSpMkLst>
            <pc:docMk/>
            <pc:sldMk cId="1547844152" sldId="389"/>
            <ac:grpSpMk id="252" creationId="{DB969D5A-89BD-4E16-DB1F-59F18326F896}"/>
          </ac:grpSpMkLst>
        </pc:grpChg>
        <pc:grpChg chg="add del mod">
          <ac:chgData name="Mahima Weerasinghe" userId="e11e3f55-42da-4e07-8ead-4d7a1d7ea1c6" providerId="ADAL" clId="{A71A91A0-537E-435E-A57A-6A59184BC47A}" dt="2024-08-18T12:31:56.055" v="2827"/>
          <ac:grpSpMkLst>
            <pc:docMk/>
            <pc:sldMk cId="1547844152" sldId="389"/>
            <ac:grpSpMk id="255" creationId="{61F2308F-CE06-68F9-2887-6973AA6D81D3}"/>
          </ac:grpSpMkLst>
        </pc:grpChg>
        <pc:grpChg chg="add del mod">
          <ac:chgData name="Mahima Weerasinghe" userId="e11e3f55-42da-4e07-8ead-4d7a1d7ea1c6" providerId="ADAL" clId="{A71A91A0-537E-435E-A57A-6A59184BC47A}" dt="2024-08-18T12:31:55.878" v="2825"/>
          <ac:grpSpMkLst>
            <pc:docMk/>
            <pc:sldMk cId="1547844152" sldId="389"/>
            <ac:grpSpMk id="257" creationId="{48F168BC-33E7-5579-F03B-8FD860601949}"/>
          </ac:grpSpMkLst>
        </pc:grpChg>
        <pc:grpChg chg="mod">
          <ac:chgData name="Mahima Weerasinghe" userId="e11e3f55-42da-4e07-8ead-4d7a1d7ea1c6" providerId="ADAL" clId="{A71A91A0-537E-435E-A57A-6A59184BC47A}" dt="2024-08-18T12:31:55.224" v="2822"/>
          <ac:grpSpMkLst>
            <pc:docMk/>
            <pc:sldMk cId="1547844152" sldId="389"/>
            <ac:grpSpMk id="260" creationId="{59C62F49-B217-6D15-594E-81E77C224130}"/>
          </ac:grpSpMkLst>
        </pc:grpChg>
        <pc:grpChg chg="del mod">
          <ac:chgData name="Mahima Weerasinghe" userId="e11e3f55-42da-4e07-8ead-4d7a1d7ea1c6" providerId="ADAL" clId="{A71A91A0-537E-435E-A57A-6A59184BC47A}" dt="2024-08-18T12:43:20.438" v="2889"/>
          <ac:grpSpMkLst>
            <pc:docMk/>
            <pc:sldMk cId="1547844152" sldId="389"/>
            <ac:grpSpMk id="264" creationId="{E12F23FA-A4E5-8E20-439C-597E1099B23A}"/>
          </ac:grpSpMkLst>
        </pc:grpChg>
        <pc:grpChg chg="del mod">
          <ac:chgData name="Mahima Weerasinghe" userId="e11e3f55-42da-4e07-8ead-4d7a1d7ea1c6" providerId="ADAL" clId="{A71A91A0-537E-435E-A57A-6A59184BC47A}" dt="2024-08-18T12:43:24.549" v="2896"/>
          <ac:grpSpMkLst>
            <pc:docMk/>
            <pc:sldMk cId="1547844152" sldId="389"/>
            <ac:grpSpMk id="266" creationId="{CB1496C0-EB45-9D8D-AA60-B9F90AB762A8}"/>
          </ac:grpSpMkLst>
        </pc:grpChg>
        <pc:grpChg chg="del mod">
          <ac:chgData name="Mahima Weerasinghe" userId="e11e3f55-42da-4e07-8ead-4d7a1d7ea1c6" providerId="ADAL" clId="{A71A91A0-537E-435E-A57A-6A59184BC47A}" dt="2024-08-18T12:43:32.482" v="2906"/>
          <ac:grpSpMkLst>
            <pc:docMk/>
            <pc:sldMk cId="1547844152" sldId="389"/>
            <ac:grpSpMk id="273" creationId="{F86FF0BE-9BA0-0EDB-DBD7-B001C78B2579}"/>
          </ac:grpSpMkLst>
        </pc:grpChg>
        <pc:grpChg chg="del mod">
          <ac:chgData name="Mahima Weerasinghe" userId="e11e3f55-42da-4e07-8ead-4d7a1d7ea1c6" providerId="ADAL" clId="{A71A91A0-537E-435E-A57A-6A59184BC47A}" dt="2024-08-18T12:43:36.122" v="2914"/>
          <ac:grpSpMkLst>
            <pc:docMk/>
            <pc:sldMk cId="1547844152" sldId="389"/>
            <ac:grpSpMk id="283" creationId="{CD674029-85C5-7485-7624-5E57CCA13C1E}"/>
          </ac:grpSpMkLst>
        </pc:grpChg>
        <pc:grpChg chg="del mod">
          <ac:chgData name="Mahima Weerasinghe" userId="e11e3f55-42da-4e07-8ead-4d7a1d7ea1c6" providerId="ADAL" clId="{A71A91A0-537E-435E-A57A-6A59184BC47A}" dt="2024-08-18T12:43:49.163" v="2925"/>
          <ac:grpSpMkLst>
            <pc:docMk/>
            <pc:sldMk cId="1547844152" sldId="389"/>
            <ac:grpSpMk id="291" creationId="{7F269F97-63B0-2C47-62C4-A0A535019E19}"/>
          </ac:grpSpMkLst>
        </pc:grpChg>
        <pc:grpChg chg="del mod">
          <ac:chgData name="Mahima Weerasinghe" userId="e11e3f55-42da-4e07-8ead-4d7a1d7ea1c6" providerId="ADAL" clId="{A71A91A0-537E-435E-A57A-6A59184BC47A}" dt="2024-08-18T12:45:37.464" v="2959"/>
          <ac:grpSpMkLst>
            <pc:docMk/>
            <pc:sldMk cId="1547844152" sldId="389"/>
            <ac:grpSpMk id="295" creationId="{8CF6E816-D1BB-3C02-8FF7-8B28E29848CB}"/>
          </ac:grpSpMkLst>
        </pc:grpChg>
        <pc:grpChg chg="del mod">
          <ac:chgData name="Mahima Weerasinghe" userId="e11e3f55-42da-4e07-8ead-4d7a1d7ea1c6" providerId="ADAL" clId="{A71A91A0-537E-435E-A57A-6A59184BC47A}" dt="2024-08-18T12:45:46.528" v="2964"/>
          <ac:grpSpMkLst>
            <pc:docMk/>
            <pc:sldMk cId="1547844152" sldId="389"/>
            <ac:grpSpMk id="299" creationId="{BF319790-67F3-0A9C-855F-5BD4A603E12B}"/>
          </ac:grpSpMkLst>
        </pc:grpChg>
        <pc:grpChg chg="del mod">
          <ac:chgData name="Mahima Weerasinghe" userId="e11e3f55-42da-4e07-8ead-4d7a1d7ea1c6" providerId="ADAL" clId="{A71A91A0-537E-435E-A57A-6A59184BC47A}" dt="2024-08-18T12:45:35.786" v="2956"/>
          <ac:grpSpMkLst>
            <pc:docMk/>
            <pc:sldMk cId="1547844152" sldId="389"/>
            <ac:grpSpMk id="302" creationId="{12ADE5CC-0C13-5B26-7176-FFFCFD128889}"/>
          </ac:grpSpMkLst>
        </pc:grpChg>
        <pc:grpChg chg="del mod">
          <ac:chgData name="Mahima Weerasinghe" userId="e11e3f55-42da-4e07-8ead-4d7a1d7ea1c6" providerId="ADAL" clId="{A71A91A0-537E-435E-A57A-6A59184BC47A}" dt="2024-08-18T12:44:11.970" v="2937"/>
          <ac:grpSpMkLst>
            <pc:docMk/>
            <pc:sldMk cId="1547844152" sldId="389"/>
            <ac:grpSpMk id="312" creationId="{CC947333-C138-E6DC-DD21-33C8965B3156}"/>
          </ac:grpSpMkLst>
        </pc:grpChg>
        <pc:grpChg chg="del mod">
          <ac:chgData name="Mahima Weerasinghe" userId="e11e3f55-42da-4e07-8ead-4d7a1d7ea1c6" providerId="ADAL" clId="{A71A91A0-537E-435E-A57A-6A59184BC47A}" dt="2024-08-18T12:47:23.559" v="3006"/>
          <ac:grpSpMkLst>
            <pc:docMk/>
            <pc:sldMk cId="1547844152" sldId="389"/>
            <ac:grpSpMk id="314" creationId="{43D79073-0DD0-B952-9BDD-03C010EBF276}"/>
          </ac:grpSpMkLst>
        </pc:grpChg>
        <pc:grpChg chg="del mod">
          <ac:chgData name="Mahima Weerasinghe" userId="e11e3f55-42da-4e07-8ead-4d7a1d7ea1c6" providerId="ADAL" clId="{A71A91A0-537E-435E-A57A-6A59184BC47A}" dt="2024-08-18T12:47:23.559" v="3006"/>
          <ac:grpSpMkLst>
            <pc:docMk/>
            <pc:sldMk cId="1547844152" sldId="389"/>
            <ac:grpSpMk id="319" creationId="{3E54825D-BD28-452F-2DA2-80F780E5F4A1}"/>
          </ac:grpSpMkLst>
        </pc:grpChg>
        <pc:grpChg chg="del mod">
          <ac:chgData name="Mahima Weerasinghe" userId="e11e3f55-42da-4e07-8ead-4d7a1d7ea1c6" providerId="ADAL" clId="{A71A91A0-537E-435E-A57A-6A59184BC47A}" dt="2024-08-18T12:47:23.559" v="3006"/>
          <ac:grpSpMkLst>
            <pc:docMk/>
            <pc:sldMk cId="1547844152" sldId="389"/>
            <ac:grpSpMk id="324" creationId="{A6EA8917-D167-DC06-607A-0E74773DCF91}"/>
          </ac:grpSpMkLst>
        </pc:grpChg>
        <pc:grpChg chg="mod">
          <ac:chgData name="Mahima Weerasinghe" userId="e11e3f55-42da-4e07-8ead-4d7a1d7ea1c6" providerId="ADAL" clId="{A71A91A0-537E-435E-A57A-6A59184BC47A}" dt="2024-08-18T12:45:30.443" v="2954"/>
          <ac:grpSpMkLst>
            <pc:docMk/>
            <pc:sldMk cId="1547844152" sldId="389"/>
            <ac:grpSpMk id="331" creationId="{0B638874-8D4E-22E7-4AA0-3177130BB5E7}"/>
          </ac:grpSpMkLst>
        </pc:grpChg>
        <pc:grpChg chg="del mod">
          <ac:chgData name="Mahima Weerasinghe" userId="e11e3f55-42da-4e07-8ead-4d7a1d7ea1c6" providerId="ADAL" clId="{A71A91A0-537E-435E-A57A-6A59184BC47A}" dt="2024-08-18T12:45:37.464" v="2959"/>
          <ac:grpSpMkLst>
            <pc:docMk/>
            <pc:sldMk cId="1547844152" sldId="389"/>
            <ac:grpSpMk id="333" creationId="{35B45DA7-E3B1-FDFB-B217-C04A8B47B1C7}"/>
          </ac:grpSpMkLst>
        </pc:grpChg>
        <pc:grpChg chg="del mod">
          <ac:chgData name="Mahima Weerasinghe" userId="e11e3f55-42da-4e07-8ead-4d7a1d7ea1c6" providerId="ADAL" clId="{A71A91A0-537E-435E-A57A-6A59184BC47A}" dt="2024-08-18T12:45:46.528" v="2964"/>
          <ac:grpSpMkLst>
            <pc:docMk/>
            <pc:sldMk cId="1547844152" sldId="389"/>
            <ac:grpSpMk id="336" creationId="{5124271F-CEC0-FF70-C776-93432E7C7422}"/>
          </ac:grpSpMkLst>
        </pc:grpChg>
        <pc:grpChg chg="del mod">
          <ac:chgData name="Mahima Weerasinghe" userId="e11e3f55-42da-4e07-8ead-4d7a1d7ea1c6" providerId="ADAL" clId="{A71A91A0-537E-435E-A57A-6A59184BC47A}" dt="2024-08-18T12:45:51.117" v="2966"/>
          <ac:grpSpMkLst>
            <pc:docMk/>
            <pc:sldMk cId="1547844152" sldId="389"/>
            <ac:grpSpMk id="339" creationId="{5BEFD5E0-A991-AE38-8EAB-7254B08707B0}"/>
          </ac:grpSpMkLst>
        </pc:grpChg>
        <pc:grpChg chg="del mod">
          <ac:chgData name="Mahima Weerasinghe" userId="e11e3f55-42da-4e07-8ead-4d7a1d7ea1c6" providerId="ADAL" clId="{A71A91A0-537E-435E-A57A-6A59184BC47A}" dt="2024-08-18T12:45:56.227" v="2972"/>
          <ac:grpSpMkLst>
            <pc:docMk/>
            <pc:sldMk cId="1547844152" sldId="389"/>
            <ac:grpSpMk id="341" creationId="{CB6425E7-E185-8292-1DDA-88E2C796760A}"/>
          </ac:grpSpMkLst>
        </pc:grpChg>
        <pc:grpChg chg="mod">
          <ac:chgData name="Mahima Weerasinghe" userId="e11e3f55-42da-4e07-8ead-4d7a1d7ea1c6" providerId="ADAL" clId="{A71A91A0-537E-435E-A57A-6A59184BC47A}" dt="2024-08-18T12:45:51.117" v="2966"/>
          <ac:grpSpMkLst>
            <pc:docMk/>
            <pc:sldMk cId="1547844152" sldId="389"/>
            <ac:grpSpMk id="343" creationId="{D1AB5E25-C03E-7B6A-256F-3BA7517FC4A0}"/>
          </ac:grpSpMkLst>
        </pc:grpChg>
        <pc:grpChg chg="del mod">
          <ac:chgData name="Mahima Weerasinghe" userId="e11e3f55-42da-4e07-8ead-4d7a1d7ea1c6" providerId="ADAL" clId="{A71A91A0-537E-435E-A57A-6A59184BC47A}" dt="2024-08-18T12:47:19.062" v="3000"/>
          <ac:grpSpMkLst>
            <pc:docMk/>
            <pc:sldMk cId="1547844152" sldId="389"/>
            <ac:grpSpMk id="346" creationId="{ADF7AEA3-F42F-AA25-AF1F-552087F317E9}"/>
          </ac:grpSpMkLst>
        </pc:grpChg>
        <pc:grpChg chg="del mod">
          <ac:chgData name="Mahima Weerasinghe" userId="e11e3f55-42da-4e07-8ead-4d7a1d7ea1c6" providerId="ADAL" clId="{A71A91A0-537E-435E-A57A-6A59184BC47A}" dt="2024-08-18T12:45:58.322" v="2977"/>
          <ac:grpSpMkLst>
            <pc:docMk/>
            <pc:sldMk cId="1547844152" sldId="389"/>
            <ac:grpSpMk id="349" creationId="{525A463B-214C-CDF2-6285-425B3DE16C86}"/>
          </ac:grpSpMkLst>
        </pc:grpChg>
        <pc:grpChg chg="del mod">
          <ac:chgData name="Mahima Weerasinghe" userId="e11e3f55-42da-4e07-8ead-4d7a1d7ea1c6" providerId="ADAL" clId="{A71A91A0-537E-435E-A57A-6A59184BC47A}" dt="2024-08-18T12:46:02.306" v="2984"/>
          <ac:grpSpMkLst>
            <pc:docMk/>
            <pc:sldMk cId="1547844152" sldId="389"/>
            <ac:grpSpMk id="354" creationId="{BD4E8281-835E-88EE-6A87-A9E09B109B19}"/>
          </ac:grpSpMkLst>
        </pc:grpChg>
        <pc:grpChg chg="del mod">
          <ac:chgData name="Mahima Weerasinghe" userId="e11e3f55-42da-4e07-8ead-4d7a1d7ea1c6" providerId="ADAL" clId="{A71A91A0-537E-435E-A57A-6A59184BC47A}" dt="2024-08-18T12:46:04.277" v="2987"/>
          <ac:grpSpMkLst>
            <pc:docMk/>
            <pc:sldMk cId="1547844152" sldId="389"/>
            <ac:grpSpMk id="361" creationId="{06BA3857-732C-F187-3991-5188FA970D8D}"/>
          </ac:grpSpMkLst>
        </pc:grpChg>
        <pc:grpChg chg="mod">
          <ac:chgData name="Mahima Weerasinghe" userId="e11e3f55-42da-4e07-8ead-4d7a1d7ea1c6" providerId="ADAL" clId="{A71A91A0-537E-435E-A57A-6A59184BC47A}" dt="2024-08-18T12:46:04.277" v="2987"/>
          <ac:grpSpMkLst>
            <pc:docMk/>
            <pc:sldMk cId="1547844152" sldId="389"/>
            <ac:grpSpMk id="364" creationId="{CF221EF9-7C65-77E5-10B8-5C3C980A43CB}"/>
          </ac:grpSpMkLst>
        </pc:grpChg>
        <pc:grpChg chg="mod">
          <ac:chgData name="Mahima Weerasinghe" userId="e11e3f55-42da-4e07-8ead-4d7a1d7ea1c6" providerId="ADAL" clId="{A71A91A0-537E-435E-A57A-6A59184BC47A}" dt="2024-08-18T12:46:55.489" v="2992"/>
          <ac:grpSpMkLst>
            <pc:docMk/>
            <pc:sldMk cId="1547844152" sldId="389"/>
            <ac:grpSpMk id="369" creationId="{6B3BD7DF-7040-81D2-B9B7-BD9D8AD3EEC8}"/>
          </ac:grpSpMkLst>
        </pc:grpChg>
        <pc:grpChg chg="mod">
          <ac:chgData name="Mahima Weerasinghe" userId="e11e3f55-42da-4e07-8ead-4d7a1d7ea1c6" providerId="ADAL" clId="{A71A91A0-537E-435E-A57A-6A59184BC47A}" dt="2024-08-18T12:47:02.762" v="2998"/>
          <ac:grpSpMkLst>
            <pc:docMk/>
            <pc:sldMk cId="1547844152" sldId="389"/>
            <ac:grpSpMk id="375" creationId="{53CD7547-E82E-547C-D162-501709343F45}"/>
          </ac:grpSpMkLst>
        </pc:grpChg>
        <pc:grpChg chg="del mod">
          <ac:chgData name="Mahima Weerasinghe" userId="e11e3f55-42da-4e07-8ead-4d7a1d7ea1c6" providerId="ADAL" clId="{A71A91A0-537E-435E-A57A-6A59184BC47A}" dt="2024-08-18T12:47:20.060" v="3002"/>
          <ac:grpSpMkLst>
            <pc:docMk/>
            <pc:sldMk cId="1547844152" sldId="389"/>
            <ac:grpSpMk id="377" creationId="{C4B4CB94-4060-7654-EB01-801F8D5CFBF9}"/>
          </ac:grpSpMkLst>
        </pc:grpChg>
        <pc:grpChg chg="del mod">
          <ac:chgData name="Mahima Weerasinghe" userId="e11e3f55-42da-4e07-8ead-4d7a1d7ea1c6" providerId="ADAL" clId="{A71A91A0-537E-435E-A57A-6A59184BC47A}" dt="2024-08-18T12:47:20.621" v="3004"/>
          <ac:grpSpMkLst>
            <pc:docMk/>
            <pc:sldMk cId="1547844152" sldId="389"/>
            <ac:grpSpMk id="379" creationId="{24808478-7E2D-D607-BCC4-BC3815B4CC3A}"/>
          </ac:grpSpMkLst>
        </pc:grpChg>
        <pc:grpChg chg="del mod">
          <ac:chgData name="Mahima Weerasinghe" userId="e11e3f55-42da-4e07-8ead-4d7a1d7ea1c6" providerId="ADAL" clId="{A71A91A0-537E-435E-A57A-6A59184BC47A}" dt="2024-08-18T12:47:23.559" v="3006"/>
          <ac:grpSpMkLst>
            <pc:docMk/>
            <pc:sldMk cId="1547844152" sldId="389"/>
            <ac:grpSpMk id="381" creationId="{0D33DAD7-0BFC-0D86-4F3A-210B3D6AA92B}"/>
          </ac:grpSpMkLst>
        </pc:grpChg>
        <pc:grpChg chg="del mod">
          <ac:chgData name="Mahima Weerasinghe" userId="e11e3f55-42da-4e07-8ead-4d7a1d7ea1c6" providerId="ADAL" clId="{A71A91A0-537E-435E-A57A-6A59184BC47A}" dt="2024-08-18T12:47:26.918" v="3008"/>
          <ac:grpSpMkLst>
            <pc:docMk/>
            <pc:sldMk cId="1547844152" sldId="389"/>
            <ac:grpSpMk id="383" creationId="{270218F3-922E-2FC5-830D-2A1BF64B2468}"/>
          </ac:grpSpMkLst>
        </pc:grpChg>
        <pc:grpChg chg="del mod">
          <ac:chgData name="Mahima Weerasinghe" userId="e11e3f55-42da-4e07-8ead-4d7a1d7ea1c6" providerId="ADAL" clId="{A71A91A0-537E-435E-A57A-6A59184BC47A}" dt="2024-08-18T12:47:32.212" v="3013"/>
          <ac:grpSpMkLst>
            <pc:docMk/>
            <pc:sldMk cId="1547844152" sldId="389"/>
            <ac:grpSpMk id="385" creationId="{2B92AB06-904A-88AA-471F-9E5A981D1BA8}"/>
          </ac:grpSpMkLst>
        </pc:grpChg>
        <pc:grpChg chg="del mod">
          <ac:chgData name="Mahima Weerasinghe" userId="e11e3f55-42da-4e07-8ead-4d7a1d7ea1c6" providerId="ADAL" clId="{A71A91A0-537E-435E-A57A-6A59184BC47A}" dt="2024-08-18T12:48:29.430" v="3036"/>
          <ac:grpSpMkLst>
            <pc:docMk/>
            <pc:sldMk cId="1547844152" sldId="389"/>
            <ac:grpSpMk id="390" creationId="{15F698AF-E672-72BB-F494-B615EAF75540}"/>
          </ac:grpSpMkLst>
        </pc:grpChg>
        <pc:grpChg chg="mod">
          <ac:chgData name="Mahima Weerasinghe" userId="e11e3f55-42da-4e07-8ead-4d7a1d7ea1c6" providerId="ADAL" clId="{A71A91A0-537E-435E-A57A-6A59184BC47A}" dt="2024-08-18T12:47:57.358" v="3018"/>
          <ac:grpSpMkLst>
            <pc:docMk/>
            <pc:sldMk cId="1547844152" sldId="389"/>
            <ac:grpSpMk id="395" creationId="{1BEE396C-FE0E-4163-9546-B6CEEFC72663}"/>
          </ac:grpSpMkLst>
        </pc:grpChg>
        <pc:grpChg chg="del mod">
          <ac:chgData name="Mahima Weerasinghe" userId="e11e3f55-42da-4e07-8ead-4d7a1d7ea1c6" providerId="ADAL" clId="{A71A91A0-537E-435E-A57A-6A59184BC47A}" dt="2024-08-18T12:48:37.193" v="3045"/>
          <ac:grpSpMkLst>
            <pc:docMk/>
            <pc:sldMk cId="1547844152" sldId="389"/>
            <ac:grpSpMk id="401" creationId="{3FB2E036-13EE-A3D9-C2E6-6A644C0E69B8}"/>
          </ac:grpSpMkLst>
        </pc:grpChg>
        <pc:grpChg chg="del mod">
          <ac:chgData name="Mahima Weerasinghe" userId="e11e3f55-42da-4e07-8ead-4d7a1d7ea1c6" providerId="ADAL" clId="{A71A91A0-537E-435E-A57A-6A59184BC47A}" dt="2024-08-18T12:48:29.430" v="3036"/>
          <ac:grpSpMkLst>
            <pc:docMk/>
            <pc:sldMk cId="1547844152" sldId="389"/>
            <ac:grpSpMk id="405" creationId="{766BD3E9-2E2D-404A-2606-1EFF292DD279}"/>
          </ac:grpSpMkLst>
        </pc:grpChg>
        <pc:grpChg chg="del mod">
          <ac:chgData name="Mahima Weerasinghe" userId="e11e3f55-42da-4e07-8ead-4d7a1d7ea1c6" providerId="ADAL" clId="{A71A91A0-537E-435E-A57A-6A59184BC47A}" dt="2024-08-18T12:50:30.375" v="3065"/>
          <ac:grpSpMkLst>
            <pc:docMk/>
            <pc:sldMk cId="1547844152" sldId="389"/>
            <ac:grpSpMk id="413" creationId="{820E6F63-C72D-CF80-4343-4EEA33E931A6}"/>
          </ac:grpSpMkLst>
        </pc:grpChg>
        <pc:grpChg chg="mod">
          <ac:chgData name="Mahima Weerasinghe" userId="e11e3f55-42da-4e07-8ead-4d7a1d7ea1c6" providerId="ADAL" clId="{A71A91A0-537E-435E-A57A-6A59184BC47A}" dt="2024-08-18T12:48:35.029" v="3042"/>
          <ac:grpSpMkLst>
            <pc:docMk/>
            <pc:sldMk cId="1547844152" sldId="389"/>
            <ac:grpSpMk id="419" creationId="{E0F102C8-D005-C25E-C086-F72C29015069}"/>
          </ac:grpSpMkLst>
        </pc:grpChg>
        <pc:grpChg chg="mod">
          <ac:chgData name="Mahima Weerasinghe" userId="e11e3f55-42da-4e07-8ead-4d7a1d7ea1c6" providerId="ADAL" clId="{A71A91A0-537E-435E-A57A-6A59184BC47A}" dt="2024-08-18T12:48:37.193" v="3045"/>
          <ac:grpSpMkLst>
            <pc:docMk/>
            <pc:sldMk cId="1547844152" sldId="389"/>
            <ac:grpSpMk id="422" creationId="{4983C66A-7583-D558-F54D-C14772BA8683}"/>
          </ac:grpSpMkLst>
        </pc:grpChg>
        <pc:grpChg chg="del mod">
          <ac:chgData name="Mahima Weerasinghe" userId="e11e3f55-42da-4e07-8ead-4d7a1d7ea1c6" providerId="ADAL" clId="{A71A91A0-537E-435E-A57A-6A59184BC47A}" dt="2024-08-18T12:48:59.642" v="3056"/>
          <ac:grpSpMkLst>
            <pc:docMk/>
            <pc:sldMk cId="1547844152" sldId="389"/>
            <ac:grpSpMk id="428" creationId="{ED906193-0A71-1184-06BA-97C28C16DB4F}"/>
          </ac:grpSpMkLst>
        </pc:grpChg>
        <pc:grpChg chg="mod">
          <ac:chgData name="Mahima Weerasinghe" userId="e11e3f55-42da-4e07-8ead-4d7a1d7ea1c6" providerId="ADAL" clId="{A71A91A0-537E-435E-A57A-6A59184BC47A}" dt="2024-08-18T12:48:59.642" v="3056"/>
          <ac:grpSpMkLst>
            <pc:docMk/>
            <pc:sldMk cId="1547844152" sldId="389"/>
            <ac:grpSpMk id="433" creationId="{593E2463-6FA3-FAE5-7087-3E1ADF09C87C}"/>
          </ac:grpSpMkLst>
        </pc:grpChg>
        <pc:grpChg chg="mod">
          <ac:chgData name="Mahima Weerasinghe" userId="e11e3f55-42da-4e07-8ead-4d7a1d7ea1c6" providerId="ADAL" clId="{A71A91A0-537E-435E-A57A-6A59184BC47A}" dt="2024-08-18T12:48:59.642" v="3056"/>
          <ac:grpSpMkLst>
            <pc:docMk/>
            <pc:sldMk cId="1547844152" sldId="389"/>
            <ac:grpSpMk id="434" creationId="{C3872A42-6DBF-95EF-ACA1-A6C1AA03D066}"/>
          </ac:grpSpMkLst>
        </pc:grpChg>
        <pc:grpChg chg="add del mod">
          <ac:chgData name="Mahima Weerasinghe" userId="e11e3f55-42da-4e07-8ead-4d7a1d7ea1c6" providerId="ADAL" clId="{A71A91A0-537E-435E-A57A-6A59184BC47A}" dt="2024-08-18T12:50:46.429" v="3077"/>
          <ac:grpSpMkLst>
            <pc:docMk/>
            <pc:sldMk cId="1547844152" sldId="389"/>
            <ac:grpSpMk id="437" creationId="{C72BE1AA-8DE3-61B1-0E1C-A6F9086101AB}"/>
          </ac:grpSpMkLst>
        </pc:grpChg>
        <pc:grpChg chg="mod">
          <ac:chgData name="Mahima Weerasinghe" userId="e11e3f55-42da-4e07-8ead-4d7a1d7ea1c6" providerId="ADAL" clId="{A71A91A0-537E-435E-A57A-6A59184BC47A}" dt="2024-08-18T12:50:50.734" v="3084"/>
          <ac:grpSpMkLst>
            <pc:docMk/>
            <pc:sldMk cId="1547844152" sldId="389"/>
            <ac:grpSpMk id="440" creationId="{B198A3F4-CEC6-8913-ECFA-65AB92C66FD0}"/>
          </ac:grpSpMkLst>
        </pc:grpChg>
        <pc:grpChg chg="mod">
          <ac:chgData name="Mahima Weerasinghe" userId="e11e3f55-42da-4e07-8ead-4d7a1d7ea1c6" providerId="ADAL" clId="{A71A91A0-537E-435E-A57A-6A59184BC47A}" dt="2024-08-18T12:50:46.429" v="3077"/>
          <ac:grpSpMkLst>
            <pc:docMk/>
            <pc:sldMk cId="1547844152" sldId="389"/>
            <ac:grpSpMk id="447" creationId="{C55EB45C-0DA1-7DAD-98D3-A9D124650A9A}"/>
          </ac:grpSpMkLst>
        </pc:grpChg>
        <pc:inkChg chg="add mod">
          <ac:chgData name="Mahima Weerasinghe" userId="e11e3f55-42da-4e07-8ead-4d7a1d7ea1c6" providerId="ADAL" clId="{A71A91A0-537E-435E-A57A-6A59184BC47A}" dt="2024-08-18T12:26:26.364" v="2716"/>
          <ac:inkMkLst>
            <pc:docMk/>
            <pc:sldMk cId="1547844152" sldId="389"/>
            <ac:inkMk id="3" creationId="{CD10534E-1AD1-DDBA-CDBD-6488A6C06DB0}"/>
          </ac:inkMkLst>
        </pc:inkChg>
        <pc:inkChg chg="add mod">
          <ac:chgData name="Mahima Weerasinghe" userId="e11e3f55-42da-4e07-8ead-4d7a1d7ea1c6" providerId="ADAL" clId="{A71A91A0-537E-435E-A57A-6A59184BC47A}" dt="2024-08-18T12:26:26.364" v="2716"/>
          <ac:inkMkLst>
            <pc:docMk/>
            <pc:sldMk cId="1547844152" sldId="389"/>
            <ac:inkMk id="4" creationId="{196DF7EB-8AA3-4FDF-D536-1B4DA1A50C2E}"/>
          </ac:inkMkLst>
        </pc:inkChg>
        <pc:inkChg chg="add mod">
          <ac:chgData name="Mahima Weerasinghe" userId="e11e3f55-42da-4e07-8ead-4d7a1d7ea1c6" providerId="ADAL" clId="{A71A91A0-537E-435E-A57A-6A59184BC47A}" dt="2024-08-18T12:26:26.364" v="2716"/>
          <ac:inkMkLst>
            <pc:docMk/>
            <pc:sldMk cId="1547844152" sldId="389"/>
            <ac:inkMk id="5" creationId="{180CD96B-4644-BA67-D428-DAEC82ED7C6C}"/>
          </ac:inkMkLst>
        </pc:inkChg>
        <pc:inkChg chg="add mod">
          <ac:chgData name="Mahima Weerasinghe" userId="e11e3f55-42da-4e07-8ead-4d7a1d7ea1c6" providerId="ADAL" clId="{A71A91A0-537E-435E-A57A-6A59184BC47A}" dt="2024-08-18T12:26:26.364" v="2716"/>
          <ac:inkMkLst>
            <pc:docMk/>
            <pc:sldMk cId="1547844152" sldId="389"/>
            <ac:inkMk id="7" creationId="{CF718E5A-302B-8B43-B180-FA1CA42A47DB}"/>
          </ac:inkMkLst>
        </pc:inkChg>
        <pc:inkChg chg="add mod">
          <ac:chgData name="Mahima Weerasinghe" userId="e11e3f55-42da-4e07-8ead-4d7a1d7ea1c6" providerId="ADAL" clId="{A71A91A0-537E-435E-A57A-6A59184BC47A}" dt="2024-08-18T12:26:26.364" v="2716"/>
          <ac:inkMkLst>
            <pc:docMk/>
            <pc:sldMk cId="1547844152" sldId="389"/>
            <ac:inkMk id="9" creationId="{438CE22B-EB7B-7AFA-CD73-0F381BB0ABAB}"/>
          </ac:inkMkLst>
        </pc:inkChg>
        <pc:inkChg chg="add mod">
          <ac:chgData name="Mahima Weerasinghe" userId="e11e3f55-42da-4e07-8ead-4d7a1d7ea1c6" providerId="ADAL" clId="{A71A91A0-537E-435E-A57A-6A59184BC47A}" dt="2024-08-18T12:26:26.364" v="2716"/>
          <ac:inkMkLst>
            <pc:docMk/>
            <pc:sldMk cId="1547844152" sldId="389"/>
            <ac:inkMk id="10" creationId="{99C49A3D-1C41-68EE-8B6D-92E94555B25C}"/>
          </ac:inkMkLst>
        </pc:inkChg>
        <pc:inkChg chg="add mod">
          <ac:chgData name="Mahima Weerasinghe" userId="e11e3f55-42da-4e07-8ead-4d7a1d7ea1c6" providerId="ADAL" clId="{A71A91A0-537E-435E-A57A-6A59184BC47A}" dt="2024-08-18T12:30:42.605" v="2798"/>
          <ac:inkMkLst>
            <pc:docMk/>
            <pc:sldMk cId="1547844152" sldId="389"/>
            <ac:inkMk id="12" creationId="{65667A54-07F0-706D-D067-129043D96178}"/>
          </ac:inkMkLst>
        </pc:inkChg>
        <pc:inkChg chg="add mod">
          <ac:chgData name="Mahima Weerasinghe" userId="e11e3f55-42da-4e07-8ead-4d7a1d7ea1c6" providerId="ADAL" clId="{A71A91A0-537E-435E-A57A-6A59184BC47A}" dt="2024-08-18T12:30:42.605" v="2798"/>
          <ac:inkMkLst>
            <pc:docMk/>
            <pc:sldMk cId="1547844152" sldId="389"/>
            <ac:inkMk id="13" creationId="{CF8638B1-C998-9DFB-BC90-0682CF86AD4F}"/>
          </ac:inkMkLst>
        </pc:inkChg>
        <pc:inkChg chg="add mod">
          <ac:chgData name="Mahima Weerasinghe" userId="e11e3f55-42da-4e07-8ead-4d7a1d7ea1c6" providerId="ADAL" clId="{A71A91A0-537E-435E-A57A-6A59184BC47A}" dt="2024-08-18T12:17:58.821" v="2584"/>
          <ac:inkMkLst>
            <pc:docMk/>
            <pc:sldMk cId="1547844152" sldId="389"/>
            <ac:inkMk id="15" creationId="{159E874F-C685-83D8-9BF3-533CB5CF9CA0}"/>
          </ac:inkMkLst>
        </pc:inkChg>
        <pc:inkChg chg="add mod">
          <ac:chgData name="Mahima Weerasinghe" userId="e11e3f55-42da-4e07-8ead-4d7a1d7ea1c6" providerId="ADAL" clId="{A71A91A0-537E-435E-A57A-6A59184BC47A}" dt="2024-08-18T12:17:58.821" v="2584"/>
          <ac:inkMkLst>
            <pc:docMk/>
            <pc:sldMk cId="1547844152" sldId="389"/>
            <ac:inkMk id="16" creationId="{5C0AA1C2-559E-A301-D879-1541B2988413}"/>
          </ac:inkMkLst>
        </pc:inkChg>
        <pc:inkChg chg="add mod">
          <ac:chgData name="Mahima Weerasinghe" userId="e11e3f55-42da-4e07-8ead-4d7a1d7ea1c6" providerId="ADAL" clId="{A71A91A0-537E-435E-A57A-6A59184BC47A}" dt="2024-08-18T12:17:58.821" v="2584"/>
          <ac:inkMkLst>
            <pc:docMk/>
            <pc:sldMk cId="1547844152" sldId="389"/>
            <ac:inkMk id="17" creationId="{698843DB-E4C3-1BD7-C123-D70D9B2E2168}"/>
          </ac:inkMkLst>
        </pc:inkChg>
        <pc:inkChg chg="add mod">
          <ac:chgData name="Mahima Weerasinghe" userId="e11e3f55-42da-4e07-8ead-4d7a1d7ea1c6" providerId="ADAL" clId="{A71A91A0-537E-435E-A57A-6A59184BC47A}" dt="2024-08-18T12:17:58.821" v="2584"/>
          <ac:inkMkLst>
            <pc:docMk/>
            <pc:sldMk cId="1547844152" sldId="389"/>
            <ac:inkMk id="18" creationId="{C0F6EB4C-9084-A74D-DBB9-8FCA44764CA5}"/>
          </ac:inkMkLst>
        </pc:inkChg>
        <pc:inkChg chg="add mod">
          <ac:chgData name="Mahima Weerasinghe" userId="e11e3f55-42da-4e07-8ead-4d7a1d7ea1c6" providerId="ADAL" clId="{A71A91A0-537E-435E-A57A-6A59184BC47A}" dt="2024-08-18T12:17:58.821" v="2584"/>
          <ac:inkMkLst>
            <pc:docMk/>
            <pc:sldMk cId="1547844152" sldId="389"/>
            <ac:inkMk id="19" creationId="{A5FCA03E-EC83-0EFE-B028-A1F247001E70}"/>
          </ac:inkMkLst>
        </pc:inkChg>
        <pc:inkChg chg="add mod">
          <ac:chgData name="Mahima Weerasinghe" userId="e11e3f55-42da-4e07-8ead-4d7a1d7ea1c6" providerId="ADAL" clId="{A71A91A0-537E-435E-A57A-6A59184BC47A}" dt="2024-08-18T12:28:03.725" v="2746"/>
          <ac:inkMkLst>
            <pc:docMk/>
            <pc:sldMk cId="1547844152" sldId="389"/>
            <ac:inkMk id="21" creationId="{17A19C2D-DDC1-D8D0-1228-5084DC17D0AD}"/>
          </ac:inkMkLst>
        </pc:inkChg>
        <pc:inkChg chg="add mod">
          <ac:chgData name="Mahima Weerasinghe" userId="e11e3f55-42da-4e07-8ead-4d7a1d7ea1c6" providerId="ADAL" clId="{A71A91A0-537E-435E-A57A-6A59184BC47A}" dt="2024-08-18T12:28:03.725" v="2746"/>
          <ac:inkMkLst>
            <pc:docMk/>
            <pc:sldMk cId="1547844152" sldId="389"/>
            <ac:inkMk id="22" creationId="{263CE006-F7FA-B2A1-0BF8-4C54B9EC739C}"/>
          </ac:inkMkLst>
        </pc:inkChg>
        <pc:inkChg chg="add mod">
          <ac:chgData name="Mahima Weerasinghe" userId="e11e3f55-42da-4e07-8ead-4d7a1d7ea1c6" providerId="ADAL" clId="{A71A91A0-537E-435E-A57A-6A59184BC47A}" dt="2024-08-18T12:28:03.725" v="2746"/>
          <ac:inkMkLst>
            <pc:docMk/>
            <pc:sldMk cId="1547844152" sldId="389"/>
            <ac:inkMk id="24" creationId="{2FE12840-A50F-4C31-F59B-D4FF4B71F440}"/>
          </ac:inkMkLst>
        </pc:inkChg>
        <pc:inkChg chg="add mod">
          <ac:chgData name="Mahima Weerasinghe" userId="e11e3f55-42da-4e07-8ead-4d7a1d7ea1c6" providerId="ADAL" clId="{A71A91A0-537E-435E-A57A-6A59184BC47A}" dt="2024-08-18T12:28:03.725" v="2746"/>
          <ac:inkMkLst>
            <pc:docMk/>
            <pc:sldMk cId="1547844152" sldId="389"/>
            <ac:inkMk id="25" creationId="{BE4410E4-F41C-A1DB-692E-A62167530C2D}"/>
          </ac:inkMkLst>
        </pc:inkChg>
        <pc:inkChg chg="add mod">
          <ac:chgData name="Mahima Weerasinghe" userId="e11e3f55-42da-4e07-8ead-4d7a1d7ea1c6" providerId="ADAL" clId="{A71A91A0-537E-435E-A57A-6A59184BC47A}" dt="2024-08-18T12:28:03.725" v="2746"/>
          <ac:inkMkLst>
            <pc:docMk/>
            <pc:sldMk cId="1547844152" sldId="389"/>
            <ac:inkMk id="26" creationId="{CE959003-01EF-B4D8-F65C-3BCED76E19F9}"/>
          </ac:inkMkLst>
        </pc:inkChg>
        <pc:inkChg chg="add mod">
          <ac:chgData name="Mahima Weerasinghe" userId="e11e3f55-42da-4e07-8ead-4d7a1d7ea1c6" providerId="ADAL" clId="{A71A91A0-537E-435E-A57A-6A59184BC47A}" dt="2024-08-18T12:28:03.725" v="2746"/>
          <ac:inkMkLst>
            <pc:docMk/>
            <pc:sldMk cId="1547844152" sldId="389"/>
            <ac:inkMk id="27" creationId="{886DCD72-8744-928C-98D6-89A9D71DE97C}"/>
          </ac:inkMkLst>
        </pc:inkChg>
        <pc:inkChg chg="add mod">
          <ac:chgData name="Mahima Weerasinghe" userId="e11e3f55-42da-4e07-8ead-4d7a1d7ea1c6" providerId="ADAL" clId="{A71A91A0-537E-435E-A57A-6A59184BC47A}" dt="2024-08-18T12:28:03.725" v="2746"/>
          <ac:inkMkLst>
            <pc:docMk/>
            <pc:sldMk cId="1547844152" sldId="389"/>
            <ac:inkMk id="28" creationId="{66A9C8A7-052B-780A-41FC-48C87B0DB5E9}"/>
          </ac:inkMkLst>
        </pc:inkChg>
        <pc:inkChg chg="add mod">
          <ac:chgData name="Mahima Weerasinghe" userId="e11e3f55-42da-4e07-8ead-4d7a1d7ea1c6" providerId="ADAL" clId="{A71A91A0-537E-435E-A57A-6A59184BC47A}" dt="2024-08-18T12:28:03.725" v="2746"/>
          <ac:inkMkLst>
            <pc:docMk/>
            <pc:sldMk cId="1547844152" sldId="389"/>
            <ac:inkMk id="30" creationId="{813D4F4A-1BD7-1BEC-8408-D19F02B7215C}"/>
          </ac:inkMkLst>
        </pc:inkChg>
        <pc:inkChg chg="add mod">
          <ac:chgData name="Mahima Weerasinghe" userId="e11e3f55-42da-4e07-8ead-4d7a1d7ea1c6" providerId="ADAL" clId="{A71A91A0-537E-435E-A57A-6A59184BC47A}" dt="2024-08-18T12:28:03.725" v="2746"/>
          <ac:inkMkLst>
            <pc:docMk/>
            <pc:sldMk cId="1547844152" sldId="389"/>
            <ac:inkMk id="31" creationId="{7E976443-ABCD-799E-F906-30497E232B40}"/>
          </ac:inkMkLst>
        </pc:inkChg>
        <pc:inkChg chg="add mod">
          <ac:chgData name="Mahima Weerasinghe" userId="e11e3f55-42da-4e07-8ead-4d7a1d7ea1c6" providerId="ADAL" clId="{A71A91A0-537E-435E-A57A-6A59184BC47A}" dt="2024-08-18T12:28:03.725" v="2746"/>
          <ac:inkMkLst>
            <pc:docMk/>
            <pc:sldMk cId="1547844152" sldId="389"/>
            <ac:inkMk id="32" creationId="{3707C18B-940B-6544-676D-8126B2E3D83A}"/>
          </ac:inkMkLst>
        </pc:inkChg>
        <pc:inkChg chg="add mod">
          <ac:chgData name="Mahima Weerasinghe" userId="e11e3f55-42da-4e07-8ead-4d7a1d7ea1c6" providerId="ADAL" clId="{A71A91A0-537E-435E-A57A-6A59184BC47A}" dt="2024-08-18T12:28:03.725" v="2746"/>
          <ac:inkMkLst>
            <pc:docMk/>
            <pc:sldMk cId="1547844152" sldId="389"/>
            <ac:inkMk id="33" creationId="{2B9F3187-5F2F-92E9-2E94-AF3F735C740C}"/>
          </ac:inkMkLst>
        </pc:inkChg>
        <pc:inkChg chg="add mod">
          <ac:chgData name="Mahima Weerasinghe" userId="e11e3f55-42da-4e07-8ead-4d7a1d7ea1c6" providerId="ADAL" clId="{A71A91A0-537E-435E-A57A-6A59184BC47A}" dt="2024-08-18T12:28:03.725" v="2746"/>
          <ac:inkMkLst>
            <pc:docMk/>
            <pc:sldMk cId="1547844152" sldId="389"/>
            <ac:inkMk id="34" creationId="{30797B8F-E64A-839C-10CA-F2B638FB460C}"/>
          </ac:inkMkLst>
        </pc:inkChg>
        <pc:inkChg chg="add mod">
          <ac:chgData name="Mahima Weerasinghe" userId="e11e3f55-42da-4e07-8ead-4d7a1d7ea1c6" providerId="ADAL" clId="{A71A91A0-537E-435E-A57A-6A59184BC47A}" dt="2024-08-18T12:28:03.725" v="2746"/>
          <ac:inkMkLst>
            <pc:docMk/>
            <pc:sldMk cId="1547844152" sldId="389"/>
            <ac:inkMk id="35" creationId="{E9863FCE-5BBC-0870-A18D-43D2C1CDCE4B}"/>
          </ac:inkMkLst>
        </pc:inkChg>
        <pc:inkChg chg="add mod">
          <ac:chgData name="Mahima Weerasinghe" userId="e11e3f55-42da-4e07-8ead-4d7a1d7ea1c6" providerId="ADAL" clId="{A71A91A0-537E-435E-A57A-6A59184BC47A}" dt="2024-08-18T12:28:03.725" v="2746"/>
          <ac:inkMkLst>
            <pc:docMk/>
            <pc:sldMk cId="1547844152" sldId="389"/>
            <ac:inkMk id="36" creationId="{F4042AB6-6115-81D2-6550-FEE84BDD4184}"/>
          </ac:inkMkLst>
        </pc:inkChg>
        <pc:inkChg chg="add mod">
          <ac:chgData name="Mahima Weerasinghe" userId="e11e3f55-42da-4e07-8ead-4d7a1d7ea1c6" providerId="ADAL" clId="{A71A91A0-537E-435E-A57A-6A59184BC47A}" dt="2024-08-18T12:28:03.725" v="2746"/>
          <ac:inkMkLst>
            <pc:docMk/>
            <pc:sldMk cId="1547844152" sldId="389"/>
            <ac:inkMk id="38" creationId="{1D5F8D88-67DB-F532-DB5C-615AA381E3C3}"/>
          </ac:inkMkLst>
        </pc:inkChg>
        <pc:inkChg chg="add mod">
          <ac:chgData name="Mahima Weerasinghe" userId="e11e3f55-42da-4e07-8ead-4d7a1d7ea1c6" providerId="ADAL" clId="{A71A91A0-537E-435E-A57A-6A59184BC47A}" dt="2024-08-18T12:28:03.725" v="2746"/>
          <ac:inkMkLst>
            <pc:docMk/>
            <pc:sldMk cId="1547844152" sldId="389"/>
            <ac:inkMk id="39" creationId="{C2C9F389-B202-DD1A-D80C-66ADA2DDBC70}"/>
          </ac:inkMkLst>
        </pc:inkChg>
        <pc:inkChg chg="add mod">
          <ac:chgData name="Mahima Weerasinghe" userId="e11e3f55-42da-4e07-8ead-4d7a1d7ea1c6" providerId="ADAL" clId="{A71A91A0-537E-435E-A57A-6A59184BC47A}" dt="2024-08-18T12:28:03.725" v="2746"/>
          <ac:inkMkLst>
            <pc:docMk/>
            <pc:sldMk cId="1547844152" sldId="389"/>
            <ac:inkMk id="40" creationId="{6798F881-CD07-F456-8CF6-53FC090D9685}"/>
          </ac:inkMkLst>
        </pc:inkChg>
        <pc:inkChg chg="add mod">
          <ac:chgData name="Mahima Weerasinghe" userId="e11e3f55-42da-4e07-8ead-4d7a1d7ea1c6" providerId="ADAL" clId="{A71A91A0-537E-435E-A57A-6A59184BC47A}" dt="2024-08-18T12:28:03.725" v="2746"/>
          <ac:inkMkLst>
            <pc:docMk/>
            <pc:sldMk cId="1547844152" sldId="389"/>
            <ac:inkMk id="41" creationId="{609A2C7E-A874-9FD2-ECFE-B1F5BCABB197}"/>
          </ac:inkMkLst>
        </pc:inkChg>
        <pc:inkChg chg="add mod">
          <ac:chgData name="Mahima Weerasinghe" userId="e11e3f55-42da-4e07-8ead-4d7a1d7ea1c6" providerId="ADAL" clId="{A71A91A0-537E-435E-A57A-6A59184BC47A}" dt="2024-08-18T12:28:03.725" v="2746"/>
          <ac:inkMkLst>
            <pc:docMk/>
            <pc:sldMk cId="1547844152" sldId="389"/>
            <ac:inkMk id="42" creationId="{76372E0A-195C-795D-B0E4-F65ECF5BF310}"/>
          </ac:inkMkLst>
        </pc:inkChg>
        <pc:inkChg chg="add mod">
          <ac:chgData name="Mahima Weerasinghe" userId="e11e3f55-42da-4e07-8ead-4d7a1d7ea1c6" providerId="ADAL" clId="{A71A91A0-537E-435E-A57A-6A59184BC47A}" dt="2024-08-18T12:28:03.725" v="2746"/>
          <ac:inkMkLst>
            <pc:docMk/>
            <pc:sldMk cId="1547844152" sldId="389"/>
            <ac:inkMk id="43" creationId="{D4732165-741D-D2F6-5B27-75A97F447FAB}"/>
          </ac:inkMkLst>
        </pc:inkChg>
        <pc:inkChg chg="add mod">
          <ac:chgData name="Mahima Weerasinghe" userId="e11e3f55-42da-4e07-8ead-4d7a1d7ea1c6" providerId="ADAL" clId="{A71A91A0-537E-435E-A57A-6A59184BC47A}" dt="2024-08-18T12:28:03.725" v="2746"/>
          <ac:inkMkLst>
            <pc:docMk/>
            <pc:sldMk cId="1547844152" sldId="389"/>
            <ac:inkMk id="44" creationId="{A3E7CA11-E7A3-C642-98EC-3EA1BE3C974C}"/>
          </ac:inkMkLst>
        </pc:inkChg>
        <pc:inkChg chg="add mod">
          <ac:chgData name="Mahima Weerasinghe" userId="e11e3f55-42da-4e07-8ead-4d7a1d7ea1c6" providerId="ADAL" clId="{A71A91A0-537E-435E-A57A-6A59184BC47A}" dt="2024-08-18T12:28:03.725" v="2746"/>
          <ac:inkMkLst>
            <pc:docMk/>
            <pc:sldMk cId="1547844152" sldId="389"/>
            <ac:inkMk id="45" creationId="{178990F6-B3AC-51BA-1A01-0D373170627C}"/>
          </ac:inkMkLst>
        </pc:inkChg>
        <pc:inkChg chg="add mod">
          <ac:chgData name="Mahima Weerasinghe" userId="e11e3f55-42da-4e07-8ead-4d7a1d7ea1c6" providerId="ADAL" clId="{A71A91A0-537E-435E-A57A-6A59184BC47A}" dt="2024-08-18T12:28:03.725" v="2746"/>
          <ac:inkMkLst>
            <pc:docMk/>
            <pc:sldMk cId="1547844152" sldId="389"/>
            <ac:inkMk id="46" creationId="{AB5FCB22-EA21-CAAB-7BE5-AFD33EC5E821}"/>
          </ac:inkMkLst>
        </pc:inkChg>
        <pc:inkChg chg="add mod">
          <ac:chgData name="Mahima Weerasinghe" userId="e11e3f55-42da-4e07-8ead-4d7a1d7ea1c6" providerId="ADAL" clId="{A71A91A0-537E-435E-A57A-6A59184BC47A}" dt="2024-08-18T12:28:03.725" v="2746"/>
          <ac:inkMkLst>
            <pc:docMk/>
            <pc:sldMk cId="1547844152" sldId="389"/>
            <ac:inkMk id="47" creationId="{2CCBEC78-F438-5006-BF58-26216B62C027}"/>
          </ac:inkMkLst>
        </pc:inkChg>
        <pc:inkChg chg="add mod">
          <ac:chgData name="Mahima Weerasinghe" userId="e11e3f55-42da-4e07-8ead-4d7a1d7ea1c6" providerId="ADAL" clId="{A71A91A0-537E-435E-A57A-6A59184BC47A}" dt="2024-08-18T12:28:03.725" v="2746"/>
          <ac:inkMkLst>
            <pc:docMk/>
            <pc:sldMk cId="1547844152" sldId="389"/>
            <ac:inkMk id="48" creationId="{F995B459-2D51-3B86-85C4-B4E4CF185A44}"/>
          </ac:inkMkLst>
        </pc:inkChg>
        <pc:inkChg chg="add mod">
          <ac:chgData name="Mahima Weerasinghe" userId="e11e3f55-42da-4e07-8ead-4d7a1d7ea1c6" providerId="ADAL" clId="{A71A91A0-537E-435E-A57A-6A59184BC47A}" dt="2024-08-18T12:28:03.725" v="2746"/>
          <ac:inkMkLst>
            <pc:docMk/>
            <pc:sldMk cId="1547844152" sldId="389"/>
            <ac:inkMk id="49" creationId="{F5B8D8CC-A41B-5FE8-6C46-05A1DCD11A76}"/>
          </ac:inkMkLst>
        </pc:inkChg>
        <pc:inkChg chg="add mod">
          <ac:chgData name="Mahima Weerasinghe" userId="e11e3f55-42da-4e07-8ead-4d7a1d7ea1c6" providerId="ADAL" clId="{A71A91A0-537E-435E-A57A-6A59184BC47A}" dt="2024-08-18T12:28:03.725" v="2746"/>
          <ac:inkMkLst>
            <pc:docMk/>
            <pc:sldMk cId="1547844152" sldId="389"/>
            <ac:inkMk id="50" creationId="{4753356A-4A62-100B-C689-43497BA1B10A}"/>
          </ac:inkMkLst>
        </pc:inkChg>
        <pc:inkChg chg="add mod">
          <ac:chgData name="Mahima Weerasinghe" userId="e11e3f55-42da-4e07-8ead-4d7a1d7ea1c6" providerId="ADAL" clId="{A71A91A0-537E-435E-A57A-6A59184BC47A}" dt="2024-08-18T12:28:03.725" v="2746"/>
          <ac:inkMkLst>
            <pc:docMk/>
            <pc:sldMk cId="1547844152" sldId="389"/>
            <ac:inkMk id="51" creationId="{57DA8024-A277-C654-0122-64FDE806DB3C}"/>
          </ac:inkMkLst>
        </pc:inkChg>
        <pc:inkChg chg="add mod">
          <ac:chgData name="Mahima Weerasinghe" userId="e11e3f55-42da-4e07-8ead-4d7a1d7ea1c6" providerId="ADAL" clId="{A71A91A0-537E-435E-A57A-6A59184BC47A}" dt="2024-08-18T12:28:03.725" v="2746"/>
          <ac:inkMkLst>
            <pc:docMk/>
            <pc:sldMk cId="1547844152" sldId="389"/>
            <ac:inkMk id="52" creationId="{96885B54-12EA-4F6A-C21F-AC7406A5E22A}"/>
          </ac:inkMkLst>
        </pc:inkChg>
        <pc:inkChg chg="add mod">
          <ac:chgData name="Mahima Weerasinghe" userId="e11e3f55-42da-4e07-8ead-4d7a1d7ea1c6" providerId="ADAL" clId="{A71A91A0-537E-435E-A57A-6A59184BC47A}" dt="2024-08-18T12:28:03.725" v="2746"/>
          <ac:inkMkLst>
            <pc:docMk/>
            <pc:sldMk cId="1547844152" sldId="389"/>
            <ac:inkMk id="53" creationId="{7558F28F-82A2-9CB5-C017-ECB6E3545C0B}"/>
          </ac:inkMkLst>
        </pc:inkChg>
        <pc:inkChg chg="add mod">
          <ac:chgData name="Mahima Weerasinghe" userId="e11e3f55-42da-4e07-8ead-4d7a1d7ea1c6" providerId="ADAL" clId="{A71A91A0-537E-435E-A57A-6A59184BC47A}" dt="2024-08-18T12:28:03.725" v="2746"/>
          <ac:inkMkLst>
            <pc:docMk/>
            <pc:sldMk cId="1547844152" sldId="389"/>
            <ac:inkMk id="54" creationId="{D347077F-22A0-CFC9-170E-C73E1C8E1FBA}"/>
          </ac:inkMkLst>
        </pc:inkChg>
        <pc:inkChg chg="add mod">
          <ac:chgData name="Mahima Weerasinghe" userId="e11e3f55-42da-4e07-8ead-4d7a1d7ea1c6" providerId="ADAL" clId="{A71A91A0-537E-435E-A57A-6A59184BC47A}" dt="2024-08-18T12:28:03.725" v="2746"/>
          <ac:inkMkLst>
            <pc:docMk/>
            <pc:sldMk cId="1547844152" sldId="389"/>
            <ac:inkMk id="57" creationId="{5C477878-62E6-5635-45D1-673DC584E3B6}"/>
          </ac:inkMkLst>
        </pc:inkChg>
        <pc:inkChg chg="add mod">
          <ac:chgData name="Mahima Weerasinghe" userId="e11e3f55-42da-4e07-8ead-4d7a1d7ea1c6" providerId="ADAL" clId="{A71A91A0-537E-435E-A57A-6A59184BC47A}" dt="2024-08-18T12:28:03.725" v="2746"/>
          <ac:inkMkLst>
            <pc:docMk/>
            <pc:sldMk cId="1547844152" sldId="389"/>
            <ac:inkMk id="58" creationId="{C5C8FE16-3FBF-C5DE-0863-DD2B27187009}"/>
          </ac:inkMkLst>
        </pc:inkChg>
        <pc:inkChg chg="add mod">
          <ac:chgData name="Mahima Weerasinghe" userId="e11e3f55-42da-4e07-8ead-4d7a1d7ea1c6" providerId="ADAL" clId="{A71A91A0-537E-435E-A57A-6A59184BC47A}" dt="2024-08-18T12:28:03.725" v="2746"/>
          <ac:inkMkLst>
            <pc:docMk/>
            <pc:sldMk cId="1547844152" sldId="389"/>
            <ac:inkMk id="59" creationId="{2A80B60D-08A6-9F2D-D785-988C4C86A22C}"/>
          </ac:inkMkLst>
        </pc:inkChg>
        <pc:inkChg chg="add mod">
          <ac:chgData name="Mahima Weerasinghe" userId="e11e3f55-42da-4e07-8ead-4d7a1d7ea1c6" providerId="ADAL" clId="{A71A91A0-537E-435E-A57A-6A59184BC47A}" dt="2024-08-18T12:18:29.545" v="2627"/>
          <ac:inkMkLst>
            <pc:docMk/>
            <pc:sldMk cId="1547844152" sldId="389"/>
            <ac:inkMk id="61" creationId="{C8B3B1CF-3478-8B54-68A8-60CCF3A45CE1}"/>
          </ac:inkMkLst>
        </pc:inkChg>
        <pc:inkChg chg="add mod">
          <ac:chgData name="Mahima Weerasinghe" userId="e11e3f55-42da-4e07-8ead-4d7a1d7ea1c6" providerId="ADAL" clId="{A71A91A0-537E-435E-A57A-6A59184BC47A}" dt="2024-08-18T12:18:29.545" v="2627"/>
          <ac:inkMkLst>
            <pc:docMk/>
            <pc:sldMk cId="1547844152" sldId="389"/>
            <ac:inkMk id="62" creationId="{24413599-3BF9-5D4F-90DC-C529E2A91ADF}"/>
          </ac:inkMkLst>
        </pc:inkChg>
        <pc:inkChg chg="add mod">
          <ac:chgData name="Mahima Weerasinghe" userId="e11e3f55-42da-4e07-8ead-4d7a1d7ea1c6" providerId="ADAL" clId="{A71A91A0-537E-435E-A57A-6A59184BC47A}" dt="2024-08-18T12:18:29.545" v="2627"/>
          <ac:inkMkLst>
            <pc:docMk/>
            <pc:sldMk cId="1547844152" sldId="389"/>
            <ac:inkMk id="63" creationId="{9A074CCC-F9D3-A034-90CD-83BA3320346F}"/>
          </ac:inkMkLst>
        </pc:inkChg>
        <pc:inkChg chg="add mod">
          <ac:chgData name="Mahima Weerasinghe" userId="e11e3f55-42da-4e07-8ead-4d7a1d7ea1c6" providerId="ADAL" clId="{A71A91A0-537E-435E-A57A-6A59184BC47A}" dt="2024-08-18T12:30:36.215" v="2792"/>
          <ac:inkMkLst>
            <pc:docMk/>
            <pc:sldMk cId="1547844152" sldId="389"/>
            <ac:inkMk id="65" creationId="{47B0A86C-AF58-2DF7-3BF7-9C99E2CE8335}"/>
          </ac:inkMkLst>
        </pc:inkChg>
        <pc:inkChg chg="add mod">
          <ac:chgData name="Mahima Weerasinghe" userId="e11e3f55-42da-4e07-8ead-4d7a1d7ea1c6" providerId="ADAL" clId="{A71A91A0-537E-435E-A57A-6A59184BC47A}" dt="2024-08-18T12:30:36.215" v="2792"/>
          <ac:inkMkLst>
            <pc:docMk/>
            <pc:sldMk cId="1547844152" sldId="389"/>
            <ac:inkMk id="66" creationId="{01A1526A-22FE-33A6-C11B-70F010F0929A}"/>
          </ac:inkMkLst>
        </pc:inkChg>
        <pc:inkChg chg="add mod">
          <ac:chgData name="Mahima Weerasinghe" userId="e11e3f55-42da-4e07-8ead-4d7a1d7ea1c6" providerId="ADAL" clId="{A71A91A0-537E-435E-A57A-6A59184BC47A}" dt="2024-08-18T12:30:36.215" v="2792"/>
          <ac:inkMkLst>
            <pc:docMk/>
            <pc:sldMk cId="1547844152" sldId="389"/>
            <ac:inkMk id="67" creationId="{C30EE431-6E87-507B-9E00-961176AF1667}"/>
          </ac:inkMkLst>
        </pc:inkChg>
        <pc:inkChg chg="add mod">
          <ac:chgData name="Mahima Weerasinghe" userId="e11e3f55-42da-4e07-8ead-4d7a1d7ea1c6" providerId="ADAL" clId="{A71A91A0-537E-435E-A57A-6A59184BC47A}" dt="2024-08-18T12:30:36.215" v="2792"/>
          <ac:inkMkLst>
            <pc:docMk/>
            <pc:sldMk cId="1547844152" sldId="389"/>
            <ac:inkMk id="68" creationId="{C4411290-C62A-F1D5-328D-11A24C43BF7B}"/>
          </ac:inkMkLst>
        </pc:inkChg>
        <pc:inkChg chg="add mod">
          <ac:chgData name="Mahima Weerasinghe" userId="e11e3f55-42da-4e07-8ead-4d7a1d7ea1c6" providerId="ADAL" clId="{A71A91A0-537E-435E-A57A-6A59184BC47A}" dt="2024-08-18T12:30:36.215" v="2792"/>
          <ac:inkMkLst>
            <pc:docMk/>
            <pc:sldMk cId="1547844152" sldId="389"/>
            <ac:inkMk id="70" creationId="{DF84A088-5810-A891-071D-6504AC6A849B}"/>
          </ac:inkMkLst>
        </pc:inkChg>
        <pc:inkChg chg="add mod">
          <ac:chgData name="Mahima Weerasinghe" userId="e11e3f55-42da-4e07-8ead-4d7a1d7ea1c6" providerId="ADAL" clId="{A71A91A0-537E-435E-A57A-6A59184BC47A}" dt="2024-08-18T12:30:36.215" v="2792"/>
          <ac:inkMkLst>
            <pc:docMk/>
            <pc:sldMk cId="1547844152" sldId="389"/>
            <ac:inkMk id="71" creationId="{2C618D8F-FE24-37CB-DFFA-372E99077BFA}"/>
          </ac:inkMkLst>
        </pc:inkChg>
        <pc:inkChg chg="add mod">
          <ac:chgData name="Mahima Weerasinghe" userId="e11e3f55-42da-4e07-8ead-4d7a1d7ea1c6" providerId="ADAL" clId="{A71A91A0-537E-435E-A57A-6A59184BC47A}" dt="2024-08-18T12:19:26.955" v="2675"/>
          <ac:inkMkLst>
            <pc:docMk/>
            <pc:sldMk cId="1547844152" sldId="389"/>
            <ac:inkMk id="73" creationId="{9BE9B0B8-1B10-83E7-CBAC-80E4694E98FF}"/>
          </ac:inkMkLst>
        </pc:inkChg>
        <pc:inkChg chg="add mod">
          <ac:chgData name="Mahima Weerasinghe" userId="e11e3f55-42da-4e07-8ead-4d7a1d7ea1c6" providerId="ADAL" clId="{A71A91A0-537E-435E-A57A-6A59184BC47A}" dt="2024-08-18T12:19:26.955" v="2675"/>
          <ac:inkMkLst>
            <pc:docMk/>
            <pc:sldMk cId="1547844152" sldId="389"/>
            <ac:inkMk id="74" creationId="{9C85F89C-7F75-C646-BAA8-989317001FEB}"/>
          </ac:inkMkLst>
        </pc:inkChg>
        <pc:inkChg chg="add mod">
          <ac:chgData name="Mahima Weerasinghe" userId="e11e3f55-42da-4e07-8ead-4d7a1d7ea1c6" providerId="ADAL" clId="{A71A91A0-537E-435E-A57A-6A59184BC47A}" dt="2024-08-18T12:30:36.215" v="2792"/>
          <ac:inkMkLst>
            <pc:docMk/>
            <pc:sldMk cId="1547844152" sldId="389"/>
            <ac:inkMk id="76" creationId="{8453D5ED-0106-4C5B-FC88-5C8EFCF4AF85}"/>
          </ac:inkMkLst>
        </pc:inkChg>
        <pc:inkChg chg="add mod">
          <ac:chgData name="Mahima Weerasinghe" userId="e11e3f55-42da-4e07-8ead-4d7a1d7ea1c6" providerId="ADAL" clId="{A71A91A0-537E-435E-A57A-6A59184BC47A}" dt="2024-08-18T12:30:36.215" v="2792"/>
          <ac:inkMkLst>
            <pc:docMk/>
            <pc:sldMk cId="1547844152" sldId="389"/>
            <ac:inkMk id="77" creationId="{61D33B3F-EAE3-BF7E-FE12-BA82CA32331E}"/>
          </ac:inkMkLst>
        </pc:inkChg>
        <pc:inkChg chg="add mod">
          <ac:chgData name="Mahima Weerasinghe" userId="e11e3f55-42da-4e07-8ead-4d7a1d7ea1c6" providerId="ADAL" clId="{A71A91A0-537E-435E-A57A-6A59184BC47A}" dt="2024-08-18T12:30:36.215" v="2792"/>
          <ac:inkMkLst>
            <pc:docMk/>
            <pc:sldMk cId="1547844152" sldId="389"/>
            <ac:inkMk id="78" creationId="{DB801DA3-8FE1-CE33-8CB0-1BC158D0B0AD}"/>
          </ac:inkMkLst>
        </pc:inkChg>
        <pc:inkChg chg="add mod">
          <ac:chgData name="Mahima Weerasinghe" userId="e11e3f55-42da-4e07-8ead-4d7a1d7ea1c6" providerId="ADAL" clId="{A71A91A0-537E-435E-A57A-6A59184BC47A}" dt="2024-08-18T12:30:36.215" v="2792"/>
          <ac:inkMkLst>
            <pc:docMk/>
            <pc:sldMk cId="1547844152" sldId="389"/>
            <ac:inkMk id="79" creationId="{0EB63A1E-2477-3760-16CA-0C7A6AAD4B5E}"/>
          </ac:inkMkLst>
        </pc:inkChg>
        <pc:inkChg chg="add mod">
          <ac:chgData name="Mahima Weerasinghe" userId="e11e3f55-42da-4e07-8ead-4d7a1d7ea1c6" providerId="ADAL" clId="{A71A91A0-537E-435E-A57A-6A59184BC47A}" dt="2024-08-18T12:30:36.215" v="2792"/>
          <ac:inkMkLst>
            <pc:docMk/>
            <pc:sldMk cId="1547844152" sldId="389"/>
            <ac:inkMk id="80" creationId="{6F9D159F-BE85-F2F9-C864-419D1ADD5E5A}"/>
          </ac:inkMkLst>
        </pc:inkChg>
        <pc:inkChg chg="add mod">
          <ac:chgData name="Mahima Weerasinghe" userId="e11e3f55-42da-4e07-8ead-4d7a1d7ea1c6" providerId="ADAL" clId="{A71A91A0-537E-435E-A57A-6A59184BC47A}" dt="2024-08-18T12:30:36.215" v="2792"/>
          <ac:inkMkLst>
            <pc:docMk/>
            <pc:sldMk cId="1547844152" sldId="389"/>
            <ac:inkMk id="81" creationId="{A10117D3-ED6C-A169-302F-6D012BF43CFC}"/>
          </ac:inkMkLst>
        </pc:inkChg>
        <pc:inkChg chg="add mod">
          <ac:chgData name="Mahima Weerasinghe" userId="e11e3f55-42da-4e07-8ead-4d7a1d7ea1c6" providerId="ADAL" clId="{A71A91A0-537E-435E-A57A-6A59184BC47A}" dt="2024-08-18T12:30:36.215" v="2792"/>
          <ac:inkMkLst>
            <pc:docMk/>
            <pc:sldMk cId="1547844152" sldId="389"/>
            <ac:inkMk id="84" creationId="{59A13F58-D2C1-B4D4-B737-AC61D75F5D46}"/>
          </ac:inkMkLst>
        </pc:inkChg>
        <pc:inkChg chg="add mod">
          <ac:chgData name="Mahima Weerasinghe" userId="e11e3f55-42da-4e07-8ead-4d7a1d7ea1c6" providerId="ADAL" clId="{A71A91A0-537E-435E-A57A-6A59184BC47A}" dt="2024-08-18T12:30:36.215" v="2792"/>
          <ac:inkMkLst>
            <pc:docMk/>
            <pc:sldMk cId="1547844152" sldId="389"/>
            <ac:inkMk id="85" creationId="{A53382E7-F755-30DC-6B0F-3D63996800BB}"/>
          </ac:inkMkLst>
        </pc:inkChg>
        <pc:inkChg chg="add mod">
          <ac:chgData name="Mahima Weerasinghe" userId="e11e3f55-42da-4e07-8ead-4d7a1d7ea1c6" providerId="ADAL" clId="{A71A91A0-537E-435E-A57A-6A59184BC47A}" dt="2024-08-18T12:30:36.215" v="2792"/>
          <ac:inkMkLst>
            <pc:docMk/>
            <pc:sldMk cId="1547844152" sldId="389"/>
            <ac:inkMk id="87" creationId="{D65C00C0-1EED-E7B8-56B8-941F698C02CC}"/>
          </ac:inkMkLst>
        </pc:inkChg>
        <pc:inkChg chg="add mod">
          <ac:chgData name="Mahima Weerasinghe" userId="e11e3f55-42da-4e07-8ead-4d7a1d7ea1c6" providerId="ADAL" clId="{A71A91A0-537E-435E-A57A-6A59184BC47A}" dt="2024-08-18T12:30:36.215" v="2792"/>
          <ac:inkMkLst>
            <pc:docMk/>
            <pc:sldMk cId="1547844152" sldId="389"/>
            <ac:inkMk id="88" creationId="{395D9354-E461-11D4-BDAF-60D4115FC038}"/>
          </ac:inkMkLst>
        </pc:inkChg>
        <pc:inkChg chg="add mod">
          <ac:chgData name="Mahima Weerasinghe" userId="e11e3f55-42da-4e07-8ead-4d7a1d7ea1c6" providerId="ADAL" clId="{A71A91A0-537E-435E-A57A-6A59184BC47A}" dt="2024-08-18T12:30:36.215" v="2792"/>
          <ac:inkMkLst>
            <pc:docMk/>
            <pc:sldMk cId="1547844152" sldId="389"/>
            <ac:inkMk id="91" creationId="{E7B3ADE7-1317-5402-9261-69D7EDAC3716}"/>
          </ac:inkMkLst>
        </pc:inkChg>
        <pc:inkChg chg="add mod">
          <ac:chgData name="Mahima Weerasinghe" userId="e11e3f55-42da-4e07-8ead-4d7a1d7ea1c6" providerId="ADAL" clId="{A71A91A0-537E-435E-A57A-6A59184BC47A}" dt="2024-08-18T12:30:36.215" v="2792"/>
          <ac:inkMkLst>
            <pc:docMk/>
            <pc:sldMk cId="1547844152" sldId="389"/>
            <ac:inkMk id="92" creationId="{8CB10863-2E65-057C-5EFA-58EB6F5D422B}"/>
          </ac:inkMkLst>
        </pc:inkChg>
        <pc:inkChg chg="add mod">
          <ac:chgData name="Mahima Weerasinghe" userId="e11e3f55-42da-4e07-8ead-4d7a1d7ea1c6" providerId="ADAL" clId="{A71A91A0-537E-435E-A57A-6A59184BC47A}" dt="2024-08-18T12:30:36.215" v="2792"/>
          <ac:inkMkLst>
            <pc:docMk/>
            <pc:sldMk cId="1547844152" sldId="389"/>
            <ac:inkMk id="93" creationId="{AE065836-7B8F-B643-2FAA-2EE689ED97D3}"/>
          </ac:inkMkLst>
        </pc:inkChg>
        <pc:inkChg chg="add mod">
          <ac:chgData name="Mahima Weerasinghe" userId="e11e3f55-42da-4e07-8ead-4d7a1d7ea1c6" providerId="ADAL" clId="{A71A91A0-537E-435E-A57A-6A59184BC47A}" dt="2024-08-18T12:30:36.215" v="2792"/>
          <ac:inkMkLst>
            <pc:docMk/>
            <pc:sldMk cId="1547844152" sldId="389"/>
            <ac:inkMk id="94" creationId="{D90A3E6A-A64C-C370-9667-0DEA7E57E2F8}"/>
          </ac:inkMkLst>
        </pc:inkChg>
        <pc:inkChg chg="add mod">
          <ac:chgData name="Mahima Weerasinghe" userId="e11e3f55-42da-4e07-8ead-4d7a1d7ea1c6" providerId="ADAL" clId="{A71A91A0-537E-435E-A57A-6A59184BC47A}" dt="2024-08-18T12:30:36.215" v="2792"/>
          <ac:inkMkLst>
            <pc:docMk/>
            <pc:sldMk cId="1547844152" sldId="389"/>
            <ac:inkMk id="95" creationId="{5E3E6663-A256-094E-D2F8-8A066CE24890}"/>
          </ac:inkMkLst>
        </pc:inkChg>
        <pc:inkChg chg="add mod">
          <ac:chgData name="Mahima Weerasinghe" userId="e11e3f55-42da-4e07-8ead-4d7a1d7ea1c6" providerId="ADAL" clId="{A71A91A0-537E-435E-A57A-6A59184BC47A}" dt="2024-08-18T12:30:36.215" v="2792"/>
          <ac:inkMkLst>
            <pc:docMk/>
            <pc:sldMk cId="1547844152" sldId="389"/>
            <ac:inkMk id="96" creationId="{2B438F81-7A17-E90D-24DE-BB119829EE6D}"/>
          </ac:inkMkLst>
        </pc:inkChg>
        <pc:inkChg chg="add mod">
          <ac:chgData name="Mahima Weerasinghe" userId="e11e3f55-42da-4e07-8ead-4d7a1d7ea1c6" providerId="ADAL" clId="{A71A91A0-537E-435E-A57A-6A59184BC47A}" dt="2024-08-18T12:30:36.215" v="2792"/>
          <ac:inkMkLst>
            <pc:docMk/>
            <pc:sldMk cId="1547844152" sldId="389"/>
            <ac:inkMk id="97" creationId="{2A5486D9-631A-6988-A2D4-69576ABE9F8B}"/>
          </ac:inkMkLst>
        </pc:inkChg>
        <pc:inkChg chg="add mod">
          <ac:chgData name="Mahima Weerasinghe" userId="e11e3f55-42da-4e07-8ead-4d7a1d7ea1c6" providerId="ADAL" clId="{A71A91A0-537E-435E-A57A-6A59184BC47A}" dt="2024-08-18T12:30:36.215" v="2792"/>
          <ac:inkMkLst>
            <pc:docMk/>
            <pc:sldMk cId="1547844152" sldId="389"/>
            <ac:inkMk id="98" creationId="{174A6A4A-BD96-C8C8-E160-5D843502E016}"/>
          </ac:inkMkLst>
        </pc:inkChg>
        <pc:inkChg chg="add mod">
          <ac:chgData name="Mahima Weerasinghe" userId="e11e3f55-42da-4e07-8ead-4d7a1d7ea1c6" providerId="ADAL" clId="{A71A91A0-537E-435E-A57A-6A59184BC47A}" dt="2024-08-18T12:30:36.215" v="2792"/>
          <ac:inkMkLst>
            <pc:docMk/>
            <pc:sldMk cId="1547844152" sldId="389"/>
            <ac:inkMk id="100" creationId="{1B5F310F-0B92-C03C-61FA-D9CE10F1E2C7}"/>
          </ac:inkMkLst>
        </pc:inkChg>
        <pc:inkChg chg="add mod">
          <ac:chgData name="Mahima Weerasinghe" userId="e11e3f55-42da-4e07-8ead-4d7a1d7ea1c6" providerId="ADAL" clId="{A71A91A0-537E-435E-A57A-6A59184BC47A}" dt="2024-08-18T12:30:36.215" v="2792"/>
          <ac:inkMkLst>
            <pc:docMk/>
            <pc:sldMk cId="1547844152" sldId="389"/>
            <ac:inkMk id="101" creationId="{2AA03E6F-CFD8-6EC4-334E-AF9F4D54314A}"/>
          </ac:inkMkLst>
        </pc:inkChg>
        <pc:inkChg chg="add mod">
          <ac:chgData name="Mahima Weerasinghe" userId="e11e3f55-42da-4e07-8ead-4d7a1d7ea1c6" providerId="ADAL" clId="{A71A91A0-537E-435E-A57A-6A59184BC47A}" dt="2024-08-18T12:19:26.955" v="2675"/>
          <ac:inkMkLst>
            <pc:docMk/>
            <pc:sldMk cId="1547844152" sldId="389"/>
            <ac:inkMk id="103" creationId="{5524FD3D-A603-6DBB-840E-A3D99EE73031}"/>
          </ac:inkMkLst>
        </pc:inkChg>
        <pc:inkChg chg="add mod">
          <ac:chgData name="Mahima Weerasinghe" userId="e11e3f55-42da-4e07-8ead-4d7a1d7ea1c6" providerId="ADAL" clId="{A71A91A0-537E-435E-A57A-6A59184BC47A}" dt="2024-08-18T12:19:26.955" v="2675"/>
          <ac:inkMkLst>
            <pc:docMk/>
            <pc:sldMk cId="1547844152" sldId="389"/>
            <ac:inkMk id="104" creationId="{FDFE7B32-3F4F-624D-C650-0469318137F2}"/>
          </ac:inkMkLst>
        </pc:inkChg>
        <pc:inkChg chg="add mod">
          <ac:chgData name="Mahima Weerasinghe" userId="e11e3f55-42da-4e07-8ead-4d7a1d7ea1c6" providerId="ADAL" clId="{A71A91A0-537E-435E-A57A-6A59184BC47A}" dt="2024-08-18T12:19:26.955" v="2675"/>
          <ac:inkMkLst>
            <pc:docMk/>
            <pc:sldMk cId="1547844152" sldId="389"/>
            <ac:inkMk id="105" creationId="{0853B19F-EF50-3EA2-0004-F4C0D4F7F9D1}"/>
          </ac:inkMkLst>
        </pc:inkChg>
        <pc:inkChg chg="add mod">
          <ac:chgData name="Mahima Weerasinghe" userId="e11e3f55-42da-4e07-8ead-4d7a1d7ea1c6" providerId="ADAL" clId="{A71A91A0-537E-435E-A57A-6A59184BC47A}" dt="2024-08-18T12:19:26.955" v="2675"/>
          <ac:inkMkLst>
            <pc:docMk/>
            <pc:sldMk cId="1547844152" sldId="389"/>
            <ac:inkMk id="106" creationId="{AF0C25C1-CCE8-E9E6-FE5A-C6706CBCF37E}"/>
          </ac:inkMkLst>
        </pc:inkChg>
        <pc:inkChg chg="add mod">
          <ac:chgData name="Mahima Weerasinghe" userId="e11e3f55-42da-4e07-8ead-4d7a1d7ea1c6" providerId="ADAL" clId="{A71A91A0-537E-435E-A57A-6A59184BC47A}" dt="2024-08-18T12:19:26.955" v="2675"/>
          <ac:inkMkLst>
            <pc:docMk/>
            <pc:sldMk cId="1547844152" sldId="389"/>
            <ac:inkMk id="107" creationId="{B3F87041-139F-ED36-E13E-70AD96AC8315}"/>
          </ac:inkMkLst>
        </pc:inkChg>
        <pc:inkChg chg="add mod">
          <ac:chgData name="Mahima Weerasinghe" userId="e11e3f55-42da-4e07-8ead-4d7a1d7ea1c6" providerId="ADAL" clId="{A71A91A0-537E-435E-A57A-6A59184BC47A}" dt="2024-08-18T12:19:26.955" v="2675"/>
          <ac:inkMkLst>
            <pc:docMk/>
            <pc:sldMk cId="1547844152" sldId="389"/>
            <ac:inkMk id="108" creationId="{AEF66460-F91D-6BB0-0EC1-C81CF7B3385E}"/>
          </ac:inkMkLst>
        </pc:inkChg>
        <pc:inkChg chg="add mod">
          <ac:chgData name="Mahima Weerasinghe" userId="e11e3f55-42da-4e07-8ead-4d7a1d7ea1c6" providerId="ADAL" clId="{A71A91A0-537E-435E-A57A-6A59184BC47A}" dt="2024-08-18T12:19:26.955" v="2675"/>
          <ac:inkMkLst>
            <pc:docMk/>
            <pc:sldMk cId="1547844152" sldId="389"/>
            <ac:inkMk id="109" creationId="{0BE582E5-A644-2DCC-0679-FA39BD37A7C7}"/>
          </ac:inkMkLst>
        </pc:inkChg>
        <pc:inkChg chg="add mod">
          <ac:chgData name="Mahima Weerasinghe" userId="e11e3f55-42da-4e07-8ead-4d7a1d7ea1c6" providerId="ADAL" clId="{A71A91A0-537E-435E-A57A-6A59184BC47A}" dt="2024-08-18T12:19:26.955" v="2675"/>
          <ac:inkMkLst>
            <pc:docMk/>
            <pc:sldMk cId="1547844152" sldId="389"/>
            <ac:inkMk id="110" creationId="{CC65E90A-8AC0-C965-3760-4EB2DF753D1B}"/>
          </ac:inkMkLst>
        </pc:inkChg>
        <pc:inkChg chg="add mod">
          <ac:chgData name="Mahima Weerasinghe" userId="e11e3f55-42da-4e07-8ead-4d7a1d7ea1c6" providerId="ADAL" clId="{A71A91A0-537E-435E-A57A-6A59184BC47A}" dt="2024-08-18T12:19:26.955" v="2675"/>
          <ac:inkMkLst>
            <pc:docMk/>
            <pc:sldMk cId="1547844152" sldId="389"/>
            <ac:inkMk id="111" creationId="{26419894-C85A-06E0-D5C3-6D829D358C0A}"/>
          </ac:inkMkLst>
        </pc:inkChg>
        <pc:inkChg chg="add mod">
          <ac:chgData name="Mahima Weerasinghe" userId="e11e3f55-42da-4e07-8ead-4d7a1d7ea1c6" providerId="ADAL" clId="{A71A91A0-537E-435E-A57A-6A59184BC47A}" dt="2024-08-18T12:19:26.955" v="2675"/>
          <ac:inkMkLst>
            <pc:docMk/>
            <pc:sldMk cId="1547844152" sldId="389"/>
            <ac:inkMk id="112" creationId="{BE899B34-2BBC-E4B2-1D3B-E88F7863BFA7}"/>
          </ac:inkMkLst>
        </pc:inkChg>
        <pc:inkChg chg="add mod">
          <ac:chgData name="Mahima Weerasinghe" userId="e11e3f55-42da-4e07-8ead-4d7a1d7ea1c6" providerId="ADAL" clId="{A71A91A0-537E-435E-A57A-6A59184BC47A}" dt="2024-08-18T12:19:26.955" v="2675"/>
          <ac:inkMkLst>
            <pc:docMk/>
            <pc:sldMk cId="1547844152" sldId="389"/>
            <ac:inkMk id="113" creationId="{90273D0A-48AD-B154-81DC-D873A54DAD40}"/>
          </ac:inkMkLst>
        </pc:inkChg>
        <pc:inkChg chg="add mod">
          <ac:chgData name="Mahima Weerasinghe" userId="e11e3f55-42da-4e07-8ead-4d7a1d7ea1c6" providerId="ADAL" clId="{A71A91A0-537E-435E-A57A-6A59184BC47A}" dt="2024-08-18T12:26:26.364" v="2716"/>
          <ac:inkMkLst>
            <pc:docMk/>
            <pc:sldMk cId="1547844152" sldId="389"/>
            <ac:inkMk id="115" creationId="{6C0C8AA6-8997-80B4-4D73-16EF6C9E9B57}"/>
          </ac:inkMkLst>
        </pc:inkChg>
        <pc:inkChg chg="add mod">
          <ac:chgData name="Mahima Weerasinghe" userId="e11e3f55-42da-4e07-8ead-4d7a1d7ea1c6" providerId="ADAL" clId="{A71A91A0-537E-435E-A57A-6A59184BC47A}" dt="2024-08-18T12:26:26.364" v="2716"/>
          <ac:inkMkLst>
            <pc:docMk/>
            <pc:sldMk cId="1547844152" sldId="389"/>
            <ac:inkMk id="116" creationId="{0CFC23D5-CCFD-26E4-B281-9CEE09B85B9A}"/>
          </ac:inkMkLst>
        </pc:inkChg>
        <pc:inkChg chg="add mod">
          <ac:chgData name="Mahima Weerasinghe" userId="e11e3f55-42da-4e07-8ead-4d7a1d7ea1c6" providerId="ADAL" clId="{A71A91A0-537E-435E-A57A-6A59184BC47A}" dt="2024-08-18T12:26:26.364" v="2716"/>
          <ac:inkMkLst>
            <pc:docMk/>
            <pc:sldMk cId="1547844152" sldId="389"/>
            <ac:inkMk id="118" creationId="{EA0CCDFC-E308-3508-4232-0EB13DC792EA}"/>
          </ac:inkMkLst>
        </pc:inkChg>
        <pc:inkChg chg="add mod">
          <ac:chgData name="Mahima Weerasinghe" userId="e11e3f55-42da-4e07-8ead-4d7a1d7ea1c6" providerId="ADAL" clId="{A71A91A0-537E-435E-A57A-6A59184BC47A}" dt="2024-08-18T12:26:26.364" v="2716"/>
          <ac:inkMkLst>
            <pc:docMk/>
            <pc:sldMk cId="1547844152" sldId="389"/>
            <ac:inkMk id="119" creationId="{4ED75629-989F-66A9-3B4D-714CF90A6FA4}"/>
          </ac:inkMkLst>
        </pc:inkChg>
        <pc:inkChg chg="add mod">
          <ac:chgData name="Mahima Weerasinghe" userId="e11e3f55-42da-4e07-8ead-4d7a1d7ea1c6" providerId="ADAL" clId="{A71A91A0-537E-435E-A57A-6A59184BC47A}" dt="2024-08-18T12:26:26.364" v="2716"/>
          <ac:inkMkLst>
            <pc:docMk/>
            <pc:sldMk cId="1547844152" sldId="389"/>
            <ac:inkMk id="120" creationId="{F77F99C5-5C92-2DCD-C1A3-4BB4B3CA2610}"/>
          </ac:inkMkLst>
        </pc:inkChg>
        <pc:inkChg chg="add mod">
          <ac:chgData name="Mahima Weerasinghe" userId="e11e3f55-42da-4e07-8ead-4d7a1d7ea1c6" providerId="ADAL" clId="{A71A91A0-537E-435E-A57A-6A59184BC47A}" dt="2024-08-18T12:26:26.364" v="2716"/>
          <ac:inkMkLst>
            <pc:docMk/>
            <pc:sldMk cId="1547844152" sldId="389"/>
            <ac:inkMk id="121" creationId="{C7435A58-997F-C318-5FD7-995D548BBED4}"/>
          </ac:inkMkLst>
        </pc:inkChg>
        <pc:inkChg chg="add mod">
          <ac:chgData name="Mahima Weerasinghe" userId="e11e3f55-42da-4e07-8ead-4d7a1d7ea1c6" providerId="ADAL" clId="{A71A91A0-537E-435E-A57A-6A59184BC47A}" dt="2024-08-18T12:30:42.605" v="2798"/>
          <ac:inkMkLst>
            <pc:docMk/>
            <pc:sldMk cId="1547844152" sldId="389"/>
            <ac:inkMk id="123" creationId="{258E3997-2AFD-83A8-A542-5F6BEE6DF796}"/>
          </ac:inkMkLst>
        </pc:inkChg>
        <pc:inkChg chg="add mod">
          <ac:chgData name="Mahima Weerasinghe" userId="e11e3f55-42da-4e07-8ead-4d7a1d7ea1c6" providerId="ADAL" clId="{A71A91A0-537E-435E-A57A-6A59184BC47A}" dt="2024-08-18T12:30:42.605" v="2798"/>
          <ac:inkMkLst>
            <pc:docMk/>
            <pc:sldMk cId="1547844152" sldId="389"/>
            <ac:inkMk id="124" creationId="{8ECFF52A-F7AC-706A-0257-5DCEAF3340AE}"/>
          </ac:inkMkLst>
        </pc:inkChg>
        <pc:inkChg chg="add mod">
          <ac:chgData name="Mahima Weerasinghe" userId="e11e3f55-42da-4e07-8ead-4d7a1d7ea1c6" providerId="ADAL" clId="{A71A91A0-537E-435E-A57A-6A59184BC47A}" dt="2024-08-18T12:30:42.605" v="2798"/>
          <ac:inkMkLst>
            <pc:docMk/>
            <pc:sldMk cId="1547844152" sldId="389"/>
            <ac:inkMk id="125" creationId="{9C13921F-AFEA-9D26-516B-C9FC8B5E1107}"/>
          </ac:inkMkLst>
        </pc:inkChg>
        <pc:inkChg chg="add mod">
          <ac:chgData name="Mahima Weerasinghe" userId="e11e3f55-42da-4e07-8ead-4d7a1d7ea1c6" providerId="ADAL" clId="{A71A91A0-537E-435E-A57A-6A59184BC47A}" dt="2024-08-18T12:30:42.605" v="2798"/>
          <ac:inkMkLst>
            <pc:docMk/>
            <pc:sldMk cId="1547844152" sldId="389"/>
            <ac:inkMk id="126" creationId="{7F93E0CA-A82D-6A48-307E-B30D87B830CA}"/>
          </ac:inkMkLst>
        </pc:inkChg>
        <pc:inkChg chg="add mod">
          <ac:chgData name="Mahima Weerasinghe" userId="e11e3f55-42da-4e07-8ead-4d7a1d7ea1c6" providerId="ADAL" clId="{A71A91A0-537E-435E-A57A-6A59184BC47A}" dt="2024-08-18T12:30:42.605" v="2798"/>
          <ac:inkMkLst>
            <pc:docMk/>
            <pc:sldMk cId="1547844152" sldId="389"/>
            <ac:inkMk id="127" creationId="{E4B29391-0B07-FD3C-FE9B-B72D41624043}"/>
          </ac:inkMkLst>
        </pc:inkChg>
        <pc:inkChg chg="add mod">
          <ac:chgData name="Mahima Weerasinghe" userId="e11e3f55-42da-4e07-8ead-4d7a1d7ea1c6" providerId="ADAL" clId="{A71A91A0-537E-435E-A57A-6A59184BC47A}" dt="2024-08-18T12:30:42.605" v="2798"/>
          <ac:inkMkLst>
            <pc:docMk/>
            <pc:sldMk cId="1547844152" sldId="389"/>
            <ac:inkMk id="128" creationId="{A9DF8B5B-E7A3-F0C5-9010-08712687459A}"/>
          </ac:inkMkLst>
        </pc:inkChg>
        <pc:inkChg chg="add mod">
          <ac:chgData name="Mahima Weerasinghe" userId="e11e3f55-42da-4e07-8ead-4d7a1d7ea1c6" providerId="ADAL" clId="{A71A91A0-537E-435E-A57A-6A59184BC47A}" dt="2024-08-18T12:30:42.605" v="2798"/>
          <ac:inkMkLst>
            <pc:docMk/>
            <pc:sldMk cId="1547844152" sldId="389"/>
            <ac:inkMk id="129" creationId="{3CC0A14F-A1F3-A14F-AB18-FF30F4DCFD4B}"/>
          </ac:inkMkLst>
        </pc:inkChg>
        <pc:inkChg chg="add mod">
          <ac:chgData name="Mahima Weerasinghe" userId="e11e3f55-42da-4e07-8ead-4d7a1d7ea1c6" providerId="ADAL" clId="{A71A91A0-537E-435E-A57A-6A59184BC47A}" dt="2024-08-18T12:30:42.605" v="2798"/>
          <ac:inkMkLst>
            <pc:docMk/>
            <pc:sldMk cId="1547844152" sldId="389"/>
            <ac:inkMk id="131" creationId="{1FF2BFC9-5798-6F3F-00F9-59E4B6AE4F78}"/>
          </ac:inkMkLst>
        </pc:inkChg>
        <pc:inkChg chg="add mod">
          <ac:chgData name="Mahima Weerasinghe" userId="e11e3f55-42da-4e07-8ead-4d7a1d7ea1c6" providerId="ADAL" clId="{A71A91A0-537E-435E-A57A-6A59184BC47A}" dt="2024-08-18T12:30:42.605" v="2798"/>
          <ac:inkMkLst>
            <pc:docMk/>
            <pc:sldMk cId="1547844152" sldId="389"/>
            <ac:inkMk id="132" creationId="{6642DF83-ADEC-06CE-3F75-746EB1B7BD72}"/>
          </ac:inkMkLst>
        </pc:inkChg>
        <pc:inkChg chg="add mod">
          <ac:chgData name="Mahima Weerasinghe" userId="e11e3f55-42da-4e07-8ead-4d7a1d7ea1c6" providerId="ADAL" clId="{A71A91A0-537E-435E-A57A-6A59184BC47A}" dt="2024-08-18T12:30:42.605" v="2798"/>
          <ac:inkMkLst>
            <pc:docMk/>
            <pc:sldMk cId="1547844152" sldId="389"/>
            <ac:inkMk id="133" creationId="{207499B1-E410-19E7-448A-5A449A310418}"/>
          </ac:inkMkLst>
        </pc:inkChg>
        <pc:inkChg chg="add mod">
          <ac:chgData name="Mahima Weerasinghe" userId="e11e3f55-42da-4e07-8ead-4d7a1d7ea1c6" providerId="ADAL" clId="{A71A91A0-537E-435E-A57A-6A59184BC47A}" dt="2024-08-18T12:30:42.605" v="2798"/>
          <ac:inkMkLst>
            <pc:docMk/>
            <pc:sldMk cId="1547844152" sldId="389"/>
            <ac:inkMk id="134" creationId="{257F7B95-5A63-2EB4-A133-C974F1CE3F6E}"/>
          </ac:inkMkLst>
        </pc:inkChg>
        <pc:inkChg chg="add mod">
          <ac:chgData name="Mahima Weerasinghe" userId="e11e3f55-42da-4e07-8ead-4d7a1d7ea1c6" providerId="ADAL" clId="{A71A91A0-537E-435E-A57A-6A59184BC47A}" dt="2024-08-18T12:30:42.605" v="2798"/>
          <ac:inkMkLst>
            <pc:docMk/>
            <pc:sldMk cId="1547844152" sldId="389"/>
            <ac:inkMk id="136" creationId="{DD8E3F59-574A-8C17-F02C-57CB559A3637}"/>
          </ac:inkMkLst>
        </pc:inkChg>
        <pc:inkChg chg="add mod">
          <ac:chgData name="Mahima Weerasinghe" userId="e11e3f55-42da-4e07-8ead-4d7a1d7ea1c6" providerId="ADAL" clId="{A71A91A0-537E-435E-A57A-6A59184BC47A}" dt="2024-08-18T12:30:42.605" v="2798"/>
          <ac:inkMkLst>
            <pc:docMk/>
            <pc:sldMk cId="1547844152" sldId="389"/>
            <ac:inkMk id="138" creationId="{16B3DACD-DDB7-6A32-F6B6-FF331B4A716F}"/>
          </ac:inkMkLst>
        </pc:inkChg>
        <pc:inkChg chg="add mod">
          <ac:chgData name="Mahima Weerasinghe" userId="e11e3f55-42da-4e07-8ead-4d7a1d7ea1c6" providerId="ADAL" clId="{A71A91A0-537E-435E-A57A-6A59184BC47A}" dt="2024-08-18T12:30:42.605" v="2798"/>
          <ac:inkMkLst>
            <pc:docMk/>
            <pc:sldMk cId="1547844152" sldId="389"/>
            <ac:inkMk id="139" creationId="{2521B92B-F612-B48F-9AA9-9D5AF9F95D1D}"/>
          </ac:inkMkLst>
        </pc:inkChg>
        <pc:inkChg chg="add mod">
          <ac:chgData name="Mahima Weerasinghe" userId="e11e3f55-42da-4e07-8ead-4d7a1d7ea1c6" providerId="ADAL" clId="{A71A91A0-537E-435E-A57A-6A59184BC47A}" dt="2024-08-18T12:30:42.605" v="2798"/>
          <ac:inkMkLst>
            <pc:docMk/>
            <pc:sldMk cId="1547844152" sldId="389"/>
            <ac:inkMk id="140" creationId="{03E728E5-A713-4AE7-0EC7-A78CA4EA76F3}"/>
          </ac:inkMkLst>
        </pc:inkChg>
        <pc:inkChg chg="add mod">
          <ac:chgData name="Mahima Weerasinghe" userId="e11e3f55-42da-4e07-8ead-4d7a1d7ea1c6" providerId="ADAL" clId="{A71A91A0-537E-435E-A57A-6A59184BC47A}" dt="2024-08-18T12:30:42.605" v="2798"/>
          <ac:inkMkLst>
            <pc:docMk/>
            <pc:sldMk cId="1547844152" sldId="389"/>
            <ac:inkMk id="141" creationId="{F53B1B29-7E4F-CD09-A215-D5E037CB2E6F}"/>
          </ac:inkMkLst>
        </pc:inkChg>
        <pc:inkChg chg="add mod">
          <ac:chgData name="Mahima Weerasinghe" userId="e11e3f55-42da-4e07-8ead-4d7a1d7ea1c6" providerId="ADAL" clId="{A71A91A0-537E-435E-A57A-6A59184BC47A}" dt="2024-08-18T12:30:42.605" v="2798"/>
          <ac:inkMkLst>
            <pc:docMk/>
            <pc:sldMk cId="1547844152" sldId="389"/>
            <ac:inkMk id="142" creationId="{97F997FF-426C-D3AA-0EF5-7B51CB8214C7}"/>
          </ac:inkMkLst>
        </pc:inkChg>
        <pc:inkChg chg="add mod">
          <ac:chgData name="Mahima Weerasinghe" userId="e11e3f55-42da-4e07-8ead-4d7a1d7ea1c6" providerId="ADAL" clId="{A71A91A0-537E-435E-A57A-6A59184BC47A}" dt="2024-08-18T12:30:42.605" v="2798"/>
          <ac:inkMkLst>
            <pc:docMk/>
            <pc:sldMk cId="1547844152" sldId="389"/>
            <ac:inkMk id="144" creationId="{BC220676-B48B-95A2-8D61-A75ED0EC7BC2}"/>
          </ac:inkMkLst>
        </pc:inkChg>
        <pc:inkChg chg="add mod">
          <ac:chgData name="Mahima Weerasinghe" userId="e11e3f55-42da-4e07-8ead-4d7a1d7ea1c6" providerId="ADAL" clId="{A71A91A0-537E-435E-A57A-6A59184BC47A}" dt="2024-08-18T12:30:42.605" v="2798"/>
          <ac:inkMkLst>
            <pc:docMk/>
            <pc:sldMk cId="1547844152" sldId="389"/>
            <ac:inkMk id="145" creationId="{F4DE8E35-540A-B9B4-61C5-A55E1B94A3F8}"/>
          </ac:inkMkLst>
        </pc:inkChg>
        <pc:inkChg chg="add mod">
          <ac:chgData name="Mahima Weerasinghe" userId="e11e3f55-42da-4e07-8ead-4d7a1d7ea1c6" providerId="ADAL" clId="{A71A91A0-537E-435E-A57A-6A59184BC47A}" dt="2024-08-18T12:30:42.605" v="2798"/>
          <ac:inkMkLst>
            <pc:docMk/>
            <pc:sldMk cId="1547844152" sldId="389"/>
            <ac:inkMk id="147" creationId="{1D913A82-4275-2B9C-F10F-E456D2993BE1}"/>
          </ac:inkMkLst>
        </pc:inkChg>
        <pc:inkChg chg="add mod">
          <ac:chgData name="Mahima Weerasinghe" userId="e11e3f55-42da-4e07-8ead-4d7a1d7ea1c6" providerId="ADAL" clId="{A71A91A0-537E-435E-A57A-6A59184BC47A}" dt="2024-08-18T12:30:42.605" v="2798"/>
          <ac:inkMkLst>
            <pc:docMk/>
            <pc:sldMk cId="1547844152" sldId="389"/>
            <ac:inkMk id="148" creationId="{17DFE2F1-0D53-A8DD-77E6-4002B852F503}"/>
          </ac:inkMkLst>
        </pc:inkChg>
        <pc:inkChg chg="add mod">
          <ac:chgData name="Mahima Weerasinghe" userId="e11e3f55-42da-4e07-8ead-4d7a1d7ea1c6" providerId="ADAL" clId="{A71A91A0-537E-435E-A57A-6A59184BC47A}" dt="2024-08-18T12:30:42.605" v="2798"/>
          <ac:inkMkLst>
            <pc:docMk/>
            <pc:sldMk cId="1547844152" sldId="389"/>
            <ac:inkMk id="149" creationId="{7279461A-CED0-0299-2BDD-6EF6DD1157EF}"/>
          </ac:inkMkLst>
        </pc:inkChg>
        <pc:inkChg chg="add mod">
          <ac:chgData name="Mahima Weerasinghe" userId="e11e3f55-42da-4e07-8ead-4d7a1d7ea1c6" providerId="ADAL" clId="{A71A91A0-537E-435E-A57A-6A59184BC47A}" dt="2024-08-18T12:30:42.605" v="2798"/>
          <ac:inkMkLst>
            <pc:docMk/>
            <pc:sldMk cId="1547844152" sldId="389"/>
            <ac:inkMk id="150" creationId="{25846923-DE04-B3A2-9BC3-1E61FCE41F0A}"/>
          </ac:inkMkLst>
        </pc:inkChg>
        <pc:inkChg chg="add mod">
          <ac:chgData name="Mahima Weerasinghe" userId="e11e3f55-42da-4e07-8ead-4d7a1d7ea1c6" providerId="ADAL" clId="{A71A91A0-537E-435E-A57A-6A59184BC47A}" dt="2024-08-18T12:30:42.605" v="2798"/>
          <ac:inkMkLst>
            <pc:docMk/>
            <pc:sldMk cId="1547844152" sldId="389"/>
            <ac:inkMk id="151" creationId="{04619271-71A5-7E6B-BA13-CAA7EE9A903C}"/>
          </ac:inkMkLst>
        </pc:inkChg>
        <pc:inkChg chg="add mod">
          <ac:chgData name="Mahima Weerasinghe" userId="e11e3f55-42da-4e07-8ead-4d7a1d7ea1c6" providerId="ADAL" clId="{A71A91A0-537E-435E-A57A-6A59184BC47A}" dt="2024-08-18T12:26:26.364" v="2716"/>
          <ac:inkMkLst>
            <pc:docMk/>
            <pc:sldMk cId="1547844152" sldId="389"/>
            <ac:inkMk id="153" creationId="{CFFD5529-D05B-8DD6-6B5B-3054CB3EC5E5}"/>
          </ac:inkMkLst>
        </pc:inkChg>
        <pc:inkChg chg="add mod">
          <ac:chgData name="Mahima Weerasinghe" userId="e11e3f55-42da-4e07-8ead-4d7a1d7ea1c6" providerId="ADAL" clId="{A71A91A0-537E-435E-A57A-6A59184BC47A}" dt="2024-08-18T12:26:26.364" v="2716"/>
          <ac:inkMkLst>
            <pc:docMk/>
            <pc:sldMk cId="1547844152" sldId="389"/>
            <ac:inkMk id="154" creationId="{9BC73A39-3ED3-6079-E607-9A1DAC0376F3}"/>
          </ac:inkMkLst>
        </pc:inkChg>
        <pc:inkChg chg="add mod">
          <ac:chgData name="Mahima Weerasinghe" userId="e11e3f55-42da-4e07-8ead-4d7a1d7ea1c6" providerId="ADAL" clId="{A71A91A0-537E-435E-A57A-6A59184BC47A}" dt="2024-08-18T12:26:44.413" v="2724"/>
          <ac:inkMkLst>
            <pc:docMk/>
            <pc:sldMk cId="1547844152" sldId="389"/>
            <ac:inkMk id="156" creationId="{0C330EE9-6BC8-6512-1FDF-48DFAB495327}"/>
          </ac:inkMkLst>
        </pc:inkChg>
        <pc:inkChg chg="add mod">
          <ac:chgData name="Mahima Weerasinghe" userId="e11e3f55-42da-4e07-8ead-4d7a1d7ea1c6" providerId="ADAL" clId="{A71A91A0-537E-435E-A57A-6A59184BC47A}" dt="2024-08-18T12:30:42.605" v="2798"/>
          <ac:inkMkLst>
            <pc:docMk/>
            <pc:sldMk cId="1547844152" sldId="389"/>
            <ac:inkMk id="158" creationId="{47A2BFB2-693D-92B3-A1C7-1049C67101A5}"/>
          </ac:inkMkLst>
        </pc:inkChg>
        <pc:inkChg chg="add mod">
          <ac:chgData name="Mahima Weerasinghe" userId="e11e3f55-42da-4e07-8ead-4d7a1d7ea1c6" providerId="ADAL" clId="{A71A91A0-537E-435E-A57A-6A59184BC47A}" dt="2024-08-18T12:30:42.605" v="2798"/>
          <ac:inkMkLst>
            <pc:docMk/>
            <pc:sldMk cId="1547844152" sldId="389"/>
            <ac:inkMk id="159" creationId="{F6C05686-39BF-BEE3-A42E-D1CA6A27BC1E}"/>
          </ac:inkMkLst>
        </pc:inkChg>
        <pc:inkChg chg="add mod">
          <ac:chgData name="Mahima Weerasinghe" userId="e11e3f55-42da-4e07-8ead-4d7a1d7ea1c6" providerId="ADAL" clId="{A71A91A0-537E-435E-A57A-6A59184BC47A}" dt="2024-08-18T12:30:42.605" v="2798"/>
          <ac:inkMkLst>
            <pc:docMk/>
            <pc:sldMk cId="1547844152" sldId="389"/>
            <ac:inkMk id="160" creationId="{7D088510-BAF6-03B8-D387-4860AF50D9BB}"/>
          </ac:inkMkLst>
        </pc:inkChg>
        <pc:inkChg chg="add mod">
          <ac:chgData name="Mahima Weerasinghe" userId="e11e3f55-42da-4e07-8ead-4d7a1d7ea1c6" providerId="ADAL" clId="{A71A91A0-537E-435E-A57A-6A59184BC47A}" dt="2024-08-18T12:30:42.605" v="2798"/>
          <ac:inkMkLst>
            <pc:docMk/>
            <pc:sldMk cId="1547844152" sldId="389"/>
            <ac:inkMk id="162" creationId="{55060FAF-DA04-75EA-2578-A3CFC557BA71}"/>
          </ac:inkMkLst>
        </pc:inkChg>
        <pc:inkChg chg="add mod">
          <ac:chgData name="Mahima Weerasinghe" userId="e11e3f55-42da-4e07-8ead-4d7a1d7ea1c6" providerId="ADAL" clId="{A71A91A0-537E-435E-A57A-6A59184BC47A}" dt="2024-08-18T12:30:42.605" v="2798"/>
          <ac:inkMkLst>
            <pc:docMk/>
            <pc:sldMk cId="1547844152" sldId="389"/>
            <ac:inkMk id="164" creationId="{942EC1DF-AAB8-B161-E1A4-3C9A51191615}"/>
          </ac:inkMkLst>
        </pc:inkChg>
        <pc:inkChg chg="add mod">
          <ac:chgData name="Mahima Weerasinghe" userId="e11e3f55-42da-4e07-8ead-4d7a1d7ea1c6" providerId="ADAL" clId="{A71A91A0-537E-435E-A57A-6A59184BC47A}" dt="2024-08-18T12:30:42.605" v="2798"/>
          <ac:inkMkLst>
            <pc:docMk/>
            <pc:sldMk cId="1547844152" sldId="389"/>
            <ac:inkMk id="165" creationId="{43EC3C3E-9809-FDC1-5B66-C2F2D7090171}"/>
          </ac:inkMkLst>
        </pc:inkChg>
        <pc:inkChg chg="add mod">
          <ac:chgData name="Mahima Weerasinghe" userId="e11e3f55-42da-4e07-8ead-4d7a1d7ea1c6" providerId="ADAL" clId="{A71A91A0-537E-435E-A57A-6A59184BC47A}" dt="2024-08-18T12:30:42.605" v="2798"/>
          <ac:inkMkLst>
            <pc:docMk/>
            <pc:sldMk cId="1547844152" sldId="389"/>
            <ac:inkMk id="167" creationId="{58194671-B15B-8408-9F7A-A2091F7FC1BB}"/>
          </ac:inkMkLst>
        </pc:inkChg>
        <pc:inkChg chg="add mod">
          <ac:chgData name="Mahima Weerasinghe" userId="e11e3f55-42da-4e07-8ead-4d7a1d7ea1c6" providerId="ADAL" clId="{A71A91A0-537E-435E-A57A-6A59184BC47A}" dt="2024-08-18T12:30:42.605" v="2798"/>
          <ac:inkMkLst>
            <pc:docMk/>
            <pc:sldMk cId="1547844152" sldId="389"/>
            <ac:inkMk id="169" creationId="{BC5ABC79-8F9D-2F53-CCB9-D315D7DF0710}"/>
          </ac:inkMkLst>
        </pc:inkChg>
        <pc:inkChg chg="add mod">
          <ac:chgData name="Mahima Weerasinghe" userId="e11e3f55-42da-4e07-8ead-4d7a1d7ea1c6" providerId="ADAL" clId="{A71A91A0-537E-435E-A57A-6A59184BC47A}" dt="2024-08-18T12:30:42.605" v="2798"/>
          <ac:inkMkLst>
            <pc:docMk/>
            <pc:sldMk cId="1547844152" sldId="389"/>
            <ac:inkMk id="170" creationId="{65E456C6-20FC-F795-C00E-46BDD917465D}"/>
          </ac:inkMkLst>
        </pc:inkChg>
        <pc:inkChg chg="add mod">
          <ac:chgData name="Mahima Weerasinghe" userId="e11e3f55-42da-4e07-8ead-4d7a1d7ea1c6" providerId="ADAL" clId="{A71A91A0-537E-435E-A57A-6A59184BC47A}" dt="2024-08-18T12:30:42.605" v="2798"/>
          <ac:inkMkLst>
            <pc:docMk/>
            <pc:sldMk cId="1547844152" sldId="389"/>
            <ac:inkMk id="172" creationId="{BB5F9000-42C1-F315-9C2B-792AA1E4620B}"/>
          </ac:inkMkLst>
        </pc:inkChg>
        <pc:inkChg chg="add mod">
          <ac:chgData name="Mahima Weerasinghe" userId="e11e3f55-42da-4e07-8ead-4d7a1d7ea1c6" providerId="ADAL" clId="{A71A91A0-537E-435E-A57A-6A59184BC47A}" dt="2024-08-18T12:30:42.605" v="2798"/>
          <ac:inkMkLst>
            <pc:docMk/>
            <pc:sldMk cId="1547844152" sldId="389"/>
            <ac:inkMk id="173" creationId="{FA993DF8-841C-5C4C-DD96-D03AB977678B}"/>
          </ac:inkMkLst>
        </pc:inkChg>
        <pc:inkChg chg="add mod">
          <ac:chgData name="Mahima Weerasinghe" userId="e11e3f55-42da-4e07-8ead-4d7a1d7ea1c6" providerId="ADAL" clId="{A71A91A0-537E-435E-A57A-6A59184BC47A}" dt="2024-08-18T12:30:42.605" v="2798"/>
          <ac:inkMkLst>
            <pc:docMk/>
            <pc:sldMk cId="1547844152" sldId="389"/>
            <ac:inkMk id="174" creationId="{269F6D4F-6084-5D8B-9C09-EE6F2B520576}"/>
          </ac:inkMkLst>
        </pc:inkChg>
        <pc:inkChg chg="add mod">
          <ac:chgData name="Mahima Weerasinghe" userId="e11e3f55-42da-4e07-8ead-4d7a1d7ea1c6" providerId="ADAL" clId="{A71A91A0-537E-435E-A57A-6A59184BC47A}" dt="2024-08-18T12:30:42.605" v="2798"/>
          <ac:inkMkLst>
            <pc:docMk/>
            <pc:sldMk cId="1547844152" sldId="389"/>
            <ac:inkMk id="175" creationId="{0FF5FDAF-7D63-C07B-469A-61BD9C8C706E}"/>
          </ac:inkMkLst>
        </pc:inkChg>
        <pc:inkChg chg="add mod">
          <ac:chgData name="Mahima Weerasinghe" userId="e11e3f55-42da-4e07-8ead-4d7a1d7ea1c6" providerId="ADAL" clId="{A71A91A0-537E-435E-A57A-6A59184BC47A}" dt="2024-08-18T12:27:57.355" v="2740"/>
          <ac:inkMkLst>
            <pc:docMk/>
            <pc:sldMk cId="1547844152" sldId="389"/>
            <ac:inkMk id="177" creationId="{1F5BB3C7-70E1-C184-EC13-190D56C5E7C2}"/>
          </ac:inkMkLst>
        </pc:inkChg>
        <pc:inkChg chg="add mod">
          <ac:chgData name="Mahima Weerasinghe" userId="e11e3f55-42da-4e07-8ead-4d7a1d7ea1c6" providerId="ADAL" clId="{A71A91A0-537E-435E-A57A-6A59184BC47A}" dt="2024-08-18T12:27:57.355" v="2740"/>
          <ac:inkMkLst>
            <pc:docMk/>
            <pc:sldMk cId="1547844152" sldId="389"/>
            <ac:inkMk id="178" creationId="{22EAB0CA-C9E9-F591-E08A-B95BC1458968}"/>
          </ac:inkMkLst>
        </pc:inkChg>
        <pc:inkChg chg="add mod">
          <ac:chgData name="Mahima Weerasinghe" userId="e11e3f55-42da-4e07-8ead-4d7a1d7ea1c6" providerId="ADAL" clId="{A71A91A0-537E-435E-A57A-6A59184BC47A}" dt="2024-08-18T12:28:03.725" v="2746"/>
          <ac:inkMkLst>
            <pc:docMk/>
            <pc:sldMk cId="1547844152" sldId="389"/>
            <ac:inkMk id="180" creationId="{9041C576-C18C-33AF-18A8-76CF96A298CB}"/>
          </ac:inkMkLst>
        </pc:inkChg>
        <pc:inkChg chg="add mod">
          <ac:chgData name="Mahima Weerasinghe" userId="e11e3f55-42da-4e07-8ead-4d7a1d7ea1c6" providerId="ADAL" clId="{A71A91A0-537E-435E-A57A-6A59184BC47A}" dt="2024-08-18T12:28:03.725" v="2746"/>
          <ac:inkMkLst>
            <pc:docMk/>
            <pc:sldMk cId="1547844152" sldId="389"/>
            <ac:inkMk id="182" creationId="{B4100443-7E8F-6959-9A2A-9438A55DAEF9}"/>
          </ac:inkMkLst>
        </pc:inkChg>
        <pc:inkChg chg="add mod">
          <ac:chgData name="Mahima Weerasinghe" userId="e11e3f55-42da-4e07-8ead-4d7a1d7ea1c6" providerId="ADAL" clId="{A71A91A0-537E-435E-A57A-6A59184BC47A}" dt="2024-08-18T12:28:03.725" v="2746"/>
          <ac:inkMkLst>
            <pc:docMk/>
            <pc:sldMk cId="1547844152" sldId="389"/>
            <ac:inkMk id="183" creationId="{EAB1570B-E590-7F9C-C2D2-C9DAD65BD7DF}"/>
          </ac:inkMkLst>
        </pc:inkChg>
        <pc:inkChg chg="add mod">
          <ac:chgData name="Mahima Weerasinghe" userId="e11e3f55-42da-4e07-8ead-4d7a1d7ea1c6" providerId="ADAL" clId="{A71A91A0-537E-435E-A57A-6A59184BC47A}" dt="2024-08-18T12:28:03.725" v="2746"/>
          <ac:inkMkLst>
            <pc:docMk/>
            <pc:sldMk cId="1547844152" sldId="389"/>
            <ac:inkMk id="184" creationId="{E1B4D843-B432-B6D2-E994-A5AC4BD33E52}"/>
          </ac:inkMkLst>
        </pc:inkChg>
        <pc:inkChg chg="add mod">
          <ac:chgData name="Mahima Weerasinghe" userId="e11e3f55-42da-4e07-8ead-4d7a1d7ea1c6" providerId="ADAL" clId="{A71A91A0-537E-435E-A57A-6A59184BC47A}" dt="2024-08-18T12:28:08.368" v="2750"/>
          <ac:inkMkLst>
            <pc:docMk/>
            <pc:sldMk cId="1547844152" sldId="389"/>
            <ac:inkMk id="186" creationId="{B58D490B-BB4E-88FD-6E96-6BB281C43CA7}"/>
          </ac:inkMkLst>
        </pc:inkChg>
        <pc:inkChg chg="add mod">
          <ac:chgData name="Mahima Weerasinghe" userId="e11e3f55-42da-4e07-8ead-4d7a1d7ea1c6" providerId="ADAL" clId="{A71A91A0-537E-435E-A57A-6A59184BC47A}" dt="2024-08-18T12:28:08.368" v="2750"/>
          <ac:inkMkLst>
            <pc:docMk/>
            <pc:sldMk cId="1547844152" sldId="389"/>
            <ac:inkMk id="187" creationId="{B572E245-3667-683C-B66B-0FD563922977}"/>
          </ac:inkMkLst>
        </pc:inkChg>
        <pc:inkChg chg="add mod">
          <ac:chgData name="Mahima Weerasinghe" userId="e11e3f55-42da-4e07-8ead-4d7a1d7ea1c6" providerId="ADAL" clId="{A71A91A0-537E-435E-A57A-6A59184BC47A}" dt="2024-08-18T12:28:08.368" v="2750"/>
          <ac:inkMkLst>
            <pc:docMk/>
            <pc:sldMk cId="1547844152" sldId="389"/>
            <ac:inkMk id="188" creationId="{8E226177-7ED7-F6C0-18DB-C29D6BBF69C3}"/>
          </ac:inkMkLst>
        </pc:inkChg>
        <pc:inkChg chg="add mod">
          <ac:chgData name="Mahima Weerasinghe" userId="e11e3f55-42da-4e07-8ead-4d7a1d7ea1c6" providerId="ADAL" clId="{A71A91A0-537E-435E-A57A-6A59184BC47A}" dt="2024-08-18T12:28:10.741" v="2754"/>
          <ac:inkMkLst>
            <pc:docMk/>
            <pc:sldMk cId="1547844152" sldId="389"/>
            <ac:inkMk id="190" creationId="{6AD9083B-8734-381D-4B49-24DF5603B2AA}"/>
          </ac:inkMkLst>
        </pc:inkChg>
        <pc:inkChg chg="add mod">
          <ac:chgData name="Mahima Weerasinghe" userId="e11e3f55-42da-4e07-8ead-4d7a1d7ea1c6" providerId="ADAL" clId="{A71A91A0-537E-435E-A57A-6A59184BC47A}" dt="2024-08-18T12:28:10.741" v="2754"/>
          <ac:inkMkLst>
            <pc:docMk/>
            <pc:sldMk cId="1547844152" sldId="389"/>
            <ac:inkMk id="191" creationId="{B3A70A5F-4D62-C09D-3753-968E4B434756}"/>
          </ac:inkMkLst>
        </pc:inkChg>
        <pc:inkChg chg="add mod">
          <ac:chgData name="Mahima Weerasinghe" userId="e11e3f55-42da-4e07-8ead-4d7a1d7ea1c6" providerId="ADAL" clId="{A71A91A0-537E-435E-A57A-6A59184BC47A}" dt="2024-08-18T12:28:10.741" v="2754"/>
          <ac:inkMkLst>
            <pc:docMk/>
            <pc:sldMk cId="1547844152" sldId="389"/>
            <ac:inkMk id="192" creationId="{41B3319A-CB30-E0A9-49D0-82438858EDDC}"/>
          </ac:inkMkLst>
        </pc:inkChg>
        <pc:inkChg chg="add">
          <ac:chgData name="Mahima Weerasinghe" userId="e11e3f55-42da-4e07-8ead-4d7a1d7ea1c6" providerId="ADAL" clId="{A71A91A0-537E-435E-A57A-6A59184BC47A}" dt="2024-08-18T12:28:13.326" v="2755" actId="9405"/>
          <ac:inkMkLst>
            <pc:docMk/>
            <pc:sldMk cId="1547844152" sldId="389"/>
            <ac:inkMk id="194" creationId="{E5CC8616-99AB-168F-5926-EA384E792CBB}"/>
          </ac:inkMkLst>
        </pc:inkChg>
        <pc:inkChg chg="add mod">
          <ac:chgData name="Mahima Weerasinghe" userId="e11e3f55-42da-4e07-8ead-4d7a1d7ea1c6" providerId="ADAL" clId="{A71A91A0-537E-435E-A57A-6A59184BC47A}" dt="2024-08-18T12:28:16.971" v="2760"/>
          <ac:inkMkLst>
            <pc:docMk/>
            <pc:sldMk cId="1547844152" sldId="389"/>
            <ac:inkMk id="195" creationId="{9898F5D3-31F8-8CEB-E37C-2991CDAF6809}"/>
          </ac:inkMkLst>
        </pc:inkChg>
        <pc:inkChg chg="add mod">
          <ac:chgData name="Mahima Weerasinghe" userId="e11e3f55-42da-4e07-8ead-4d7a1d7ea1c6" providerId="ADAL" clId="{A71A91A0-537E-435E-A57A-6A59184BC47A}" dt="2024-08-18T12:28:16.971" v="2760"/>
          <ac:inkMkLst>
            <pc:docMk/>
            <pc:sldMk cId="1547844152" sldId="389"/>
            <ac:inkMk id="196" creationId="{05A1E913-8F83-8AC0-6435-6AC6DBCE5B7B}"/>
          </ac:inkMkLst>
        </pc:inkChg>
        <pc:inkChg chg="add mod">
          <ac:chgData name="Mahima Weerasinghe" userId="e11e3f55-42da-4e07-8ead-4d7a1d7ea1c6" providerId="ADAL" clId="{A71A91A0-537E-435E-A57A-6A59184BC47A}" dt="2024-08-18T12:28:16.971" v="2760"/>
          <ac:inkMkLst>
            <pc:docMk/>
            <pc:sldMk cId="1547844152" sldId="389"/>
            <ac:inkMk id="197" creationId="{80F7248D-DB9C-4751-88CB-6BD3EA46F263}"/>
          </ac:inkMkLst>
        </pc:inkChg>
        <pc:inkChg chg="add mod">
          <ac:chgData name="Mahima Weerasinghe" userId="e11e3f55-42da-4e07-8ead-4d7a1d7ea1c6" providerId="ADAL" clId="{A71A91A0-537E-435E-A57A-6A59184BC47A}" dt="2024-08-18T12:28:16.971" v="2760"/>
          <ac:inkMkLst>
            <pc:docMk/>
            <pc:sldMk cId="1547844152" sldId="389"/>
            <ac:inkMk id="198" creationId="{014F82DC-124D-A7F1-88E1-558847636C78}"/>
          </ac:inkMkLst>
        </pc:inkChg>
        <pc:inkChg chg="add mod">
          <ac:chgData name="Mahima Weerasinghe" userId="e11e3f55-42da-4e07-8ead-4d7a1d7ea1c6" providerId="ADAL" clId="{A71A91A0-537E-435E-A57A-6A59184BC47A}" dt="2024-08-18T12:28:28.114" v="2763"/>
          <ac:inkMkLst>
            <pc:docMk/>
            <pc:sldMk cId="1547844152" sldId="389"/>
            <ac:inkMk id="200" creationId="{4F8FB40F-CB26-B5C7-8CC5-73C25E71B889}"/>
          </ac:inkMkLst>
        </pc:inkChg>
        <pc:inkChg chg="add mod">
          <ac:chgData name="Mahima Weerasinghe" userId="e11e3f55-42da-4e07-8ead-4d7a1d7ea1c6" providerId="ADAL" clId="{A71A91A0-537E-435E-A57A-6A59184BC47A}" dt="2024-08-18T12:28:28.114" v="2763"/>
          <ac:inkMkLst>
            <pc:docMk/>
            <pc:sldMk cId="1547844152" sldId="389"/>
            <ac:inkMk id="201" creationId="{0913C08F-3AD2-E74F-F169-592705C5B7B5}"/>
          </ac:inkMkLst>
        </pc:inkChg>
        <pc:inkChg chg="add mod">
          <ac:chgData name="Mahima Weerasinghe" userId="e11e3f55-42da-4e07-8ead-4d7a1d7ea1c6" providerId="ADAL" clId="{A71A91A0-537E-435E-A57A-6A59184BC47A}" dt="2024-08-18T12:30:36.215" v="2792"/>
          <ac:inkMkLst>
            <pc:docMk/>
            <pc:sldMk cId="1547844152" sldId="389"/>
            <ac:inkMk id="203" creationId="{EC4AD776-FA65-4892-2646-F6F4409A646A}"/>
          </ac:inkMkLst>
        </pc:inkChg>
        <pc:inkChg chg="add mod">
          <ac:chgData name="Mahima Weerasinghe" userId="e11e3f55-42da-4e07-8ead-4d7a1d7ea1c6" providerId="ADAL" clId="{A71A91A0-537E-435E-A57A-6A59184BC47A}" dt="2024-08-18T12:29:37.391" v="2768"/>
          <ac:inkMkLst>
            <pc:docMk/>
            <pc:sldMk cId="1547844152" sldId="389"/>
            <ac:inkMk id="205" creationId="{BBD1CF8B-D7D6-FBE9-D4F0-06A462B1A681}"/>
          </ac:inkMkLst>
        </pc:inkChg>
        <pc:inkChg chg="add mod">
          <ac:chgData name="Mahima Weerasinghe" userId="e11e3f55-42da-4e07-8ead-4d7a1d7ea1c6" providerId="ADAL" clId="{A71A91A0-537E-435E-A57A-6A59184BC47A}" dt="2024-08-18T12:29:37.391" v="2768"/>
          <ac:inkMkLst>
            <pc:docMk/>
            <pc:sldMk cId="1547844152" sldId="389"/>
            <ac:inkMk id="206" creationId="{886ABE7F-8695-5DE3-B44D-6FD0E8448367}"/>
          </ac:inkMkLst>
        </pc:inkChg>
        <pc:inkChg chg="add mod">
          <ac:chgData name="Mahima Weerasinghe" userId="e11e3f55-42da-4e07-8ead-4d7a1d7ea1c6" providerId="ADAL" clId="{A71A91A0-537E-435E-A57A-6A59184BC47A}" dt="2024-08-18T12:29:41.819" v="2777"/>
          <ac:inkMkLst>
            <pc:docMk/>
            <pc:sldMk cId="1547844152" sldId="389"/>
            <ac:inkMk id="208" creationId="{3305037E-FF17-B956-A331-D7565FE4BEEB}"/>
          </ac:inkMkLst>
        </pc:inkChg>
        <pc:inkChg chg="add mod">
          <ac:chgData name="Mahima Weerasinghe" userId="e11e3f55-42da-4e07-8ead-4d7a1d7ea1c6" providerId="ADAL" clId="{A71A91A0-537E-435E-A57A-6A59184BC47A}" dt="2024-08-18T12:29:41.819" v="2777"/>
          <ac:inkMkLst>
            <pc:docMk/>
            <pc:sldMk cId="1547844152" sldId="389"/>
            <ac:inkMk id="209" creationId="{B016A14C-7178-2E20-FA07-1E7C1E5364FA}"/>
          </ac:inkMkLst>
        </pc:inkChg>
        <pc:inkChg chg="add mod">
          <ac:chgData name="Mahima Weerasinghe" userId="e11e3f55-42da-4e07-8ead-4d7a1d7ea1c6" providerId="ADAL" clId="{A71A91A0-537E-435E-A57A-6A59184BC47A}" dt="2024-08-18T12:29:41.819" v="2777"/>
          <ac:inkMkLst>
            <pc:docMk/>
            <pc:sldMk cId="1547844152" sldId="389"/>
            <ac:inkMk id="210" creationId="{CF3E337D-7A66-90A5-984E-D7438CA1E6CA}"/>
          </ac:inkMkLst>
        </pc:inkChg>
        <pc:inkChg chg="add mod">
          <ac:chgData name="Mahima Weerasinghe" userId="e11e3f55-42da-4e07-8ead-4d7a1d7ea1c6" providerId="ADAL" clId="{A71A91A0-537E-435E-A57A-6A59184BC47A}" dt="2024-08-18T12:29:41.819" v="2777"/>
          <ac:inkMkLst>
            <pc:docMk/>
            <pc:sldMk cId="1547844152" sldId="389"/>
            <ac:inkMk id="211" creationId="{67164BEF-DAA5-7D48-E95C-D4900E98DDAB}"/>
          </ac:inkMkLst>
        </pc:inkChg>
        <pc:inkChg chg="add mod">
          <ac:chgData name="Mahima Weerasinghe" userId="e11e3f55-42da-4e07-8ead-4d7a1d7ea1c6" providerId="ADAL" clId="{A71A91A0-537E-435E-A57A-6A59184BC47A}" dt="2024-08-18T12:29:41.819" v="2777"/>
          <ac:inkMkLst>
            <pc:docMk/>
            <pc:sldMk cId="1547844152" sldId="389"/>
            <ac:inkMk id="212" creationId="{96D28097-F6C1-F144-2247-7B5811C6014E}"/>
          </ac:inkMkLst>
        </pc:inkChg>
        <pc:inkChg chg="add mod">
          <ac:chgData name="Mahima Weerasinghe" userId="e11e3f55-42da-4e07-8ead-4d7a1d7ea1c6" providerId="ADAL" clId="{A71A91A0-537E-435E-A57A-6A59184BC47A}" dt="2024-08-18T12:29:41.819" v="2777"/>
          <ac:inkMkLst>
            <pc:docMk/>
            <pc:sldMk cId="1547844152" sldId="389"/>
            <ac:inkMk id="213" creationId="{D2BD594A-0BA7-10B9-7E03-C8A7F849D06C}"/>
          </ac:inkMkLst>
        </pc:inkChg>
        <pc:inkChg chg="add mod">
          <ac:chgData name="Mahima Weerasinghe" userId="e11e3f55-42da-4e07-8ead-4d7a1d7ea1c6" providerId="ADAL" clId="{A71A91A0-537E-435E-A57A-6A59184BC47A}" dt="2024-08-18T12:29:41.819" v="2777"/>
          <ac:inkMkLst>
            <pc:docMk/>
            <pc:sldMk cId="1547844152" sldId="389"/>
            <ac:inkMk id="214" creationId="{8F40D298-072C-4095-44D7-02303370FD6B}"/>
          </ac:inkMkLst>
        </pc:inkChg>
        <pc:inkChg chg="add mod">
          <ac:chgData name="Mahima Weerasinghe" userId="e11e3f55-42da-4e07-8ead-4d7a1d7ea1c6" providerId="ADAL" clId="{A71A91A0-537E-435E-A57A-6A59184BC47A}" dt="2024-08-18T12:29:41.819" v="2777"/>
          <ac:inkMkLst>
            <pc:docMk/>
            <pc:sldMk cId="1547844152" sldId="389"/>
            <ac:inkMk id="215" creationId="{28076404-6532-DFE3-6652-0576EDF17895}"/>
          </ac:inkMkLst>
        </pc:inkChg>
        <pc:inkChg chg="add">
          <ac:chgData name="Mahima Weerasinghe" userId="e11e3f55-42da-4e07-8ead-4d7a1d7ea1c6" providerId="ADAL" clId="{A71A91A0-537E-435E-A57A-6A59184BC47A}" dt="2024-08-18T12:29:43.555" v="2778" actId="9405"/>
          <ac:inkMkLst>
            <pc:docMk/>
            <pc:sldMk cId="1547844152" sldId="389"/>
            <ac:inkMk id="218" creationId="{C7C3331F-98F9-8DB1-EBE5-8658393BA80C}"/>
          </ac:inkMkLst>
        </pc:inkChg>
        <pc:inkChg chg="add">
          <ac:chgData name="Mahima Weerasinghe" userId="e11e3f55-42da-4e07-8ead-4d7a1d7ea1c6" providerId="ADAL" clId="{A71A91A0-537E-435E-A57A-6A59184BC47A}" dt="2024-08-18T12:29:44.135" v="2779" actId="9405"/>
          <ac:inkMkLst>
            <pc:docMk/>
            <pc:sldMk cId="1547844152" sldId="389"/>
            <ac:inkMk id="219" creationId="{3E1B93B7-29A8-86F3-061B-44FEA4E5DA9D}"/>
          </ac:inkMkLst>
        </pc:inkChg>
        <pc:inkChg chg="add mod">
          <ac:chgData name="Mahima Weerasinghe" userId="e11e3f55-42da-4e07-8ead-4d7a1d7ea1c6" providerId="ADAL" clId="{A71A91A0-537E-435E-A57A-6A59184BC47A}" dt="2024-08-18T12:30:40.591" v="2795"/>
          <ac:inkMkLst>
            <pc:docMk/>
            <pc:sldMk cId="1547844152" sldId="389"/>
            <ac:inkMk id="220" creationId="{24C4AF21-D441-7D2F-2310-9170703BD1BE}"/>
          </ac:inkMkLst>
        </pc:inkChg>
        <pc:inkChg chg="add mod">
          <ac:chgData name="Mahima Weerasinghe" userId="e11e3f55-42da-4e07-8ead-4d7a1d7ea1c6" providerId="ADAL" clId="{A71A91A0-537E-435E-A57A-6A59184BC47A}" dt="2024-08-18T12:30:36.215" v="2792"/>
          <ac:inkMkLst>
            <pc:docMk/>
            <pc:sldMk cId="1547844152" sldId="389"/>
            <ac:inkMk id="222" creationId="{3FEE75F9-C28F-8F55-F132-B1028494706C}"/>
          </ac:inkMkLst>
        </pc:inkChg>
        <pc:inkChg chg="add mod">
          <ac:chgData name="Mahima Weerasinghe" userId="e11e3f55-42da-4e07-8ead-4d7a1d7ea1c6" providerId="ADAL" clId="{A71A91A0-537E-435E-A57A-6A59184BC47A}" dt="2024-08-18T12:30:36.215" v="2792"/>
          <ac:inkMkLst>
            <pc:docMk/>
            <pc:sldMk cId="1547844152" sldId="389"/>
            <ac:inkMk id="223" creationId="{9FEDEDEE-A978-C816-371D-F61F91E16294}"/>
          </ac:inkMkLst>
        </pc:inkChg>
        <pc:inkChg chg="add mod">
          <ac:chgData name="Mahima Weerasinghe" userId="e11e3f55-42da-4e07-8ead-4d7a1d7ea1c6" providerId="ADAL" clId="{A71A91A0-537E-435E-A57A-6A59184BC47A}" dt="2024-08-18T12:30:36.215" v="2792"/>
          <ac:inkMkLst>
            <pc:docMk/>
            <pc:sldMk cId="1547844152" sldId="389"/>
            <ac:inkMk id="224" creationId="{341EE938-4C46-6000-33E0-8E5EFF321D42}"/>
          </ac:inkMkLst>
        </pc:inkChg>
        <pc:inkChg chg="add mod">
          <ac:chgData name="Mahima Weerasinghe" userId="e11e3f55-42da-4e07-8ead-4d7a1d7ea1c6" providerId="ADAL" clId="{A71A91A0-537E-435E-A57A-6A59184BC47A}" dt="2024-08-18T12:30:36.215" v="2792"/>
          <ac:inkMkLst>
            <pc:docMk/>
            <pc:sldMk cId="1547844152" sldId="389"/>
            <ac:inkMk id="225" creationId="{4F7D068C-C510-8934-1EC7-B6B0C889EE8C}"/>
          </ac:inkMkLst>
        </pc:inkChg>
        <pc:inkChg chg="add mod">
          <ac:chgData name="Mahima Weerasinghe" userId="e11e3f55-42da-4e07-8ead-4d7a1d7ea1c6" providerId="ADAL" clId="{A71A91A0-537E-435E-A57A-6A59184BC47A}" dt="2024-08-18T12:30:42.605" v="2798"/>
          <ac:inkMkLst>
            <pc:docMk/>
            <pc:sldMk cId="1547844152" sldId="389"/>
            <ac:inkMk id="227" creationId="{4356F31D-5B48-54C4-A144-045051A24AF3}"/>
          </ac:inkMkLst>
        </pc:inkChg>
        <pc:inkChg chg="add mod">
          <ac:chgData name="Mahima Weerasinghe" userId="e11e3f55-42da-4e07-8ead-4d7a1d7ea1c6" providerId="ADAL" clId="{A71A91A0-537E-435E-A57A-6A59184BC47A}" dt="2024-08-18T12:30:42.605" v="2798"/>
          <ac:inkMkLst>
            <pc:docMk/>
            <pc:sldMk cId="1547844152" sldId="389"/>
            <ac:inkMk id="228" creationId="{9E77EEB5-3C44-E1E6-6552-CFEFE59FDD31}"/>
          </ac:inkMkLst>
        </pc:inkChg>
        <pc:inkChg chg="add mod">
          <ac:chgData name="Mahima Weerasinghe" userId="e11e3f55-42da-4e07-8ead-4d7a1d7ea1c6" providerId="ADAL" clId="{A71A91A0-537E-435E-A57A-6A59184BC47A}" dt="2024-08-18T12:30:42.605" v="2798"/>
          <ac:inkMkLst>
            <pc:docMk/>
            <pc:sldMk cId="1547844152" sldId="389"/>
            <ac:inkMk id="229" creationId="{CBCC4956-947B-9E07-ADB6-FB58D2D16B62}"/>
          </ac:inkMkLst>
        </pc:inkChg>
        <pc:inkChg chg="add mod">
          <ac:chgData name="Mahima Weerasinghe" userId="e11e3f55-42da-4e07-8ead-4d7a1d7ea1c6" providerId="ADAL" clId="{A71A91A0-537E-435E-A57A-6A59184BC47A}" dt="2024-08-18T12:30:36.215" v="2792"/>
          <ac:inkMkLst>
            <pc:docMk/>
            <pc:sldMk cId="1547844152" sldId="389"/>
            <ac:inkMk id="231" creationId="{7F31D234-1A3C-B858-DA37-7BFD1B59631A}"/>
          </ac:inkMkLst>
        </pc:inkChg>
        <pc:inkChg chg="add mod">
          <ac:chgData name="Mahima Weerasinghe" userId="e11e3f55-42da-4e07-8ead-4d7a1d7ea1c6" providerId="ADAL" clId="{A71A91A0-537E-435E-A57A-6A59184BC47A}" dt="2024-08-18T12:30:42.605" v="2798"/>
          <ac:inkMkLst>
            <pc:docMk/>
            <pc:sldMk cId="1547844152" sldId="389"/>
            <ac:inkMk id="233" creationId="{DB3ACADC-2BBA-9D0A-8014-AD4612E5B5A0}"/>
          </ac:inkMkLst>
        </pc:inkChg>
        <pc:inkChg chg="add mod">
          <ac:chgData name="Mahima Weerasinghe" userId="e11e3f55-42da-4e07-8ead-4d7a1d7ea1c6" providerId="ADAL" clId="{A71A91A0-537E-435E-A57A-6A59184BC47A}" dt="2024-08-18T12:30:42.605" v="2798"/>
          <ac:inkMkLst>
            <pc:docMk/>
            <pc:sldMk cId="1547844152" sldId="389"/>
            <ac:inkMk id="234" creationId="{685E7FF6-65D6-E972-D3B7-978061B3A0A8}"/>
          </ac:inkMkLst>
        </pc:inkChg>
        <pc:inkChg chg="add mod">
          <ac:chgData name="Mahima Weerasinghe" userId="e11e3f55-42da-4e07-8ead-4d7a1d7ea1c6" providerId="ADAL" clId="{A71A91A0-537E-435E-A57A-6A59184BC47A}" dt="2024-08-18T12:30:42.605" v="2798"/>
          <ac:inkMkLst>
            <pc:docMk/>
            <pc:sldMk cId="1547844152" sldId="389"/>
            <ac:inkMk id="236" creationId="{80C6BA7E-88FA-35AF-9D3E-817E9D600B82}"/>
          </ac:inkMkLst>
        </pc:inkChg>
        <pc:inkChg chg="add mod">
          <ac:chgData name="Mahima Weerasinghe" userId="e11e3f55-42da-4e07-8ead-4d7a1d7ea1c6" providerId="ADAL" clId="{A71A91A0-537E-435E-A57A-6A59184BC47A}" dt="2024-08-18T12:30:42.605" v="2798"/>
          <ac:inkMkLst>
            <pc:docMk/>
            <pc:sldMk cId="1547844152" sldId="389"/>
            <ac:inkMk id="237" creationId="{1C77DCA2-A462-EBA3-9446-C0F945460846}"/>
          </ac:inkMkLst>
        </pc:inkChg>
        <pc:inkChg chg="add mod">
          <ac:chgData name="Mahima Weerasinghe" userId="e11e3f55-42da-4e07-8ead-4d7a1d7ea1c6" providerId="ADAL" clId="{A71A91A0-537E-435E-A57A-6A59184BC47A}" dt="2024-08-18T12:30:51.839" v="2807"/>
          <ac:inkMkLst>
            <pc:docMk/>
            <pc:sldMk cId="1547844152" sldId="389"/>
            <ac:inkMk id="239" creationId="{FC7579E4-BC3F-0DAF-856E-ECA6CCFB43EE}"/>
          </ac:inkMkLst>
        </pc:inkChg>
        <pc:inkChg chg="add mod">
          <ac:chgData name="Mahima Weerasinghe" userId="e11e3f55-42da-4e07-8ead-4d7a1d7ea1c6" providerId="ADAL" clId="{A71A91A0-537E-435E-A57A-6A59184BC47A}" dt="2024-08-18T12:30:51.839" v="2807"/>
          <ac:inkMkLst>
            <pc:docMk/>
            <pc:sldMk cId="1547844152" sldId="389"/>
            <ac:inkMk id="240" creationId="{5CF2FB05-5DE2-6CD4-2C00-8181202DF29C}"/>
          </ac:inkMkLst>
        </pc:inkChg>
        <pc:inkChg chg="add mod">
          <ac:chgData name="Mahima Weerasinghe" userId="e11e3f55-42da-4e07-8ead-4d7a1d7ea1c6" providerId="ADAL" clId="{A71A91A0-537E-435E-A57A-6A59184BC47A}" dt="2024-08-18T12:30:51.839" v="2807"/>
          <ac:inkMkLst>
            <pc:docMk/>
            <pc:sldMk cId="1547844152" sldId="389"/>
            <ac:inkMk id="241" creationId="{B2B7A28F-748A-47E0-9E53-F548FC8EC5E0}"/>
          </ac:inkMkLst>
        </pc:inkChg>
        <pc:inkChg chg="add mod">
          <ac:chgData name="Mahima Weerasinghe" userId="e11e3f55-42da-4e07-8ead-4d7a1d7ea1c6" providerId="ADAL" clId="{A71A91A0-537E-435E-A57A-6A59184BC47A}" dt="2024-08-18T12:30:51.839" v="2807"/>
          <ac:inkMkLst>
            <pc:docMk/>
            <pc:sldMk cId="1547844152" sldId="389"/>
            <ac:inkMk id="242" creationId="{3F4C26A1-03B4-BD8D-75C9-6A05EECE596D}"/>
          </ac:inkMkLst>
        </pc:inkChg>
        <pc:inkChg chg="add mod">
          <ac:chgData name="Mahima Weerasinghe" userId="e11e3f55-42da-4e07-8ead-4d7a1d7ea1c6" providerId="ADAL" clId="{A71A91A0-537E-435E-A57A-6A59184BC47A}" dt="2024-08-18T12:30:51.839" v="2807"/>
          <ac:inkMkLst>
            <pc:docMk/>
            <pc:sldMk cId="1547844152" sldId="389"/>
            <ac:inkMk id="243" creationId="{E64BDDC6-7162-5EC3-EF4B-7901F8B0B5C0}"/>
          </ac:inkMkLst>
        </pc:inkChg>
        <pc:inkChg chg="add mod">
          <ac:chgData name="Mahima Weerasinghe" userId="e11e3f55-42da-4e07-8ead-4d7a1d7ea1c6" providerId="ADAL" clId="{A71A91A0-537E-435E-A57A-6A59184BC47A}" dt="2024-08-18T12:30:51.839" v="2807"/>
          <ac:inkMkLst>
            <pc:docMk/>
            <pc:sldMk cId="1547844152" sldId="389"/>
            <ac:inkMk id="244" creationId="{FC979480-691E-5BBD-5FCF-5F046F10A780}"/>
          </ac:inkMkLst>
        </pc:inkChg>
        <pc:inkChg chg="add mod">
          <ac:chgData name="Mahima Weerasinghe" userId="e11e3f55-42da-4e07-8ead-4d7a1d7ea1c6" providerId="ADAL" clId="{A71A91A0-537E-435E-A57A-6A59184BC47A}" dt="2024-08-18T12:30:51.839" v="2807"/>
          <ac:inkMkLst>
            <pc:docMk/>
            <pc:sldMk cId="1547844152" sldId="389"/>
            <ac:inkMk id="245" creationId="{9A0A5EED-24E8-985B-CB08-857392558C94}"/>
          </ac:inkMkLst>
        </pc:inkChg>
        <pc:inkChg chg="add mod">
          <ac:chgData name="Mahima Weerasinghe" userId="e11e3f55-42da-4e07-8ead-4d7a1d7ea1c6" providerId="ADAL" clId="{A71A91A0-537E-435E-A57A-6A59184BC47A}" dt="2024-08-18T12:30:51.839" v="2807"/>
          <ac:inkMkLst>
            <pc:docMk/>
            <pc:sldMk cId="1547844152" sldId="389"/>
            <ac:inkMk id="246" creationId="{0BE1BDF1-91F5-8E93-80A6-0F8AA7BDB007}"/>
          </ac:inkMkLst>
        </pc:inkChg>
        <pc:inkChg chg="add mod">
          <ac:chgData name="Mahima Weerasinghe" userId="e11e3f55-42da-4e07-8ead-4d7a1d7ea1c6" providerId="ADAL" clId="{A71A91A0-537E-435E-A57A-6A59184BC47A}" dt="2024-08-18T12:31:15.864" v="2812"/>
          <ac:inkMkLst>
            <pc:docMk/>
            <pc:sldMk cId="1547844152" sldId="389"/>
            <ac:inkMk id="248" creationId="{480820AE-0909-30E7-9E3D-C752AF67F8D4}"/>
          </ac:inkMkLst>
        </pc:inkChg>
        <pc:inkChg chg="add mod">
          <ac:chgData name="Mahima Weerasinghe" userId="e11e3f55-42da-4e07-8ead-4d7a1d7ea1c6" providerId="ADAL" clId="{A71A91A0-537E-435E-A57A-6A59184BC47A}" dt="2024-08-18T12:31:15.864" v="2812"/>
          <ac:inkMkLst>
            <pc:docMk/>
            <pc:sldMk cId="1547844152" sldId="389"/>
            <ac:inkMk id="249" creationId="{064EBB95-16E0-6B35-5791-11984650FC10}"/>
          </ac:inkMkLst>
        </pc:inkChg>
        <pc:inkChg chg="add mod">
          <ac:chgData name="Mahima Weerasinghe" userId="e11e3f55-42da-4e07-8ead-4d7a1d7ea1c6" providerId="ADAL" clId="{A71A91A0-537E-435E-A57A-6A59184BC47A}" dt="2024-08-18T12:31:15.864" v="2812"/>
          <ac:inkMkLst>
            <pc:docMk/>
            <pc:sldMk cId="1547844152" sldId="389"/>
            <ac:inkMk id="250" creationId="{211CB8E6-8ABA-408B-D8DD-7051D0E17359}"/>
          </ac:inkMkLst>
        </pc:inkChg>
        <pc:inkChg chg="add mod">
          <ac:chgData name="Mahima Weerasinghe" userId="e11e3f55-42da-4e07-8ead-4d7a1d7ea1c6" providerId="ADAL" clId="{A71A91A0-537E-435E-A57A-6A59184BC47A}" dt="2024-08-18T12:31:15.864" v="2812"/>
          <ac:inkMkLst>
            <pc:docMk/>
            <pc:sldMk cId="1547844152" sldId="389"/>
            <ac:inkMk id="251" creationId="{317BF501-4B47-145B-DA5D-2F739AC3AE69}"/>
          </ac:inkMkLst>
        </pc:inkChg>
        <pc:inkChg chg="add del mod">
          <ac:chgData name="Mahima Weerasinghe" userId="e11e3f55-42da-4e07-8ead-4d7a1d7ea1c6" providerId="ADAL" clId="{A71A91A0-537E-435E-A57A-6A59184BC47A}" dt="2024-08-18T12:31:56.470" v="2828" actId="9405"/>
          <ac:inkMkLst>
            <pc:docMk/>
            <pc:sldMk cId="1547844152" sldId="389"/>
            <ac:inkMk id="253" creationId="{2465D158-7C6B-1DDB-77FD-E3898369E77B}"/>
          </ac:inkMkLst>
        </pc:inkChg>
        <pc:inkChg chg="add del mod">
          <ac:chgData name="Mahima Weerasinghe" userId="e11e3f55-42da-4e07-8ead-4d7a1d7ea1c6" providerId="ADAL" clId="{A71A91A0-537E-435E-A57A-6A59184BC47A}" dt="2024-08-18T12:31:56.055" v="2827"/>
          <ac:inkMkLst>
            <pc:docMk/>
            <pc:sldMk cId="1547844152" sldId="389"/>
            <ac:inkMk id="254" creationId="{3B1228E6-6AB3-7831-FCFC-AEEA6C588A15}"/>
          </ac:inkMkLst>
        </pc:inkChg>
        <pc:inkChg chg="add del mod">
          <ac:chgData name="Mahima Weerasinghe" userId="e11e3f55-42da-4e07-8ead-4d7a1d7ea1c6" providerId="ADAL" clId="{A71A91A0-537E-435E-A57A-6A59184BC47A}" dt="2024-08-18T12:31:55.878" v="2825"/>
          <ac:inkMkLst>
            <pc:docMk/>
            <pc:sldMk cId="1547844152" sldId="389"/>
            <ac:inkMk id="256" creationId="{CA937E88-A019-29DD-B231-723C744ACC5A}"/>
          </ac:inkMkLst>
        </pc:inkChg>
        <pc:inkChg chg="add del mod">
          <ac:chgData name="Mahima Weerasinghe" userId="e11e3f55-42da-4e07-8ead-4d7a1d7ea1c6" providerId="ADAL" clId="{A71A91A0-537E-435E-A57A-6A59184BC47A}" dt="2024-08-18T12:31:55.558" v="2823" actId="9405"/>
          <ac:inkMkLst>
            <pc:docMk/>
            <pc:sldMk cId="1547844152" sldId="389"/>
            <ac:inkMk id="258" creationId="{F4AE31F0-36E3-036B-C2ED-CE8E4CD7273E}"/>
          </ac:inkMkLst>
        </pc:inkChg>
        <pc:inkChg chg="add del mod">
          <ac:chgData name="Mahima Weerasinghe" userId="e11e3f55-42da-4e07-8ead-4d7a1d7ea1c6" providerId="ADAL" clId="{A71A91A0-537E-435E-A57A-6A59184BC47A}" dt="2024-08-18T12:31:55.224" v="2822"/>
          <ac:inkMkLst>
            <pc:docMk/>
            <pc:sldMk cId="1547844152" sldId="389"/>
            <ac:inkMk id="259" creationId="{CCCB45B5-B5C3-2A18-B461-EB5EBC7D73BB}"/>
          </ac:inkMkLst>
        </pc:inkChg>
        <pc:inkChg chg="add mod">
          <ac:chgData name="Mahima Weerasinghe" userId="e11e3f55-42da-4e07-8ead-4d7a1d7ea1c6" providerId="ADAL" clId="{A71A91A0-537E-435E-A57A-6A59184BC47A}" dt="2024-08-18T12:46:04.277" v="2987"/>
          <ac:inkMkLst>
            <pc:docMk/>
            <pc:sldMk cId="1547844152" sldId="389"/>
            <ac:inkMk id="261" creationId="{9126CC2A-70FF-B50E-1184-38E1F4920CED}"/>
          </ac:inkMkLst>
        </pc:inkChg>
        <pc:inkChg chg="add mod">
          <ac:chgData name="Mahima Weerasinghe" userId="e11e3f55-42da-4e07-8ead-4d7a1d7ea1c6" providerId="ADAL" clId="{A71A91A0-537E-435E-A57A-6A59184BC47A}" dt="2024-08-18T12:46:04.277" v="2987"/>
          <ac:inkMkLst>
            <pc:docMk/>
            <pc:sldMk cId="1547844152" sldId="389"/>
            <ac:inkMk id="262" creationId="{F95A27D4-FCC5-81DD-9846-BADC450537D0}"/>
          </ac:inkMkLst>
        </pc:inkChg>
        <pc:inkChg chg="add mod">
          <ac:chgData name="Mahima Weerasinghe" userId="e11e3f55-42da-4e07-8ead-4d7a1d7ea1c6" providerId="ADAL" clId="{A71A91A0-537E-435E-A57A-6A59184BC47A}" dt="2024-08-18T12:46:04.277" v="2987"/>
          <ac:inkMkLst>
            <pc:docMk/>
            <pc:sldMk cId="1547844152" sldId="389"/>
            <ac:inkMk id="263" creationId="{55B6F46B-12FD-AC5E-15C2-76A7C571BEE2}"/>
          </ac:inkMkLst>
        </pc:inkChg>
        <pc:inkChg chg="add mod">
          <ac:chgData name="Mahima Weerasinghe" userId="e11e3f55-42da-4e07-8ead-4d7a1d7ea1c6" providerId="ADAL" clId="{A71A91A0-537E-435E-A57A-6A59184BC47A}" dt="2024-08-18T12:46:04.277" v="2987"/>
          <ac:inkMkLst>
            <pc:docMk/>
            <pc:sldMk cId="1547844152" sldId="389"/>
            <ac:inkMk id="265" creationId="{CCFD534E-04EA-23FC-A657-4913F6999147}"/>
          </ac:inkMkLst>
        </pc:inkChg>
        <pc:inkChg chg="add mod">
          <ac:chgData name="Mahima Weerasinghe" userId="e11e3f55-42da-4e07-8ead-4d7a1d7ea1c6" providerId="ADAL" clId="{A71A91A0-537E-435E-A57A-6A59184BC47A}" dt="2024-08-18T12:46:04.277" v="2987"/>
          <ac:inkMkLst>
            <pc:docMk/>
            <pc:sldMk cId="1547844152" sldId="389"/>
            <ac:inkMk id="267" creationId="{1988790F-ADBD-C803-57C8-E67D1A0E5B36}"/>
          </ac:inkMkLst>
        </pc:inkChg>
        <pc:inkChg chg="add mod">
          <ac:chgData name="Mahima Weerasinghe" userId="e11e3f55-42da-4e07-8ead-4d7a1d7ea1c6" providerId="ADAL" clId="{A71A91A0-537E-435E-A57A-6A59184BC47A}" dt="2024-08-18T12:46:04.277" v="2987"/>
          <ac:inkMkLst>
            <pc:docMk/>
            <pc:sldMk cId="1547844152" sldId="389"/>
            <ac:inkMk id="268" creationId="{163255FD-A555-4E74-F06C-197ACF7DE155}"/>
          </ac:inkMkLst>
        </pc:inkChg>
        <pc:inkChg chg="add mod">
          <ac:chgData name="Mahima Weerasinghe" userId="e11e3f55-42da-4e07-8ead-4d7a1d7ea1c6" providerId="ADAL" clId="{A71A91A0-537E-435E-A57A-6A59184BC47A}" dt="2024-08-18T12:46:04.277" v="2987"/>
          <ac:inkMkLst>
            <pc:docMk/>
            <pc:sldMk cId="1547844152" sldId="389"/>
            <ac:inkMk id="269" creationId="{2B6A68F5-C5C6-0BC1-F22E-85CD06DCF493}"/>
          </ac:inkMkLst>
        </pc:inkChg>
        <pc:inkChg chg="add mod">
          <ac:chgData name="Mahima Weerasinghe" userId="e11e3f55-42da-4e07-8ead-4d7a1d7ea1c6" providerId="ADAL" clId="{A71A91A0-537E-435E-A57A-6A59184BC47A}" dt="2024-08-18T12:46:04.277" v="2987"/>
          <ac:inkMkLst>
            <pc:docMk/>
            <pc:sldMk cId="1547844152" sldId="389"/>
            <ac:inkMk id="270" creationId="{F1D28DC5-FF4C-3AA9-887D-D75F4AC5CF43}"/>
          </ac:inkMkLst>
        </pc:inkChg>
        <pc:inkChg chg="add mod">
          <ac:chgData name="Mahima Weerasinghe" userId="e11e3f55-42da-4e07-8ead-4d7a1d7ea1c6" providerId="ADAL" clId="{A71A91A0-537E-435E-A57A-6A59184BC47A}" dt="2024-08-18T12:46:04.277" v="2987"/>
          <ac:inkMkLst>
            <pc:docMk/>
            <pc:sldMk cId="1547844152" sldId="389"/>
            <ac:inkMk id="271" creationId="{C1BFC851-B733-7F7A-EEA6-AC77B3055F9B}"/>
          </ac:inkMkLst>
        </pc:inkChg>
        <pc:inkChg chg="add mod">
          <ac:chgData name="Mahima Weerasinghe" userId="e11e3f55-42da-4e07-8ead-4d7a1d7ea1c6" providerId="ADAL" clId="{A71A91A0-537E-435E-A57A-6A59184BC47A}" dt="2024-08-18T12:46:04.277" v="2987"/>
          <ac:inkMkLst>
            <pc:docMk/>
            <pc:sldMk cId="1547844152" sldId="389"/>
            <ac:inkMk id="272" creationId="{B8A323F8-765A-B6CA-C981-7EB0A977E179}"/>
          </ac:inkMkLst>
        </pc:inkChg>
        <pc:inkChg chg="add mod">
          <ac:chgData name="Mahima Weerasinghe" userId="e11e3f55-42da-4e07-8ead-4d7a1d7ea1c6" providerId="ADAL" clId="{A71A91A0-537E-435E-A57A-6A59184BC47A}" dt="2024-08-18T12:46:04.277" v="2987"/>
          <ac:inkMkLst>
            <pc:docMk/>
            <pc:sldMk cId="1547844152" sldId="389"/>
            <ac:inkMk id="274" creationId="{2500D668-70C1-54B6-8068-0AE722890F31}"/>
          </ac:inkMkLst>
        </pc:inkChg>
        <pc:inkChg chg="add mod">
          <ac:chgData name="Mahima Weerasinghe" userId="e11e3f55-42da-4e07-8ead-4d7a1d7ea1c6" providerId="ADAL" clId="{A71A91A0-537E-435E-A57A-6A59184BC47A}" dt="2024-08-18T12:46:04.277" v="2987"/>
          <ac:inkMkLst>
            <pc:docMk/>
            <pc:sldMk cId="1547844152" sldId="389"/>
            <ac:inkMk id="275" creationId="{D0B2B8B4-3D79-46C4-F46B-3037EE9B14D2}"/>
          </ac:inkMkLst>
        </pc:inkChg>
        <pc:inkChg chg="add mod">
          <ac:chgData name="Mahima Weerasinghe" userId="e11e3f55-42da-4e07-8ead-4d7a1d7ea1c6" providerId="ADAL" clId="{A71A91A0-537E-435E-A57A-6A59184BC47A}" dt="2024-08-18T12:46:04.277" v="2987"/>
          <ac:inkMkLst>
            <pc:docMk/>
            <pc:sldMk cId="1547844152" sldId="389"/>
            <ac:inkMk id="276" creationId="{1F93DE1C-D393-E09A-FA70-E43F60142BAD}"/>
          </ac:inkMkLst>
        </pc:inkChg>
        <pc:inkChg chg="add mod">
          <ac:chgData name="Mahima Weerasinghe" userId="e11e3f55-42da-4e07-8ead-4d7a1d7ea1c6" providerId="ADAL" clId="{A71A91A0-537E-435E-A57A-6A59184BC47A}" dt="2024-08-18T12:46:04.277" v="2987"/>
          <ac:inkMkLst>
            <pc:docMk/>
            <pc:sldMk cId="1547844152" sldId="389"/>
            <ac:inkMk id="277" creationId="{222525C0-D7D0-1BC5-841F-92038BE83F24}"/>
          </ac:inkMkLst>
        </pc:inkChg>
        <pc:inkChg chg="add mod">
          <ac:chgData name="Mahima Weerasinghe" userId="e11e3f55-42da-4e07-8ead-4d7a1d7ea1c6" providerId="ADAL" clId="{A71A91A0-537E-435E-A57A-6A59184BC47A}" dt="2024-08-18T12:46:04.277" v="2987"/>
          <ac:inkMkLst>
            <pc:docMk/>
            <pc:sldMk cId="1547844152" sldId="389"/>
            <ac:inkMk id="278" creationId="{67082920-3BFC-9EF2-8509-7DEF92890F5F}"/>
          </ac:inkMkLst>
        </pc:inkChg>
        <pc:inkChg chg="add mod">
          <ac:chgData name="Mahima Weerasinghe" userId="e11e3f55-42da-4e07-8ead-4d7a1d7ea1c6" providerId="ADAL" clId="{A71A91A0-537E-435E-A57A-6A59184BC47A}" dt="2024-08-18T12:46:04.277" v="2987"/>
          <ac:inkMkLst>
            <pc:docMk/>
            <pc:sldMk cId="1547844152" sldId="389"/>
            <ac:inkMk id="279" creationId="{B69B4B9F-C88C-22EF-45B1-13492CCD83BA}"/>
          </ac:inkMkLst>
        </pc:inkChg>
        <pc:inkChg chg="add mod">
          <ac:chgData name="Mahima Weerasinghe" userId="e11e3f55-42da-4e07-8ead-4d7a1d7ea1c6" providerId="ADAL" clId="{A71A91A0-537E-435E-A57A-6A59184BC47A}" dt="2024-08-18T12:46:04.277" v="2987"/>
          <ac:inkMkLst>
            <pc:docMk/>
            <pc:sldMk cId="1547844152" sldId="389"/>
            <ac:inkMk id="280" creationId="{AD1E2DE6-9204-9A98-BFD9-1CE1404A597B}"/>
          </ac:inkMkLst>
        </pc:inkChg>
        <pc:inkChg chg="add mod">
          <ac:chgData name="Mahima Weerasinghe" userId="e11e3f55-42da-4e07-8ead-4d7a1d7ea1c6" providerId="ADAL" clId="{A71A91A0-537E-435E-A57A-6A59184BC47A}" dt="2024-08-18T12:46:04.277" v="2987"/>
          <ac:inkMkLst>
            <pc:docMk/>
            <pc:sldMk cId="1547844152" sldId="389"/>
            <ac:inkMk id="281" creationId="{21FC70D5-C5CC-475A-43CF-07D123C52275}"/>
          </ac:inkMkLst>
        </pc:inkChg>
        <pc:inkChg chg="add mod">
          <ac:chgData name="Mahima Weerasinghe" userId="e11e3f55-42da-4e07-8ead-4d7a1d7ea1c6" providerId="ADAL" clId="{A71A91A0-537E-435E-A57A-6A59184BC47A}" dt="2024-08-18T12:46:04.277" v="2987"/>
          <ac:inkMkLst>
            <pc:docMk/>
            <pc:sldMk cId="1547844152" sldId="389"/>
            <ac:inkMk id="282" creationId="{B58FA3F4-3C32-26F4-DFD1-E31FCCFCE59F}"/>
          </ac:inkMkLst>
        </pc:inkChg>
        <pc:inkChg chg="add mod">
          <ac:chgData name="Mahima Weerasinghe" userId="e11e3f55-42da-4e07-8ead-4d7a1d7ea1c6" providerId="ADAL" clId="{A71A91A0-537E-435E-A57A-6A59184BC47A}" dt="2024-08-18T12:46:04.277" v="2987"/>
          <ac:inkMkLst>
            <pc:docMk/>
            <pc:sldMk cId="1547844152" sldId="389"/>
            <ac:inkMk id="284" creationId="{10E47AB2-BE3E-F7AE-F9BC-10E8A8997B92}"/>
          </ac:inkMkLst>
        </pc:inkChg>
        <pc:inkChg chg="add mod">
          <ac:chgData name="Mahima Weerasinghe" userId="e11e3f55-42da-4e07-8ead-4d7a1d7ea1c6" providerId="ADAL" clId="{A71A91A0-537E-435E-A57A-6A59184BC47A}" dt="2024-08-18T12:46:04.277" v="2987"/>
          <ac:inkMkLst>
            <pc:docMk/>
            <pc:sldMk cId="1547844152" sldId="389"/>
            <ac:inkMk id="285" creationId="{735D5437-5C5B-56C1-3289-235BC507B193}"/>
          </ac:inkMkLst>
        </pc:inkChg>
        <pc:inkChg chg="add mod">
          <ac:chgData name="Mahima Weerasinghe" userId="e11e3f55-42da-4e07-8ead-4d7a1d7ea1c6" providerId="ADAL" clId="{A71A91A0-537E-435E-A57A-6A59184BC47A}" dt="2024-08-18T12:46:04.277" v="2987"/>
          <ac:inkMkLst>
            <pc:docMk/>
            <pc:sldMk cId="1547844152" sldId="389"/>
            <ac:inkMk id="286" creationId="{41933F92-7E74-F809-4A57-23FB6074675A}"/>
          </ac:inkMkLst>
        </pc:inkChg>
        <pc:inkChg chg="add mod">
          <ac:chgData name="Mahima Weerasinghe" userId="e11e3f55-42da-4e07-8ead-4d7a1d7ea1c6" providerId="ADAL" clId="{A71A91A0-537E-435E-A57A-6A59184BC47A}" dt="2024-08-18T12:46:04.277" v="2987"/>
          <ac:inkMkLst>
            <pc:docMk/>
            <pc:sldMk cId="1547844152" sldId="389"/>
            <ac:inkMk id="287" creationId="{87344250-85D5-2AA2-5184-DCB5E05A04DF}"/>
          </ac:inkMkLst>
        </pc:inkChg>
        <pc:inkChg chg="add mod">
          <ac:chgData name="Mahima Weerasinghe" userId="e11e3f55-42da-4e07-8ead-4d7a1d7ea1c6" providerId="ADAL" clId="{A71A91A0-537E-435E-A57A-6A59184BC47A}" dt="2024-08-18T12:46:04.277" v="2987"/>
          <ac:inkMkLst>
            <pc:docMk/>
            <pc:sldMk cId="1547844152" sldId="389"/>
            <ac:inkMk id="288" creationId="{6D89D524-C189-8976-A183-7FFE21B9A323}"/>
          </ac:inkMkLst>
        </pc:inkChg>
        <pc:inkChg chg="add mod">
          <ac:chgData name="Mahima Weerasinghe" userId="e11e3f55-42da-4e07-8ead-4d7a1d7ea1c6" providerId="ADAL" clId="{A71A91A0-537E-435E-A57A-6A59184BC47A}" dt="2024-08-18T12:46:04.277" v="2987"/>
          <ac:inkMkLst>
            <pc:docMk/>
            <pc:sldMk cId="1547844152" sldId="389"/>
            <ac:inkMk id="289" creationId="{74559E57-BAEF-241C-7389-F7DE0F109AA0}"/>
          </ac:inkMkLst>
        </pc:inkChg>
        <pc:inkChg chg="add mod">
          <ac:chgData name="Mahima Weerasinghe" userId="e11e3f55-42da-4e07-8ead-4d7a1d7ea1c6" providerId="ADAL" clId="{A71A91A0-537E-435E-A57A-6A59184BC47A}" dt="2024-08-18T12:46:04.277" v="2987"/>
          <ac:inkMkLst>
            <pc:docMk/>
            <pc:sldMk cId="1547844152" sldId="389"/>
            <ac:inkMk id="290" creationId="{DCC7D8ED-E53A-9381-F791-BF43125DB213}"/>
          </ac:inkMkLst>
        </pc:inkChg>
        <pc:inkChg chg="add mod">
          <ac:chgData name="Mahima Weerasinghe" userId="e11e3f55-42da-4e07-8ead-4d7a1d7ea1c6" providerId="ADAL" clId="{A71A91A0-537E-435E-A57A-6A59184BC47A}" dt="2024-08-18T12:46:04.277" v="2987"/>
          <ac:inkMkLst>
            <pc:docMk/>
            <pc:sldMk cId="1547844152" sldId="389"/>
            <ac:inkMk id="292" creationId="{20E395DC-001E-B7BF-580D-BEA6F3655E35}"/>
          </ac:inkMkLst>
        </pc:inkChg>
        <pc:inkChg chg="add mod">
          <ac:chgData name="Mahima Weerasinghe" userId="e11e3f55-42da-4e07-8ead-4d7a1d7ea1c6" providerId="ADAL" clId="{A71A91A0-537E-435E-A57A-6A59184BC47A}" dt="2024-08-18T12:46:04.277" v="2987"/>
          <ac:inkMkLst>
            <pc:docMk/>
            <pc:sldMk cId="1547844152" sldId="389"/>
            <ac:inkMk id="293" creationId="{259790E2-DC36-3993-A532-42831F312A43}"/>
          </ac:inkMkLst>
        </pc:inkChg>
        <pc:inkChg chg="add mod">
          <ac:chgData name="Mahima Weerasinghe" userId="e11e3f55-42da-4e07-8ead-4d7a1d7ea1c6" providerId="ADAL" clId="{A71A91A0-537E-435E-A57A-6A59184BC47A}" dt="2024-08-18T12:46:04.277" v="2987"/>
          <ac:inkMkLst>
            <pc:docMk/>
            <pc:sldMk cId="1547844152" sldId="389"/>
            <ac:inkMk id="294" creationId="{FCB3434E-757E-2C05-324D-E6985281901D}"/>
          </ac:inkMkLst>
        </pc:inkChg>
        <pc:inkChg chg="add mod">
          <ac:chgData name="Mahima Weerasinghe" userId="e11e3f55-42da-4e07-8ead-4d7a1d7ea1c6" providerId="ADAL" clId="{A71A91A0-537E-435E-A57A-6A59184BC47A}" dt="2024-08-18T12:45:58.322" v="2977"/>
          <ac:inkMkLst>
            <pc:docMk/>
            <pc:sldMk cId="1547844152" sldId="389"/>
            <ac:inkMk id="296" creationId="{F5957FDD-E545-136D-54FE-4048538EC969}"/>
          </ac:inkMkLst>
        </pc:inkChg>
        <pc:inkChg chg="add mod">
          <ac:chgData name="Mahima Weerasinghe" userId="e11e3f55-42da-4e07-8ead-4d7a1d7ea1c6" providerId="ADAL" clId="{A71A91A0-537E-435E-A57A-6A59184BC47A}" dt="2024-08-18T12:45:58.322" v="2977"/>
          <ac:inkMkLst>
            <pc:docMk/>
            <pc:sldMk cId="1547844152" sldId="389"/>
            <ac:inkMk id="297" creationId="{1C72CFD4-91D6-CEBB-BC72-5CB646D88D62}"/>
          </ac:inkMkLst>
        </pc:inkChg>
        <pc:inkChg chg="add mod">
          <ac:chgData name="Mahima Weerasinghe" userId="e11e3f55-42da-4e07-8ead-4d7a1d7ea1c6" providerId="ADAL" clId="{A71A91A0-537E-435E-A57A-6A59184BC47A}" dt="2024-08-18T12:45:58.322" v="2977"/>
          <ac:inkMkLst>
            <pc:docMk/>
            <pc:sldMk cId="1547844152" sldId="389"/>
            <ac:inkMk id="298" creationId="{F6CCBB3C-466F-780D-3BD8-07DA0FF58561}"/>
          </ac:inkMkLst>
        </pc:inkChg>
        <pc:inkChg chg="add mod">
          <ac:chgData name="Mahima Weerasinghe" userId="e11e3f55-42da-4e07-8ead-4d7a1d7ea1c6" providerId="ADAL" clId="{A71A91A0-537E-435E-A57A-6A59184BC47A}" dt="2024-08-18T12:46:04.277" v="2987"/>
          <ac:inkMkLst>
            <pc:docMk/>
            <pc:sldMk cId="1547844152" sldId="389"/>
            <ac:inkMk id="300" creationId="{AEBF0475-1B4E-34A1-C087-0B460F73CAF9}"/>
          </ac:inkMkLst>
        </pc:inkChg>
        <pc:inkChg chg="add mod">
          <ac:chgData name="Mahima Weerasinghe" userId="e11e3f55-42da-4e07-8ead-4d7a1d7ea1c6" providerId="ADAL" clId="{A71A91A0-537E-435E-A57A-6A59184BC47A}" dt="2024-08-18T12:46:04.277" v="2987"/>
          <ac:inkMkLst>
            <pc:docMk/>
            <pc:sldMk cId="1547844152" sldId="389"/>
            <ac:inkMk id="301" creationId="{E665E00F-B75E-3AA1-E3BC-13A54BA67857}"/>
          </ac:inkMkLst>
        </pc:inkChg>
        <pc:inkChg chg="add mod">
          <ac:chgData name="Mahima Weerasinghe" userId="e11e3f55-42da-4e07-8ead-4d7a1d7ea1c6" providerId="ADAL" clId="{A71A91A0-537E-435E-A57A-6A59184BC47A}" dt="2024-08-18T12:50:46.429" v="3077"/>
          <ac:inkMkLst>
            <pc:docMk/>
            <pc:sldMk cId="1547844152" sldId="389"/>
            <ac:inkMk id="303" creationId="{29F702C2-12D0-B972-3C8F-2AC78096C045}"/>
          </ac:inkMkLst>
        </pc:inkChg>
        <pc:inkChg chg="add mod">
          <ac:chgData name="Mahima Weerasinghe" userId="e11e3f55-42da-4e07-8ead-4d7a1d7ea1c6" providerId="ADAL" clId="{A71A91A0-537E-435E-A57A-6A59184BC47A}" dt="2024-08-18T12:50:46.429" v="3077"/>
          <ac:inkMkLst>
            <pc:docMk/>
            <pc:sldMk cId="1547844152" sldId="389"/>
            <ac:inkMk id="304" creationId="{CBFE668C-C670-9785-3B7F-1E819237C451}"/>
          </ac:inkMkLst>
        </pc:inkChg>
        <pc:inkChg chg="add mod">
          <ac:chgData name="Mahima Weerasinghe" userId="e11e3f55-42da-4e07-8ead-4d7a1d7ea1c6" providerId="ADAL" clId="{A71A91A0-537E-435E-A57A-6A59184BC47A}" dt="2024-08-18T12:50:46.429" v="3077"/>
          <ac:inkMkLst>
            <pc:docMk/>
            <pc:sldMk cId="1547844152" sldId="389"/>
            <ac:inkMk id="305" creationId="{FA8FAD85-86AD-041D-9313-A686E7BEDB4A}"/>
          </ac:inkMkLst>
        </pc:inkChg>
        <pc:inkChg chg="add mod">
          <ac:chgData name="Mahima Weerasinghe" userId="e11e3f55-42da-4e07-8ead-4d7a1d7ea1c6" providerId="ADAL" clId="{A71A91A0-537E-435E-A57A-6A59184BC47A}" dt="2024-08-18T12:50:46.429" v="3077"/>
          <ac:inkMkLst>
            <pc:docMk/>
            <pc:sldMk cId="1547844152" sldId="389"/>
            <ac:inkMk id="306" creationId="{D500A165-DC7F-E895-A24D-845AD0271390}"/>
          </ac:inkMkLst>
        </pc:inkChg>
        <pc:inkChg chg="add mod">
          <ac:chgData name="Mahima Weerasinghe" userId="e11e3f55-42da-4e07-8ead-4d7a1d7ea1c6" providerId="ADAL" clId="{A71A91A0-537E-435E-A57A-6A59184BC47A}" dt="2024-08-18T12:50:46.429" v="3077"/>
          <ac:inkMkLst>
            <pc:docMk/>
            <pc:sldMk cId="1547844152" sldId="389"/>
            <ac:inkMk id="307" creationId="{44B79FE5-CBDB-08D5-FE57-E6719CB2D654}"/>
          </ac:inkMkLst>
        </pc:inkChg>
        <pc:inkChg chg="add mod">
          <ac:chgData name="Mahima Weerasinghe" userId="e11e3f55-42da-4e07-8ead-4d7a1d7ea1c6" providerId="ADAL" clId="{A71A91A0-537E-435E-A57A-6A59184BC47A}" dt="2024-08-18T12:50:46.429" v="3077"/>
          <ac:inkMkLst>
            <pc:docMk/>
            <pc:sldMk cId="1547844152" sldId="389"/>
            <ac:inkMk id="308" creationId="{F1FA4836-CFC9-0CD6-7DDA-5064C7149DEF}"/>
          </ac:inkMkLst>
        </pc:inkChg>
        <pc:inkChg chg="add mod">
          <ac:chgData name="Mahima Weerasinghe" userId="e11e3f55-42da-4e07-8ead-4d7a1d7ea1c6" providerId="ADAL" clId="{A71A91A0-537E-435E-A57A-6A59184BC47A}" dt="2024-08-18T12:50:46.429" v="3077"/>
          <ac:inkMkLst>
            <pc:docMk/>
            <pc:sldMk cId="1547844152" sldId="389"/>
            <ac:inkMk id="309" creationId="{C704A9D6-C84C-C70F-342D-F5DB7A846694}"/>
          </ac:inkMkLst>
        </pc:inkChg>
        <pc:inkChg chg="add mod">
          <ac:chgData name="Mahima Weerasinghe" userId="e11e3f55-42da-4e07-8ead-4d7a1d7ea1c6" providerId="ADAL" clId="{A71A91A0-537E-435E-A57A-6A59184BC47A}" dt="2024-08-18T12:50:46.429" v="3077"/>
          <ac:inkMkLst>
            <pc:docMk/>
            <pc:sldMk cId="1547844152" sldId="389"/>
            <ac:inkMk id="310" creationId="{E9BBBAF7-B7E8-DE1C-266F-7B768092523F}"/>
          </ac:inkMkLst>
        </pc:inkChg>
        <pc:inkChg chg="add mod">
          <ac:chgData name="Mahima Weerasinghe" userId="e11e3f55-42da-4e07-8ead-4d7a1d7ea1c6" providerId="ADAL" clId="{A71A91A0-537E-435E-A57A-6A59184BC47A}" dt="2024-08-18T12:50:46.429" v="3077"/>
          <ac:inkMkLst>
            <pc:docMk/>
            <pc:sldMk cId="1547844152" sldId="389"/>
            <ac:inkMk id="311" creationId="{C17CEF74-539E-D6A3-0016-1A295CC4EB5B}"/>
          </ac:inkMkLst>
        </pc:inkChg>
        <pc:inkChg chg="add mod">
          <ac:chgData name="Mahima Weerasinghe" userId="e11e3f55-42da-4e07-8ead-4d7a1d7ea1c6" providerId="ADAL" clId="{A71A91A0-537E-435E-A57A-6A59184BC47A}" dt="2024-08-18T12:50:46.429" v="3077"/>
          <ac:inkMkLst>
            <pc:docMk/>
            <pc:sldMk cId="1547844152" sldId="389"/>
            <ac:inkMk id="313" creationId="{AB713CD1-EE9D-F7E2-E593-4589F56FC4F6}"/>
          </ac:inkMkLst>
        </pc:inkChg>
        <pc:inkChg chg="add mod">
          <ac:chgData name="Mahima Weerasinghe" userId="e11e3f55-42da-4e07-8ead-4d7a1d7ea1c6" providerId="ADAL" clId="{A71A91A0-537E-435E-A57A-6A59184BC47A}" dt="2024-08-18T12:50:46.429" v="3077"/>
          <ac:inkMkLst>
            <pc:docMk/>
            <pc:sldMk cId="1547844152" sldId="389"/>
            <ac:inkMk id="315" creationId="{EEDAA5A2-9F54-C428-787E-FE0507CAFB22}"/>
          </ac:inkMkLst>
        </pc:inkChg>
        <pc:inkChg chg="add mod">
          <ac:chgData name="Mahima Weerasinghe" userId="e11e3f55-42da-4e07-8ead-4d7a1d7ea1c6" providerId="ADAL" clId="{A71A91A0-537E-435E-A57A-6A59184BC47A}" dt="2024-08-18T12:50:46.429" v="3077"/>
          <ac:inkMkLst>
            <pc:docMk/>
            <pc:sldMk cId="1547844152" sldId="389"/>
            <ac:inkMk id="316" creationId="{EB973E79-1C5D-C72E-307C-91385F2B10E4}"/>
          </ac:inkMkLst>
        </pc:inkChg>
        <pc:inkChg chg="add mod">
          <ac:chgData name="Mahima Weerasinghe" userId="e11e3f55-42da-4e07-8ead-4d7a1d7ea1c6" providerId="ADAL" clId="{A71A91A0-537E-435E-A57A-6A59184BC47A}" dt="2024-08-18T12:50:46.429" v="3077"/>
          <ac:inkMkLst>
            <pc:docMk/>
            <pc:sldMk cId="1547844152" sldId="389"/>
            <ac:inkMk id="317" creationId="{BB765FCC-E7C0-BC25-9D79-DF530B31D236}"/>
          </ac:inkMkLst>
        </pc:inkChg>
        <pc:inkChg chg="add mod">
          <ac:chgData name="Mahima Weerasinghe" userId="e11e3f55-42da-4e07-8ead-4d7a1d7ea1c6" providerId="ADAL" clId="{A71A91A0-537E-435E-A57A-6A59184BC47A}" dt="2024-08-18T12:50:46.429" v="3077"/>
          <ac:inkMkLst>
            <pc:docMk/>
            <pc:sldMk cId="1547844152" sldId="389"/>
            <ac:inkMk id="318" creationId="{C6C94698-D61E-AA72-E758-53081C1FF6D6}"/>
          </ac:inkMkLst>
        </pc:inkChg>
        <pc:inkChg chg="add mod">
          <ac:chgData name="Mahima Weerasinghe" userId="e11e3f55-42da-4e07-8ead-4d7a1d7ea1c6" providerId="ADAL" clId="{A71A91A0-537E-435E-A57A-6A59184BC47A}" dt="2024-08-18T12:50:46.429" v="3077"/>
          <ac:inkMkLst>
            <pc:docMk/>
            <pc:sldMk cId="1547844152" sldId="389"/>
            <ac:inkMk id="320" creationId="{BD98C8D0-D62C-94A7-F2C4-3937B9FCBF55}"/>
          </ac:inkMkLst>
        </pc:inkChg>
        <pc:inkChg chg="add mod">
          <ac:chgData name="Mahima Weerasinghe" userId="e11e3f55-42da-4e07-8ead-4d7a1d7ea1c6" providerId="ADAL" clId="{A71A91A0-537E-435E-A57A-6A59184BC47A}" dt="2024-08-18T12:50:46.429" v="3077"/>
          <ac:inkMkLst>
            <pc:docMk/>
            <pc:sldMk cId="1547844152" sldId="389"/>
            <ac:inkMk id="321" creationId="{F93A6DBD-052E-3E2C-17F3-FEFF0C3F1AB6}"/>
          </ac:inkMkLst>
        </pc:inkChg>
        <pc:inkChg chg="add mod">
          <ac:chgData name="Mahima Weerasinghe" userId="e11e3f55-42da-4e07-8ead-4d7a1d7ea1c6" providerId="ADAL" clId="{A71A91A0-537E-435E-A57A-6A59184BC47A}" dt="2024-08-18T12:50:46.429" v="3077"/>
          <ac:inkMkLst>
            <pc:docMk/>
            <pc:sldMk cId="1547844152" sldId="389"/>
            <ac:inkMk id="322" creationId="{CA6129C8-7968-BE31-7688-87545B768161}"/>
          </ac:inkMkLst>
        </pc:inkChg>
        <pc:inkChg chg="add mod">
          <ac:chgData name="Mahima Weerasinghe" userId="e11e3f55-42da-4e07-8ead-4d7a1d7ea1c6" providerId="ADAL" clId="{A71A91A0-537E-435E-A57A-6A59184BC47A}" dt="2024-08-18T12:50:46.429" v="3077"/>
          <ac:inkMkLst>
            <pc:docMk/>
            <pc:sldMk cId="1547844152" sldId="389"/>
            <ac:inkMk id="323" creationId="{6BECDD3D-D5FB-43B6-BFD5-51D729E95A80}"/>
          </ac:inkMkLst>
        </pc:inkChg>
        <pc:inkChg chg="add mod">
          <ac:chgData name="Mahima Weerasinghe" userId="e11e3f55-42da-4e07-8ead-4d7a1d7ea1c6" providerId="ADAL" clId="{A71A91A0-537E-435E-A57A-6A59184BC47A}" dt="2024-08-18T12:45:30.443" v="2954"/>
          <ac:inkMkLst>
            <pc:docMk/>
            <pc:sldMk cId="1547844152" sldId="389"/>
            <ac:inkMk id="325" creationId="{1A8E77DF-D68E-45E6-42EF-517EB49DFAF1}"/>
          </ac:inkMkLst>
        </pc:inkChg>
        <pc:inkChg chg="add mod">
          <ac:chgData name="Mahima Weerasinghe" userId="e11e3f55-42da-4e07-8ead-4d7a1d7ea1c6" providerId="ADAL" clId="{A71A91A0-537E-435E-A57A-6A59184BC47A}" dt="2024-08-18T12:45:30.443" v="2954"/>
          <ac:inkMkLst>
            <pc:docMk/>
            <pc:sldMk cId="1547844152" sldId="389"/>
            <ac:inkMk id="326" creationId="{9EBAD2FF-EA80-8599-52A8-CBBDC6C02B4A}"/>
          </ac:inkMkLst>
        </pc:inkChg>
        <pc:inkChg chg="add mod">
          <ac:chgData name="Mahima Weerasinghe" userId="e11e3f55-42da-4e07-8ead-4d7a1d7ea1c6" providerId="ADAL" clId="{A71A91A0-537E-435E-A57A-6A59184BC47A}" dt="2024-08-18T12:45:30.443" v="2954"/>
          <ac:inkMkLst>
            <pc:docMk/>
            <pc:sldMk cId="1547844152" sldId="389"/>
            <ac:inkMk id="327" creationId="{A0E3DC78-96A6-665E-DABA-1AD735ADBBB8}"/>
          </ac:inkMkLst>
        </pc:inkChg>
        <pc:inkChg chg="add mod">
          <ac:chgData name="Mahima Weerasinghe" userId="e11e3f55-42da-4e07-8ead-4d7a1d7ea1c6" providerId="ADAL" clId="{A71A91A0-537E-435E-A57A-6A59184BC47A}" dt="2024-08-18T12:45:30.443" v="2954"/>
          <ac:inkMkLst>
            <pc:docMk/>
            <pc:sldMk cId="1547844152" sldId="389"/>
            <ac:inkMk id="328" creationId="{D90C315E-5A6D-889F-F2B2-E9B99A823895}"/>
          </ac:inkMkLst>
        </pc:inkChg>
        <pc:inkChg chg="add mod">
          <ac:chgData name="Mahima Weerasinghe" userId="e11e3f55-42da-4e07-8ead-4d7a1d7ea1c6" providerId="ADAL" clId="{A71A91A0-537E-435E-A57A-6A59184BC47A}" dt="2024-08-18T12:45:30.443" v="2954"/>
          <ac:inkMkLst>
            <pc:docMk/>
            <pc:sldMk cId="1547844152" sldId="389"/>
            <ac:inkMk id="329" creationId="{A6A1AFF9-C6E0-10B4-069F-7F09CFA3F3DB}"/>
          </ac:inkMkLst>
        </pc:inkChg>
        <pc:inkChg chg="add mod">
          <ac:chgData name="Mahima Weerasinghe" userId="e11e3f55-42da-4e07-8ead-4d7a1d7ea1c6" providerId="ADAL" clId="{A71A91A0-537E-435E-A57A-6A59184BC47A}" dt="2024-08-18T12:45:30.443" v="2954"/>
          <ac:inkMkLst>
            <pc:docMk/>
            <pc:sldMk cId="1547844152" sldId="389"/>
            <ac:inkMk id="330" creationId="{BF7CACF8-4CA5-4F8B-1DC7-0EE1C30DDF10}"/>
          </ac:inkMkLst>
        </pc:inkChg>
        <pc:inkChg chg="add mod">
          <ac:chgData name="Mahima Weerasinghe" userId="e11e3f55-42da-4e07-8ead-4d7a1d7ea1c6" providerId="ADAL" clId="{A71A91A0-537E-435E-A57A-6A59184BC47A}" dt="2024-08-18T12:46:04.277" v="2987"/>
          <ac:inkMkLst>
            <pc:docMk/>
            <pc:sldMk cId="1547844152" sldId="389"/>
            <ac:inkMk id="332" creationId="{2CB6D4AB-C67C-4629-D93F-0087FDE7A30E}"/>
          </ac:inkMkLst>
        </pc:inkChg>
        <pc:inkChg chg="add mod">
          <ac:chgData name="Mahima Weerasinghe" userId="e11e3f55-42da-4e07-8ead-4d7a1d7ea1c6" providerId="ADAL" clId="{A71A91A0-537E-435E-A57A-6A59184BC47A}" dt="2024-08-18T12:46:04.277" v="2987"/>
          <ac:inkMkLst>
            <pc:docMk/>
            <pc:sldMk cId="1547844152" sldId="389"/>
            <ac:inkMk id="334" creationId="{AD68ED36-E2A3-A4FA-3E0C-1F5A7C90BDF9}"/>
          </ac:inkMkLst>
        </pc:inkChg>
        <pc:inkChg chg="add mod">
          <ac:chgData name="Mahima Weerasinghe" userId="e11e3f55-42da-4e07-8ead-4d7a1d7ea1c6" providerId="ADAL" clId="{A71A91A0-537E-435E-A57A-6A59184BC47A}" dt="2024-08-18T12:46:04.277" v="2987"/>
          <ac:inkMkLst>
            <pc:docMk/>
            <pc:sldMk cId="1547844152" sldId="389"/>
            <ac:inkMk id="335" creationId="{61075722-C753-64E1-C620-B2F6F3EE89D0}"/>
          </ac:inkMkLst>
        </pc:inkChg>
        <pc:inkChg chg="add mod">
          <ac:chgData name="Mahima Weerasinghe" userId="e11e3f55-42da-4e07-8ead-4d7a1d7ea1c6" providerId="ADAL" clId="{A71A91A0-537E-435E-A57A-6A59184BC47A}" dt="2024-08-18T12:45:51.117" v="2966"/>
          <ac:inkMkLst>
            <pc:docMk/>
            <pc:sldMk cId="1547844152" sldId="389"/>
            <ac:inkMk id="337" creationId="{7D8CBB1E-7778-613A-BE5D-C5EE2C867D02}"/>
          </ac:inkMkLst>
        </pc:inkChg>
        <pc:inkChg chg="add mod">
          <ac:chgData name="Mahima Weerasinghe" userId="e11e3f55-42da-4e07-8ead-4d7a1d7ea1c6" providerId="ADAL" clId="{A71A91A0-537E-435E-A57A-6A59184BC47A}" dt="2024-08-18T12:45:51.117" v="2966"/>
          <ac:inkMkLst>
            <pc:docMk/>
            <pc:sldMk cId="1547844152" sldId="389"/>
            <ac:inkMk id="338" creationId="{8D705920-F048-AF02-2D45-D9F18FDDA6C3}"/>
          </ac:inkMkLst>
        </pc:inkChg>
        <pc:inkChg chg="add mod">
          <ac:chgData name="Mahima Weerasinghe" userId="e11e3f55-42da-4e07-8ead-4d7a1d7ea1c6" providerId="ADAL" clId="{A71A91A0-537E-435E-A57A-6A59184BC47A}" dt="2024-08-18T12:45:56.227" v="2972"/>
          <ac:inkMkLst>
            <pc:docMk/>
            <pc:sldMk cId="1547844152" sldId="389"/>
            <ac:inkMk id="340" creationId="{868B7530-44CA-FF3D-63D4-28287FB1C8FF}"/>
          </ac:inkMkLst>
        </pc:inkChg>
        <pc:inkChg chg="add mod">
          <ac:chgData name="Mahima Weerasinghe" userId="e11e3f55-42da-4e07-8ead-4d7a1d7ea1c6" providerId="ADAL" clId="{A71A91A0-537E-435E-A57A-6A59184BC47A}" dt="2024-08-18T12:45:51.117" v="2966"/>
          <ac:inkMkLst>
            <pc:docMk/>
            <pc:sldMk cId="1547844152" sldId="389"/>
            <ac:inkMk id="342" creationId="{3F127E6F-7224-850A-DE5F-AF691ACEF30F}"/>
          </ac:inkMkLst>
        </pc:inkChg>
        <pc:inkChg chg="add mod">
          <ac:chgData name="Mahima Weerasinghe" userId="e11e3f55-42da-4e07-8ead-4d7a1d7ea1c6" providerId="ADAL" clId="{A71A91A0-537E-435E-A57A-6A59184BC47A}" dt="2024-08-18T12:50:46.429" v="3077"/>
          <ac:inkMkLst>
            <pc:docMk/>
            <pc:sldMk cId="1547844152" sldId="389"/>
            <ac:inkMk id="344" creationId="{FC034F83-7A36-8F6E-6AB1-6F9A19F4C380}"/>
          </ac:inkMkLst>
        </pc:inkChg>
        <pc:inkChg chg="add mod">
          <ac:chgData name="Mahima Weerasinghe" userId="e11e3f55-42da-4e07-8ead-4d7a1d7ea1c6" providerId="ADAL" clId="{A71A91A0-537E-435E-A57A-6A59184BC47A}" dt="2024-08-18T12:50:46.429" v="3077"/>
          <ac:inkMkLst>
            <pc:docMk/>
            <pc:sldMk cId="1547844152" sldId="389"/>
            <ac:inkMk id="345" creationId="{52529D40-2975-676A-0138-5AF28ECB657B}"/>
          </ac:inkMkLst>
        </pc:inkChg>
        <pc:inkChg chg="add mod">
          <ac:chgData name="Mahima Weerasinghe" userId="e11e3f55-42da-4e07-8ead-4d7a1d7ea1c6" providerId="ADAL" clId="{A71A91A0-537E-435E-A57A-6A59184BC47A}" dt="2024-08-18T12:46:04.277" v="2987"/>
          <ac:inkMkLst>
            <pc:docMk/>
            <pc:sldMk cId="1547844152" sldId="389"/>
            <ac:inkMk id="347" creationId="{AFF2E691-21CE-A750-04CE-6F6193086730}"/>
          </ac:inkMkLst>
        </pc:inkChg>
        <pc:inkChg chg="add mod">
          <ac:chgData name="Mahima Weerasinghe" userId="e11e3f55-42da-4e07-8ead-4d7a1d7ea1c6" providerId="ADAL" clId="{A71A91A0-537E-435E-A57A-6A59184BC47A}" dt="2024-08-18T12:46:04.277" v="2987"/>
          <ac:inkMkLst>
            <pc:docMk/>
            <pc:sldMk cId="1547844152" sldId="389"/>
            <ac:inkMk id="348" creationId="{79A5E6DB-DC50-30B3-D09F-8F16104507A8}"/>
          </ac:inkMkLst>
        </pc:inkChg>
        <pc:inkChg chg="add mod">
          <ac:chgData name="Mahima Weerasinghe" userId="e11e3f55-42da-4e07-8ead-4d7a1d7ea1c6" providerId="ADAL" clId="{A71A91A0-537E-435E-A57A-6A59184BC47A}" dt="2024-08-18T12:46:04.277" v="2987"/>
          <ac:inkMkLst>
            <pc:docMk/>
            <pc:sldMk cId="1547844152" sldId="389"/>
            <ac:inkMk id="350" creationId="{2B30D8F6-B1B8-4E36-4CCF-303E5E1BE8E7}"/>
          </ac:inkMkLst>
        </pc:inkChg>
        <pc:inkChg chg="add mod">
          <ac:chgData name="Mahima Weerasinghe" userId="e11e3f55-42da-4e07-8ead-4d7a1d7ea1c6" providerId="ADAL" clId="{A71A91A0-537E-435E-A57A-6A59184BC47A}" dt="2024-08-18T12:46:04.277" v="2987"/>
          <ac:inkMkLst>
            <pc:docMk/>
            <pc:sldMk cId="1547844152" sldId="389"/>
            <ac:inkMk id="351" creationId="{9B05B7A2-1717-A900-AC74-2093680AFD48}"/>
          </ac:inkMkLst>
        </pc:inkChg>
        <pc:inkChg chg="add mod">
          <ac:chgData name="Mahima Weerasinghe" userId="e11e3f55-42da-4e07-8ead-4d7a1d7ea1c6" providerId="ADAL" clId="{A71A91A0-537E-435E-A57A-6A59184BC47A}" dt="2024-08-18T12:46:04.277" v="2987"/>
          <ac:inkMkLst>
            <pc:docMk/>
            <pc:sldMk cId="1547844152" sldId="389"/>
            <ac:inkMk id="352" creationId="{88A24469-B649-47E1-9D09-BB0F3444FF58}"/>
          </ac:inkMkLst>
        </pc:inkChg>
        <pc:inkChg chg="add mod">
          <ac:chgData name="Mahima Weerasinghe" userId="e11e3f55-42da-4e07-8ead-4d7a1d7ea1c6" providerId="ADAL" clId="{A71A91A0-537E-435E-A57A-6A59184BC47A}" dt="2024-08-18T12:46:04.277" v="2987"/>
          <ac:inkMkLst>
            <pc:docMk/>
            <pc:sldMk cId="1547844152" sldId="389"/>
            <ac:inkMk id="353" creationId="{CA68BFFE-2B64-2CAA-7FB1-5A2331B48EF1}"/>
          </ac:inkMkLst>
        </pc:inkChg>
        <pc:inkChg chg="add mod">
          <ac:chgData name="Mahima Weerasinghe" userId="e11e3f55-42da-4e07-8ead-4d7a1d7ea1c6" providerId="ADAL" clId="{A71A91A0-537E-435E-A57A-6A59184BC47A}" dt="2024-08-18T12:46:04.277" v="2987"/>
          <ac:inkMkLst>
            <pc:docMk/>
            <pc:sldMk cId="1547844152" sldId="389"/>
            <ac:inkMk id="355" creationId="{A97E3D2E-D284-D921-80C2-88C4708F95F4}"/>
          </ac:inkMkLst>
        </pc:inkChg>
        <pc:inkChg chg="add mod">
          <ac:chgData name="Mahima Weerasinghe" userId="e11e3f55-42da-4e07-8ead-4d7a1d7ea1c6" providerId="ADAL" clId="{A71A91A0-537E-435E-A57A-6A59184BC47A}" dt="2024-08-18T12:46:04.277" v="2987"/>
          <ac:inkMkLst>
            <pc:docMk/>
            <pc:sldMk cId="1547844152" sldId="389"/>
            <ac:inkMk id="356" creationId="{7E701030-B494-9051-A978-11E53B94C150}"/>
          </ac:inkMkLst>
        </pc:inkChg>
        <pc:inkChg chg="add mod">
          <ac:chgData name="Mahima Weerasinghe" userId="e11e3f55-42da-4e07-8ead-4d7a1d7ea1c6" providerId="ADAL" clId="{A71A91A0-537E-435E-A57A-6A59184BC47A}" dt="2024-08-18T12:46:04.277" v="2987"/>
          <ac:inkMkLst>
            <pc:docMk/>
            <pc:sldMk cId="1547844152" sldId="389"/>
            <ac:inkMk id="357" creationId="{DE228ECA-186F-9DDF-1A61-A85778D88F0F}"/>
          </ac:inkMkLst>
        </pc:inkChg>
        <pc:inkChg chg="add mod">
          <ac:chgData name="Mahima Weerasinghe" userId="e11e3f55-42da-4e07-8ead-4d7a1d7ea1c6" providerId="ADAL" clId="{A71A91A0-537E-435E-A57A-6A59184BC47A}" dt="2024-08-18T12:46:04.277" v="2987"/>
          <ac:inkMkLst>
            <pc:docMk/>
            <pc:sldMk cId="1547844152" sldId="389"/>
            <ac:inkMk id="358" creationId="{4290AE1E-DD63-F6C7-8354-581E15C1EBD6}"/>
          </ac:inkMkLst>
        </pc:inkChg>
        <pc:inkChg chg="add mod">
          <ac:chgData name="Mahima Weerasinghe" userId="e11e3f55-42da-4e07-8ead-4d7a1d7ea1c6" providerId="ADAL" clId="{A71A91A0-537E-435E-A57A-6A59184BC47A}" dt="2024-08-18T12:46:04.277" v="2987"/>
          <ac:inkMkLst>
            <pc:docMk/>
            <pc:sldMk cId="1547844152" sldId="389"/>
            <ac:inkMk id="359" creationId="{701B51FD-1F33-49CB-0891-ABCD035E0C8D}"/>
          </ac:inkMkLst>
        </pc:inkChg>
        <pc:inkChg chg="add mod">
          <ac:chgData name="Mahima Weerasinghe" userId="e11e3f55-42da-4e07-8ead-4d7a1d7ea1c6" providerId="ADAL" clId="{A71A91A0-537E-435E-A57A-6A59184BC47A}" dt="2024-08-18T12:46:04.277" v="2987"/>
          <ac:inkMkLst>
            <pc:docMk/>
            <pc:sldMk cId="1547844152" sldId="389"/>
            <ac:inkMk id="360" creationId="{7D036BC7-6846-64C9-852B-FC99F7843848}"/>
          </ac:inkMkLst>
        </pc:inkChg>
        <pc:inkChg chg="add mod">
          <ac:chgData name="Mahima Weerasinghe" userId="e11e3f55-42da-4e07-8ead-4d7a1d7ea1c6" providerId="ADAL" clId="{A71A91A0-537E-435E-A57A-6A59184BC47A}" dt="2024-08-18T12:46:04.277" v="2987"/>
          <ac:inkMkLst>
            <pc:docMk/>
            <pc:sldMk cId="1547844152" sldId="389"/>
            <ac:inkMk id="362" creationId="{E322AD4D-C1A9-1054-9511-241FCBBE719F}"/>
          </ac:inkMkLst>
        </pc:inkChg>
        <pc:inkChg chg="add mod">
          <ac:chgData name="Mahima Weerasinghe" userId="e11e3f55-42da-4e07-8ead-4d7a1d7ea1c6" providerId="ADAL" clId="{A71A91A0-537E-435E-A57A-6A59184BC47A}" dt="2024-08-18T12:46:04.277" v="2987"/>
          <ac:inkMkLst>
            <pc:docMk/>
            <pc:sldMk cId="1547844152" sldId="389"/>
            <ac:inkMk id="363" creationId="{882FF1BF-A3E2-DEFF-AFA4-738B44C3360C}"/>
          </ac:inkMkLst>
        </pc:inkChg>
        <pc:inkChg chg="add mod">
          <ac:chgData name="Mahima Weerasinghe" userId="e11e3f55-42da-4e07-8ead-4d7a1d7ea1c6" providerId="ADAL" clId="{A71A91A0-537E-435E-A57A-6A59184BC47A}" dt="2024-08-18T12:46:55.489" v="2992"/>
          <ac:inkMkLst>
            <pc:docMk/>
            <pc:sldMk cId="1547844152" sldId="389"/>
            <ac:inkMk id="365" creationId="{BE766AF8-1AC4-F865-E261-BFD4986DD0D8}"/>
          </ac:inkMkLst>
        </pc:inkChg>
        <pc:inkChg chg="add mod">
          <ac:chgData name="Mahima Weerasinghe" userId="e11e3f55-42da-4e07-8ead-4d7a1d7ea1c6" providerId="ADAL" clId="{A71A91A0-537E-435E-A57A-6A59184BC47A}" dt="2024-08-18T12:46:55.489" v="2992"/>
          <ac:inkMkLst>
            <pc:docMk/>
            <pc:sldMk cId="1547844152" sldId="389"/>
            <ac:inkMk id="366" creationId="{7C6CC6B9-7843-C976-2615-0743AB517680}"/>
          </ac:inkMkLst>
        </pc:inkChg>
        <pc:inkChg chg="add mod">
          <ac:chgData name="Mahima Weerasinghe" userId="e11e3f55-42da-4e07-8ead-4d7a1d7ea1c6" providerId="ADAL" clId="{A71A91A0-537E-435E-A57A-6A59184BC47A}" dt="2024-08-18T12:46:55.489" v="2992"/>
          <ac:inkMkLst>
            <pc:docMk/>
            <pc:sldMk cId="1547844152" sldId="389"/>
            <ac:inkMk id="367" creationId="{00431D7A-9628-C090-0BEF-D010584178BC}"/>
          </ac:inkMkLst>
        </pc:inkChg>
        <pc:inkChg chg="add mod">
          <ac:chgData name="Mahima Weerasinghe" userId="e11e3f55-42da-4e07-8ead-4d7a1d7ea1c6" providerId="ADAL" clId="{A71A91A0-537E-435E-A57A-6A59184BC47A}" dt="2024-08-18T12:46:55.489" v="2992"/>
          <ac:inkMkLst>
            <pc:docMk/>
            <pc:sldMk cId="1547844152" sldId="389"/>
            <ac:inkMk id="368" creationId="{2A4D94E7-8D70-32E2-7842-72CFCFF6EAF6}"/>
          </ac:inkMkLst>
        </pc:inkChg>
        <pc:inkChg chg="add mod">
          <ac:chgData name="Mahima Weerasinghe" userId="e11e3f55-42da-4e07-8ead-4d7a1d7ea1c6" providerId="ADAL" clId="{A71A91A0-537E-435E-A57A-6A59184BC47A}" dt="2024-08-18T12:47:02.762" v="2998"/>
          <ac:inkMkLst>
            <pc:docMk/>
            <pc:sldMk cId="1547844152" sldId="389"/>
            <ac:inkMk id="370" creationId="{0A926434-7775-1381-940F-AE5F9868E35D}"/>
          </ac:inkMkLst>
        </pc:inkChg>
        <pc:inkChg chg="add mod">
          <ac:chgData name="Mahima Weerasinghe" userId="e11e3f55-42da-4e07-8ead-4d7a1d7ea1c6" providerId="ADAL" clId="{A71A91A0-537E-435E-A57A-6A59184BC47A}" dt="2024-08-18T12:47:02.762" v="2998"/>
          <ac:inkMkLst>
            <pc:docMk/>
            <pc:sldMk cId="1547844152" sldId="389"/>
            <ac:inkMk id="371" creationId="{8E444241-C9E7-B4A6-65E2-6D30121DCA66}"/>
          </ac:inkMkLst>
        </pc:inkChg>
        <pc:inkChg chg="add mod">
          <ac:chgData name="Mahima Weerasinghe" userId="e11e3f55-42da-4e07-8ead-4d7a1d7ea1c6" providerId="ADAL" clId="{A71A91A0-537E-435E-A57A-6A59184BC47A}" dt="2024-08-18T12:47:02.762" v="2998"/>
          <ac:inkMkLst>
            <pc:docMk/>
            <pc:sldMk cId="1547844152" sldId="389"/>
            <ac:inkMk id="372" creationId="{96E4F15C-A100-D7D5-5663-B93DCF7DA647}"/>
          </ac:inkMkLst>
        </pc:inkChg>
        <pc:inkChg chg="add mod">
          <ac:chgData name="Mahima Weerasinghe" userId="e11e3f55-42da-4e07-8ead-4d7a1d7ea1c6" providerId="ADAL" clId="{A71A91A0-537E-435E-A57A-6A59184BC47A}" dt="2024-08-18T12:47:02.762" v="2998"/>
          <ac:inkMkLst>
            <pc:docMk/>
            <pc:sldMk cId="1547844152" sldId="389"/>
            <ac:inkMk id="373" creationId="{621FAF23-04B3-429E-7295-FF3CE6EE17CC}"/>
          </ac:inkMkLst>
        </pc:inkChg>
        <pc:inkChg chg="add mod">
          <ac:chgData name="Mahima Weerasinghe" userId="e11e3f55-42da-4e07-8ead-4d7a1d7ea1c6" providerId="ADAL" clId="{A71A91A0-537E-435E-A57A-6A59184BC47A}" dt="2024-08-18T12:47:02.762" v="2998"/>
          <ac:inkMkLst>
            <pc:docMk/>
            <pc:sldMk cId="1547844152" sldId="389"/>
            <ac:inkMk id="374" creationId="{49E5B1FD-2A18-6E08-3CF5-08EB76CD6015}"/>
          </ac:inkMkLst>
        </pc:inkChg>
        <pc:inkChg chg="add mod">
          <ac:chgData name="Mahima Weerasinghe" userId="e11e3f55-42da-4e07-8ead-4d7a1d7ea1c6" providerId="ADAL" clId="{A71A91A0-537E-435E-A57A-6A59184BC47A}" dt="2024-08-18T12:50:46.429" v="3077"/>
          <ac:inkMkLst>
            <pc:docMk/>
            <pc:sldMk cId="1547844152" sldId="389"/>
            <ac:inkMk id="376" creationId="{E98F069F-E5CA-463F-1BE8-94C0A5F11484}"/>
          </ac:inkMkLst>
        </pc:inkChg>
        <pc:inkChg chg="add mod">
          <ac:chgData name="Mahima Weerasinghe" userId="e11e3f55-42da-4e07-8ead-4d7a1d7ea1c6" providerId="ADAL" clId="{A71A91A0-537E-435E-A57A-6A59184BC47A}" dt="2024-08-18T12:50:46.429" v="3077"/>
          <ac:inkMkLst>
            <pc:docMk/>
            <pc:sldMk cId="1547844152" sldId="389"/>
            <ac:inkMk id="378" creationId="{6C4C0947-F399-6602-F0F9-AE385CECE625}"/>
          </ac:inkMkLst>
        </pc:inkChg>
        <pc:inkChg chg="add mod">
          <ac:chgData name="Mahima Weerasinghe" userId="e11e3f55-42da-4e07-8ead-4d7a1d7ea1c6" providerId="ADAL" clId="{A71A91A0-537E-435E-A57A-6A59184BC47A}" dt="2024-08-18T12:50:46.429" v="3077"/>
          <ac:inkMkLst>
            <pc:docMk/>
            <pc:sldMk cId="1547844152" sldId="389"/>
            <ac:inkMk id="380" creationId="{397649C0-D319-3E8C-23E3-D67F34CD3D82}"/>
          </ac:inkMkLst>
        </pc:inkChg>
        <pc:inkChg chg="add mod">
          <ac:chgData name="Mahima Weerasinghe" userId="e11e3f55-42da-4e07-8ead-4d7a1d7ea1c6" providerId="ADAL" clId="{A71A91A0-537E-435E-A57A-6A59184BC47A}" dt="2024-08-18T12:50:46.429" v="3077"/>
          <ac:inkMkLst>
            <pc:docMk/>
            <pc:sldMk cId="1547844152" sldId="389"/>
            <ac:inkMk id="382" creationId="{1FC7CAD9-1E8E-F852-7C79-B50D85F826C3}"/>
          </ac:inkMkLst>
        </pc:inkChg>
        <pc:inkChg chg="add mod">
          <ac:chgData name="Mahima Weerasinghe" userId="e11e3f55-42da-4e07-8ead-4d7a1d7ea1c6" providerId="ADAL" clId="{A71A91A0-537E-435E-A57A-6A59184BC47A}" dt="2024-08-18T12:50:46.429" v="3077"/>
          <ac:inkMkLst>
            <pc:docMk/>
            <pc:sldMk cId="1547844152" sldId="389"/>
            <ac:inkMk id="384" creationId="{52901EF4-F812-0809-2750-7DB1DC268200}"/>
          </ac:inkMkLst>
        </pc:inkChg>
        <pc:inkChg chg="add mod">
          <ac:chgData name="Mahima Weerasinghe" userId="e11e3f55-42da-4e07-8ead-4d7a1d7ea1c6" providerId="ADAL" clId="{A71A91A0-537E-435E-A57A-6A59184BC47A}" dt="2024-08-18T12:50:46.429" v="3077"/>
          <ac:inkMkLst>
            <pc:docMk/>
            <pc:sldMk cId="1547844152" sldId="389"/>
            <ac:inkMk id="386" creationId="{2068A68B-6C87-15DF-D3A7-53D7B978864C}"/>
          </ac:inkMkLst>
        </pc:inkChg>
        <pc:inkChg chg="add mod">
          <ac:chgData name="Mahima Weerasinghe" userId="e11e3f55-42da-4e07-8ead-4d7a1d7ea1c6" providerId="ADAL" clId="{A71A91A0-537E-435E-A57A-6A59184BC47A}" dt="2024-08-18T12:50:46.429" v="3077"/>
          <ac:inkMkLst>
            <pc:docMk/>
            <pc:sldMk cId="1547844152" sldId="389"/>
            <ac:inkMk id="387" creationId="{5327E9BC-9115-D982-16AA-209003E38510}"/>
          </ac:inkMkLst>
        </pc:inkChg>
        <pc:inkChg chg="add mod">
          <ac:chgData name="Mahima Weerasinghe" userId="e11e3f55-42da-4e07-8ead-4d7a1d7ea1c6" providerId="ADAL" clId="{A71A91A0-537E-435E-A57A-6A59184BC47A}" dt="2024-08-18T12:50:46.429" v="3077"/>
          <ac:inkMkLst>
            <pc:docMk/>
            <pc:sldMk cId="1547844152" sldId="389"/>
            <ac:inkMk id="388" creationId="{F0C3D0E4-2102-D882-0FB0-F9F41C935A26}"/>
          </ac:inkMkLst>
        </pc:inkChg>
        <pc:inkChg chg="add mod">
          <ac:chgData name="Mahima Weerasinghe" userId="e11e3f55-42da-4e07-8ead-4d7a1d7ea1c6" providerId="ADAL" clId="{A71A91A0-537E-435E-A57A-6A59184BC47A}" dt="2024-08-18T12:50:46.429" v="3077"/>
          <ac:inkMkLst>
            <pc:docMk/>
            <pc:sldMk cId="1547844152" sldId="389"/>
            <ac:inkMk id="389" creationId="{95B048B6-3AD2-0178-E76F-1D383FD33837}"/>
          </ac:inkMkLst>
        </pc:inkChg>
        <pc:inkChg chg="add mod">
          <ac:chgData name="Mahima Weerasinghe" userId="e11e3f55-42da-4e07-8ead-4d7a1d7ea1c6" providerId="ADAL" clId="{A71A91A0-537E-435E-A57A-6A59184BC47A}" dt="2024-08-18T12:47:57.358" v="3018"/>
          <ac:inkMkLst>
            <pc:docMk/>
            <pc:sldMk cId="1547844152" sldId="389"/>
            <ac:inkMk id="391" creationId="{F4D16157-23BF-C8D2-0F54-6434F652D667}"/>
          </ac:inkMkLst>
        </pc:inkChg>
        <pc:inkChg chg="add mod">
          <ac:chgData name="Mahima Weerasinghe" userId="e11e3f55-42da-4e07-8ead-4d7a1d7ea1c6" providerId="ADAL" clId="{A71A91A0-537E-435E-A57A-6A59184BC47A}" dt="2024-08-18T12:47:57.358" v="3018"/>
          <ac:inkMkLst>
            <pc:docMk/>
            <pc:sldMk cId="1547844152" sldId="389"/>
            <ac:inkMk id="392" creationId="{D83847F0-E586-272F-A91D-89B8AB538C72}"/>
          </ac:inkMkLst>
        </pc:inkChg>
        <pc:inkChg chg="add mod">
          <ac:chgData name="Mahima Weerasinghe" userId="e11e3f55-42da-4e07-8ead-4d7a1d7ea1c6" providerId="ADAL" clId="{A71A91A0-537E-435E-A57A-6A59184BC47A}" dt="2024-08-18T12:47:57.358" v="3018"/>
          <ac:inkMkLst>
            <pc:docMk/>
            <pc:sldMk cId="1547844152" sldId="389"/>
            <ac:inkMk id="393" creationId="{A9F9720A-C565-5AEA-2FF0-4A0986DFD6B3}"/>
          </ac:inkMkLst>
        </pc:inkChg>
        <pc:inkChg chg="add mod">
          <ac:chgData name="Mahima Weerasinghe" userId="e11e3f55-42da-4e07-8ead-4d7a1d7ea1c6" providerId="ADAL" clId="{A71A91A0-537E-435E-A57A-6A59184BC47A}" dt="2024-08-18T12:47:57.358" v="3018"/>
          <ac:inkMkLst>
            <pc:docMk/>
            <pc:sldMk cId="1547844152" sldId="389"/>
            <ac:inkMk id="394" creationId="{05D51A1E-986E-ED18-BF2D-DBBA3474B972}"/>
          </ac:inkMkLst>
        </pc:inkChg>
        <pc:inkChg chg="add mod">
          <ac:chgData name="Mahima Weerasinghe" userId="e11e3f55-42da-4e07-8ead-4d7a1d7ea1c6" providerId="ADAL" clId="{A71A91A0-537E-435E-A57A-6A59184BC47A}" dt="2024-08-18T12:48:37.193" v="3045"/>
          <ac:inkMkLst>
            <pc:docMk/>
            <pc:sldMk cId="1547844152" sldId="389"/>
            <ac:inkMk id="396" creationId="{BC0CC342-C807-3AC9-4015-C39E88546413}"/>
          </ac:inkMkLst>
        </pc:inkChg>
        <pc:inkChg chg="add mod">
          <ac:chgData name="Mahima Weerasinghe" userId="e11e3f55-42da-4e07-8ead-4d7a1d7ea1c6" providerId="ADAL" clId="{A71A91A0-537E-435E-A57A-6A59184BC47A}" dt="2024-08-18T12:48:37.193" v="3045"/>
          <ac:inkMkLst>
            <pc:docMk/>
            <pc:sldMk cId="1547844152" sldId="389"/>
            <ac:inkMk id="397" creationId="{26FD99A4-F0C5-011C-3BAF-C46403FE7432}"/>
          </ac:inkMkLst>
        </pc:inkChg>
        <pc:inkChg chg="add mod">
          <ac:chgData name="Mahima Weerasinghe" userId="e11e3f55-42da-4e07-8ead-4d7a1d7ea1c6" providerId="ADAL" clId="{A71A91A0-537E-435E-A57A-6A59184BC47A}" dt="2024-08-18T12:48:37.193" v="3045"/>
          <ac:inkMkLst>
            <pc:docMk/>
            <pc:sldMk cId="1547844152" sldId="389"/>
            <ac:inkMk id="398" creationId="{715E94FD-C541-A365-B964-766B90D4580E}"/>
          </ac:inkMkLst>
        </pc:inkChg>
        <pc:inkChg chg="add mod">
          <ac:chgData name="Mahima Weerasinghe" userId="e11e3f55-42da-4e07-8ead-4d7a1d7ea1c6" providerId="ADAL" clId="{A71A91A0-537E-435E-A57A-6A59184BC47A}" dt="2024-08-18T12:48:37.193" v="3045"/>
          <ac:inkMkLst>
            <pc:docMk/>
            <pc:sldMk cId="1547844152" sldId="389"/>
            <ac:inkMk id="399" creationId="{1E906DEE-74CB-D7E4-7464-676A52E526C1}"/>
          </ac:inkMkLst>
        </pc:inkChg>
        <pc:inkChg chg="add mod">
          <ac:chgData name="Mahima Weerasinghe" userId="e11e3f55-42da-4e07-8ead-4d7a1d7ea1c6" providerId="ADAL" clId="{A71A91A0-537E-435E-A57A-6A59184BC47A}" dt="2024-08-18T12:48:37.193" v="3045"/>
          <ac:inkMkLst>
            <pc:docMk/>
            <pc:sldMk cId="1547844152" sldId="389"/>
            <ac:inkMk id="400" creationId="{4300CA9A-9259-8A02-F598-22A4012E85F7}"/>
          </ac:inkMkLst>
        </pc:inkChg>
        <pc:inkChg chg="add mod">
          <ac:chgData name="Mahima Weerasinghe" userId="e11e3f55-42da-4e07-8ead-4d7a1d7ea1c6" providerId="ADAL" clId="{A71A91A0-537E-435E-A57A-6A59184BC47A}" dt="2024-08-18T12:50:46.429" v="3077"/>
          <ac:inkMkLst>
            <pc:docMk/>
            <pc:sldMk cId="1547844152" sldId="389"/>
            <ac:inkMk id="402" creationId="{A362C7CE-5933-45B2-062E-803AF10DFA7B}"/>
          </ac:inkMkLst>
        </pc:inkChg>
        <pc:inkChg chg="add mod">
          <ac:chgData name="Mahima Weerasinghe" userId="e11e3f55-42da-4e07-8ead-4d7a1d7ea1c6" providerId="ADAL" clId="{A71A91A0-537E-435E-A57A-6A59184BC47A}" dt="2024-08-18T12:50:46.429" v="3077"/>
          <ac:inkMkLst>
            <pc:docMk/>
            <pc:sldMk cId="1547844152" sldId="389"/>
            <ac:inkMk id="403" creationId="{D0226CB1-09B6-A632-F5AB-A61781B85E7D}"/>
          </ac:inkMkLst>
        </pc:inkChg>
        <pc:inkChg chg="add mod">
          <ac:chgData name="Mahima Weerasinghe" userId="e11e3f55-42da-4e07-8ead-4d7a1d7ea1c6" providerId="ADAL" clId="{A71A91A0-537E-435E-A57A-6A59184BC47A}" dt="2024-08-18T12:50:46.429" v="3077"/>
          <ac:inkMkLst>
            <pc:docMk/>
            <pc:sldMk cId="1547844152" sldId="389"/>
            <ac:inkMk id="404" creationId="{7D696775-3C05-FC0B-1C87-8E8E6037B311}"/>
          </ac:inkMkLst>
        </pc:inkChg>
        <pc:inkChg chg="add mod">
          <ac:chgData name="Mahima Weerasinghe" userId="e11e3f55-42da-4e07-8ead-4d7a1d7ea1c6" providerId="ADAL" clId="{A71A91A0-537E-435E-A57A-6A59184BC47A}" dt="2024-08-18T12:50:46.429" v="3077"/>
          <ac:inkMkLst>
            <pc:docMk/>
            <pc:sldMk cId="1547844152" sldId="389"/>
            <ac:inkMk id="406" creationId="{3B64438E-980F-97A8-6E18-DDB3A4036E2C}"/>
          </ac:inkMkLst>
        </pc:inkChg>
        <pc:inkChg chg="add mod">
          <ac:chgData name="Mahima Weerasinghe" userId="e11e3f55-42da-4e07-8ead-4d7a1d7ea1c6" providerId="ADAL" clId="{A71A91A0-537E-435E-A57A-6A59184BC47A}" dt="2024-08-18T12:50:46.429" v="3077"/>
          <ac:inkMkLst>
            <pc:docMk/>
            <pc:sldMk cId="1547844152" sldId="389"/>
            <ac:inkMk id="407" creationId="{74DB8BEE-9DDB-D467-85B0-24A9213B6F8B}"/>
          </ac:inkMkLst>
        </pc:inkChg>
        <pc:inkChg chg="add mod">
          <ac:chgData name="Mahima Weerasinghe" userId="e11e3f55-42da-4e07-8ead-4d7a1d7ea1c6" providerId="ADAL" clId="{A71A91A0-537E-435E-A57A-6A59184BC47A}" dt="2024-08-18T12:50:46.429" v="3077"/>
          <ac:inkMkLst>
            <pc:docMk/>
            <pc:sldMk cId="1547844152" sldId="389"/>
            <ac:inkMk id="408" creationId="{39EFCDB9-4974-5C59-AE3C-4C2BC7213695}"/>
          </ac:inkMkLst>
        </pc:inkChg>
        <pc:inkChg chg="add mod">
          <ac:chgData name="Mahima Weerasinghe" userId="e11e3f55-42da-4e07-8ead-4d7a1d7ea1c6" providerId="ADAL" clId="{A71A91A0-537E-435E-A57A-6A59184BC47A}" dt="2024-08-18T12:50:46.429" v="3077"/>
          <ac:inkMkLst>
            <pc:docMk/>
            <pc:sldMk cId="1547844152" sldId="389"/>
            <ac:inkMk id="409" creationId="{82883372-A796-ADB7-414B-738A50518DB2}"/>
          </ac:inkMkLst>
        </pc:inkChg>
        <pc:inkChg chg="add mod">
          <ac:chgData name="Mahima Weerasinghe" userId="e11e3f55-42da-4e07-8ead-4d7a1d7ea1c6" providerId="ADAL" clId="{A71A91A0-537E-435E-A57A-6A59184BC47A}" dt="2024-08-18T12:50:46.429" v="3077"/>
          <ac:inkMkLst>
            <pc:docMk/>
            <pc:sldMk cId="1547844152" sldId="389"/>
            <ac:inkMk id="410" creationId="{72E588FE-60BC-E0D7-9CA1-3E2F846B840C}"/>
          </ac:inkMkLst>
        </pc:inkChg>
        <pc:inkChg chg="add mod">
          <ac:chgData name="Mahima Weerasinghe" userId="e11e3f55-42da-4e07-8ead-4d7a1d7ea1c6" providerId="ADAL" clId="{A71A91A0-537E-435E-A57A-6A59184BC47A}" dt="2024-08-18T12:50:46.429" v="3077"/>
          <ac:inkMkLst>
            <pc:docMk/>
            <pc:sldMk cId="1547844152" sldId="389"/>
            <ac:inkMk id="411" creationId="{138176D5-A94E-0EDA-4E46-7ADCDBB35600}"/>
          </ac:inkMkLst>
        </pc:inkChg>
        <pc:inkChg chg="add mod">
          <ac:chgData name="Mahima Weerasinghe" userId="e11e3f55-42da-4e07-8ead-4d7a1d7ea1c6" providerId="ADAL" clId="{A71A91A0-537E-435E-A57A-6A59184BC47A}" dt="2024-08-18T12:50:46.429" v="3077"/>
          <ac:inkMkLst>
            <pc:docMk/>
            <pc:sldMk cId="1547844152" sldId="389"/>
            <ac:inkMk id="412" creationId="{F79EB58B-1525-03E5-13EC-05D51393CDD7}"/>
          </ac:inkMkLst>
        </pc:inkChg>
        <pc:inkChg chg="add mod">
          <ac:chgData name="Mahima Weerasinghe" userId="e11e3f55-42da-4e07-8ead-4d7a1d7ea1c6" providerId="ADAL" clId="{A71A91A0-537E-435E-A57A-6A59184BC47A}" dt="2024-08-18T12:48:35.029" v="3042"/>
          <ac:inkMkLst>
            <pc:docMk/>
            <pc:sldMk cId="1547844152" sldId="389"/>
            <ac:inkMk id="414" creationId="{A102CE4E-DAE8-4A25-7372-47F5233D55B3}"/>
          </ac:inkMkLst>
        </pc:inkChg>
        <pc:inkChg chg="add mod">
          <ac:chgData name="Mahima Weerasinghe" userId="e11e3f55-42da-4e07-8ead-4d7a1d7ea1c6" providerId="ADAL" clId="{A71A91A0-537E-435E-A57A-6A59184BC47A}" dt="2024-08-18T12:48:35.029" v="3042"/>
          <ac:inkMkLst>
            <pc:docMk/>
            <pc:sldMk cId="1547844152" sldId="389"/>
            <ac:inkMk id="415" creationId="{F4035CF5-6876-D79A-EF97-103880C2D683}"/>
          </ac:inkMkLst>
        </pc:inkChg>
        <pc:inkChg chg="add mod">
          <ac:chgData name="Mahima Weerasinghe" userId="e11e3f55-42da-4e07-8ead-4d7a1d7ea1c6" providerId="ADAL" clId="{A71A91A0-537E-435E-A57A-6A59184BC47A}" dt="2024-08-18T12:48:35.029" v="3042"/>
          <ac:inkMkLst>
            <pc:docMk/>
            <pc:sldMk cId="1547844152" sldId="389"/>
            <ac:inkMk id="416" creationId="{E46FB2FF-2BD8-B3A5-4579-52BA26146AED}"/>
          </ac:inkMkLst>
        </pc:inkChg>
        <pc:inkChg chg="add mod">
          <ac:chgData name="Mahima Weerasinghe" userId="e11e3f55-42da-4e07-8ead-4d7a1d7ea1c6" providerId="ADAL" clId="{A71A91A0-537E-435E-A57A-6A59184BC47A}" dt="2024-08-18T12:48:35.029" v="3042"/>
          <ac:inkMkLst>
            <pc:docMk/>
            <pc:sldMk cId="1547844152" sldId="389"/>
            <ac:inkMk id="417" creationId="{75F157A1-96FE-3AA3-D68C-04F5EF8639C4}"/>
          </ac:inkMkLst>
        </pc:inkChg>
        <pc:inkChg chg="add mod">
          <ac:chgData name="Mahima Weerasinghe" userId="e11e3f55-42da-4e07-8ead-4d7a1d7ea1c6" providerId="ADAL" clId="{A71A91A0-537E-435E-A57A-6A59184BC47A}" dt="2024-08-18T12:48:35.029" v="3042"/>
          <ac:inkMkLst>
            <pc:docMk/>
            <pc:sldMk cId="1547844152" sldId="389"/>
            <ac:inkMk id="418" creationId="{3403CAD5-DADF-C038-1106-C65888263997}"/>
          </ac:inkMkLst>
        </pc:inkChg>
        <pc:inkChg chg="add">
          <ac:chgData name="Mahima Weerasinghe" userId="e11e3f55-42da-4e07-8ead-4d7a1d7ea1c6" providerId="ADAL" clId="{A71A91A0-537E-435E-A57A-6A59184BC47A}" dt="2024-08-18T12:48:35.717" v="3043" actId="9405"/>
          <ac:inkMkLst>
            <pc:docMk/>
            <pc:sldMk cId="1547844152" sldId="389"/>
            <ac:inkMk id="420" creationId="{8F904378-4F97-00F7-90A0-42F56DE6194C}"/>
          </ac:inkMkLst>
        </pc:inkChg>
        <pc:inkChg chg="add mod">
          <ac:chgData name="Mahima Weerasinghe" userId="e11e3f55-42da-4e07-8ead-4d7a1d7ea1c6" providerId="ADAL" clId="{A71A91A0-537E-435E-A57A-6A59184BC47A}" dt="2024-08-18T12:48:37.193" v="3045"/>
          <ac:inkMkLst>
            <pc:docMk/>
            <pc:sldMk cId="1547844152" sldId="389"/>
            <ac:inkMk id="421" creationId="{81442DD0-DB28-5931-20AB-72DD3902985A}"/>
          </ac:inkMkLst>
        </pc:inkChg>
        <pc:inkChg chg="add mod">
          <ac:chgData name="Mahima Weerasinghe" userId="e11e3f55-42da-4e07-8ead-4d7a1d7ea1c6" providerId="ADAL" clId="{A71A91A0-537E-435E-A57A-6A59184BC47A}" dt="2024-08-18T12:48:59.642" v="3056"/>
          <ac:inkMkLst>
            <pc:docMk/>
            <pc:sldMk cId="1547844152" sldId="389"/>
            <ac:inkMk id="423" creationId="{5EB174C7-6131-E74F-67D0-27CA100CC93D}"/>
          </ac:inkMkLst>
        </pc:inkChg>
        <pc:inkChg chg="add mod">
          <ac:chgData name="Mahima Weerasinghe" userId="e11e3f55-42da-4e07-8ead-4d7a1d7ea1c6" providerId="ADAL" clId="{A71A91A0-537E-435E-A57A-6A59184BC47A}" dt="2024-08-18T12:48:59.642" v="3056"/>
          <ac:inkMkLst>
            <pc:docMk/>
            <pc:sldMk cId="1547844152" sldId="389"/>
            <ac:inkMk id="424" creationId="{2C988AE3-4BCF-6349-530C-7D0A58D88D20}"/>
          </ac:inkMkLst>
        </pc:inkChg>
        <pc:inkChg chg="add mod">
          <ac:chgData name="Mahima Weerasinghe" userId="e11e3f55-42da-4e07-8ead-4d7a1d7ea1c6" providerId="ADAL" clId="{A71A91A0-537E-435E-A57A-6A59184BC47A}" dt="2024-08-18T12:48:59.642" v="3056"/>
          <ac:inkMkLst>
            <pc:docMk/>
            <pc:sldMk cId="1547844152" sldId="389"/>
            <ac:inkMk id="425" creationId="{BAD81F7E-97B1-E150-D710-337ABD2F20DD}"/>
          </ac:inkMkLst>
        </pc:inkChg>
        <pc:inkChg chg="add mod">
          <ac:chgData name="Mahima Weerasinghe" userId="e11e3f55-42da-4e07-8ead-4d7a1d7ea1c6" providerId="ADAL" clId="{A71A91A0-537E-435E-A57A-6A59184BC47A}" dt="2024-08-18T12:48:59.642" v="3056"/>
          <ac:inkMkLst>
            <pc:docMk/>
            <pc:sldMk cId="1547844152" sldId="389"/>
            <ac:inkMk id="426" creationId="{5C6C5CE6-3897-08D8-9A50-A76235AAC120}"/>
          </ac:inkMkLst>
        </pc:inkChg>
        <pc:inkChg chg="add mod">
          <ac:chgData name="Mahima Weerasinghe" userId="e11e3f55-42da-4e07-8ead-4d7a1d7ea1c6" providerId="ADAL" clId="{A71A91A0-537E-435E-A57A-6A59184BC47A}" dt="2024-08-18T12:48:59.642" v="3056"/>
          <ac:inkMkLst>
            <pc:docMk/>
            <pc:sldMk cId="1547844152" sldId="389"/>
            <ac:inkMk id="427" creationId="{D9283DFC-FECC-5675-2DB3-FA50EA222805}"/>
          </ac:inkMkLst>
        </pc:inkChg>
        <pc:inkChg chg="add mod">
          <ac:chgData name="Mahima Weerasinghe" userId="e11e3f55-42da-4e07-8ead-4d7a1d7ea1c6" providerId="ADAL" clId="{A71A91A0-537E-435E-A57A-6A59184BC47A}" dt="2024-08-18T12:48:59.642" v="3056"/>
          <ac:inkMkLst>
            <pc:docMk/>
            <pc:sldMk cId="1547844152" sldId="389"/>
            <ac:inkMk id="429" creationId="{E372F176-27E7-C0B2-B6C3-3DAD61401265}"/>
          </ac:inkMkLst>
        </pc:inkChg>
        <pc:inkChg chg="add mod">
          <ac:chgData name="Mahima Weerasinghe" userId="e11e3f55-42da-4e07-8ead-4d7a1d7ea1c6" providerId="ADAL" clId="{A71A91A0-537E-435E-A57A-6A59184BC47A}" dt="2024-08-18T12:48:59.642" v="3056"/>
          <ac:inkMkLst>
            <pc:docMk/>
            <pc:sldMk cId="1547844152" sldId="389"/>
            <ac:inkMk id="430" creationId="{A0C4C648-4A3B-9F0D-CD9F-639230D6F09F}"/>
          </ac:inkMkLst>
        </pc:inkChg>
        <pc:inkChg chg="add mod">
          <ac:chgData name="Mahima Weerasinghe" userId="e11e3f55-42da-4e07-8ead-4d7a1d7ea1c6" providerId="ADAL" clId="{A71A91A0-537E-435E-A57A-6A59184BC47A}" dt="2024-08-18T12:48:59.642" v="3056"/>
          <ac:inkMkLst>
            <pc:docMk/>
            <pc:sldMk cId="1547844152" sldId="389"/>
            <ac:inkMk id="431" creationId="{446072E9-8D2C-1257-AF5E-21DE3AA67634}"/>
          </ac:inkMkLst>
        </pc:inkChg>
        <pc:inkChg chg="add mod">
          <ac:chgData name="Mahima Weerasinghe" userId="e11e3f55-42da-4e07-8ead-4d7a1d7ea1c6" providerId="ADAL" clId="{A71A91A0-537E-435E-A57A-6A59184BC47A}" dt="2024-08-18T12:48:59.642" v="3056"/>
          <ac:inkMkLst>
            <pc:docMk/>
            <pc:sldMk cId="1547844152" sldId="389"/>
            <ac:inkMk id="432" creationId="{03883923-429B-B717-B109-294E47A14E9C}"/>
          </ac:inkMkLst>
        </pc:inkChg>
        <pc:inkChg chg="add mod">
          <ac:chgData name="Mahima Weerasinghe" userId="e11e3f55-42da-4e07-8ead-4d7a1d7ea1c6" providerId="ADAL" clId="{A71A91A0-537E-435E-A57A-6A59184BC47A}" dt="2024-08-18T12:50:46.429" v="3077"/>
          <ac:inkMkLst>
            <pc:docMk/>
            <pc:sldMk cId="1547844152" sldId="389"/>
            <ac:inkMk id="435" creationId="{A286A9B0-E82D-2D3B-B306-B143CEEFA804}"/>
          </ac:inkMkLst>
        </pc:inkChg>
        <pc:inkChg chg="add mod">
          <ac:chgData name="Mahima Weerasinghe" userId="e11e3f55-42da-4e07-8ead-4d7a1d7ea1c6" providerId="ADAL" clId="{A71A91A0-537E-435E-A57A-6A59184BC47A}" dt="2024-08-18T12:50:46.429" v="3077"/>
          <ac:inkMkLst>
            <pc:docMk/>
            <pc:sldMk cId="1547844152" sldId="389"/>
            <ac:inkMk id="436" creationId="{36D17048-CFB5-725F-9A3F-D1F8C27937E3}"/>
          </ac:inkMkLst>
        </pc:inkChg>
        <pc:inkChg chg="add mod">
          <ac:chgData name="Mahima Weerasinghe" userId="e11e3f55-42da-4e07-8ead-4d7a1d7ea1c6" providerId="ADAL" clId="{A71A91A0-537E-435E-A57A-6A59184BC47A}" dt="2024-08-18T12:50:50.734" v="3084"/>
          <ac:inkMkLst>
            <pc:docMk/>
            <pc:sldMk cId="1547844152" sldId="389"/>
            <ac:inkMk id="438" creationId="{92BA26C3-099C-5039-9D5A-A7E007B6653F}"/>
          </ac:inkMkLst>
        </pc:inkChg>
        <pc:inkChg chg="add del mod">
          <ac:chgData name="Mahima Weerasinghe" userId="e11e3f55-42da-4e07-8ead-4d7a1d7ea1c6" providerId="ADAL" clId="{A71A91A0-537E-435E-A57A-6A59184BC47A}" dt="2024-08-18T12:50:50.734" v="3084"/>
          <ac:inkMkLst>
            <pc:docMk/>
            <pc:sldMk cId="1547844152" sldId="389"/>
            <ac:inkMk id="439" creationId="{2C51BBE5-BE4E-21FA-2133-AD806D0D655C}"/>
          </ac:inkMkLst>
        </pc:inkChg>
        <pc:inkChg chg="add del mod">
          <ac:chgData name="Mahima Weerasinghe" userId="e11e3f55-42da-4e07-8ead-4d7a1d7ea1c6" providerId="ADAL" clId="{A71A91A0-537E-435E-A57A-6A59184BC47A}" dt="2024-08-18T12:50:50.028" v="3082" actId="9405"/>
          <ac:inkMkLst>
            <pc:docMk/>
            <pc:sldMk cId="1547844152" sldId="389"/>
            <ac:inkMk id="441" creationId="{7A75E411-6591-DF02-BA88-B47EE0C6030E}"/>
          </ac:inkMkLst>
        </pc:inkChg>
        <pc:inkChg chg="add del mod">
          <ac:chgData name="Mahima Weerasinghe" userId="e11e3f55-42da-4e07-8ead-4d7a1d7ea1c6" providerId="ADAL" clId="{A71A91A0-537E-435E-A57A-6A59184BC47A}" dt="2024-08-18T12:50:49.676" v="3081" actId="9405"/>
          <ac:inkMkLst>
            <pc:docMk/>
            <pc:sldMk cId="1547844152" sldId="389"/>
            <ac:inkMk id="442" creationId="{FB476FD3-AD30-4A0D-9943-949EB8E5218C}"/>
          </ac:inkMkLst>
        </pc:inkChg>
        <pc:inkChg chg="add del mod">
          <ac:chgData name="Mahima Weerasinghe" userId="e11e3f55-42da-4e07-8ead-4d7a1d7ea1c6" providerId="ADAL" clId="{A71A91A0-537E-435E-A57A-6A59184BC47A}" dt="2024-08-18T12:50:49.281" v="3080" actId="9405"/>
          <ac:inkMkLst>
            <pc:docMk/>
            <pc:sldMk cId="1547844152" sldId="389"/>
            <ac:inkMk id="443" creationId="{15F2E38F-DA52-7A4C-B17E-E391CFEA0C02}"/>
          </ac:inkMkLst>
        </pc:inkChg>
        <pc:inkChg chg="add del mod">
          <ac:chgData name="Mahima Weerasinghe" userId="e11e3f55-42da-4e07-8ead-4d7a1d7ea1c6" providerId="ADAL" clId="{A71A91A0-537E-435E-A57A-6A59184BC47A}" dt="2024-08-18T12:50:48.944" v="3079" actId="9405"/>
          <ac:inkMkLst>
            <pc:docMk/>
            <pc:sldMk cId="1547844152" sldId="389"/>
            <ac:inkMk id="444" creationId="{9B5134E9-FF13-FBF4-BBCF-B5835EFD649E}"/>
          </ac:inkMkLst>
        </pc:inkChg>
        <pc:inkChg chg="add del mod">
          <ac:chgData name="Mahima Weerasinghe" userId="e11e3f55-42da-4e07-8ead-4d7a1d7ea1c6" providerId="ADAL" clId="{A71A91A0-537E-435E-A57A-6A59184BC47A}" dt="2024-08-18T12:50:48.415" v="3078" actId="9405"/>
          <ac:inkMkLst>
            <pc:docMk/>
            <pc:sldMk cId="1547844152" sldId="389"/>
            <ac:inkMk id="445" creationId="{8F484CF9-8063-E2B3-ED6A-9EAE85691A4D}"/>
          </ac:inkMkLst>
        </pc:inkChg>
        <pc:inkChg chg="add del mod">
          <ac:chgData name="Mahima Weerasinghe" userId="e11e3f55-42da-4e07-8ead-4d7a1d7ea1c6" providerId="ADAL" clId="{A71A91A0-537E-435E-A57A-6A59184BC47A}" dt="2024-08-18T12:50:46.429" v="3077"/>
          <ac:inkMkLst>
            <pc:docMk/>
            <pc:sldMk cId="1547844152" sldId="389"/>
            <ac:inkMk id="446" creationId="{13E8D896-C07E-BC02-3502-3ABC6F3E681A}"/>
          </ac:inkMkLst>
        </pc:inkChg>
      </pc:sldChg>
      <pc:sldChg chg="addSp delSp modSp new mod">
        <pc:chgData name="Mahima Weerasinghe" userId="e11e3f55-42da-4e07-8ead-4d7a1d7ea1c6" providerId="ADAL" clId="{A71A91A0-537E-435E-A57A-6A59184BC47A}" dt="2024-08-26T05:44:18.169" v="4118"/>
        <pc:sldMkLst>
          <pc:docMk/>
          <pc:sldMk cId="4106278319" sldId="390"/>
        </pc:sldMkLst>
        <pc:spChg chg="mod">
          <ac:chgData name="Mahima Weerasinghe" userId="e11e3f55-42da-4e07-8ead-4d7a1d7ea1c6" providerId="ADAL" clId="{A71A91A0-537E-435E-A57A-6A59184BC47A}" dt="2024-08-26T05:27:10.942" v="3968"/>
          <ac:spMkLst>
            <pc:docMk/>
            <pc:sldMk cId="4106278319" sldId="390"/>
            <ac:spMk id="2" creationId="{4C46FD0E-1394-4D5B-E9F4-B3C7E0482E97}"/>
          </ac:spMkLst>
        </pc:spChg>
        <pc:grpChg chg="del mod">
          <ac:chgData name="Mahima Weerasinghe" userId="e11e3f55-42da-4e07-8ead-4d7a1d7ea1c6" providerId="ADAL" clId="{A71A91A0-537E-435E-A57A-6A59184BC47A}" dt="2024-08-26T05:25:36.385" v="3910"/>
          <ac:grpSpMkLst>
            <pc:docMk/>
            <pc:sldMk cId="4106278319" sldId="390"/>
            <ac:grpSpMk id="8" creationId="{BCE3C7D3-9EF2-F81E-9B7E-3D3C9E56FFC9}"/>
          </ac:grpSpMkLst>
        </pc:grpChg>
        <pc:grpChg chg="mod">
          <ac:chgData name="Mahima Weerasinghe" userId="e11e3f55-42da-4e07-8ead-4d7a1d7ea1c6" providerId="ADAL" clId="{A71A91A0-537E-435E-A57A-6A59184BC47A}" dt="2024-08-26T05:25:36.385" v="3910"/>
          <ac:grpSpMkLst>
            <pc:docMk/>
            <pc:sldMk cId="4106278319" sldId="390"/>
            <ac:grpSpMk id="13" creationId="{9E874A0C-DED7-008D-2FB1-4F996B240D99}"/>
          </ac:grpSpMkLst>
        </pc:grpChg>
        <pc:grpChg chg="del mod">
          <ac:chgData name="Mahima Weerasinghe" userId="e11e3f55-42da-4e07-8ead-4d7a1d7ea1c6" providerId="ADAL" clId="{A71A91A0-537E-435E-A57A-6A59184BC47A}" dt="2024-08-26T05:27:10.942" v="3968"/>
          <ac:grpSpMkLst>
            <pc:docMk/>
            <pc:sldMk cId="4106278319" sldId="390"/>
            <ac:grpSpMk id="16" creationId="{81EC0852-0071-ABA1-14EE-48E4F71D3FBE}"/>
          </ac:grpSpMkLst>
        </pc:grpChg>
        <pc:grpChg chg="del mod">
          <ac:chgData name="Mahima Weerasinghe" userId="e11e3f55-42da-4e07-8ead-4d7a1d7ea1c6" providerId="ADAL" clId="{A71A91A0-537E-435E-A57A-6A59184BC47A}" dt="2024-08-26T05:25:59.407" v="3925"/>
          <ac:grpSpMkLst>
            <pc:docMk/>
            <pc:sldMk cId="4106278319" sldId="390"/>
            <ac:grpSpMk id="25" creationId="{10E253E6-C20B-21DE-B13C-CF7EABF3C7B3}"/>
          </ac:grpSpMkLst>
        </pc:grpChg>
        <pc:grpChg chg="del mod">
          <ac:chgData name="Mahima Weerasinghe" userId="e11e3f55-42da-4e07-8ead-4d7a1d7ea1c6" providerId="ADAL" clId="{A71A91A0-537E-435E-A57A-6A59184BC47A}" dt="2024-08-26T05:26:01.270" v="3928"/>
          <ac:grpSpMkLst>
            <pc:docMk/>
            <pc:sldMk cId="4106278319" sldId="390"/>
            <ac:grpSpMk id="28" creationId="{ADA7CA6F-7A74-C7EB-118D-BACDE451F8CF}"/>
          </ac:grpSpMkLst>
        </pc:grpChg>
        <pc:grpChg chg="del mod">
          <ac:chgData name="Mahima Weerasinghe" userId="e11e3f55-42da-4e07-8ead-4d7a1d7ea1c6" providerId="ADAL" clId="{A71A91A0-537E-435E-A57A-6A59184BC47A}" dt="2024-08-26T05:26:06.410" v="3936"/>
          <ac:grpSpMkLst>
            <pc:docMk/>
            <pc:sldMk cId="4106278319" sldId="390"/>
            <ac:grpSpMk id="31" creationId="{A4F5F5E0-FD57-8D5E-4F71-508BA59E817B}"/>
          </ac:grpSpMkLst>
        </pc:grpChg>
        <pc:grpChg chg="mod">
          <ac:chgData name="Mahima Weerasinghe" userId="e11e3f55-42da-4e07-8ead-4d7a1d7ea1c6" providerId="ADAL" clId="{A71A91A0-537E-435E-A57A-6A59184BC47A}" dt="2024-08-26T05:26:06.410" v="3936"/>
          <ac:grpSpMkLst>
            <pc:docMk/>
            <pc:sldMk cId="4106278319" sldId="390"/>
            <ac:grpSpMk id="39" creationId="{26CDAFF3-F178-0E67-B1CE-8ECBDA367341}"/>
          </ac:grpSpMkLst>
        </pc:grpChg>
        <pc:grpChg chg="del mod">
          <ac:chgData name="Mahima Weerasinghe" userId="e11e3f55-42da-4e07-8ead-4d7a1d7ea1c6" providerId="ADAL" clId="{A71A91A0-537E-435E-A57A-6A59184BC47A}" dt="2024-08-26T05:26:45.945" v="3945"/>
          <ac:grpSpMkLst>
            <pc:docMk/>
            <pc:sldMk cId="4106278319" sldId="390"/>
            <ac:grpSpMk id="44" creationId="{22FEE626-36E2-7FCA-D098-2FDECCF9E4D1}"/>
          </ac:grpSpMkLst>
        </pc:grpChg>
        <pc:grpChg chg="mod">
          <ac:chgData name="Mahima Weerasinghe" userId="e11e3f55-42da-4e07-8ead-4d7a1d7ea1c6" providerId="ADAL" clId="{A71A91A0-537E-435E-A57A-6A59184BC47A}" dt="2024-08-26T05:26:45.945" v="3945"/>
          <ac:grpSpMkLst>
            <pc:docMk/>
            <pc:sldMk cId="4106278319" sldId="390"/>
            <ac:grpSpMk id="48" creationId="{537DA0C4-9208-CE63-8F98-E28A03E16C82}"/>
          </ac:grpSpMkLst>
        </pc:grpChg>
        <pc:grpChg chg="mod">
          <ac:chgData name="Mahima Weerasinghe" userId="e11e3f55-42da-4e07-8ead-4d7a1d7ea1c6" providerId="ADAL" clId="{A71A91A0-537E-435E-A57A-6A59184BC47A}" dt="2024-08-26T05:27:10.942" v="3968"/>
          <ac:grpSpMkLst>
            <pc:docMk/>
            <pc:sldMk cId="4106278319" sldId="390"/>
            <ac:grpSpMk id="70" creationId="{BDA90011-3A32-D835-A8B9-8C402DBE4394}"/>
          </ac:grpSpMkLst>
        </pc:grpChg>
        <pc:grpChg chg="mod">
          <ac:chgData name="Mahima Weerasinghe" userId="e11e3f55-42da-4e07-8ead-4d7a1d7ea1c6" providerId="ADAL" clId="{A71A91A0-537E-435E-A57A-6A59184BC47A}" dt="2024-08-26T05:27:34.781" v="3972"/>
          <ac:grpSpMkLst>
            <pc:docMk/>
            <pc:sldMk cId="4106278319" sldId="390"/>
            <ac:grpSpMk id="74" creationId="{BD865310-BB59-DF8E-6CD1-A8605DD45E53}"/>
          </ac:grpSpMkLst>
        </pc:grpChg>
        <pc:grpChg chg="del mod">
          <ac:chgData name="Mahima Weerasinghe" userId="e11e3f55-42da-4e07-8ead-4d7a1d7ea1c6" providerId="ADAL" clId="{A71A91A0-537E-435E-A57A-6A59184BC47A}" dt="2024-08-26T05:27:41.223" v="3980"/>
          <ac:grpSpMkLst>
            <pc:docMk/>
            <pc:sldMk cId="4106278319" sldId="390"/>
            <ac:grpSpMk id="79" creationId="{F518A89C-9664-5EA7-B4FD-2BD5C7B30B43}"/>
          </ac:grpSpMkLst>
        </pc:grpChg>
        <pc:grpChg chg="mod">
          <ac:chgData name="Mahima Weerasinghe" userId="e11e3f55-42da-4e07-8ead-4d7a1d7ea1c6" providerId="ADAL" clId="{A71A91A0-537E-435E-A57A-6A59184BC47A}" dt="2024-08-26T05:27:41.223" v="3980"/>
          <ac:grpSpMkLst>
            <pc:docMk/>
            <pc:sldMk cId="4106278319" sldId="390"/>
            <ac:grpSpMk id="82" creationId="{6A48CDA5-5EDC-D048-0EE2-F6F1BD1B375D}"/>
          </ac:grpSpMkLst>
        </pc:grpChg>
        <pc:grpChg chg="mod">
          <ac:chgData name="Mahima Weerasinghe" userId="e11e3f55-42da-4e07-8ead-4d7a1d7ea1c6" providerId="ADAL" clId="{A71A91A0-537E-435E-A57A-6A59184BC47A}" dt="2024-08-26T05:27:45.390" v="3986"/>
          <ac:grpSpMkLst>
            <pc:docMk/>
            <pc:sldMk cId="4106278319" sldId="390"/>
            <ac:grpSpMk id="88" creationId="{D8A624D3-C39B-9207-F31B-C1672E33B46B}"/>
          </ac:grpSpMkLst>
        </pc:grpChg>
        <pc:grpChg chg="del mod">
          <ac:chgData name="Mahima Weerasinghe" userId="e11e3f55-42da-4e07-8ead-4d7a1d7ea1c6" providerId="ADAL" clId="{A71A91A0-537E-435E-A57A-6A59184BC47A}" dt="2024-08-26T05:27:50.871" v="3992"/>
          <ac:grpSpMkLst>
            <pc:docMk/>
            <pc:sldMk cId="4106278319" sldId="390"/>
            <ac:grpSpMk id="91" creationId="{03E6553A-895A-47F1-5FE2-D0872CF5ED00}"/>
          </ac:grpSpMkLst>
        </pc:grpChg>
        <pc:grpChg chg="del mod">
          <ac:chgData name="Mahima Weerasinghe" userId="e11e3f55-42da-4e07-8ead-4d7a1d7ea1c6" providerId="ADAL" clId="{A71A91A0-537E-435E-A57A-6A59184BC47A}" dt="2024-08-26T05:27:52.177" v="3995"/>
          <ac:grpSpMkLst>
            <pc:docMk/>
            <pc:sldMk cId="4106278319" sldId="390"/>
            <ac:grpSpMk id="94" creationId="{FE396C4A-9D0E-72EE-2DE5-1B5B71FDFC0C}"/>
          </ac:grpSpMkLst>
        </pc:grpChg>
        <pc:grpChg chg="mod">
          <ac:chgData name="Mahima Weerasinghe" userId="e11e3f55-42da-4e07-8ead-4d7a1d7ea1c6" providerId="ADAL" clId="{A71A91A0-537E-435E-A57A-6A59184BC47A}" dt="2024-08-26T05:27:52.177" v="3995"/>
          <ac:grpSpMkLst>
            <pc:docMk/>
            <pc:sldMk cId="4106278319" sldId="390"/>
            <ac:grpSpMk id="97" creationId="{17E9FDBD-F411-7602-988A-A034CCC77EF5}"/>
          </ac:grpSpMkLst>
        </pc:grpChg>
        <pc:grpChg chg="mod">
          <ac:chgData name="Mahima Weerasinghe" userId="e11e3f55-42da-4e07-8ead-4d7a1d7ea1c6" providerId="ADAL" clId="{A71A91A0-537E-435E-A57A-6A59184BC47A}" dt="2024-08-26T05:28:52.460" v="4001"/>
          <ac:grpSpMkLst>
            <pc:docMk/>
            <pc:sldMk cId="4106278319" sldId="390"/>
            <ac:grpSpMk id="103" creationId="{1DB5D04D-CDD8-ED22-BCA2-41CF3649730D}"/>
          </ac:grpSpMkLst>
        </pc:grpChg>
        <pc:grpChg chg="del mod">
          <ac:chgData name="Mahima Weerasinghe" userId="e11e3f55-42da-4e07-8ead-4d7a1d7ea1c6" providerId="ADAL" clId="{A71A91A0-537E-435E-A57A-6A59184BC47A}" dt="2024-08-26T05:29:31.748" v="4036"/>
          <ac:grpSpMkLst>
            <pc:docMk/>
            <pc:sldMk cId="4106278319" sldId="390"/>
            <ac:grpSpMk id="112" creationId="{B616F742-09B3-112E-2148-9E59CFC640BC}"/>
          </ac:grpSpMkLst>
        </pc:grpChg>
        <pc:grpChg chg="del mod">
          <ac:chgData name="Mahima Weerasinghe" userId="e11e3f55-42da-4e07-8ead-4d7a1d7ea1c6" providerId="ADAL" clId="{A71A91A0-537E-435E-A57A-6A59184BC47A}" dt="2024-08-26T05:29:19.692" v="4023"/>
          <ac:grpSpMkLst>
            <pc:docMk/>
            <pc:sldMk cId="4106278319" sldId="390"/>
            <ac:grpSpMk id="116" creationId="{7454F2AB-4EEB-2778-9BB4-2FB86A058D75}"/>
          </ac:grpSpMkLst>
        </pc:grpChg>
        <pc:grpChg chg="del mod">
          <ac:chgData name="Mahima Weerasinghe" userId="e11e3f55-42da-4e07-8ead-4d7a1d7ea1c6" providerId="ADAL" clId="{A71A91A0-537E-435E-A57A-6A59184BC47A}" dt="2024-08-26T05:29:31.748" v="4036"/>
          <ac:grpSpMkLst>
            <pc:docMk/>
            <pc:sldMk cId="4106278319" sldId="390"/>
            <ac:grpSpMk id="121" creationId="{CDCDE434-7AFB-5650-B1A4-EA503E075E9C}"/>
          </ac:grpSpMkLst>
        </pc:grpChg>
        <pc:grpChg chg="del mod">
          <ac:chgData name="Mahima Weerasinghe" userId="e11e3f55-42da-4e07-8ead-4d7a1d7ea1c6" providerId="ADAL" clId="{A71A91A0-537E-435E-A57A-6A59184BC47A}" dt="2024-08-26T05:29:31.748" v="4036"/>
          <ac:grpSpMkLst>
            <pc:docMk/>
            <pc:sldMk cId="4106278319" sldId="390"/>
            <ac:grpSpMk id="125" creationId="{E6231915-8AFC-425E-21B8-1E9E8EDC9067}"/>
          </ac:grpSpMkLst>
        </pc:grpChg>
        <pc:grpChg chg="del mod">
          <ac:chgData name="Mahima Weerasinghe" userId="e11e3f55-42da-4e07-8ead-4d7a1d7ea1c6" providerId="ADAL" clId="{A71A91A0-537E-435E-A57A-6A59184BC47A}" dt="2024-08-26T05:29:27.917" v="4032"/>
          <ac:grpSpMkLst>
            <pc:docMk/>
            <pc:sldMk cId="4106278319" sldId="390"/>
            <ac:grpSpMk id="128" creationId="{ECD95359-1C6A-3708-507B-470B562FCABF}"/>
          </ac:grpSpMkLst>
        </pc:grpChg>
        <pc:grpChg chg="del mod">
          <ac:chgData name="Mahima Weerasinghe" userId="e11e3f55-42da-4e07-8ead-4d7a1d7ea1c6" providerId="ADAL" clId="{A71A91A0-537E-435E-A57A-6A59184BC47A}" dt="2024-08-26T05:29:29.318" v="4034"/>
          <ac:grpSpMkLst>
            <pc:docMk/>
            <pc:sldMk cId="4106278319" sldId="390"/>
            <ac:grpSpMk id="134" creationId="{DC0A489D-DDD7-8056-001E-FC3178270932}"/>
          </ac:grpSpMkLst>
        </pc:grpChg>
        <pc:grpChg chg="del mod">
          <ac:chgData name="Mahima Weerasinghe" userId="e11e3f55-42da-4e07-8ead-4d7a1d7ea1c6" providerId="ADAL" clId="{A71A91A0-537E-435E-A57A-6A59184BC47A}" dt="2024-08-26T05:29:31.748" v="4036"/>
          <ac:grpSpMkLst>
            <pc:docMk/>
            <pc:sldMk cId="4106278319" sldId="390"/>
            <ac:grpSpMk id="136" creationId="{F1CA3657-96B3-6135-B9C1-D5A504A8E797}"/>
          </ac:grpSpMkLst>
        </pc:grpChg>
        <pc:grpChg chg="del mod">
          <ac:chgData name="Mahima Weerasinghe" userId="e11e3f55-42da-4e07-8ead-4d7a1d7ea1c6" providerId="ADAL" clId="{A71A91A0-537E-435E-A57A-6A59184BC47A}" dt="2024-08-26T05:29:34.418" v="4040"/>
          <ac:grpSpMkLst>
            <pc:docMk/>
            <pc:sldMk cId="4106278319" sldId="390"/>
            <ac:grpSpMk id="138" creationId="{7E0A92F3-0798-2058-7BA5-58DA9546AD03}"/>
          </ac:grpSpMkLst>
        </pc:grpChg>
        <pc:grpChg chg="mod">
          <ac:chgData name="Mahima Weerasinghe" userId="e11e3f55-42da-4e07-8ead-4d7a1d7ea1c6" providerId="ADAL" clId="{A71A91A0-537E-435E-A57A-6A59184BC47A}" dt="2024-08-26T05:29:34.418" v="4040"/>
          <ac:grpSpMkLst>
            <pc:docMk/>
            <pc:sldMk cId="4106278319" sldId="390"/>
            <ac:grpSpMk id="142" creationId="{820997F5-3229-8FD1-19D9-B7D4D774B682}"/>
          </ac:grpSpMkLst>
        </pc:grpChg>
        <pc:grpChg chg="mod">
          <ac:chgData name="Mahima Weerasinghe" userId="e11e3f55-42da-4e07-8ead-4d7a1d7ea1c6" providerId="ADAL" clId="{A71A91A0-537E-435E-A57A-6A59184BC47A}" dt="2024-08-26T05:29:37.323" v="4045"/>
          <ac:grpSpMkLst>
            <pc:docMk/>
            <pc:sldMk cId="4106278319" sldId="390"/>
            <ac:grpSpMk id="147" creationId="{CE9B3479-762C-C5A9-4F00-DB436618E77C}"/>
          </ac:grpSpMkLst>
        </pc:grpChg>
        <pc:grpChg chg="mod">
          <ac:chgData name="Mahima Weerasinghe" userId="e11e3f55-42da-4e07-8ead-4d7a1d7ea1c6" providerId="ADAL" clId="{A71A91A0-537E-435E-A57A-6A59184BC47A}" dt="2024-08-26T05:30:29.023" v="4048"/>
          <ac:grpSpMkLst>
            <pc:docMk/>
            <pc:sldMk cId="4106278319" sldId="390"/>
            <ac:grpSpMk id="150" creationId="{D821BB60-E9C8-ADBD-EE71-D380CF15677B}"/>
          </ac:grpSpMkLst>
        </pc:grpChg>
        <pc:grpChg chg="mod">
          <ac:chgData name="Mahima Weerasinghe" userId="e11e3f55-42da-4e07-8ead-4d7a1d7ea1c6" providerId="ADAL" clId="{A71A91A0-537E-435E-A57A-6A59184BC47A}" dt="2024-08-26T05:30:32.537" v="4051"/>
          <ac:grpSpMkLst>
            <pc:docMk/>
            <pc:sldMk cId="4106278319" sldId="390"/>
            <ac:grpSpMk id="153" creationId="{87CCACE2-C628-CD77-8F28-F69D982210C4}"/>
          </ac:grpSpMkLst>
        </pc:grpChg>
        <pc:grpChg chg="mod">
          <ac:chgData name="Mahima Weerasinghe" userId="e11e3f55-42da-4e07-8ead-4d7a1d7ea1c6" providerId="ADAL" clId="{A71A91A0-537E-435E-A57A-6A59184BC47A}" dt="2024-08-26T05:40:12.077" v="4055"/>
          <ac:grpSpMkLst>
            <pc:docMk/>
            <pc:sldMk cId="4106278319" sldId="390"/>
            <ac:grpSpMk id="157" creationId="{EDA4354C-4372-E672-A0E3-4641C89FF61C}"/>
          </ac:grpSpMkLst>
        </pc:grpChg>
        <pc:grpChg chg="del mod">
          <ac:chgData name="Mahima Weerasinghe" userId="e11e3f55-42da-4e07-8ead-4d7a1d7ea1c6" providerId="ADAL" clId="{A71A91A0-537E-435E-A57A-6A59184BC47A}" dt="2024-08-26T05:40:53.152" v="4064"/>
          <ac:grpSpMkLst>
            <pc:docMk/>
            <pc:sldMk cId="4106278319" sldId="390"/>
            <ac:grpSpMk id="161" creationId="{88487D9C-7E51-4782-833C-D515D33771D1}"/>
          </ac:grpSpMkLst>
        </pc:grpChg>
        <pc:grpChg chg="del mod">
          <ac:chgData name="Mahima Weerasinghe" userId="e11e3f55-42da-4e07-8ead-4d7a1d7ea1c6" providerId="ADAL" clId="{A71A91A0-537E-435E-A57A-6A59184BC47A}" dt="2024-08-26T05:41:06.460" v="4069"/>
          <ac:grpSpMkLst>
            <pc:docMk/>
            <pc:sldMk cId="4106278319" sldId="390"/>
            <ac:grpSpMk id="166" creationId="{8243450B-8AC6-79A9-9DD0-39CB8A2C67F5}"/>
          </ac:grpSpMkLst>
        </pc:grpChg>
        <pc:grpChg chg="del mod">
          <ac:chgData name="Mahima Weerasinghe" userId="e11e3f55-42da-4e07-8ead-4d7a1d7ea1c6" providerId="ADAL" clId="{A71A91A0-537E-435E-A57A-6A59184BC47A}" dt="2024-08-26T05:41:16.371" v="4071"/>
          <ac:grpSpMkLst>
            <pc:docMk/>
            <pc:sldMk cId="4106278319" sldId="390"/>
            <ac:grpSpMk id="171" creationId="{38641ECF-8332-5156-F5D3-05BE8D0CBAA9}"/>
          </ac:grpSpMkLst>
        </pc:grpChg>
        <pc:grpChg chg="del mod">
          <ac:chgData name="Mahima Weerasinghe" userId="e11e3f55-42da-4e07-8ead-4d7a1d7ea1c6" providerId="ADAL" clId="{A71A91A0-537E-435E-A57A-6A59184BC47A}" dt="2024-08-26T05:41:24.098" v="4078"/>
          <ac:grpSpMkLst>
            <pc:docMk/>
            <pc:sldMk cId="4106278319" sldId="390"/>
            <ac:grpSpMk id="173" creationId="{9D27FC42-D277-07C9-5FF6-1EE068BB5D9B}"/>
          </ac:grpSpMkLst>
        </pc:grpChg>
        <pc:grpChg chg="del mod">
          <ac:chgData name="Mahima Weerasinghe" userId="e11e3f55-42da-4e07-8ead-4d7a1d7ea1c6" providerId="ADAL" clId="{A71A91A0-537E-435E-A57A-6A59184BC47A}" dt="2024-08-26T05:42:30.661" v="4093"/>
          <ac:grpSpMkLst>
            <pc:docMk/>
            <pc:sldMk cId="4106278319" sldId="390"/>
            <ac:grpSpMk id="180" creationId="{391E32F3-ED68-31B2-88C9-137A9335A422}"/>
          </ac:grpSpMkLst>
        </pc:grpChg>
        <pc:grpChg chg="del mod">
          <ac:chgData name="Mahima Weerasinghe" userId="e11e3f55-42da-4e07-8ead-4d7a1d7ea1c6" providerId="ADAL" clId="{A71A91A0-537E-435E-A57A-6A59184BC47A}" dt="2024-08-26T05:41:28.528" v="4083"/>
          <ac:grpSpMkLst>
            <pc:docMk/>
            <pc:sldMk cId="4106278319" sldId="390"/>
            <ac:grpSpMk id="183" creationId="{4084A95D-572F-1FE7-64F6-9F19EF6501C6}"/>
          </ac:grpSpMkLst>
        </pc:grpChg>
        <pc:grpChg chg="del mod">
          <ac:chgData name="Mahima Weerasinghe" userId="e11e3f55-42da-4e07-8ead-4d7a1d7ea1c6" providerId="ADAL" clId="{A71A91A0-537E-435E-A57A-6A59184BC47A}" dt="2024-08-26T05:42:30.661" v="4093"/>
          <ac:grpSpMkLst>
            <pc:docMk/>
            <pc:sldMk cId="4106278319" sldId="390"/>
            <ac:grpSpMk id="185" creationId="{53ED9529-72C0-1A7A-6B15-3581E32BE169}"/>
          </ac:grpSpMkLst>
        </pc:grpChg>
        <pc:grpChg chg="del mod">
          <ac:chgData name="Mahima Weerasinghe" userId="e11e3f55-42da-4e07-8ead-4d7a1d7ea1c6" providerId="ADAL" clId="{A71A91A0-537E-435E-A57A-6A59184BC47A}" dt="2024-08-26T05:42:01.795" v="4091"/>
          <ac:grpSpMkLst>
            <pc:docMk/>
            <pc:sldMk cId="4106278319" sldId="390"/>
            <ac:grpSpMk id="188" creationId="{21005016-F402-1B18-8D25-6F73B9E7883B}"/>
          </ac:grpSpMkLst>
        </pc:grpChg>
        <pc:grpChg chg="mod">
          <ac:chgData name="Mahima Weerasinghe" userId="e11e3f55-42da-4e07-8ead-4d7a1d7ea1c6" providerId="ADAL" clId="{A71A91A0-537E-435E-A57A-6A59184BC47A}" dt="2024-08-26T05:42:01.795" v="4091"/>
          <ac:grpSpMkLst>
            <pc:docMk/>
            <pc:sldMk cId="4106278319" sldId="390"/>
            <ac:grpSpMk id="193" creationId="{B39FE9DA-1D88-6027-7AA6-B5D935CCE2AE}"/>
          </ac:grpSpMkLst>
        </pc:grpChg>
        <pc:grpChg chg="mod">
          <ac:chgData name="Mahima Weerasinghe" userId="e11e3f55-42da-4e07-8ead-4d7a1d7ea1c6" providerId="ADAL" clId="{A71A91A0-537E-435E-A57A-6A59184BC47A}" dt="2024-08-26T05:42:30.661" v="4093"/>
          <ac:grpSpMkLst>
            <pc:docMk/>
            <pc:sldMk cId="4106278319" sldId="390"/>
            <ac:grpSpMk id="195" creationId="{309EF487-9FF2-CEFE-40AE-B51DA1C270D2}"/>
          </ac:grpSpMkLst>
        </pc:grpChg>
        <pc:grpChg chg="mod">
          <ac:chgData name="Mahima Weerasinghe" userId="e11e3f55-42da-4e07-8ead-4d7a1d7ea1c6" providerId="ADAL" clId="{A71A91A0-537E-435E-A57A-6A59184BC47A}" dt="2024-08-26T05:42:47.040" v="4096"/>
          <ac:grpSpMkLst>
            <pc:docMk/>
            <pc:sldMk cId="4106278319" sldId="390"/>
            <ac:grpSpMk id="198" creationId="{F47EEDB7-1854-4EBA-0619-EA780AEF4AB8}"/>
          </ac:grpSpMkLst>
        </pc:grpChg>
        <pc:grpChg chg="del mod">
          <ac:chgData name="Mahima Weerasinghe" userId="e11e3f55-42da-4e07-8ead-4d7a1d7ea1c6" providerId="ADAL" clId="{A71A91A0-537E-435E-A57A-6A59184BC47A}" dt="2024-08-26T05:43:03.173" v="4102"/>
          <ac:grpSpMkLst>
            <pc:docMk/>
            <pc:sldMk cId="4106278319" sldId="390"/>
            <ac:grpSpMk id="201" creationId="{05358DC1-7AF4-895E-5050-B065CE54B369}"/>
          </ac:grpSpMkLst>
        </pc:grpChg>
        <pc:grpChg chg="mod">
          <ac:chgData name="Mahima Weerasinghe" userId="e11e3f55-42da-4e07-8ead-4d7a1d7ea1c6" providerId="ADAL" clId="{A71A91A0-537E-435E-A57A-6A59184BC47A}" dt="2024-08-26T05:43:03.173" v="4102"/>
          <ac:grpSpMkLst>
            <pc:docMk/>
            <pc:sldMk cId="4106278319" sldId="390"/>
            <ac:grpSpMk id="204" creationId="{F6C573F4-8C02-D035-8D74-887E3069631C}"/>
          </ac:grpSpMkLst>
        </pc:grpChg>
        <pc:grpChg chg="mod">
          <ac:chgData name="Mahima Weerasinghe" userId="e11e3f55-42da-4e07-8ead-4d7a1d7ea1c6" providerId="ADAL" clId="{A71A91A0-537E-435E-A57A-6A59184BC47A}" dt="2024-08-26T05:43:40.868" v="4107"/>
          <ac:grpSpMkLst>
            <pc:docMk/>
            <pc:sldMk cId="4106278319" sldId="390"/>
            <ac:grpSpMk id="209" creationId="{321A714C-600D-4C73-A941-19AB638DA74E}"/>
          </ac:grpSpMkLst>
        </pc:grpChg>
        <pc:grpChg chg="del mod">
          <ac:chgData name="Mahima Weerasinghe" userId="e11e3f55-42da-4e07-8ead-4d7a1d7ea1c6" providerId="ADAL" clId="{A71A91A0-537E-435E-A57A-6A59184BC47A}" dt="2024-08-26T05:44:15.673" v="4114"/>
          <ac:grpSpMkLst>
            <pc:docMk/>
            <pc:sldMk cId="4106278319" sldId="390"/>
            <ac:grpSpMk id="213" creationId="{7FDBAA89-3377-B6CF-AF69-26594251EF0A}"/>
          </ac:grpSpMkLst>
        </pc:grpChg>
        <pc:grpChg chg="del mod">
          <ac:chgData name="Mahima Weerasinghe" userId="e11e3f55-42da-4e07-8ead-4d7a1d7ea1c6" providerId="ADAL" clId="{A71A91A0-537E-435E-A57A-6A59184BC47A}" dt="2024-08-26T05:44:18.169" v="4118"/>
          <ac:grpSpMkLst>
            <pc:docMk/>
            <pc:sldMk cId="4106278319" sldId="390"/>
            <ac:grpSpMk id="216" creationId="{D7D75C5B-CC74-0801-1633-644513AB2D51}"/>
          </ac:grpSpMkLst>
        </pc:grpChg>
        <pc:grpChg chg="mod">
          <ac:chgData name="Mahima Weerasinghe" userId="e11e3f55-42da-4e07-8ead-4d7a1d7ea1c6" providerId="ADAL" clId="{A71A91A0-537E-435E-A57A-6A59184BC47A}" dt="2024-08-26T05:44:18.169" v="4118"/>
          <ac:grpSpMkLst>
            <pc:docMk/>
            <pc:sldMk cId="4106278319" sldId="390"/>
            <ac:grpSpMk id="220" creationId="{6501C7F7-7742-2371-2863-59CBB3B775D9}"/>
          </ac:grpSpMkLst>
        </pc:grpChg>
        <pc:inkChg chg="add mod">
          <ac:chgData name="Mahima Weerasinghe" userId="e11e3f55-42da-4e07-8ead-4d7a1d7ea1c6" providerId="ADAL" clId="{A71A91A0-537E-435E-A57A-6A59184BC47A}" dt="2024-08-26T05:25:36.385" v="3910"/>
          <ac:inkMkLst>
            <pc:docMk/>
            <pc:sldMk cId="4106278319" sldId="390"/>
            <ac:inkMk id="3" creationId="{875C46EA-6E33-8089-C3EC-C8F922B3749B}"/>
          </ac:inkMkLst>
        </pc:inkChg>
        <pc:inkChg chg="add mod">
          <ac:chgData name="Mahima Weerasinghe" userId="e11e3f55-42da-4e07-8ead-4d7a1d7ea1c6" providerId="ADAL" clId="{A71A91A0-537E-435E-A57A-6A59184BC47A}" dt="2024-08-26T05:25:36.385" v="3910"/>
          <ac:inkMkLst>
            <pc:docMk/>
            <pc:sldMk cId="4106278319" sldId="390"/>
            <ac:inkMk id="4" creationId="{EAF8AEDB-923B-2586-1226-C447D238A43B}"/>
          </ac:inkMkLst>
        </pc:inkChg>
        <pc:inkChg chg="add mod">
          <ac:chgData name="Mahima Weerasinghe" userId="e11e3f55-42da-4e07-8ead-4d7a1d7ea1c6" providerId="ADAL" clId="{A71A91A0-537E-435E-A57A-6A59184BC47A}" dt="2024-08-26T05:25:36.385" v="3910"/>
          <ac:inkMkLst>
            <pc:docMk/>
            <pc:sldMk cId="4106278319" sldId="390"/>
            <ac:inkMk id="5" creationId="{6BF50BAF-4685-BB25-7AB1-EDCB2976BE5E}"/>
          </ac:inkMkLst>
        </pc:inkChg>
        <pc:inkChg chg="add mod">
          <ac:chgData name="Mahima Weerasinghe" userId="e11e3f55-42da-4e07-8ead-4d7a1d7ea1c6" providerId="ADAL" clId="{A71A91A0-537E-435E-A57A-6A59184BC47A}" dt="2024-08-26T05:25:36.385" v="3910"/>
          <ac:inkMkLst>
            <pc:docMk/>
            <pc:sldMk cId="4106278319" sldId="390"/>
            <ac:inkMk id="6" creationId="{0FA9562B-9BDA-3B90-8938-E12D99772001}"/>
          </ac:inkMkLst>
        </pc:inkChg>
        <pc:inkChg chg="add mod">
          <ac:chgData name="Mahima Weerasinghe" userId="e11e3f55-42da-4e07-8ead-4d7a1d7ea1c6" providerId="ADAL" clId="{A71A91A0-537E-435E-A57A-6A59184BC47A}" dt="2024-08-26T05:25:36.385" v="3910"/>
          <ac:inkMkLst>
            <pc:docMk/>
            <pc:sldMk cId="4106278319" sldId="390"/>
            <ac:inkMk id="7" creationId="{D9C04C35-5457-D8AE-45BE-F75E907ABCF9}"/>
          </ac:inkMkLst>
        </pc:inkChg>
        <pc:inkChg chg="add mod">
          <ac:chgData name="Mahima Weerasinghe" userId="e11e3f55-42da-4e07-8ead-4d7a1d7ea1c6" providerId="ADAL" clId="{A71A91A0-537E-435E-A57A-6A59184BC47A}" dt="2024-08-26T05:25:36.385" v="3910"/>
          <ac:inkMkLst>
            <pc:docMk/>
            <pc:sldMk cId="4106278319" sldId="390"/>
            <ac:inkMk id="9" creationId="{E76581D2-E633-6D00-33AC-E4EABA9C5A06}"/>
          </ac:inkMkLst>
        </pc:inkChg>
        <pc:inkChg chg="add mod">
          <ac:chgData name="Mahima Weerasinghe" userId="e11e3f55-42da-4e07-8ead-4d7a1d7ea1c6" providerId="ADAL" clId="{A71A91A0-537E-435E-A57A-6A59184BC47A}" dt="2024-08-26T05:25:36.385" v="3910"/>
          <ac:inkMkLst>
            <pc:docMk/>
            <pc:sldMk cId="4106278319" sldId="390"/>
            <ac:inkMk id="10" creationId="{4C38863D-BDD7-0536-39D0-5815379171DB}"/>
          </ac:inkMkLst>
        </pc:inkChg>
        <pc:inkChg chg="add mod">
          <ac:chgData name="Mahima Weerasinghe" userId="e11e3f55-42da-4e07-8ead-4d7a1d7ea1c6" providerId="ADAL" clId="{A71A91A0-537E-435E-A57A-6A59184BC47A}" dt="2024-08-26T05:25:36.385" v="3910"/>
          <ac:inkMkLst>
            <pc:docMk/>
            <pc:sldMk cId="4106278319" sldId="390"/>
            <ac:inkMk id="11" creationId="{B946B1A3-FAD9-20FA-F402-AB69B67AAD21}"/>
          </ac:inkMkLst>
        </pc:inkChg>
        <pc:inkChg chg="add mod">
          <ac:chgData name="Mahima Weerasinghe" userId="e11e3f55-42da-4e07-8ead-4d7a1d7ea1c6" providerId="ADAL" clId="{A71A91A0-537E-435E-A57A-6A59184BC47A}" dt="2024-08-26T05:25:36.385" v="3910"/>
          <ac:inkMkLst>
            <pc:docMk/>
            <pc:sldMk cId="4106278319" sldId="390"/>
            <ac:inkMk id="12" creationId="{44AFCD12-A53C-97A1-2A2A-E6C8B7F91ADB}"/>
          </ac:inkMkLst>
        </pc:inkChg>
        <pc:inkChg chg="add mod">
          <ac:chgData name="Mahima Weerasinghe" userId="e11e3f55-42da-4e07-8ead-4d7a1d7ea1c6" providerId="ADAL" clId="{A71A91A0-537E-435E-A57A-6A59184BC47A}" dt="2024-08-26T05:27:10.942" v="3968"/>
          <ac:inkMkLst>
            <pc:docMk/>
            <pc:sldMk cId="4106278319" sldId="390"/>
            <ac:inkMk id="14" creationId="{FFCF2514-239D-9826-DB7D-6FF151D6CDED}"/>
          </ac:inkMkLst>
        </pc:inkChg>
        <pc:inkChg chg="add mod">
          <ac:chgData name="Mahima Weerasinghe" userId="e11e3f55-42da-4e07-8ead-4d7a1d7ea1c6" providerId="ADAL" clId="{A71A91A0-537E-435E-A57A-6A59184BC47A}" dt="2024-08-26T05:27:10.942" v="3968"/>
          <ac:inkMkLst>
            <pc:docMk/>
            <pc:sldMk cId="4106278319" sldId="390"/>
            <ac:inkMk id="15" creationId="{0D677706-083A-C788-5E9F-355DB09BEF98}"/>
          </ac:inkMkLst>
        </pc:inkChg>
        <pc:inkChg chg="add mod">
          <ac:chgData name="Mahima Weerasinghe" userId="e11e3f55-42da-4e07-8ead-4d7a1d7ea1c6" providerId="ADAL" clId="{A71A91A0-537E-435E-A57A-6A59184BC47A}" dt="2024-08-26T05:26:06.410" v="3936"/>
          <ac:inkMkLst>
            <pc:docMk/>
            <pc:sldMk cId="4106278319" sldId="390"/>
            <ac:inkMk id="17" creationId="{E07D47E7-43C4-9209-FABD-583C29BD4831}"/>
          </ac:inkMkLst>
        </pc:inkChg>
        <pc:inkChg chg="add mod">
          <ac:chgData name="Mahima Weerasinghe" userId="e11e3f55-42da-4e07-8ead-4d7a1d7ea1c6" providerId="ADAL" clId="{A71A91A0-537E-435E-A57A-6A59184BC47A}" dt="2024-08-26T05:26:06.410" v="3936"/>
          <ac:inkMkLst>
            <pc:docMk/>
            <pc:sldMk cId="4106278319" sldId="390"/>
            <ac:inkMk id="18" creationId="{98EC40E1-24DA-47CD-C74E-CBCDF951CB62}"/>
          </ac:inkMkLst>
        </pc:inkChg>
        <pc:inkChg chg="add mod">
          <ac:chgData name="Mahima Weerasinghe" userId="e11e3f55-42da-4e07-8ead-4d7a1d7ea1c6" providerId="ADAL" clId="{A71A91A0-537E-435E-A57A-6A59184BC47A}" dt="2024-08-26T05:26:06.410" v="3936"/>
          <ac:inkMkLst>
            <pc:docMk/>
            <pc:sldMk cId="4106278319" sldId="390"/>
            <ac:inkMk id="19" creationId="{D9059A5C-B1EE-28C8-3BF0-AC977DB04CC7}"/>
          </ac:inkMkLst>
        </pc:inkChg>
        <pc:inkChg chg="add mod">
          <ac:chgData name="Mahima Weerasinghe" userId="e11e3f55-42da-4e07-8ead-4d7a1d7ea1c6" providerId="ADAL" clId="{A71A91A0-537E-435E-A57A-6A59184BC47A}" dt="2024-08-26T05:26:06.410" v="3936"/>
          <ac:inkMkLst>
            <pc:docMk/>
            <pc:sldMk cId="4106278319" sldId="390"/>
            <ac:inkMk id="20" creationId="{113E6E17-0CAD-AC34-61CC-E56160FFABAC}"/>
          </ac:inkMkLst>
        </pc:inkChg>
        <pc:inkChg chg="add mod">
          <ac:chgData name="Mahima Weerasinghe" userId="e11e3f55-42da-4e07-8ead-4d7a1d7ea1c6" providerId="ADAL" clId="{A71A91A0-537E-435E-A57A-6A59184BC47A}" dt="2024-08-26T05:26:06.410" v="3936"/>
          <ac:inkMkLst>
            <pc:docMk/>
            <pc:sldMk cId="4106278319" sldId="390"/>
            <ac:inkMk id="21" creationId="{9F9D5F4A-144C-844C-C18F-6857AE8F34A2}"/>
          </ac:inkMkLst>
        </pc:inkChg>
        <pc:inkChg chg="add mod">
          <ac:chgData name="Mahima Weerasinghe" userId="e11e3f55-42da-4e07-8ead-4d7a1d7ea1c6" providerId="ADAL" clId="{A71A91A0-537E-435E-A57A-6A59184BC47A}" dt="2024-08-26T05:26:06.410" v="3936"/>
          <ac:inkMkLst>
            <pc:docMk/>
            <pc:sldMk cId="4106278319" sldId="390"/>
            <ac:inkMk id="22" creationId="{58782FBE-D8B6-76C8-8A23-82005E0C8791}"/>
          </ac:inkMkLst>
        </pc:inkChg>
        <pc:inkChg chg="add mod">
          <ac:chgData name="Mahima Weerasinghe" userId="e11e3f55-42da-4e07-8ead-4d7a1d7ea1c6" providerId="ADAL" clId="{A71A91A0-537E-435E-A57A-6A59184BC47A}" dt="2024-08-26T05:26:06.410" v="3936"/>
          <ac:inkMkLst>
            <pc:docMk/>
            <pc:sldMk cId="4106278319" sldId="390"/>
            <ac:inkMk id="23" creationId="{5D8CADD1-4AD5-1794-23D7-0EA6F44C6EA5}"/>
          </ac:inkMkLst>
        </pc:inkChg>
        <pc:inkChg chg="add mod">
          <ac:chgData name="Mahima Weerasinghe" userId="e11e3f55-42da-4e07-8ead-4d7a1d7ea1c6" providerId="ADAL" clId="{A71A91A0-537E-435E-A57A-6A59184BC47A}" dt="2024-08-26T05:26:06.410" v="3936"/>
          <ac:inkMkLst>
            <pc:docMk/>
            <pc:sldMk cId="4106278319" sldId="390"/>
            <ac:inkMk id="24" creationId="{F0B57729-D604-16CB-BB97-EE27721DA965}"/>
          </ac:inkMkLst>
        </pc:inkChg>
        <pc:inkChg chg="add mod">
          <ac:chgData name="Mahima Weerasinghe" userId="e11e3f55-42da-4e07-8ead-4d7a1d7ea1c6" providerId="ADAL" clId="{A71A91A0-537E-435E-A57A-6A59184BC47A}" dt="2024-08-26T05:26:06.410" v="3936"/>
          <ac:inkMkLst>
            <pc:docMk/>
            <pc:sldMk cId="4106278319" sldId="390"/>
            <ac:inkMk id="26" creationId="{730AD37F-B12B-7CD6-FAE9-34DA9DD51F21}"/>
          </ac:inkMkLst>
        </pc:inkChg>
        <pc:inkChg chg="add mod">
          <ac:chgData name="Mahima Weerasinghe" userId="e11e3f55-42da-4e07-8ead-4d7a1d7ea1c6" providerId="ADAL" clId="{A71A91A0-537E-435E-A57A-6A59184BC47A}" dt="2024-08-26T05:26:06.410" v="3936"/>
          <ac:inkMkLst>
            <pc:docMk/>
            <pc:sldMk cId="4106278319" sldId="390"/>
            <ac:inkMk id="27" creationId="{EE4642BF-0627-22B4-A858-0823FAA45071}"/>
          </ac:inkMkLst>
        </pc:inkChg>
        <pc:inkChg chg="add mod">
          <ac:chgData name="Mahima Weerasinghe" userId="e11e3f55-42da-4e07-8ead-4d7a1d7ea1c6" providerId="ADAL" clId="{A71A91A0-537E-435E-A57A-6A59184BC47A}" dt="2024-08-26T05:26:06.410" v="3936"/>
          <ac:inkMkLst>
            <pc:docMk/>
            <pc:sldMk cId="4106278319" sldId="390"/>
            <ac:inkMk id="29" creationId="{EA2EB618-7AC8-DD0E-0ADB-89CD3D128D79}"/>
          </ac:inkMkLst>
        </pc:inkChg>
        <pc:inkChg chg="add mod">
          <ac:chgData name="Mahima Weerasinghe" userId="e11e3f55-42da-4e07-8ead-4d7a1d7ea1c6" providerId="ADAL" clId="{A71A91A0-537E-435E-A57A-6A59184BC47A}" dt="2024-08-26T05:26:06.410" v="3936"/>
          <ac:inkMkLst>
            <pc:docMk/>
            <pc:sldMk cId="4106278319" sldId="390"/>
            <ac:inkMk id="30" creationId="{FEF3587A-D29A-1B0F-A4D5-F72268F7738A}"/>
          </ac:inkMkLst>
        </pc:inkChg>
        <pc:inkChg chg="add mod">
          <ac:chgData name="Mahima Weerasinghe" userId="e11e3f55-42da-4e07-8ead-4d7a1d7ea1c6" providerId="ADAL" clId="{A71A91A0-537E-435E-A57A-6A59184BC47A}" dt="2024-08-26T05:26:06.410" v="3936"/>
          <ac:inkMkLst>
            <pc:docMk/>
            <pc:sldMk cId="4106278319" sldId="390"/>
            <ac:inkMk id="32" creationId="{A27FC994-21F3-129A-E1AE-941E596C1A3A}"/>
          </ac:inkMkLst>
        </pc:inkChg>
        <pc:inkChg chg="add mod">
          <ac:chgData name="Mahima Weerasinghe" userId="e11e3f55-42da-4e07-8ead-4d7a1d7ea1c6" providerId="ADAL" clId="{A71A91A0-537E-435E-A57A-6A59184BC47A}" dt="2024-08-26T05:26:06.410" v="3936"/>
          <ac:inkMkLst>
            <pc:docMk/>
            <pc:sldMk cId="4106278319" sldId="390"/>
            <ac:inkMk id="33" creationId="{2B1AC78C-8003-0514-6484-D1EE83357363}"/>
          </ac:inkMkLst>
        </pc:inkChg>
        <pc:inkChg chg="add mod">
          <ac:chgData name="Mahima Weerasinghe" userId="e11e3f55-42da-4e07-8ead-4d7a1d7ea1c6" providerId="ADAL" clId="{A71A91A0-537E-435E-A57A-6A59184BC47A}" dt="2024-08-26T05:26:06.410" v="3936"/>
          <ac:inkMkLst>
            <pc:docMk/>
            <pc:sldMk cId="4106278319" sldId="390"/>
            <ac:inkMk id="34" creationId="{B7B0A56B-64D3-4EB7-57AA-B5B3E6C8D849}"/>
          </ac:inkMkLst>
        </pc:inkChg>
        <pc:inkChg chg="add mod">
          <ac:chgData name="Mahima Weerasinghe" userId="e11e3f55-42da-4e07-8ead-4d7a1d7ea1c6" providerId="ADAL" clId="{A71A91A0-537E-435E-A57A-6A59184BC47A}" dt="2024-08-26T05:26:06.410" v="3936"/>
          <ac:inkMkLst>
            <pc:docMk/>
            <pc:sldMk cId="4106278319" sldId="390"/>
            <ac:inkMk id="35" creationId="{3640E99B-6492-DEAC-5A40-8052AE9D7631}"/>
          </ac:inkMkLst>
        </pc:inkChg>
        <pc:inkChg chg="add mod">
          <ac:chgData name="Mahima Weerasinghe" userId="e11e3f55-42da-4e07-8ead-4d7a1d7ea1c6" providerId="ADAL" clId="{A71A91A0-537E-435E-A57A-6A59184BC47A}" dt="2024-08-26T05:26:06.410" v="3936"/>
          <ac:inkMkLst>
            <pc:docMk/>
            <pc:sldMk cId="4106278319" sldId="390"/>
            <ac:inkMk id="36" creationId="{71733AD1-CA71-8785-C387-D6A2FEDC275B}"/>
          </ac:inkMkLst>
        </pc:inkChg>
        <pc:inkChg chg="add mod">
          <ac:chgData name="Mahima Weerasinghe" userId="e11e3f55-42da-4e07-8ead-4d7a1d7ea1c6" providerId="ADAL" clId="{A71A91A0-537E-435E-A57A-6A59184BC47A}" dt="2024-08-26T05:26:06.410" v="3936"/>
          <ac:inkMkLst>
            <pc:docMk/>
            <pc:sldMk cId="4106278319" sldId="390"/>
            <ac:inkMk id="37" creationId="{DE777EA0-BF26-00E9-7A1A-283332C8E84E}"/>
          </ac:inkMkLst>
        </pc:inkChg>
        <pc:inkChg chg="add mod">
          <ac:chgData name="Mahima Weerasinghe" userId="e11e3f55-42da-4e07-8ead-4d7a1d7ea1c6" providerId="ADAL" clId="{A71A91A0-537E-435E-A57A-6A59184BC47A}" dt="2024-08-26T05:26:06.410" v="3936"/>
          <ac:inkMkLst>
            <pc:docMk/>
            <pc:sldMk cId="4106278319" sldId="390"/>
            <ac:inkMk id="38" creationId="{BA234038-FB39-FF44-558B-C2FF671CA20C}"/>
          </ac:inkMkLst>
        </pc:inkChg>
        <pc:inkChg chg="add mod">
          <ac:chgData name="Mahima Weerasinghe" userId="e11e3f55-42da-4e07-8ead-4d7a1d7ea1c6" providerId="ADAL" clId="{A71A91A0-537E-435E-A57A-6A59184BC47A}" dt="2024-08-26T05:26:45.945" v="3945"/>
          <ac:inkMkLst>
            <pc:docMk/>
            <pc:sldMk cId="4106278319" sldId="390"/>
            <ac:inkMk id="40" creationId="{52017FD4-2106-ED29-B1D2-9192E40FD8B9}"/>
          </ac:inkMkLst>
        </pc:inkChg>
        <pc:inkChg chg="add mod">
          <ac:chgData name="Mahima Weerasinghe" userId="e11e3f55-42da-4e07-8ead-4d7a1d7ea1c6" providerId="ADAL" clId="{A71A91A0-537E-435E-A57A-6A59184BC47A}" dt="2024-08-26T05:26:45.945" v="3945"/>
          <ac:inkMkLst>
            <pc:docMk/>
            <pc:sldMk cId="4106278319" sldId="390"/>
            <ac:inkMk id="41" creationId="{4D5B7652-5137-F918-28C2-08639FD9EAA9}"/>
          </ac:inkMkLst>
        </pc:inkChg>
        <pc:inkChg chg="add mod">
          <ac:chgData name="Mahima Weerasinghe" userId="e11e3f55-42da-4e07-8ead-4d7a1d7ea1c6" providerId="ADAL" clId="{A71A91A0-537E-435E-A57A-6A59184BC47A}" dt="2024-08-26T05:26:45.945" v="3945"/>
          <ac:inkMkLst>
            <pc:docMk/>
            <pc:sldMk cId="4106278319" sldId="390"/>
            <ac:inkMk id="42" creationId="{84DE7E70-C527-670B-C52F-1AB216D634A9}"/>
          </ac:inkMkLst>
        </pc:inkChg>
        <pc:inkChg chg="add mod">
          <ac:chgData name="Mahima Weerasinghe" userId="e11e3f55-42da-4e07-8ead-4d7a1d7ea1c6" providerId="ADAL" clId="{A71A91A0-537E-435E-A57A-6A59184BC47A}" dt="2024-08-26T05:26:45.945" v="3945"/>
          <ac:inkMkLst>
            <pc:docMk/>
            <pc:sldMk cId="4106278319" sldId="390"/>
            <ac:inkMk id="43" creationId="{821E2B2E-2BC5-06A7-5741-C4644A2FE5BC}"/>
          </ac:inkMkLst>
        </pc:inkChg>
        <pc:inkChg chg="add mod">
          <ac:chgData name="Mahima Weerasinghe" userId="e11e3f55-42da-4e07-8ead-4d7a1d7ea1c6" providerId="ADAL" clId="{A71A91A0-537E-435E-A57A-6A59184BC47A}" dt="2024-08-26T05:26:45.945" v="3945"/>
          <ac:inkMkLst>
            <pc:docMk/>
            <pc:sldMk cId="4106278319" sldId="390"/>
            <ac:inkMk id="45" creationId="{CFE3A50F-5168-337D-C945-8AEFF7E4AECA}"/>
          </ac:inkMkLst>
        </pc:inkChg>
        <pc:inkChg chg="add mod">
          <ac:chgData name="Mahima Weerasinghe" userId="e11e3f55-42da-4e07-8ead-4d7a1d7ea1c6" providerId="ADAL" clId="{A71A91A0-537E-435E-A57A-6A59184BC47A}" dt="2024-08-26T05:26:45.945" v="3945"/>
          <ac:inkMkLst>
            <pc:docMk/>
            <pc:sldMk cId="4106278319" sldId="390"/>
            <ac:inkMk id="46" creationId="{D3E1F0A6-A218-0435-6231-E3810E4FBDFA}"/>
          </ac:inkMkLst>
        </pc:inkChg>
        <pc:inkChg chg="add mod">
          <ac:chgData name="Mahima Weerasinghe" userId="e11e3f55-42da-4e07-8ead-4d7a1d7ea1c6" providerId="ADAL" clId="{A71A91A0-537E-435E-A57A-6A59184BC47A}" dt="2024-08-26T05:26:45.945" v="3945"/>
          <ac:inkMkLst>
            <pc:docMk/>
            <pc:sldMk cId="4106278319" sldId="390"/>
            <ac:inkMk id="47" creationId="{7208BFD3-E939-C003-8D84-7A20510FB5BA}"/>
          </ac:inkMkLst>
        </pc:inkChg>
        <pc:inkChg chg="add mod">
          <ac:chgData name="Mahima Weerasinghe" userId="e11e3f55-42da-4e07-8ead-4d7a1d7ea1c6" providerId="ADAL" clId="{A71A91A0-537E-435E-A57A-6A59184BC47A}" dt="2024-08-26T05:27:10.942" v="3968"/>
          <ac:inkMkLst>
            <pc:docMk/>
            <pc:sldMk cId="4106278319" sldId="390"/>
            <ac:inkMk id="49" creationId="{530C13CF-473C-50B6-6F4F-B9E050AE2588}"/>
          </ac:inkMkLst>
        </pc:inkChg>
        <pc:inkChg chg="add mod">
          <ac:chgData name="Mahima Weerasinghe" userId="e11e3f55-42da-4e07-8ead-4d7a1d7ea1c6" providerId="ADAL" clId="{A71A91A0-537E-435E-A57A-6A59184BC47A}" dt="2024-08-26T05:27:10.942" v="3968"/>
          <ac:inkMkLst>
            <pc:docMk/>
            <pc:sldMk cId="4106278319" sldId="390"/>
            <ac:inkMk id="50" creationId="{4764F410-0A13-2786-8996-AAAA042B7F19}"/>
          </ac:inkMkLst>
        </pc:inkChg>
        <pc:inkChg chg="add mod">
          <ac:chgData name="Mahima Weerasinghe" userId="e11e3f55-42da-4e07-8ead-4d7a1d7ea1c6" providerId="ADAL" clId="{A71A91A0-537E-435E-A57A-6A59184BC47A}" dt="2024-08-26T05:27:10.942" v="3968"/>
          <ac:inkMkLst>
            <pc:docMk/>
            <pc:sldMk cId="4106278319" sldId="390"/>
            <ac:inkMk id="51" creationId="{089A5A10-5025-33A6-F7A9-43F2BC03F630}"/>
          </ac:inkMkLst>
        </pc:inkChg>
        <pc:inkChg chg="add mod">
          <ac:chgData name="Mahima Weerasinghe" userId="e11e3f55-42da-4e07-8ead-4d7a1d7ea1c6" providerId="ADAL" clId="{A71A91A0-537E-435E-A57A-6A59184BC47A}" dt="2024-08-26T05:27:10.942" v="3968"/>
          <ac:inkMkLst>
            <pc:docMk/>
            <pc:sldMk cId="4106278319" sldId="390"/>
            <ac:inkMk id="52" creationId="{3C602F24-5ADC-8AD8-9FA9-461F22882FAF}"/>
          </ac:inkMkLst>
        </pc:inkChg>
        <pc:inkChg chg="add mod">
          <ac:chgData name="Mahima Weerasinghe" userId="e11e3f55-42da-4e07-8ead-4d7a1d7ea1c6" providerId="ADAL" clId="{A71A91A0-537E-435E-A57A-6A59184BC47A}" dt="2024-08-26T05:27:10.942" v="3968"/>
          <ac:inkMkLst>
            <pc:docMk/>
            <pc:sldMk cId="4106278319" sldId="390"/>
            <ac:inkMk id="53" creationId="{BDD9646B-E29A-781D-D27C-FC00EB1DA8CF}"/>
          </ac:inkMkLst>
        </pc:inkChg>
        <pc:inkChg chg="add mod">
          <ac:chgData name="Mahima Weerasinghe" userId="e11e3f55-42da-4e07-8ead-4d7a1d7ea1c6" providerId="ADAL" clId="{A71A91A0-537E-435E-A57A-6A59184BC47A}" dt="2024-08-26T05:27:10.942" v="3968"/>
          <ac:inkMkLst>
            <pc:docMk/>
            <pc:sldMk cId="4106278319" sldId="390"/>
            <ac:inkMk id="54" creationId="{F2465B96-C388-ABA7-46EF-9B713E15CD85}"/>
          </ac:inkMkLst>
        </pc:inkChg>
        <pc:inkChg chg="add mod">
          <ac:chgData name="Mahima Weerasinghe" userId="e11e3f55-42da-4e07-8ead-4d7a1d7ea1c6" providerId="ADAL" clId="{A71A91A0-537E-435E-A57A-6A59184BC47A}" dt="2024-08-26T05:27:10.942" v="3968"/>
          <ac:inkMkLst>
            <pc:docMk/>
            <pc:sldMk cId="4106278319" sldId="390"/>
            <ac:inkMk id="55" creationId="{53A0D6DF-6EFD-4665-991E-4DE1281E87C8}"/>
          </ac:inkMkLst>
        </pc:inkChg>
        <pc:inkChg chg="add mod">
          <ac:chgData name="Mahima Weerasinghe" userId="e11e3f55-42da-4e07-8ead-4d7a1d7ea1c6" providerId="ADAL" clId="{A71A91A0-537E-435E-A57A-6A59184BC47A}" dt="2024-08-26T05:27:10.942" v="3968"/>
          <ac:inkMkLst>
            <pc:docMk/>
            <pc:sldMk cId="4106278319" sldId="390"/>
            <ac:inkMk id="56" creationId="{F7AD80F9-5952-B840-C188-C0BF5EDF90B2}"/>
          </ac:inkMkLst>
        </pc:inkChg>
        <pc:inkChg chg="add mod">
          <ac:chgData name="Mahima Weerasinghe" userId="e11e3f55-42da-4e07-8ead-4d7a1d7ea1c6" providerId="ADAL" clId="{A71A91A0-537E-435E-A57A-6A59184BC47A}" dt="2024-08-26T05:27:10.942" v="3968"/>
          <ac:inkMkLst>
            <pc:docMk/>
            <pc:sldMk cId="4106278319" sldId="390"/>
            <ac:inkMk id="57" creationId="{957E378E-343D-D11C-7811-BFD777AAB1C5}"/>
          </ac:inkMkLst>
        </pc:inkChg>
        <pc:inkChg chg="add mod">
          <ac:chgData name="Mahima Weerasinghe" userId="e11e3f55-42da-4e07-8ead-4d7a1d7ea1c6" providerId="ADAL" clId="{A71A91A0-537E-435E-A57A-6A59184BC47A}" dt="2024-08-26T05:27:10.942" v="3968"/>
          <ac:inkMkLst>
            <pc:docMk/>
            <pc:sldMk cId="4106278319" sldId="390"/>
            <ac:inkMk id="58" creationId="{B53E351F-41FF-F587-464C-3F8E4DEE8A03}"/>
          </ac:inkMkLst>
        </pc:inkChg>
        <pc:inkChg chg="add mod">
          <ac:chgData name="Mahima Weerasinghe" userId="e11e3f55-42da-4e07-8ead-4d7a1d7ea1c6" providerId="ADAL" clId="{A71A91A0-537E-435E-A57A-6A59184BC47A}" dt="2024-08-26T05:27:10.942" v="3968"/>
          <ac:inkMkLst>
            <pc:docMk/>
            <pc:sldMk cId="4106278319" sldId="390"/>
            <ac:inkMk id="59" creationId="{2C87B67D-BC1D-6133-1BB5-275B8AF62E1E}"/>
          </ac:inkMkLst>
        </pc:inkChg>
        <pc:inkChg chg="add mod">
          <ac:chgData name="Mahima Weerasinghe" userId="e11e3f55-42da-4e07-8ead-4d7a1d7ea1c6" providerId="ADAL" clId="{A71A91A0-537E-435E-A57A-6A59184BC47A}" dt="2024-08-26T05:27:10.942" v="3968"/>
          <ac:inkMkLst>
            <pc:docMk/>
            <pc:sldMk cId="4106278319" sldId="390"/>
            <ac:inkMk id="60" creationId="{5C846A6B-4B7B-93C4-1BDA-20D772FC8190}"/>
          </ac:inkMkLst>
        </pc:inkChg>
        <pc:inkChg chg="add mod">
          <ac:chgData name="Mahima Weerasinghe" userId="e11e3f55-42da-4e07-8ead-4d7a1d7ea1c6" providerId="ADAL" clId="{A71A91A0-537E-435E-A57A-6A59184BC47A}" dt="2024-08-26T05:27:10.942" v="3968"/>
          <ac:inkMkLst>
            <pc:docMk/>
            <pc:sldMk cId="4106278319" sldId="390"/>
            <ac:inkMk id="61" creationId="{6B27F445-23C8-65A7-2B43-AC9946104085}"/>
          </ac:inkMkLst>
        </pc:inkChg>
        <pc:inkChg chg="add mod">
          <ac:chgData name="Mahima Weerasinghe" userId="e11e3f55-42da-4e07-8ead-4d7a1d7ea1c6" providerId="ADAL" clId="{A71A91A0-537E-435E-A57A-6A59184BC47A}" dt="2024-08-26T05:27:10.942" v="3968"/>
          <ac:inkMkLst>
            <pc:docMk/>
            <pc:sldMk cId="4106278319" sldId="390"/>
            <ac:inkMk id="62" creationId="{2CB4C728-09C1-3FA7-355A-57288F0BA1E7}"/>
          </ac:inkMkLst>
        </pc:inkChg>
        <pc:inkChg chg="add mod">
          <ac:chgData name="Mahima Weerasinghe" userId="e11e3f55-42da-4e07-8ead-4d7a1d7ea1c6" providerId="ADAL" clId="{A71A91A0-537E-435E-A57A-6A59184BC47A}" dt="2024-08-26T05:27:10.942" v="3968"/>
          <ac:inkMkLst>
            <pc:docMk/>
            <pc:sldMk cId="4106278319" sldId="390"/>
            <ac:inkMk id="63" creationId="{6D276EE1-6610-DD6F-DAEE-8144EA215345}"/>
          </ac:inkMkLst>
        </pc:inkChg>
        <pc:inkChg chg="add mod">
          <ac:chgData name="Mahima Weerasinghe" userId="e11e3f55-42da-4e07-8ead-4d7a1d7ea1c6" providerId="ADAL" clId="{A71A91A0-537E-435E-A57A-6A59184BC47A}" dt="2024-08-26T05:27:10.942" v="3968"/>
          <ac:inkMkLst>
            <pc:docMk/>
            <pc:sldMk cId="4106278319" sldId="390"/>
            <ac:inkMk id="64" creationId="{16D0EAD4-6615-87BE-3A0D-0821C9B33E48}"/>
          </ac:inkMkLst>
        </pc:inkChg>
        <pc:inkChg chg="add mod">
          <ac:chgData name="Mahima Weerasinghe" userId="e11e3f55-42da-4e07-8ead-4d7a1d7ea1c6" providerId="ADAL" clId="{A71A91A0-537E-435E-A57A-6A59184BC47A}" dt="2024-08-26T05:27:10.942" v="3968"/>
          <ac:inkMkLst>
            <pc:docMk/>
            <pc:sldMk cId="4106278319" sldId="390"/>
            <ac:inkMk id="65" creationId="{2856CAF3-B57D-BADA-04A3-19DE48988004}"/>
          </ac:inkMkLst>
        </pc:inkChg>
        <pc:inkChg chg="add mod">
          <ac:chgData name="Mahima Weerasinghe" userId="e11e3f55-42da-4e07-8ead-4d7a1d7ea1c6" providerId="ADAL" clId="{A71A91A0-537E-435E-A57A-6A59184BC47A}" dt="2024-08-26T05:27:10.942" v="3968"/>
          <ac:inkMkLst>
            <pc:docMk/>
            <pc:sldMk cId="4106278319" sldId="390"/>
            <ac:inkMk id="66" creationId="{1148D6A1-AD12-98CB-8037-E9108C5850F8}"/>
          </ac:inkMkLst>
        </pc:inkChg>
        <pc:inkChg chg="add mod">
          <ac:chgData name="Mahima Weerasinghe" userId="e11e3f55-42da-4e07-8ead-4d7a1d7ea1c6" providerId="ADAL" clId="{A71A91A0-537E-435E-A57A-6A59184BC47A}" dt="2024-08-26T05:27:10.942" v="3968"/>
          <ac:inkMkLst>
            <pc:docMk/>
            <pc:sldMk cId="4106278319" sldId="390"/>
            <ac:inkMk id="67" creationId="{3C27C186-8920-0CF8-507E-B36C1AEA1E2D}"/>
          </ac:inkMkLst>
        </pc:inkChg>
        <pc:inkChg chg="add mod">
          <ac:chgData name="Mahima Weerasinghe" userId="e11e3f55-42da-4e07-8ead-4d7a1d7ea1c6" providerId="ADAL" clId="{A71A91A0-537E-435E-A57A-6A59184BC47A}" dt="2024-08-26T05:27:10.942" v="3968"/>
          <ac:inkMkLst>
            <pc:docMk/>
            <pc:sldMk cId="4106278319" sldId="390"/>
            <ac:inkMk id="68" creationId="{30164105-6385-BB44-13F7-A79B8134C4AF}"/>
          </ac:inkMkLst>
        </pc:inkChg>
        <pc:inkChg chg="add mod">
          <ac:chgData name="Mahima Weerasinghe" userId="e11e3f55-42da-4e07-8ead-4d7a1d7ea1c6" providerId="ADAL" clId="{A71A91A0-537E-435E-A57A-6A59184BC47A}" dt="2024-08-26T05:27:10.942" v="3968"/>
          <ac:inkMkLst>
            <pc:docMk/>
            <pc:sldMk cId="4106278319" sldId="390"/>
            <ac:inkMk id="69" creationId="{91C0A8C7-8FAC-3C8E-F16D-C04586AC6382}"/>
          </ac:inkMkLst>
        </pc:inkChg>
        <pc:inkChg chg="add">
          <ac:chgData name="Mahima Weerasinghe" userId="e11e3f55-42da-4e07-8ead-4d7a1d7ea1c6" providerId="ADAL" clId="{A71A91A0-537E-435E-A57A-6A59184BC47A}" dt="2024-08-26T05:27:11.712" v="3969" actId="9405"/>
          <ac:inkMkLst>
            <pc:docMk/>
            <pc:sldMk cId="4106278319" sldId="390"/>
            <ac:inkMk id="71" creationId="{EE01447F-B5B4-5B16-DF7E-ABDD9B68EBBD}"/>
          </ac:inkMkLst>
        </pc:inkChg>
        <pc:inkChg chg="add mod">
          <ac:chgData name="Mahima Weerasinghe" userId="e11e3f55-42da-4e07-8ead-4d7a1d7ea1c6" providerId="ADAL" clId="{A71A91A0-537E-435E-A57A-6A59184BC47A}" dt="2024-08-26T05:27:34.781" v="3972"/>
          <ac:inkMkLst>
            <pc:docMk/>
            <pc:sldMk cId="4106278319" sldId="390"/>
            <ac:inkMk id="72" creationId="{28C59A27-5684-8D12-7089-95E18F713B5C}"/>
          </ac:inkMkLst>
        </pc:inkChg>
        <pc:inkChg chg="add mod">
          <ac:chgData name="Mahima Weerasinghe" userId="e11e3f55-42da-4e07-8ead-4d7a1d7ea1c6" providerId="ADAL" clId="{A71A91A0-537E-435E-A57A-6A59184BC47A}" dt="2024-08-26T05:27:34.781" v="3972"/>
          <ac:inkMkLst>
            <pc:docMk/>
            <pc:sldMk cId="4106278319" sldId="390"/>
            <ac:inkMk id="73" creationId="{3447BC0D-9F6C-9AE7-CC23-F671CBD59670}"/>
          </ac:inkMkLst>
        </pc:inkChg>
        <pc:inkChg chg="add mod">
          <ac:chgData name="Mahima Weerasinghe" userId="e11e3f55-42da-4e07-8ead-4d7a1d7ea1c6" providerId="ADAL" clId="{A71A91A0-537E-435E-A57A-6A59184BC47A}" dt="2024-08-26T05:27:41.223" v="3980"/>
          <ac:inkMkLst>
            <pc:docMk/>
            <pc:sldMk cId="4106278319" sldId="390"/>
            <ac:inkMk id="75" creationId="{68A71DD5-904E-FE95-E0C0-400B39ECBCE9}"/>
          </ac:inkMkLst>
        </pc:inkChg>
        <pc:inkChg chg="add mod">
          <ac:chgData name="Mahima Weerasinghe" userId="e11e3f55-42da-4e07-8ead-4d7a1d7ea1c6" providerId="ADAL" clId="{A71A91A0-537E-435E-A57A-6A59184BC47A}" dt="2024-08-26T05:27:41.223" v="3980"/>
          <ac:inkMkLst>
            <pc:docMk/>
            <pc:sldMk cId="4106278319" sldId="390"/>
            <ac:inkMk id="76" creationId="{C4463F59-D268-4A4F-7B18-5AC3140DA632}"/>
          </ac:inkMkLst>
        </pc:inkChg>
        <pc:inkChg chg="add mod">
          <ac:chgData name="Mahima Weerasinghe" userId="e11e3f55-42da-4e07-8ead-4d7a1d7ea1c6" providerId="ADAL" clId="{A71A91A0-537E-435E-A57A-6A59184BC47A}" dt="2024-08-26T05:27:41.223" v="3980"/>
          <ac:inkMkLst>
            <pc:docMk/>
            <pc:sldMk cId="4106278319" sldId="390"/>
            <ac:inkMk id="77" creationId="{FA10F2DB-5F69-13AD-C652-B6889883FF34}"/>
          </ac:inkMkLst>
        </pc:inkChg>
        <pc:inkChg chg="add mod">
          <ac:chgData name="Mahima Weerasinghe" userId="e11e3f55-42da-4e07-8ead-4d7a1d7ea1c6" providerId="ADAL" clId="{A71A91A0-537E-435E-A57A-6A59184BC47A}" dt="2024-08-26T05:27:41.223" v="3980"/>
          <ac:inkMkLst>
            <pc:docMk/>
            <pc:sldMk cId="4106278319" sldId="390"/>
            <ac:inkMk id="78" creationId="{80E033C9-A65D-51D3-3B2A-3F163951B703}"/>
          </ac:inkMkLst>
        </pc:inkChg>
        <pc:inkChg chg="add mod">
          <ac:chgData name="Mahima Weerasinghe" userId="e11e3f55-42da-4e07-8ead-4d7a1d7ea1c6" providerId="ADAL" clId="{A71A91A0-537E-435E-A57A-6A59184BC47A}" dt="2024-08-26T05:27:41.223" v="3980"/>
          <ac:inkMkLst>
            <pc:docMk/>
            <pc:sldMk cId="4106278319" sldId="390"/>
            <ac:inkMk id="80" creationId="{9C105443-B54D-1562-F94D-05441E77AF13}"/>
          </ac:inkMkLst>
        </pc:inkChg>
        <pc:inkChg chg="add mod">
          <ac:chgData name="Mahima Weerasinghe" userId="e11e3f55-42da-4e07-8ead-4d7a1d7ea1c6" providerId="ADAL" clId="{A71A91A0-537E-435E-A57A-6A59184BC47A}" dt="2024-08-26T05:27:41.223" v="3980"/>
          <ac:inkMkLst>
            <pc:docMk/>
            <pc:sldMk cId="4106278319" sldId="390"/>
            <ac:inkMk id="81" creationId="{BA64304B-0A23-4E3D-ECAB-B07D93BA0EA5}"/>
          </ac:inkMkLst>
        </pc:inkChg>
        <pc:inkChg chg="add mod">
          <ac:chgData name="Mahima Weerasinghe" userId="e11e3f55-42da-4e07-8ead-4d7a1d7ea1c6" providerId="ADAL" clId="{A71A91A0-537E-435E-A57A-6A59184BC47A}" dt="2024-08-26T05:27:45.390" v="3986"/>
          <ac:inkMkLst>
            <pc:docMk/>
            <pc:sldMk cId="4106278319" sldId="390"/>
            <ac:inkMk id="83" creationId="{E4E477DA-911E-86EF-62B4-79211303A776}"/>
          </ac:inkMkLst>
        </pc:inkChg>
        <pc:inkChg chg="add mod">
          <ac:chgData name="Mahima Weerasinghe" userId="e11e3f55-42da-4e07-8ead-4d7a1d7ea1c6" providerId="ADAL" clId="{A71A91A0-537E-435E-A57A-6A59184BC47A}" dt="2024-08-26T05:27:45.390" v="3986"/>
          <ac:inkMkLst>
            <pc:docMk/>
            <pc:sldMk cId="4106278319" sldId="390"/>
            <ac:inkMk id="84" creationId="{62FAFE32-E679-CA80-86FE-365DA8DB9B14}"/>
          </ac:inkMkLst>
        </pc:inkChg>
        <pc:inkChg chg="add mod">
          <ac:chgData name="Mahima Weerasinghe" userId="e11e3f55-42da-4e07-8ead-4d7a1d7ea1c6" providerId="ADAL" clId="{A71A91A0-537E-435E-A57A-6A59184BC47A}" dt="2024-08-26T05:27:45.390" v="3986"/>
          <ac:inkMkLst>
            <pc:docMk/>
            <pc:sldMk cId="4106278319" sldId="390"/>
            <ac:inkMk id="85" creationId="{518A864E-66E8-A0E5-F3B8-CB06DF29959B}"/>
          </ac:inkMkLst>
        </pc:inkChg>
        <pc:inkChg chg="add mod">
          <ac:chgData name="Mahima Weerasinghe" userId="e11e3f55-42da-4e07-8ead-4d7a1d7ea1c6" providerId="ADAL" clId="{A71A91A0-537E-435E-A57A-6A59184BC47A}" dt="2024-08-26T05:27:45.390" v="3986"/>
          <ac:inkMkLst>
            <pc:docMk/>
            <pc:sldMk cId="4106278319" sldId="390"/>
            <ac:inkMk id="86" creationId="{FDBE1827-0E2A-48E9-9F1A-D6B611A001E1}"/>
          </ac:inkMkLst>
        </pc:inkChg>
        <pc:inkChg chg="add mod">
          <ac:chgData name="Mahima Weerasinghe" userId="e11e3f55-42da-4e07-8ead-4d7a1d7ea1c6" providerId="ADAL" clId="{A71A91A0-537E-435E-A57A-6A59184BC47A}" dt="2024-08-26T05:27:45.390" v="3986"/>
          <ac:inkMkLst>
            <pc:docMk/>
            <pc:sldMk cId="4106278319" sldId="390"/>
            <ac:inkMk id="87" creationId="{4A9701FF-4DAB-96FE-4EFD-3777D881BD75}"/>
          </ac:inkMkLst>
        </pc:inkChg>
        <pc:inkChg chg="add mod">
          <ac:chgData name="Mahima Weerasinghe" userId="e11e3f55-42da-4e07-8ead-4d7a1d7ea1c6" providerId="ADAL" clId="{A71A91A0-537E-435E-A57A-6A59184BC47A}" dt="2024-08-26T05:27:52.177" v="3995"/>
          <ac:inkMkLst>
            <pc:docMk/>
            <pc:sldMk cId="4106278319" sldId="390"/>
            <ac:inkMk id="89" creationId="{64285AAD-4783-D176-C817-3B5ABB0DEAA3}"/>
          </ac:inkMkLst>
        </pc:inkChg>
        <pc:inkChg chg="add mod">
          <ac:chgData name="Mahima Weerasinghe" userId="e11e3f55-42da-4e07-8ead-4d7a1d7ea1c6" providerId="ADAL" clId="{A71A91A0-537E-435E-A57A-6A59184BC47A}" dt="2024-08-26T05:27:52.177" v="3995"/>
          <ac:inkMkLst>
            <pc:docMk/>
            <pc:sldMk cId="4106278319" sldId="390"/>
            <ac:inkMk id="90" creationId="{A1F8658B-7933-D7F3-86CF-F0AC6AEB91AB}"/>
          </ac:inkMkLst>
        </pc:inkChg>
        <pc:inkChg chg="add mod">
          <ac:chgData name="Mahima Weerasinghe" userId="e11e3f55-42da-4e07-8ead-4d7a1d7ea1c6" providerId="ADAL" clId="{A71A91A0-537E-435E-A57A-6A59184BC47A}" dt="2024-08-26T05:27:52.177" v="3995"/>
          <ac:inkMkLst>
            <pc:docMk/>
            <pc:sldMk cId="4106278319" sldId="390"/>
            <ac:inkMk id="92" creationId="{2F31B048-EAC0-D7D2-517F-E51232038A0F}"/>
          </ac:inkMkLst>
        </pc:inkChg>
        <pc:inkChg chg="add mod">
          <ac:chgData name="Mahima Weerasinghe" userId="e11e3f55-42da-4e07-8ead-4d7a1d7ea1c6" providerId="ADAL" clId="{A71A91A0-537E-435E-A57A-6A59184BC47A}" dt="2024-08-26T05:27:52.177" v="3995"/>
          <ac:inkMkLst>
            <pc:docMk/>
            <pc:sldMk cId="4106278319" sldId="390"/>
            <ac:inkMk id="93" creationId="{43C31982-ACB9-29B6-6A44-9C369D216FB2}"/>
          </ac:inkMkLst>
        </pc:inkChg>
        <pc:inkChg chg="add mod">
          <ac:chgData name="Mahima Weerasinghe" userId="e11e3f55-42da-4e07-8ead-4d7a1d7ea1c6" providerId="ADAL" clId="{A71A91A0-537E-435E-A57A-6A59184BC47A}" dt="2024-08-26T05:27:52.177" v="3995"/>
          <ac:inkMkLst>
            <pc:docMk/>
            <pc:sldMk cId="4106278319" sldId="390"/>
            <ac:inkMk id="95" creationId="{79DEEAF0-9446-AA47-917F-CB56AA1E9E88}"/>
          </ac:inkMkLst>
        </pc:inkChg>
        <pc:inkChg chg="add mod">
          <ac:chgData name="Mahima Weerasinghe" userId="e11e3f55-42da-4e07-8ead-4d7a1d7ea1c6" providerId="ADAL" clId="{A71A91A0-537E-435E-A57A-6A59184BC47A}" dt="2024-08-26T05:27:52.177" v="3995"/>
          <ac:inkMkLst>
            <pc:docMk/>
            <pc:sldMk cId="4106278319" sldId="390"/>
            <ac:inkMk id="96" creationId="{5C4205A1-BE4C-A698-768D-71BFE17BE3FC}"/>
          </ac:inkMkLst>
        </pc:inkChg>
        <pc:inkChg chg="add">
          <ac:chgData name="Mahima Weerasinghe" userId="e11e3f55-42da-4e07-8ead-4d7a1d7ea1c6" providerId="ADAL" clId="{A71A91A0-537E-435E-A57A-6A59184BC47A}" dt="2024-08-26T05:27:52.789" v="3996" actId="9405"/>
          <ac:inkMkLst>
            <pc:docMk/>
            <pc:sldMk cId="4106278319" sldId="390"/>
            <ac:inkMk id="98" creationId="{6FE0E3DB-1292-1645-FECD-0B831A2870CB}"/>
          </ac:inkMkLst>
        </pc:inkChg>
        <pc:inkChg chg="add mod">
          <ac:chgData name="Mahima Weerasinghe" userId="e11e3f55-42da-4e07-8ead-4d7a1d7ea1c6" providerId="ADAL" clId="{A71A91A0-537E-435E-A57A-6A59184BC47A}" dt="2024-08-26T05:28:52.460" v="4001"/>
          <ac:inkMkLst>
            <pc:docMk/>
            <pc:sldMk cId="4106278319" sldId="390"/>
            <ac:inkMk id="99" creationId="{DF08B080-FDA9-3274-78FE-2E0071B17DF2}"/>
          </ac:inkMkLst>
        </pc:inkChg>
        <pc:inkChg chg="add mod">
          <ac:chgData name="Mahima Weerasinghe" userId="e11e3f55-42da-4e07-8ead-4d7a1d7ea1c6" providerId="ADAL" clId="{A71A91A0-537E-435E-A57A-6A59184BC47A}" dt="2024-08-26T05:28:52.460" v="4001"/>
          <ac:inkMkLst>
            <pc:docMk/>
            <pc:sldMk cId="4106278319" sldId="390"/>
            <ac:inkMk id="100" creationId="{099F88A5-BF04-393D-1231-1CCF82111BCC}"/>
          </ac:inkMkLst>
        </pc:inkChg>
        <pc:inkChg chg="add mod">
          <ac:chgData name="Mahima Weerasinghe" userId="e11e3f55-42da-4e07-8ead-4d7a1d7ea1c6" providerId="ADAL" clId="{A71A91A0-537E-435E-A57A-6A59184BC47A}" dt="2024-08-26T05:28:52.460" v="4001"/>
          <ac:inkMkLst>
            <pc:docMk/>
            <pc:sldMk cId="4106278319" sldId="390"/>
            <ac:inkMk id="101" creationId="{0FC08099-E594-7AF2-6EE0-58B357B83B85}"/>
          </ac:inkMkLst>
        </pc:inkChg>
        <pc:inkChg chg="add mod">
          <ac:chgData name="Mahima Weerasinghe" userId="e11e3f55-42da-4e07-8ead-4d7a1d7ea1c6" providerId="ADAL" clId="{A71A91A0-537E-435E-A57A-6A59184BC47A}" dt="2024-08-26T05:28:52.460" v="4001"/>
          <ac:inkMkLst>
            <pc:docMk/>
            <pc:sldMk cId="4106278319" sldId="390"/>
            <ac:inkMk id="102" creationId="{0D737BC5-DEA5-D6F5-DA08-940E2B3BCEE3}"/>
          </ac:inkMkLst>
        </pc:inkChg>
        <pc:inkChg chg="add">
          <ac:chgData name="Mahima Weerasinghe" userId="e11e3f55-42da-4e07-8ead-4d7a1d7ea1c6" providerId="ADAL" clId="{A71A91A0-537E-435E-A57A-6A59184BC47A}" dt="2024-08-26T05:28:53.091" v="4002" actId="9405"/>
          <ac:inkMkLst>
            <pc:docMk/>
            <pc:sldMk cId="4106278319" sldId="390"/>
            <ac:inkMk id="104" creationId="{F998C152-A94F-E239-5A48-99F7DE7D90CC}"/>
          </ac:inkMkLst>
        </pc:inkChg>
        <pc:inkChg chg="add mod">
          <ac:chgData name="Mahima Weerasinghe" userId="e11e3f55-42da-4e07-8ead-4d7a1d7ea1c6" providerId="ADAL" clId="{A71A91A0-537E-435E-A57A-6A59184BC47A}" dt="2024-08-26T05:29:34.418" v="4040"/>
          <ac:inkMkLst>
            <pc:docMk/>
            <pc:sldMk cId="4106278319" sldId="390"/>
            <ac:inkMk id="105" creationId="{CEE76B60-78F6-69BE-F893-62CFAD233402}"/>
          </ac:inkMkLst>
        </pc:inkChg>
        <pc:inkChg chg="add mod">
          <ac:chgData name="Mahima Weerasinghe" userId="e11e3f55-42da-4e07-8ead-4d7a1d7ea1c6" providerId="ADAL" clId="{A71A91A0-537E-435E-A57A-6A59184BC47A}" dt="2024-08-26T05:29:34.418" v="4040"/>
          <ac:inkMkLst>
            <pc:docMk/>
            <pc:sldMk cId="4106278319" sldId="390"/>
            <ac:inkMk id="106" creationId="{7AC9EDF7-6DE2-4120-B47A-5D6C90DE3DD2}"/>
          </ac:inkMkLst>
        </pc:inkChg>
        <pc:inkChg chg="add mod">
          <ac:chgData name="Mahima Weerasinghe" userId="e11e3f55-42da-4e07-8ead-4d7a1d7ea1c6" providerId="ADAL" clId="{A71A91A0-537E-435E-A57A-6A59184BC47A}" dt="2024-08-26T05:29:34.418" v="4040"/>
          <ac:inkMkLst>
            <pc:docMk/>
            <pc:sldMk cId="4106278319" sldId="390"/>
            <ac:inkMk id="107" creationId="{BD565325-CE7B-C0E2-7F5C-C8D15BC58F44}"/>
          </ac:inkMkLst>
        </pc:inkChg>
        <pc:inkChg chg="add mod">
          <ac:chgData name="Mahima Weerasinghe" userId="e11e3f55-42da-4e07-8ead-4d7a1d7ea1c6" providerId="ADAL" clId="{A71A91A0-537E-435E-A57A-6A59184BC47A}" dt="2024-08-26T05:29:34.418" v="4040"/>
          <ac:inkMkLst>
            <pc:docMk/>
            <pc:sldMk cId="4106278319" sldId="390"/>
            <ac:inkMk id="108" creationId="{EE3F05C9-27D2-2107-6B0E-8621F1A0D9F9}"/>
          </ac:inkMkLst>
        </pc:inkChg>
        <pc:inkChg chg="add mod">
          <ac:chgData name="Mahima Weerasinghe" userId="e11e3f55-42da-4e07-8ead-4d7a1d7ea1c6" providerId="ADAL" clId="{A71A91A0-537E-435E-A57A-6A59184BC47A}" dt="2024-08-26T05:29:34.418" v="4040"/>
          <ac:inkMkLst>
            <pc:docMk/>
            <pc:sldMk cId="4106278319" sldId="390"/>
            <ac:inkMk id="109" creationId="{CC4AC214-473C-0BE9-A444-7021ED5BC6EA}"/>
          </ac:inkMkLst>
        </pc:inkChg>
        <pc:inkChg chg="add mod">
          <ac:chgData name="Mahima Weerasinghe" userId="e11e3f55-42da-4e07-8ead-4d7a1d7ea1c6" providerId="ADAL" clId="{A71A91A0-537E-435E-A57A-6A59184BC47A}" dt="2024-08-26T05:29:34.418" v="4040"/>
          <ac:inkMkLst>
            <pc:docMk/>
            <pc:sldMk cId="4106278319" sldId="390"/>
            <ac:inkMk id="110" creationId="{1DC505F0-C56F-0CEE-B0F5-B310395CE308}"/>
          </ac:inkMkLst>
        </pc:inkChg>
        <pc:inkChg chg="add mod">
          <ac:chgData name="Mahima Weerasinghe" userId="e11e3f55-42da-4e07-8ead-4d7a1d7ea1c6" providerId="ADAL" clId="{A71A91A0-537E-435E-A57A-6A59184BC47A}" dt="2024-08-26T05:29:34.418" v="4040"/>
          <ac:inkMkLst>
            <pc:docMk/>
            <pc:sldMk cId="4106278319" sldId="390"/>
            <ac:inkMk id="111" creationId="{29391FBD-F74B-7F7C-FFB3-071288C7884E}"/>
          </ac:inkMkLst>
        </pc:inkChg>
        <pc:inkChg chg="add mod">
          <ac:chgData name="Mahima Weerasinghe" userId="e11e3f55-42da-4e07-8ead-4d7a1d7ea1c6" providerId="ADAL" clId="{A71A91A0-537E-435E-A57A-6A59184BC47A}" dt="2024-08-26T05:29:34.418" v="4040"/>
          <ac:inkMkLst>
            <pc:docMk/>
            <pc:sldMk cId="4106278319" sldId="390"/>
            <ac:inkMk id="113" creationId="{C4E2D5C5-77BC-F222-95B2-F5014F05F7CC}"/>
          </ac:inkMkLst>
        </pc:inkChg>
        <pc:inkChg chg="add mod">
          <ac:chgData name="Mahima Weerasinghe" userId="e11e3f55-42da-4e07-8ead-4d7a1d7ea1c6" providerId="ADAL" clId="{A71A91A0-537E-435E-A57A-6A59184BC47A}" dt="2024-08-26T05:29:34.418" v="4040"/>
          <ac:inkMkLst>
            <pc:docMk/>
            <pc:sldMk cId="4106278319" sldId="390"/>
            <ac:inkMk id="114" creationId="{402EF283-BE2B-C69A-E6BB-1849F0A86165}"/>
          </ac:inkMkLst>
        </pc:inkChg>
        <pc:inkChg chg="add mod">
          <ac:chgData name="Mahima Weerasinghe" userId="e11e3f55-42da-4e07-8ead-4d7a1d7ea1c6" providerId="ADAL" clId="{A71A91A0-537E-435E-A57A-6A59184BC47A}" dt="2024-08-26T05:29:34.418" v="4040"/>
          <ac:inkMkLst>
            <pc:docMk/>
            <pc:sldMk cId="4106278319" sldId="390"/>
            <ac:inkMk id="115" creationId="{A109AD08-DB96-92C5-9E90-79D0BF431AF0}"/>
          </ac:inkMkLst>
        </pc:inkChg>
        <pc:inkChg chg="add mod">
          <ac:chgData name="Mahima Weerasinghe" userId="e11e3f55-42da-4e07-8ead-4d7a1d7ea1c6" providerId="ADAL" clId="{A71A91A0-537E-435E-A57A-6A59184BC47A}" dt="2024-08-26T05:29:34.418" v="4040"/>
          <ac:inkMkLst>
            <pc:docMk/>
            <pc:sldMk cId="4106278319" sldId="390"/>
            <ac:inkMk id="117" creationId="{9F15A530-A77D-DF88-3F01-AF1D6E46828E}"/>
          </ac:inkMkLst>
        </pc:inkChg>
        <pc:inkChg chg="add mod">
          <ac:chgData name="Mahima Weerasinghe" userId="e11e3f55-42da-4e07-8ead-4d7a1d7ea1c6" providerId="ADAL" clId="{A71A91A0-537E-435E-A57A-6A59184BC47A}" dt="2024-08-26T05:29:34.418" v="4040"/>
          <ac:inkMkLst>
            <pc:docMk/>
            <pc:sldMk cId="4106278319" sldId="390"/>
            <ac:inkMk id="118" creationId="{5754C5A2-A721-D09A-EF23-9E08C0BC9F9B}"/>
          </ac:inkMkLst>
        </pc:inkChg>
        <pc:inkChg chg="add mod">
          <ac:chgData name="Mahima Weerasinghe" userId="e11e3f55-42da-4e07-8ead-4d7a1d7ea1c6" providerId="ADAL" clId="{A71A91A0-537E-435E-A57A-6A59184BC47A}" dt="2024-08-26T05:29:34.418" v="4040"/>
          <ac:inkMkLst>
            <pc:docMk/>
            <pc:sldMk cId="4106278319" sldId="390"/>
            <ac:inkMk id="119" creationId="{E3CC632D-848A-5888-6CAE-9916AFD01A59}"/>
          </ac:inkMkLst>
        </pc:inkChg>
        <pc:inkChg chg="add mod">
          <ac:chgData name="Mahima Weerasinghe" userId="e11e3f55-42da-4e07-8ead-4d7a1d7ea1c6" providerId="ADAL" clId="{A71A91A0-537E-435E-A57A-6A59184BC47A}" dt="2024-08-26T05:29:34.418" v="4040"/>
          <ac:inkMkLst>
            <pc:docMk/>
            <pc:sldMk cId="4106278319" sldId="390"/>
            <ac:inkMk id="120" creationId="{38A3D82A-4DD0-DAB5-6C6D-24C324781DD7}"/>
          </ac:inkMkLst>
        </pc:inkChg>
        <pc:inkChg chg="add mod">
          <ac:chgData name="Mahima Weerasinghe" userId="e11e3f55-42da-4e07-8ead-4d7a1d7ea1c6" providerId="ADAL" clId="{A71A91A0-537E-435E-A57A-6A59184BC47A}" dt="2024-08-26T05:29:34.418" v="4040"/>
          <ac:inkMkLst>
            <pc:docMk/>
            <pc:sldMk cId="4106278319" sldId="390"/>
            <ac:inkMk id="122" creationId="{8230A83F-F912-02CD-5942-A6FD4B28FC3F}"/>
          </ac:inkMkLst>
        </pc:inkChg>
        <pc:inkChg chg="add mod">
          <ac:chgData name="Mahima Weerasinghe" userId="e11e3f55-42da-4e07-8ead-4d7a1d7ea1c6" providerId="ADAL" clId="{A71A91A0-537E-435E-A57A-6A59184BC47A}" dt="2024-08-26T05:29:34.418" v="4040"/>
          <ac:inkMkLst>
            <pc:docMk/>
            <pc:sldMk cId="4106278319" sldId="390"/>
            <ac:inkMk id="123" creationId="{F054B6B7-C286-3D7D-7A75-AF3C11897593}"/>
          </ac:inkMkLst>
        </pc:inkChg>
        <pc:inkChg chg="add mod">
          <ac:chgData name="Mahima Weerasinghe" userId="e11e3f55-42da-4e07-8ead-4d7a1d7ea1c6" providerId="ADAL" clId="{A71A91A0-537E-435E-A57A-6A59184BC47A}" dt="2024-08-26T05:29:34.418" v="4040"/>
          <ac:inkMkLst>
            <pc:docMk/>
            <pc:sldMk cId="4106278319" sldId="390"/>
            <ac:inkMk id="124" creationId="{046AE7A6-F725-33BD-AB15-4E76C1D6DE7C}"/>
          </ac:inkMkLst>
        </pc:inkChg>
        <pc:inkChg chg="add mod">
          <ac:chgData name="Mahima Weerasinghe" userId="e11e3f55-42da-4e07-8ead-4d7a1d7ea1c6" providerId="ADAL" clId="{A71A91A0-537E-435E-A57A-6A59184BC47A}" dt="2024-08-26T05:29:34.418" v="4040"/>
          <ac:inkMkLst>
            <pc:docMk/>
            <pc:sldMk cId="4106278319" sldId="390"/>
            <ac:inkMk id="126" creationId="{756CAB67-CAA8-2D86-B563-2B4ED04E4F5D}"/>
          </ac:inkMkLst>
        </pc:inkChg>
        <pc:inkChg chg="add mod">
          <ac:chgData name="Mahima Weerasinghe" userId="e11e3f55-42da-4e07-8ead-4d7a1d7ea1c6" providerId="ADAL" clId="{A71A91A0-537E-435E-A57A-6A59184BC47A}" dt="2024-08-26T05:29:34.418" v="4040"/>
          <ac:inkMkLst>
            <pc:docMk/>
            <pc:sldMk cId="4106278319" sldId="390"/>
            <ac:inkMk id="127" creationId="{42F0E9E8-A78F-7907-CE7B-2E3D635630CE}"/>
          </ac:inkMkLst>
        </pc:inkChg>
        <pc:inkChg chg="add mod">
          <ac:chgData name="Mahima Weerasinghe" userId="e11e3f55-42da-4e07-8ead-4d7a1d7ea1c6" providerId="ADAL" clId="{A71A91A0-537E-435E-A57A-6A59184BC47A}" dt="2024-08-26T05:29:34.418" v="4040"/>
          <ac:inkMkLst>
            <pc:docMk/>
            <pc:sldMk cId="4106278319" sldId="390"/>
            <ac:inkMk id="129" creationId="{8614172F-8F56-F600-8F92-919E9508BE6E}"/>
          </ac:inkMkLst>
        </pc:inkChg>
        <pc:inkChg chg="add mod">
          <ac:chgData name="Mahima Weerasinghe" userId="e11e3f55-42da-4e07-8ead-4d7a1d7ea1c6" providerId="ADAL" clId="{A71A91A0-537E-435E-A57A-6A59184BC47A}" dt="2024-08-26T05:29:34.418" v="4040"/>
          <ac:inkMkLst>
            <pc:docMk/>
            <pc:sldMk cId="4106278319" sldId="390"/>
            <ac:inkMk id="130" creationId="{7702608A-89B6-16EC-DCED-78DF1C878C31}"/>
          </ac:inkMkLst>
        </pc:inkChg>
        <pc:inkChg chg="add mod">
          <ac:chgData name="Mahima Weerasinghe" userId="e11e3f55-42da-4e07-8ead-4d7a1d7ea1c6" providerId="ADAL" clId="{A71A91A0-537E-435E-A57A-6A59184BC47A}" dt="2024-08-26T05:29:34.418" v="4040"/>
          <ac:inkMkLst>
            <pc:docMk/>
            <pc:sldMk cId="4106278319" sldId="390"/>
            <ac:inkMk id="131" creationId="{498E19A0-617E-E915-19BE-378E9F7AD396}"/>
          </ac:inkMkLst>
        </pc:inkChg>
        <pc:inkChg chg="add mod">
          <ac:chgData name="Mahima Weerasinghe" userId="e11e3f55-42da-4e07-8ead-4d7a1d7ea1c6" providerId="ADAL" clId="{A71A91A0-537E-435E-A57A-6A59184BC47A}" dt="2024-08-26T05:29:34.418" v="4040"/>
          <ac:inkMkLst>
            <pc:docMk/>
            <pc:sldMk cId="4106278319" sldId="390"/>
            <ac:inkMk id="132" creationId="{91B6192E-85C0-C88E-AECF-E9B7E19304A3}"/>
          </ac:inkMkLst>
        </pc:inkChg>
        <pc:inkChg chg="add mod">
          <ac:chgData name="Mahima Weerasinghe" userId="e11e3f55-42da-4e07-8ead-4d7a1d7ea1c6" providerId="ADAL" clId="{A71A91A0-537E-435E-A57A-6A59184BC47A}" dt="2024-08-26T05:29:34.418" v="4040"/>
          <ac:inkMkLst>
            <pc:docMk/>
            <pc:sldMk cId="4106278319" sldId="390"/>
            <ac:inkMk id="133" creationId="{27B55DB5-3086-9A57-3B48-1C4922765F06}"/>
          </ac:inkMkLst>
        </pc:inkChg>
        <pc:inkChg chg="add mod">
          <ac:chgData name="Mahima Weerasinghe" userId="e11e3f55-42da-4e07-8ead-4d7a1d7ea1c6" providerId="ADAL" clId="{A71A91A0-537E-435E-A57A-6A59184BC47A}" dt="2024-08-26T05:29:34.418" v="4040"/>
          <ac:inkMkLst>
            <pc:docMk/>
            <pc:sldMk cId="4106278319" sldId="390"/>
            <ac:inkMk id="135" creationId="{5BD57FDA-E9FE-2EDC-D7BA-BAE4045BF5FC}"/>
          </ac:inkMkLst>
        </pc:inkChg>
        <pc:inkChg chg="add mod">
          <ac:chgData name="Mahima Weerasinghe" userId="e11e3f55-42da-4e07-8ead-4d7a1d7ea1c6" providerId="ADAL" clId="{A71A91A0-537E-435E-A57A-6A59184BC47A}" dt="2024-08-26T05:29:34.418" v="4040"/>
          <ac:inkMkLst>
            <pc:docMk/>
            <pc:sldMk cId="4106278319" sldId="390"/>
            <ac:inkMk id="137" creationId="{4143DDC0-4C15-C88D-0489-11FBD1B2B6D1}"/>
          </ac:inkMkLst>
        </pc:inkChg>
        <pc:inkChg chg="add mod">
          <ac:chgData name="Mahima Weerasinghe" userId="e11e3f55-42da-4e07-8ead-4d7a1d7ea1c6" providerId="ADAL" clId="{A71A91A0-537E-435E-A57A-6A59184BC47A}" dt="2024-08-26T05:29:34.418" v="4040"/>
          <ac:inkMkLst>
            <pc:docMk/>
            <pc:sldMk cId="4106278319" sldId="390"/>
            <ac:inkMk id="139" creationId="{11749C6B-3EAB-CAC4-7961-CFD8605FFB6E}"/>
          </ac:inkMkLst>
        </pc:inkChg>
        <pc:inkChg chg="add mod">
          <ac:chgData name="Mahima Weerasinghe" userId="e11e3f55-42da-4e07-8ead-4d7a1d7ea1c6" providerId="ADAL" clId="{A71A91A0-537E-435E-A57A-6A59184BC47A}" dt="2024-08-26T05:29:34.418" v="4040"/>
          <ac:inkMkLst>
            <pc:docMk/>
            <pc:sldMk cId="4106278319" sldId="390"/>
            <ac:inkMk id="140" creationId="{505694BC-1BA2-7D2A-34F2-B4B7243DB1BB}"/>
          </ac:inkMkLst>
        </pc:inkChg>
        <pc:inkChg chg="add mod">
          <ac:chgData name="Mahima Weerasinghe" userId="e11e3f55-42da-4e07-8ead-4d7a1d7ea1c6" providerId="ADAL" clId="{A71A91A0-537E-435E-A57A-6A59184BC47A}" dt="2024-08-26T05:29:34.418" v="4040"/>
          <ac:inkMkLst>
            <pc:docMk/>
            <pc:sldMk cId="4106278319" sldId="390"/>
            <ac:inkMk id="141" creationId="{32A20F7B-B03B-9F14-36A6-A885B29ECC31}"/>
          </ac:inkMkLst>
        </pc:inkChg>
        <pc:inkChg chg="add mod">
          <ac:chgData name="Mahima Weerasinghe" userId="e11e3f55-42da-4e07-8ead-4d7a1d7ea1c6" providerId="ADAL" clId="{A71A91A0-537E-435E-A57A-6A59184BC47A}" dt="2024-08-26T05:29:37.323" v="4045"/>
          <ac:inkMkLst>
            <pc:docMk/>
            <pc:sldMk cId="4106278319" sldId="390"/>
            <ac:inkMk id="143" creationId="{E78D78F3-88D7-631E-9A35-7DB5EEC70E1A}"/>
          </ac:inkMkLst>
        </pc:inkChg>
        <pc:inkChg chg="add mod">
          <ac:chgData name="Mahima Weerasinghe" userId="e11e3f55-42da-4e07-8ead-4d7a1d7ea1c6" providerId="ADAL" clId="{A71A91A0-537E-435E-A57A-6A59184BC47A}" dt="2024-08-26T05:29:37.323" v="4045"/>
          <ac:inkMkLst>
            <pc:docMk/>
            <pc:sldMk cId="4106278319" sldId="390"/>
            <ac:inkMk id="144" creationId="{5717C312-FCE9-6F47-5F42-BDC8E74C058C}"/>
          </ac:inkMkLst>
        </pc:inkChg>
        <pc:inkChg chg="add mod">
          <ac:chgData name="Mahima Weerasinghe" userId="e11e3f55-42da-4e07-8ead-4d7a1d7ea1c6" providerId="ADAL" clId="{A71A91A0-537E-435E-A57A-6A59184BC47A}" dt="2024-08-26T05:29:37.323" v="4045"/>
          <ac:inkMkLst>
            <pc:docMk/>
            <pc:sldMk cId="4106278319" sldId="390"/>
            <ac:inkMk id="145" creationId="{41265817-5FE6-D38D-97DA-DEEE65494D84}"/>
          </ac:inkMkLst>
        </pc:inkChg>
        <pc:inkChg chg="add">
          <ac:chgData name="Mahima Weerasinghe" userId="e11e3f55-42da-4e07-8ead-4d7a1d7ea1c6" providerId="ADAL" clId="{A71A91A0-537E-435E-A57A-6A59184BC47A}" dt="2024-08-26T05:29:36.795" v="4044" actId="9405"/>
          <ac:inkMkLst>
            <pc:docMk/>
            <pc:sldMk cId="4106278319" sldId="390"/>
            <ac:inkMk id="146" creationId="{BB6CA417-130C-F23C-E27A-B56DE3B862AA}"/>
          </ac:inkMkLst>
        </pc:inkChg>
        <pc:inkChg chg="add mod">
          <ac:chgData name="Mahima Weerasinghe" userId="e11e3f55-42da-4e07-8ead-4d7a1d7ea1c6" providerId="ADAL" clId="{A71A91A0-537E-435E-A57A-6A59184BC47A}" dt="2024-08-26T05:30:29.023" v="4048"/>
          <ac:inkMkLst>
            <pc:docMk/>
            <pc:sldMk cId="4106278319" sldId="390"/>
            <ac:inkMk id="148" creationId="{11F2046F-4728-420F-2F5F-35977983A062}"/>
          </ac:inkMkLst>
        </pc:inkChg>
        <pc:inkChg chg="add mod">
          <ac:chgData name="Mahima Weerasinghe" userId="e11e3f55-42da-4e07-8ead-4d7a1d7ea1c6" providerId="ADAL" clId="{A71A91A0-537E-435E-A57A-6A59184BC47A}" dt="2024-08-26T05:30:29.023" v="4048"/>
          <ac:inkMkLst>
            <pc:docMk/>
            <pc:sldMk cId="4106278319" sldId="390"/>
            <ac:inkMk id="149" creationId="{F07FE6BF-B2B8-B92D-2257-D3BE1097FA3F}"/>
          </ac:inkMkLst>
        </pc:inkChg>
        <pc:inkChg chg="add mod">
          <ac:chgData name="Mahima Weerasinghe" userId="e11e3f55-42da-4e07-8ead-4d7a1d7ea1c6" providerId="ADAL" clId="{A71A91A0-537E-435E-A57A-6A59184BC47A}" dt="2024-08-26T05:30:32.537" v="4051"/>
          <ac:inkMkLst>
            <pc:docMk/>
            <pc:sldMk cId="4106278319" sldId="390"/>
            <ac:inkMk id="151" creationId="{5F8F34A3-5237-E6C0-87F4-8F9722E4EAD3}"/>
          </ac:inkMkLst>
        </pc:inkChg>
        <pc:inkChg chg="add mod">
          <ac:chgData name="Mahima Weerasinghe" userId="e11e3f55-42da-4e07-8ead-4d7a1d7ea1c6" providerId="ADAL" clId="{A71A91A0-537E-435E-A57A-6A59184BC47A}" dt="2024-08-26T05:30:32.537" v="4051"/>
          <ac:inkMkLst>
            <pc:docMk/>
            <pc:sldMk cId="4106278319" sldId="390"/>
            <ac:inkMk id="152" creationId="{2016D04A-B0AD-C3B3-AA7A-888A2E47C703}"/>
          </ac:inkMkLst>
        </pc:inkChg>
        <pc:inkChg chg="add mod">
          <ac:chgData name="Mahima Weerasinghe" userId="e11e3f55-42da-4e07-8ead-4d7a1d7ea1c6" providerId="ADAL" clId="{A71A91A0-537E-435E-A57A-6A59184BC47A}" dt="2024-08-26T05:40:12.077" v="4055"/>
          <ac:inkMkLst>
            <pc:docMk/>
            <pc:sldMk cId="4106278319" sldId="390"/>
            <ac:inkMk id="154" creationId="{B853AF7E-8582-EA52-B8F5-C03F2A3469AB}"/>
          </ac:inkMkLst>
        </pc:inkChg>
        <pc:inkChg chg="add mod">
          <ac:chgData name="Mahima Weerasinghe" userId="e11e3f55-42da-4e07-8ead-4d7a1d7ea1c6" providerId="ADAL" clId="{A71A91A0-537E-435E-A57A-6A59184BC47A}" dt="2024-08-26T05:40:12.077" v="4055"/>
          <ac:inkMkLst>
            <pc:docMk/>
            <pc:sldMk cId="4106278319" sldId="390"/>
            <ac:inkMk id="155" creationId="{E6DEE376-9DED-6E85-1731-935CE26821FF}"/>
          </ac:inkMkLst>
        </pc:inkChg>
        <pc:inkChg chg="add mod">
          <ac:chgData name="Mahima Weerasinghe" userId="e11e3f55-42da-4e07-8ead-4d7a1d7ea1c6" providerId="ADAL" clId="{A71A91A0-537E-435E-A57A-6A59184BC47A}" dt="2024-08-26T05:40:12.077" v="4055"/>
          <ac:inkMkLst>
            <pc:docMk/>
            <pc:sldMk cId="4106278319" sldId="390"/>
            <ac:inkMk id="156" creationId="{275D4C8E-D0D2-6BD9-134C-02B6E2914224}"/>
          </ac:inkMkLst>
        </pc:inkChg>
        <pc:inkChg chg="add mod">
          <ac:chgData name="Mahima Weerasinghe" userId="e11e3f55-42da-4e07-8ead-4d7a1d7ea1c6" providerId="ADAL" clId="{A71A91A0-537E-435E-A57A-6A59184BC47A}" dt="2024-08-26T05:42:30.661" v="4093"/>
          <ac:inkMkLst>
            <pc:docMk/>
            <pc:sldMk cId="4106278319" sldId="390"/>
            <ac:inkMk id="158" creationId="{A603C93D-B2F9-7074-A17E-AF5291BE264D}"/>
          </ac:inkMkLst>
        </pc:inkChg>
        <pc:inkChg chg="add mod">
          <ac:chgData name="Mahima Weerasinghe" userId="e11e3f55-42da-4e07-8ead-4d7a1d7ea1c6" providerId="ADAL" clId="{A71A91A0-537E-435E-A57A-6A59184BC47A}" dt="2024-08-26T05:42:30.661" v="4093"/>
          <ac:inkMkLst>
            <pc:docMk/>
            <pc:sldMk cId="4106278319" sldId="390"/>
            <ac:inkMk id="159" creationId="{180D461F-6FD0-EBEE-DDBE-2A11943F9B9C}"/>
          </ac:inkMkLst>
        </pc:inkChg>
        <pc:inkChg chg="add mod">
          <ac:chgData name="Mahima Weerasinghe" userId="e11e3f55-42da-4e07-8ead-4d7a1d7ea1c6" providerId="ADAL" clId="{A71A91A0-537E-435E-A57A-6A59184BC47A}" dt="2024-08-26T05:42:30.661" v="4093"/>
          <ac:inkMkLst>
            <pc:docMk/>
            <pc:sldMk cId="4106278319" sldId="390"/>
            <ac:inkMk id="160" creationId="{2DA9ADDB-2AE9-30CD-F957-5400DB7E52F5}"/>
          </ac:inkMkLst>
        </pc:inkChg>
        <pc:inkChg chg="add mod">
          <ac:chgData name="Mahima Weerasinghe" userId="e11e3f55-42da-4e07-8ead-4d7a1d7ea1c6" providerId="ADAL" clId="{A71A91A0-537E-435E-A57A-6A59184BC47A}" dt="2024-08-26T05:42:30.661" v="4093"/>
          <ac:inkMkLst>
            <pc:docMk/>
            <pc:sldMk cId="4106278319" sldId="390"/>
            <ac:inkMk id="162" creationId="{08AA4B3B-6F36-1C77-4E5E-24428BA18C07}"/>
          </ac:inkMkLst>
        </pc:inkChg>
        <pc:inkChg chg="add mod">
          <ac:chgData name="Mahima Weerasinghe" userId="e11e3f55-42da-4e07-8ead-4d7a1d7ea1c6" providerId="ADAL" clId="{A71A91A0-537E-435E-A57A-6A59184BC47A}" dt="2024-08-26T05:42:30.661" v="4093"/>
          <ac:inkMkLst>
            <pc:docMk/>
            <pc:sldMk cId="4106278319" sldId="390"/>
            <ac:inkMk id="163" creationId="{B17A0BDE-AC9B-0485-C866-AFAB8CEDEED1}"/>
          </ac:inkMkLst>
        </pc:inkChg>
        <pc:inkChg chg="add mod">
          <ac:chgData name="Mahima Weerasinghe" userId="e11e3f55-42da-4e07-8ead-4d7a1d7ea1c6" providerId="ADAL" clId="{A71A91A0-537E-435E-A57A-6A59184BC47A}" dt="2024-08-26T05:42:30.661" v="4093"/>
          <ac:inkMkLst>
            <pc:docMk/>
            <pc:sldMk cId="4106278319" sldId="390"/>
            <ac:inkMk id="164" creationId="{2793F3FB-741E-A52F-DEF3-EE50416415A9}"/>
          </ac:inkMkLst>
        </pc:inkChg>
        <pc:inkChg chg="add mod">
          <ac:chgData name="Mahima Weerasinghe" userId="e11e3f55-42da-4e07-8ead-4d7a1d7ea1c6" providerId="ADAL" clId="{A71A91A0-537E-435E-A57A-6A59184BC47A}" dt="2024-08-26T05:42:30.661" v="4093"/>
          <ac:inkMkLst>
            <pc:docMk/>
            <pc:sldMk cId="4106278319" sldId="390"/>
            <ac:inkMk id="165" creationId="{10E1E7EE-705B-E824-B13A-DE87C14444A2}"/>
          </ac:inkMkLst>
        </pc:inkChg>
        <pc:inkChg chg="add mod">
          <ac:chgData name="Mahima Weerasinghe" userId="e11e3f55-42da-4e07-8ead-4d7a1d7ea1c6" providerId="ADAL" clId="{A71A91A0-537E-435E-A57A-6A59184BC47A}" dt="2024-08-26T05:42:30.661" v="4093"/>
          <ac:inkMkLst>
            <pc:docMk/>
            <pc:sldMk cId="4106278319" sldId="390"/>
            <ac:inkMk id="167" creationId="{8B2C85A2-DFF6-3EEB-8834-92191A1F9D3E}"/>
          </ac:inkMkLst>
        </pc:inkChg>
        <pc:inkChg chg="add mod">
          <ac:chgData name="Mahima Weerasinghe" userId="e11e3f55-42da-4e07-8ead-4d7a1d7ea1c6" providerId="ADAL" clId="{A71A91A0-537E-435E-A57A-6A59184BC47A}" dt="2024-08-26T05:42:30.661" v="4093"/>
          <ac:inkMkLst>
            <pc:docMk/>
            <pc:sldMk cId="4106278319" sldId="390"/>
            <ac:inkMk id="168" creationId="{7A9C9D5A-7A5E-D4AA-FEB3-3CE8212008BE}"/>
          </ac:inkMkLst>
        </pc:inkChg>
        <pc:inkChg chg="add mod">
          <ac:chgData name="Mahima Weerasinghe" userId="e11e3f55-42da-4e07-8ead-4d7a1d7ea1c6" providerId="ADAL" clId="{A71A91A0-537E-435E-A57A-6A59184BC47A}" dt="2024-08-26T05:42:30.661" v="4093"/>
          <ac:inkMkLst>
            <pc:docMk/>
            <pc:sldMk cId="4106278319" sldId="390"/>
            <ac:inkMk id="169" creationId="{767B410A-B273-2FBA-33FB-1F3ED26E5A21}"/>
          </ac:inkMkLst>
        </pc:inkChg>
        <pc:inkChg chg="add mod">
          <ac:chgData name="Mahima Weerasinghe" userId="e11e3f55-42da-4e07-8ead-4d7a1d7ea1c6" providerId="ADAL" clId="{A71A91A0-537E-435E-A57A-6A59184BC47A}" dt="2024-08-26T05:42:30.661" v="4093"/>
          <ac:inkMkLst>
            <pc:docMk/>
            <pc:sldMk cId="4106278319" sldId="390"/>
            <ac:inkMk id="170" creationId="{19B76296-1584-45A5-9E64-0F2D0B36D53C}"/>
          </ac:inkMkLst>
        </pc:inkChg>
        <pc:inkChg chg="add mod">
          <ac:chgData name="Mahima Weerasinghe" userId="e11e3f55-42da-4e07-8ead-4d7a1d7ea1c6" providerId="ADAL" clId="{A71A91A0-537E-435E-A57A-6A59184BC47A}" dt="2024-08-26T05:42:30.661" v="4093"/>
          <ac:inkMkLst>
            <pc:docMk/>
            <pc:sldMk cId="4106278319" sldId="390"/>
            <ac:inkMk id="172" creationId="{EEB182C2-7945-C300-F64C-D65947E88F60}"/>
          </ac:inkMkLst>
        </pc:inkChg>
        <pc:inkChg chg="add mod">
          <ac:chgData name="Mahima Weerasinghe" userId="e11e3f55-42da-4e07-8ead-4d7a1d7ea1c6" providerId="ADAL" clId="{A71A91A0-537E-435E-A57A-6A59184BC47A}" dt="2024-08-26T05:42:30.661" v="4093"/>
          <ac:inkMkLst>
            <pc:docMk/>
            <pc:sldMk cId="4106278319" sldId="390"/>
            <ac:inkMk id="174" creationId="{D9ECEAD5-9B64-A595-4A9E-31E9E48EA695}"/>
          </ac:inkMkLst>
        </pc:inkChg>
        <pc:inkChg chg="add mod">
          <ac:chgData name="Mahima Weerasinghe" userId="e11e3f55-42da-4e07-8ead-4d7a1d7ea1c6" providerId="ADAL" clId="{A71A91A0-537E-435E-A57A-6A59184BC47A}" dt="2024-08-26T05:42:30.661" v="4093"/>
          <ac:inkMkLst>
            <pc:docMk/>
            <pc:sldMk cId="4106278319" sldId="390"/>
            <ac:inkMk id="175" creationId="{01AD67A1-4F39-1365-69D9-5417B09A7714}"/>
          </ac:inkMkLst>
        </pc:inkChg>
        <pc:inkChg chg="add mod">
          <ac:chgData name="Mahima Weerasinghe" userId="e11e3f55-42da-4e07-8ead-4d7a1d7ea1c6" providerId="ADAL" clId="{A71A91A0-537E-435E-A57A-6A59184BC47A}" dt="2024-08-26T05:42:30.661" v="4093"/>
          <ac:inkMkLst>
            <pc:docMk/>
            <pc:sldMk cId="4106278319" sldId="390"/>
            <ac:inkMk id="176" creationId="{FF220E11-5958-E7D5-2BFB-C286EB9F9B0B}"/>
          </ac:inkMkLst>
        </pc:inkChg>
        <pc:inkChg chg="add mod">
          <ac:chgData name="Mahima Weerasinghe" userId="e11e3f55-42da-4e07-8ead-4d7a1d7ea1c6" providerId="ADAL" clId="{A71A91A0-537E-435E-A57A-6A59184BC47A}" dt="2024-08-26T05:42:30.661" v="4093"/>
          <ac:inkMkLst>
            <pc:docMk/>
            <pc:sldMk cId="4106278319" sldId="390"/>
            <ac:inkMk id="177" creationId="{C0B25FBB-6F84-1406-6130-C0D0B408D0D2}"/>
          </ac:inkMkLst>
        </pc:inkChg>
        <pc:inkChg chg="add mod">
          <ac:chgData name="Mahima Weerasinghe" userId="e11e3f55-42da-4e07-8ead-4d7a1d7ea1c6" providerId="ADAL" clId="{A71A91A0-537E-435E-A57A-6A59184BC47A}" dt="2024-08-26T05:42:30.661" v="4093"/>
          <ac:inkMkLst>
            <pc:docMk/>
            <pc:sldMk cId="4106278319" sldId="390"/>
            <ac:inkMk id="178" creationId="{E38AADD6-AD7D-F40C-0E41-02C2DDECD462}"/>
          </ac:inkMkLst>
        </pc:inkChg>
        <pc:inkChg chg="add mod">
          <ac:chgData name="Mahima Weerasinghe" userId="e11e3f55-42da-4e07-8ead-4d7a1d7ea1c6" providerId="ADAL" clId="{A71A91A0-537E-435E-A57A-6A59184BC47A}" dt="2024-08-26T05:42:30.661" v="4093"/>
          <ac:inkMkLst>
            <pc:docMk/>
            <pc:sldMk cId="4106278319" sldId="390"/>
            <ac:inkMk id="179" creationId="{CA2D6037-3B18-D683-446D-3F0E2B06D1BF}"/>
          </ac:inkMkLst>
        </pc:inkChg>
        <pc:inkChg chg="add mod">
          <ac:chgData name="Mahima Weerasinghe" userId="e11e3f55-42da-4e07-8ead-4d7a1d7ea1c6" providerId="ADAL" clId="{A71A91A0-537E-435E-A57A-6A59184BC47A}" dt="2024-08-26T05:42:30.661" v="4093"/>
          <ac:inkMkLst>
            <pc:docMk/>
            <pc:sldMk cId="4106278319" sldId="390"/>
            <ac:inkMk id="181" creationId="{876D1123-7128-4E17-65BE-66CE1F0C731A}"/>
          </ac:inkMkLst>
        </pc:inkChg>
        <pc:inkChg chg="add mod">
          <ac:chgData name="Mahima Weerasinghe" userId="e11e3f55-42da-4e07-8ead-4d7a1d7ea1c6" providerId="ADAL" clId="{A71A91A0-537E-435E-A57A-6A59184BC47A}" dt="2024-08-26T05:42:30.661" v="4093"/>
          <ac:inkMkLst>
            <pc:docMk/>
            <pc:sldMk cId="4106278319" sldId="390"/>
            <ac:inkMk id="182" creationId="{1DF636FA-7F5C-6333-87C7-4933CF755BE0}"/>
          </ac:inkMkLst>
        </pc:inkChg>
        <pc:inkChg chg="add mod">
          <ac:chgData name="Mahima Weerasinghe" userId="e11e3f55-42da-4e07-8ead-4d7a1d7ea1c6" providerId="ADAL" clId="{A71A91A0-537E-435E-A57A-6A59184BC47A}" dt="2024-08-26T05:42:30.661" v="4093"/>
          <ac:inkMkLst>
            <pc:docMk/>
            <pc:sldMk cId="4106278319" sldId="390"/>
            <ac:inkMk id="184" creationId="{1B79456E-94FF-2C1C-FA04-602963E818F0}"/>
          </ac:inkMkLst>
        </pc:inkChg>
        <pc:inkChg chg="add mod">
          <ac:chgData name="Mahima Weerasinghe" userId="e11e3f55-42da-4e07-8ead-4d7a1d7ea1c6" providerId="ADAL" clId="{A71A91A0-537E-435E-A57A-6A59184BC47A}" dt="2024-08-26T05:42:01.795" v="4091"/>
          <ac:inkMkLst>
            <pc:docMk/>
            <pc:sldMk cId="4106278319" sldId="390"/>
            <ac:inkMk id="186" creationId="{B7DEF9FB-D846-01E0-F29F-DB442FB05170}"/>
          </ac:inkMkLst>
        </pc:inkChg>
        <pc:inkChg chg="add mod">
          <ac:chgData name="Mahima Weerasinghe" userId="e11e3f55-42da-4e07-8ead-4d7a1d7ea1c6" providerId="ADAL" clId="{A71A91A0-537E-435E-A57A-6A59184BC47A}" dt="2024-08-26T05:42:01.795" v="4091"/>
          <ac:inkMkLst>
            <pc:docMk/>
            <pc:sldMk cId="4106278319" sldId="390"/>
            <ac:inkMk id="187" creationId="{4494D794-FD70-0D1E-09F3-648D2009B993}"/>
          </ac:inkMkLst>
        </pc:inkChg>
        <pc:inkChg chg="add mod">
          <ac:chgData name="Mahima Weerasinghe" userId="e11e3f55-42da-4e07-8ead-4d7a1d7ea1c6" providerId="ADAL" clId="{A71A91A0-537E-435E-A57A-6A59184BC47A}" dt="2024-08-26T05:42:01.795" v="4091"/>
          <ac:inkMkLst>
            <pc:docMk/>
            <pc:sldMk cId="4106278319" sldId="390"/>
            <ac:inkMk id="189" creationId="{79F7A7CF-B855-73EA-8913-E9330F2B4139}"/>
          </ac:inkMkLst>
        </pc:inkChg>
        <pc:inkChg chg="add mod">
          <ac:chgData name="Mahima Weerasinghe" userId="e11e3f55-42da-4e07-8ead-4d7a1d7ea1c6" providerId="ADAL" clId="{A71A91A0-537E-435E-A57A-6A59184BC47A}" dt="2024-08-26T05:42:01.795" v="4091"/>
          <ac:inkMkLst>
            <pc:docMk/>
            <pc:sldMk cId="4106278319" sldId="390"/>
            <ac:inkMk id="190" creationId="{A1CEE248-89BA-9B85-08D5-6EEB52F08B5A}"/>
          </ac:inkMkLst>
        </pc:inkChg>
        <pc:inkChg chg="add mod">
          <ac:chgData name="Mahima Weerasinghe" userId="e11e3f55-42da-4e07-8ead-4d7a1d7ea1c6" providerId="ADAL" clId="{A71A91A0-537E-435E-A57A-6A59184BC47A}" dt="2024-08-26T05:42:01.795" v="4091"/>
          <ac:inkMkLst>
            <pc:docMk/>
            <pc:sldMk cId="4106278319" sldId="390"/>
            <ac:inkMk id="191" creationId="{17861467-A9D1-D5B7-280A-2CFE42006174}"/>
          </ac:inkMkLst>
        </pc:inkChg>
        <pc:inkChg chg="add mod">
          <ac:chgData name="Mahima Weerasinghe" userId="e11e3f55-42da-4e07-8ead-4d7a1d7ea1c6" providerId="ADAL" clId="{A71A91A0-537E-435E-A57A-6A59184BC47A}" dt="2024-08-26T05:42:01.795" v="4091"/>
          <ac:inkMkLst>
            <pc:docMk/>
            <pc:sldMk cId="4106278319" sldId="390"/>
            <ac:inkMk id="192" creationId="{C19E3DA8-4860-2193-404A-AA260D4589C0}"/>
          </ac:inkMkLst>
        </pc:inkChg>
        <pc:inkChg chg="add mod">
          <ac:chgData name="Mahima Weerasinghe" userId="e11e3f55-42da-4e07-8ead-4d7a1d7ea1c6" providerId="ADAL" clId="{A71A91A0-537E-435E-A57A-6A59184BC47A}" dt="2024-08-26T05:42:30.661" v="4093"/>
          <ac:inkMkLst>
            <pc:docMk/>
            <pc:sldMk cId="4106278319" sldId="390"/>
            <ac:inkMk id="194" creationId="{5BFEFA77-CCDD-CE16-04FE-DE234A9941F8}"/>
          </ac:inkMkLst>
        </pc:inkChg>
        <pc:inkChg chg="add mod">
          <ac:chgData name="Mahima Weerasinghe" userId="e11e3f55-42da-4e07-8ead-4d7a1d7ea1c6" providerId="ADAL" clId="{A71A91A0-537E-435E-A57A-6A59184BC47A}" dt="2024-08-26T05:42:47.040" v="4096"/>
          <ac:inkMkLst>
            <pc:docMk/>
            <pc:sldMk cId="4106278319" sldId="390"/>
            <ac:inkMk id="196" creationId="{E0864971-E1C3-50D9-7476-53C47ED2124C}"/>
          </ac:inkMkLst>
        </pc:inkChg>
        <pc:inkChg chg="add mod">
          <ac:chgData name="Mahima Weerasinghe" userId="e11e3f55-42da-4e07-8ead-4d7a1d7ea1c6" providerId="ADAL" clId="{A71A91A0-537E-435E-A57A-6A59184BC47A}" dt="2024-08-26T05:42:47.040" v="4096"/>
          <ac:inkMkLst>
            <pc:docMk/>
            <pc:sldMk cId="4106278319" sldId="390"/>
            <ac:inkMk id="197" creationId="{7AA88A84-3941-7C25-F6F1-D92623E0C816}"/>
          </ac:inkMkLst>
        </pc:inkChg>
        <pc:inkChg chg="add mod">
          <ac:chgData name="Mahima Weerasinghe" userId="e11e3f55-42da-4e07-8ead-4d7a1d7ea1c6" providerId="ADAL" clId="{A71A91A0-537E-435E-A57A-6A59184BC47A}" dt="2024-08-26T05:43:03.173" v="4102"/>
          <ac:inkMkLst>
            <pc:docMk/>
            <pc:sldMk cId="4106278319" sldId="390"/>
            <ac:inkMk id="199" creationId="{1736E750-32E2-F0A1-4DE2-2EACD970D5C5}"/>
          </ac:inkMkLst>
        </pc:inkChg>
        <pc:inkChg chg="add mod">
          <ac:chgData name="Mahima Weerasinghe" userId="e11e3f55-42da-4e07-8ead-4d7a1d7ea1c6" providerId="ADAL" clId="{A71A91A0-537E-435E-A57A-6A59184BC47A}" dt="2024-08-26T05:43:03.173" v="4102"/>
          <ac:inkMkLst>
            <pc:docMk/>
            <pc:sldMk cId="4106278319" sldId="390"/>
            <ac:inkMk id="200" creationId="{8CBB810E-6FD3-8026-3FAC-6829EA268F4C}"/>
          </ac:inkMkLst>
        </pc:inkChg>
        <pc:inkChg chg="add mod">
          <ac:chgData name="Mahima Weerasinghe" userId="e11e3f55-42da-4e07-8ead-4d7a1d7ea1c6" providerId="ADAL" clId="{A71A91A0-537E-435E-A57A-6A59184BC47A}" dt="2024-08-26T05:43:03.173" v="4102"/>
          <ac:inkMkLst>
            <pc:docMk/>
            <pc:sldMk cId="4106278319" sldId="390"/>
            <ac:inkMk id="202" creationId="{521C3416-5255-468F-F933-21BB717458AF}"/>
          </ac:inkMkLst>
        </pc:inkChg>
        <pc:inkChg chg="add mod">
          <ac:chgData name="Mahima Weerasinghe" userId="e11e3f55-42da-4e07-8ead-4d7a1d7ea1c6" providerId="ADAL" clId="{A71A91A0-537E-435E-A57A-6A59184BC47A}" dt="2024-08-26T05:43:03.173" v="4102"/>
          <ac:inkMkLst>
            <pc:docMk/>
            <pc:sldMk cId="4106278319" sldId="390"/>
            <ac:inkMk id="203" creationId="{C460FC85-A52A-B262-48E3-E4C3DCF32C39}"/>
          </ac:inkMkLst>
        </pc:inkChg>
        <pc:inkChg chg="add mod">
          <ac:chgData name="Mahima Weerasinghe" userId="e11e3f55-42da-4e07-8ead-4d7a1d7ea1c6" providerId="ADAL" clId="{A71A91A0-537E-435E-A57A-6A59184BC47A}" dt="2024-08-26T05:43:40.868" v="4107"/>
          <ac:inkMkLst>
            <pc:docMk/>
            <pc:sldMk cId="4106278319" sldId="390"/>
            <ac:inkMk id="205" creationId="{1B6767E0-5737-1243-AC16-DEA2AF00C5E6}"/>
          </ac:inkMkLst>
        </pc:inkChg>
        <pc:inkChg chg="add mod">
          <ac:chgData name="Mahima Weerasinghe" userId="e11e3f55-42da-4e07-8ead-4d7a1d7ea1c6" providerId="ADAL" clId="{A71A91A0-537E-435E-A57A-6A59184BC47A}" dt="2024-08-26T05:43:40.868" v="4107"/>
          <ac:inkMkLst>
            <pc:docMk/>
            <pc:sldMk cId="4106278319" sldId="390"/>
            <ac:inkMk id="206" creationId="{A51C78DA-DACE-FEBC-1F77-D95CB78C6236}"/>
          </ac:inkMkLst>
        </pc:inkChg>
        <pc:inkChg chg="add mod">
          <ac:chgData name="Mahima Weerasinghe" userId="e11e3f55-42da-4e07-8ead-4d7a1d7ea1c6" providerId="ADAL" clId="{A71A91A0-537E-435E-A57A-6A59184BC47A}" dt="2024-08-26T05:43:40.868" v="4107"/>
          <ac:inkMkLst>
            <pc:docMk/>
            <pc:sldMk cId="4106278319" sldId="390"/>
            <ac:inkMk id="207" creationId="{E97DEB38-1FB0-957D-474B-1CA61E036348}"/>
          </ac:inkMkLst>
        </pc:inkChg>
        <pc:inkChg chg="add mod">
          <ac:chgData name="Mahima Weerasinghe" userId="e11e3f55-42da-4e07-8ead-4d7a1d7ea1c6" providerId="ADAL" clId="{A71A91A0-537E-435E-A57A-6A59184BC47A}" dt="2024-08-26T05:43:40.868" v="4107"/>
          <ac:inkMkLst>
            <pc:docMk/>
            <pc:sldMk cId="4106278319" sldId="390"/>
            <ac:inkMk id="208" creationId="{4B3A8776-5E17-6B31-CA11-52B51F0B0EFF}"/>
          </ac:inkMkLst>
        </pc:inkChg>
        <pc:inkChg chg="add">
          <ac:chgData name="Mahima Weerasinghe" userId="e11e3f55-42da-4e07-8ead-4d7a1d7ea1c6" providerId="ADAL" clId="{A71A91A0-537E-435E-A57A-6A59184BC47A}" dt="2024-08-26T05:43:52.282" v="4108" actId="9405"/>
          <ac:inkMkLst>
            <pc:docMk/>
            <pc:sldMk cId="4106278319" sldId="390"/>
            <ac:inkMk id="210" creationId="{C2CCBD29-9F08-D6D6-2EEB-0E82D270E70E}"/>
          </ac:inkMkLst>
        </pc:inkChg>
        <pc:inkChg chg="add mod">
          <ac:chgData name="Mahima Weerasinghe" userId="e11e3f55-42da-4e07-8ead-4d7a1d7ea1c6" providerId="ADAL" clId="{A71A91A0-537E-435E-A57A-6A59184BC47A}" dt="2024-08-26T05:44:18.169" v="4118"/>
          <ac:inkMkLst>
            <pc:docMk/>
            <pc:sldMk cId="4106278319" sldId="390"/>
            <ac:inkMk id="211" creationId="{2B74D1E1-15EB-EA1C-E33A-FCBC82739848}"/>
          </ac:inkMkLst>
        </pc:inkChg>
        <pc:inkChg chg="add mod">
          <ac:chgData name="Mahima Weerasinghe" userId="e11e3f55-42da-4e07-8ead-4d7a1d7ea1c6" providerId="ADAL" clId="{A71A91A0-537E-435E-A57A-6A59184BC47A}" dt="2024-08-26T05:44:18.169" v="4118"/>
          <ac:inkMkLst>
            <pc:docMk/>
            <pc:sldMk cId="4106278319" sldId="390"/>
            <ac:inkMk id="212" creationId="{01397D9A-D1AF-E21C-F2FB-4E2CCFB4C53C}"/>
          </ac:inkMkLst>
        </pc:inkChg>
        <pc:inkChg chg="add mod">
          <ac:chgData name="Mahima Weerasinghe" userId="e11e3f55-42da-4e07-8ead-4d7a1d7ea1c6" providerId="ADAL" clId="{A71A91A0-537E-435E-A57A-6A59184BC47A}" dt="2024-08-26T05:44:18.169" v="4118"/>
          <ac:inkMkLst>
            <pc:docMk/>
            <pc:sldMk cId="4106278319" sldId="390"/>
            <ac:inkMk id="214" creationId="{508FAC70-8777-4FEB-D3C9-E90CB651015F}"/>
          </ac:inkMkLst>
        </pc:inkChg>
        <pc:inkChg chg="add mod">
          <ac:chgData name="Mahima Weerasinghe" userId="e11e3f55-42da-4e07-8ead-4d7a1d7ea1c6" providerId="ADAL" clId="{A71A91A0-537E-435E-A57A-6A59184BC47A}" dt="2024-08-26T05:44:18.169" v="4118"/>
          <ac:inkMkLst>
            <pc:docMk/>
            <pc:sldMk cId="4106278319" sldId="390"/>
            <ac:inkMk id="215" creationId="{E2EA82DC-4664-FEC3-0088-BF09CAA0CC1F}"/>
          </ac:inkMkLst>
        </pc:inkChg>
        <pc:inkChg chg="add mod">
          <ac:chgData name="Mahima Weerasinghe" userId="e11e3f55-42da-4e07-8ead-4d7a1d7ea1c6" providerId="ADAL" clId="{A71A91A0-537E-435E-A57A-6A59184BC47A}" dt="2024-08-26T05:44:18.169" v="4118"/>
          <ac:inkMkLst>
            <pc:docMk/>
            <pc:sldMk cId="4106278319" sldId="390"/>
            <ac:inkMk id="217" creationId="{CA22E7AA-4E6B-689D-3451-D56E2762DEE9}"/>
          </ac:inkMkLst>
        </pc:inkChg>
        <pc:inkChg chg="add mod">
          <ac:chgData name="Mahima Weerasinghe" userId="e11e3f55-42da-4e07-8ead-4d7a1d7ea1c6" providerId="ADAL" clId="{A71A91A0-537E-435E-A57A-6A59184BC47A}" dt="2024-08-26T05:44:18.169" v="4118"/>
          <ac:inkMkLst>
            <pc:docMk/>
            <pc:sldMk cId="4106278319" sldId="390"/>
            <ac:inkMk id="218" creationId="{5F73FF14-BF7B-B66B-EE41-25F5216C561B}"/>
          </ac:inkMkLst>
        </pc:inkChg>
        <pc:inkChg chg="add mod">
          <ac:chgData name="Mahima Weerasinghe" userId="e11e3f55-42da-4e07-8ead-4d7a1d7ea1c6" providerId="ADAL" clId="{A71A91A0-537E-435E-A57A-6A59184BC47A}" dt="2024-08-26T05:44:18.169" v="4118"/>
          <ac:inkMkLst>
            <pc:docMk/>
            <pc:sldMk cId="4106278319" sldId="390"/>
            <ac:inkMk id="219" creationId="{56218AA4-1BD7-3204-7983-2435C259E890}"/>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88FB8C-E773-D9DC-507C-1744404AC710}"/>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2DE7434-6ECD-8229-19AE-315ED7B734E2}"/>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924F2C14-E2DA-45C9-8520-3FF8F5E566BA}" type="datetimeFigureOut">
              <a:rPr lang="en-US" smtClean="0"/>
              <a:t>10/20/2024</a:t>
            </a:fld>
            <a:endParaRPr lang="en-US"/>
          </a:p>
        </p:txBody>
      </p:sp>
      <p:sp>
        <p:nvSpPr>
          <p:cNvPr id="4" name="Footer Placeholder 3">
            <a:extLst>
              <a:ext uri="{FF2B5EF4-FFF2-40B4-BE49-F238E27FC236}">
                <a16:creationId xmlns:a16="http://schemas.microsoft.com/office/drawing/2014/main" id="{C01FD9D3-AE3E-C965-751D-E69D3701408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55C511A-F23C-6A3F-5275-B87D67AB05D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860D1002-964E-4419-9263-B75824DDAC09}" type="slidenum">
              <a:rPr lang="en-US" smtClean="0"/>
              <a:t>‹#›</a:t>
            </a:fld>
            <a:endParaRPr lang="en-US"/>
          </a:p>
        </p:txBody>
      </p:sp>
    </p:spTree>
    <p:extLst>
      <p:ext uri="{BB962C8B-B14F-4D97-AF65-F5344CB8AC3E}">
        <p14:creationId xmlns:p14="http://schemas.microsoft.com/office/powerpoint/2010/main" val="383604967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11T12:12:44.446"/>
    </inkml:context>
    <inkml:brush xml:id="br0">
      <inkml:brushProperty name="width" value="0.035" units="cm"/>
      <inkml:brushProperty name="height" value="0.035" units="cm"/>
    </inkml:brush>
  </inkml:definitions>
  <inkml:trace contextRef="#ctx0" brushRef="#br0">36 89 2572 0 0,'0'-12'295'0'0,"1"8"34"0"0,-1 1-1 0 0,0-1 0 0 0,0 0 0 0 0,0 1 1 0 0,-1-1-1 0 0,1 1 0 0 0,-1-1 1 0 0,0 1-1 0 0,0-1 0 0 0,0 1 1 0 0,0-1-1 0 0,-3-5 0 0 0,3 8 668 0 0,-24-23 3711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3T11:42:24.379"/>
    </inkml:context>
    <inkml:brush xml:id="br0">
      <inkml:brushProperty name="width" value="0.035" units="cm"/>
      <inkml:brushProperty name="height" value="0.035" units="cm"/>
    </inkml:brush>
  </inkml:definitions>
  <inkml:trace contextRef="#ctx0" brushRef="#br0">26 0 4048 0 0,'-7'3'-8'0'0,"-12"9"1338"0"0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3T11:42:28.379"/>
    </inkml:context>
    <inkml:brush xml:id="br0">
      <inkml:brushProperty name="width" value="0.035" units="cm"/>
      <inkml:brushProperty name="height" value="0.035" units="cm"/>
    </inkml:brush>
  </inkml:definitions>
  <inkml:trace contextRef="#ctx0" brushRef="#br0">1 0 1424 0 0,'0'0'-168'0'0,"11"25"-8"0"0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7.549"/>
    </inkml:context>
    <inkml:brush xml:id="br0">
      <inkml:brushProperty name="width" value="0.035" units="cm"/>
      <inkml:brushProperty name="height" value="0.035" units="cm"/>
    </inkml:brush>
  </inkml:definitions>
  <inkml:trace contextRef="#ctx0" brushRef="#br0">221 40 6741 0 0,'0'-2'117'0'0,"-1"0"0"0"0,0-1 1 0 0,0 1-1 0 0,0 0 0 0 0,0 0 1 0 0,-1 0-1 0 0,1 0 0 0 0,0 0 1 0 0,-1 0-1 0 0,1 1 0 0 0,-1-1 0 0 0,0 0 1 0 0,0 1-1 0 0,0-1 0 0 0,0 1 1 0 0,0 0-1 0 0,0 0 0 0 0,0 0 1 0 0,0 0-1 0 0,0 0 0 0 0,0 0 1 0 0,0 0-1 0 0,-1 0 0 0 0,1 1 1 0 0,0 0-1 0 0,-1-1 0 0 0,1 1 1 0 0,0 0-1 0 0,-1 0 0 0 0,1 0 1 0 0,-1 0-1 0 0,1 1 0 0 0,0-1 1 0 0,-1 0-1 0 0,1 1 0 0 0,0 0 1 0 0,0 0-1 0 0,0 0 0 0 0,-1 0 1 0 0,1 0-1 0 0,-3 2 0 0 0,-2 1 204 0 0,0 0 0 0 0,0 0-1 0 0,1 1 1 0 0,-1 0 0 0 0,1 1-1 0 0,0 0 1 0 0,0-1 0 0 0,1 2 0 0 0,0-1-1 0 0,-8 13 1 0 0,1 9-53 0 0,1 0-1 0 0,2 0 1 0 0,1 1 0 0 0,1 0-1 0 0,1 1 1 0 0,-3 50 0 0 0,9-78-267 0 0,-1 0 0 0 0,1 0 1 0 0,0 0-1 0 0,0 1 0 0 0,0-1 1 0 0,0 0-1 0 0,1 0 1 0 0,-1 0-1 0 0,0 1 0 0 0,1-1 1 0 0,0 0-1 0 0,-1 0 0 0 0,1 0 1 0 0,0 0-1 0 0,0 0 1 0 0,0 0-1 0 0,0 0 0 0 0,2 2 1 0 0,-1-3-4 0 0,-1-1 1 0 0,0 1-1 0 0,0 0 1 0 0,0-1-1 0 0,1 1 0 0 0,-1-1 1 0 0,0 1-1 0 0,1-1 1 0 0,-1 1-1 0 0,0-1 1 0 0,1 0-1 0 0,-1 0 1 0 0,1 0-1 0 0,-1 0 1 0 0,0 0-1 0 0,1 0 1 0 0,-1 0-1 0 0,0 0 0 0 0,1 0 1 0 0,-1-1-1 0 0,2 0 1 0 0,3-1 1 0 0,1-1 0 0 0,-1 0 0 0 0,0 0 0 0 0,0 0 0 0 0,-1-1 0 0 0,1 0 0 0 0,-1 0 0 0 0,1 0 0 0 0,-1-1 0 0 0,4-5 0 0 0,-6 8 56 0 0,-1-1 0 0 0,0 1 0 0 0,1 0 0 0 0,0 0 0 0 0,-1 0 0 0 0,1 0 0 0 0,0 0 0 0 0,0 0 0 0 0,0 1 0 0 0,0 0 0 0 0,1-1 0 0 0,-1 1 0 0 0,0 1 0 0 0,0-1 0 0 0,1 0 0 0 0,-1 1 0 0 0,0-1 0 0 0,1 1 0 0 0,-1 0 0 0 0,1 0 0 0 0,-1 1 0 0 0,0-1 0 0 0,6 2 0 0 0,-6-2-3 0 0,-1 1 1 0 0,0 0-1 0 0,1 0 0 0 0,-1 0 0 0 0,0 0 0 0 0,0 1 0 0 0,0-1 1 0 0,0 0-1 0 0,0 1 0 0 0,0-1 0 0 0,0 1 0 0 0,-1 0 1 0 0,1 0-1 0 0,-1 0 0 0 0,1 0 0 0 0,-1 0 0 0 0,0 0 1 0 0,1 0-1 0 0,-1 0 0 0 0,0 0 0 0 0,0 0 0 0 0,-1 1 0 0 0,1-1 1 0 0,0 0-1 0 0,-1 1 0 0 0,1-1 0 0 0,-1 1 0 0 0,0-1 1 0 0,0 0-1 0 0,0 1 0 0 0,0-1 0 0 0,0 1 0 0 0,-2 3 1 0 0,0 6-129 0 0,-1-1 0 0 0,-1 0 1 0 0,0 1-1 0 0,0-1 0 0 0,-1-1 1 0 0,-1 1-1 0 0,0-1 1 0 0,0 0-1 0 0,-1 0 0 0 0,-12 13 1 0 0,11-15-1181 0 0,0 1 0 0 0,0-1 1 0 0,-1 0-1 0 0,-1-1 0 0 0,1 0 1 0 0,-15 7-1 0 0,12-9-839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7.997"/>
    </inkml:context>
    <inkml:brush xml:id="br0">
      <inkml:brushProperty name="width" value="0.035" units="cm"/>
      <inkml:brushProperty name="height" value="0.035" units="cm"/>
    </inkml:brush>
  </inkml:definitions>
  <inkml:trace contextRef="#ctx0" brushRef="#br0">41 32 7841 0 0,'0'0'838'0'0,"-19"9"250"0"0,11-3 1792 0 0,6-3-2831 0 0,0 1-1 0 0,1-1 1 0 0,-1 1-1 0 0,1 0 1 0 0,-1-1 0 0 0,1 1-1 0 0,0 0 1 0 0,1 0-1 0 0,-1 0 1 0 0,1 0 0 0 0,-1 0-1 0 0,1 0 1 0 0,0-1-1 0 0,1 1 1 0 0,-1 0-1 0 0,2 6 1 0 0,-1-8-25 0 0,-1-1-1 0 0,0 1 0 0 0,1-1 1 0 0,0 0-1 0 0,-1 1 1 0 0,1-1-1 0 0,0 0 1 0 0,0 0-1 0 0,0 1 0 0 0,0-1 1 0 0,0 0-1 0 0,0 0 1 0 0,0 0-1 0 0,0 0 1 0 0,0 0-1 0 0,0 0 0 0 0,1-1 1 0 0,-1 1-1 0 0,2 1 1 0 0,0-2-12 0 0,-1 1 0 0 0,1-1 0 0 0,-1 0 0 0 0,0 0 0 0 0,1 1 1 0 0,-1-2-1 0 0,1 1 0 0 0,-1 0 0 0 0,1 0 0 0 0,-1-1 0 0 0,0 0 0 0 0,1 1 0 0 0,-1-1 1 0 0,0 0-1 0 0,1 0 0 0 0,1-2 0 0 0,1 1 80 0 0,0-1 1 0 0,0 0-1 0 0,0 0 0 0 0,-1 0 0 0 0,1-1 1 0 0,-1 0-1 0 0,0 0 0 0 0,0 0 1 0 0,0 0-1 0 0,-1-1 0 0 0,0 1 1 0 0,4-7-1 0 0,0-2 271 0 0,-1 0 0 0 0,-1-1 1 0 0,6-21 3529 0 0,-9 31-3673 0 0,-2 4-215 0 0,0 1 0 0 0,0-1 0 0 0,0 0 0 0 0,1 0 0 0 0,-1 0 0 0 0,0 1 0 0 0,0-1 0 0 0,0 0 0 0 0,0 0 0 0 0,1 0 1 0 0,-1 0-1 0 0,0 1 0 0 0,0-1 0 0 0,0 0 0 0 0,1 0 0 0 0,-1 0 0 0 0,0 0 0 0 0,0 0 0 0 0,1 0 0 0 0,-1 0 0 0 0,0 0 0 0 0,0 0 0 0 0,1 0 0 0 0,-1 0 0 0 0,0 1 0 0 0,0-1 1 0 0,1-1-1 0 0,-1 1 0 0 0,0 0 0 0 0,0 0 0 0 0,1 0 0 0 0,-1 0 0 0 0,0 0 0 0 0,0 0 0 0 0,0 0 0 0 0,1 0 0 0 0,-1 0 0 0 0,0 0 0 0 0,0 0 0 0 0,1-1 0 0 0,-1 1 0 0 0,0 0 0 0 0,0 0 1 0 0,0 0-1 0 0,0 0 0 0 0,1-1 0 0 0,-1 1 0 0 0,0 0 0 0 0,0 0 0 0 0,0 0 0 0 0,0-1 0 0 0,0 1 0 0 0,0 0 0 0 0,1-1 0 0 0,7 30-276 0 0,2 5-2603 0 0,-9-32 2399 0 0,0-1 0 0 0,0 1 0 0 0,1 0 0 0 0,-1-1 0 0 0,0 1 0 0 0,0-1 0 0 0,1 1 0 0 0,-1-1 0 0 0,1 0 0 0 0,-1 0 0 0 0,1 0 0 0 0,0 1 0 0 0,-1-1 0 0 0,1-1 0 0 0,0 1 0 0 0,2 1 0 0 0,8 2-1665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8.386"/>
    </inkml:context>
    <inkml:brush xml:id="br0">
      <inkml:brushProperty name="width" value="0.035" units="cm"/>
      <inkml:brushProperty name="height" value="0.035" units="cm"/>
    </inkml:brush>
  </inkml:definitions>
  <inkml:trace contextRef="#ctx0" brushRef="#br0">93 58 9637 0 0,'0'0'1655'0'0,"7"-16"1347"0"0,-7 14-2908 0 0,0 0-1 0 0,0 1 1 0 0,0-1-1 0 0,0 0 1 0 0,0 1-1 0 0,-1-1 1 0 0,1 0-1 0 0,0 1 1 0 0,-1-1-1 0 0,1 0 1 0 0,-1 1-1 0 0,0-1 1 0 0,1 1-1 0 0,-1-1 1 0 0,0 1-1 0 0,0-1 1 0 0,0 1-1 0 0,0 0 1 0 0,0-1 0 0 0,0 1-1 0 0,-1 0 1 0 0,1 0-1 0 0,0 0 1 0 0,-1 0-1 0 0,1 0 1 0 0,0 0-1 0 0,-1 0 1 0 0,-2-1-1 0 0,2 2-61 0 0,0 0 0 0 0,1 0 0 0 0,-1 0-1 0 0,0 0 1 0 0,0 1 0 0 0,0-1 0 0 0,1 0 0 0 0,-1 1 0 0 0,0-1-1 0 0,1 1 1 0 0,-1 0 0 0 0,0 0 0 0 0,1-1 0 0 0,-1 1-1 0 0,1 0 1 0 0,-1 0 0 0 0,1 1 0 0 0,0-1 0 0 0,-1 0-1 0 0,1 0 1 0 0,0 1 0 0 0,0-1 0 0 0,0 0 0 0 0,0 1-1 0 0,0-1 1 0 0,0 1 0 0 0,0 0 0 0 0,0-1 0 0 0,0 3-1 0 0,-25 62 370 0 0,25-63-405 0 0,0 0 0 0 0,0 0 0 0 0,0 1 0 0 0,1-1 0 0 0,-1 0 0 0 0,1 1 0 0 0,0-1 0 0 0,0 0 0 0 0,0 0 0 0 0,0 1 0 0 0,1-1 0 0 0,-1 0 0 0 0,1 0 0 0 0,0 1 0 0 0,0-1 0 0 0,0 0 0 0 0,0 0 0 0 0,3 4 0 0 0,-3-5-24 0 0,0-1 0 0 0,0 0 0 0 0,0 0 0 0 0,0 0 0 0 0,0 0 0 0 0,0-1 0 0 0,1 1 0 0 0,-1 0 0 0 0,0 0 0 0 0,0-1 0 0 0,1 1 0 0 0,-1 0 0 0 0,0-1 0 0 0,1 0 0 0 0,-1 1 0 0 0,0-1 0 0 0,1 0 0 0 0,-1 1 0 0 0,1-1 0 0 0,-1 0 0 0 0,0 0 0 0 0,1 0 0 0 0,-1 0 0 0 0,1-1 0 0 0,-1 1 0 0 0,0 0 0 0 0,1-1 0 0 0,-1 1 0 0 0,0-1 0 0 0,1 1 0 0 0,-1-1 0 0 0,0 1 0 0 0,1-1 0 0 0,-1 0 0 0 0,0 0 0 0 0,0 0 0 0 0,0 1 0 0 0,0-1 0 0 0,0 0 0 0 0,0 0 0 0 0,0-1 0 0 0,1-1 0 0 0,4-3 11 0 0,0-1 0 0 0,-1 0 0 0 0,0 0 0 0 0,-1 0-1 0 0,6-12 1 0 0,10-46 4173 0 0,-18 84-2749 0 0,0-1 1 0 0,8 28-1 0 0,8 46-820 0 0,-17-84-587 0 0,0 1 0 0 0,-1 0 0 0 0,0 0-1 0 0,0-1 1 0 0,-1 1 0 0 0,0 0 0 0 0,-4 15 0 0 0,3-19-293 0 0,0 0-1 0 0,0 0 1 0 0,0-1 0 0 0,-1 1 0 0 0,0-1-1 0 0,0 1 1 0 0,0-1 0 0 0,0 0 0 0 0,-5 4 0 0 0,-26 15-7560 0 0,24-18 4969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8.854"/>
    </inkml:context>
    <inkml:brush xml:id="br0">
      <inkml:brushProperty name="width" value="0.035" units="cm"/>
      <inkml:brushProperty name="height" value="0.035" units="cm"/>
    </inkml:brush>
  </inkml:definitions>
  <inkml:trace contextRef="#ctx0" brushRef="#br0">125 19 6921 0 0,'0'0'5387'0'0,"-2"-2"-4625"0"0,0 0-657 0 0,-1 0 0 0 0,1 1 0 0 0,-1-1 0 0 0,0 1 0 0 0,1-1 0 0 0,-1 1 0 0 0,0 0 0 0 0,0 0 0 0 0,0 0 0 0 0,0 0 0 0 0,0 1 0 0 0,0-1 0 0 0,0 1 0 0 0,0 0 0 0 0,0 0 0 0 0,-1 0 0 0 0,1 0 0 0 0,0 0 0 0 0,0 1 0 0 0,0 0 0 0 0,0-1 0 0 0,0 1 0 0 0,0 0 0 0 0,0 0 0 0 0,1 1 0 0 0,-1-1 0 0 0,0 1 0 0 0,1-1 0 0 0,-1 1 0 0 0,0 0 0 0 0,1 0 0 0 0,0 0 0 0 0,0 0 0 0 0,-1 0 0 0 0,1 1 0 0 0,0-1 0 0 0,1 1 0 0 0,-1-1 1 0 0,0 1-1 0 0,1 0 0 0 0,0-1 0 0 0,-1 1 0 0 0,1 0 0 0 0,0 0 0 0 0,0 0 0 0 0,0 6 0 0 0,-2 13 749 0 0,1-13-718 0 0,1 0-1 0 0,0 0 1 0 0,0 1 0 0 0,1-1 0 0 0,2 14 0 0 0,-2-22-138 0 0,0 0-1 0 0,0 0 1 0 0,0 0-1 0 0,1 0 1 0 0,-1 0 0 0 0,0 0-1 0 0,1 0 1 0 0,-1 0 0 0 0,1-1-1 0 0,-1 1 1 0 0,1 0 0 0 0,0 0-1 0 0,-1 0 1 0 0,1-1 0 0 0,0 1-1 0 0,0 0 1 0 0,-1 0 0 0 0,1-1-1 0 0,0 1 1 0 0,0-1 0 0 0,0 1-1 0 0,1 0 1 0 0,0-1-11 0 0,0 0-1 0 0,0 0 1 0 0,0 0-1 0 0,0 0 1 0 0,0 0 0 0 0,0 0-1 0 0,0 0 1 0 0,0-1 0 0 0,0 1-1 0 0,0-1 1 0 0,0 1 0 0 0,0-1-1 0 0,-1 0 1 0 0,1 0-1 0 0,3-2 1 0 0,2-1-2 0 0,-1 0-1 0 0,0 0 1 0 0,0-1-1 0 0,-1 0 1 0 0,1-1-1 0 0,-1 1 1 0 0,0-1-1 0 0,0 0 1 0 0,-1 0-1 0 0,0-1 1 0 0,0 1-1 0 0,-1-1 0 0 0,1 0 1 0 0,2-7-1 0 0,1-1 3842 0 0,-7 15-3781 0 0,0 0 0 0 0,1-1 0 0 0,-1 1 0 0 0,1 0 0 0 0,-1 0 0 0 0,1 0 0 0 0,-1 0 0 0 0,1 0 0 0 0,-1 0 0 0 0,1 0 1 0 0,-1 0-1 0 0,1 0 0 0 0,-1 0 0 0 0,1 0 0 0 0,-1 0 0 0 0,0 0 0 0 0,1 0 0 0 0,-1 0 0 0 0,1 0 0 0 0,-1 0 0 0 0,1 1 0 0 0,-1-1 0 0 0,1 0 0 0 0,-1 0 0 0 0,0 1 0 0 0,1-1 0 0 0,-1 0 0 0 0,1 0 0 0 0,-1 1 0 0 0,1 0 0 0 0,5 14 282 0 0,0 1-1 0 0,-1 0 0 0 0,0 1 0 0 0,-2-1 1 0 0,0 1-1 0 0,1 17 0 0 0,-1-10-152 0 0,-2-20-286 0 0,-1 1 0 0 0,1-1 0 0 0,-1 1 0 0 0,0-1 0 0 0,-1 0-1 0 0,1 1 1 0 0,-1-1 0 0 0,0 1 0 0 0,0-1 0 0 0,0 0-1 0 0,-4 7 1 0 0,-17 21-9265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9.257"/>
    </inkml:context>
    <inkml:brush xml:id="br0">
      <inkml:brushProperty name="width" value="0.035" units="cm"/>
      <inkml:brushProperty name="height" value="0.035" units="cm"/>
    </inkml:brush>
  </inkml:definitions>
  <inkml:trace contextRef="#ctx0" brushRef="#br0">7 154 9589 0 0,'0'0'267'0'0,"15"-13"220"0"0,25-35 522 0 0,-23 25 1096 0 0,0 3 3778 0 0,-17 19-5857 0 0,1 0 0 0 0,-1 1 1 0 0,0-1-1 0 0,0 0 0 0 0,1 0 0 0 0,-1 0 1 0 0,0 0-1 0 0,0 0 0 0 0,0 0 1 0 0,0 0-1 0 0,0 1 0 0 0,0-1 0 0 0,0 0 1 0 0,0 0-1 0 0,-1 0 0 0 0,1 0 1 0 0,0 0-1 0 0,0 0 0 0 0,-1 1 0 0 0,1-1 1 0 0,0 0-1 0 0,-1 0 0 0 0,1 0 1 0 0,-1 1-1 0 0,1-1 0 0 0,-1 0 0 0 0,0 1 1 0 0,1-1-1 0 0,-1 0 0 0 0,-1 0 1 0 0,-20-18 256 0 0,21 18-264 0 0,-1 0 0 0 0,1 1-1 0 0,-1-1 1 0 0,1 1 0 0 0,-1 0 0 0 0,1-1 0 0 0,-1 1-1 0 0,1 0 1 0 0,-1 0 0 0 0,0 0 0 0 0,1 0 0 0 0,-1 0 0 0 0,1 0-1 0 0,-1 0 1 0 0,1 1 0 0 0,-1-1 0 0 0,1 0 0 0 0,-1 1 0 0 0,1 0-1 0 0,-1-1 1 0 0,1 1 0 0 0,-1 0 0 0 0,1 0 0 0 0,0-1 0 0 0,-1 1-1 0 0,1 0 1 0 0,-1 2 0 0 0,-1-1 48 0 0,1 1 1 0 0,0 1-1 0 0,0-1 0 0 0,0 0 1 0 0,0 0-1 0 0,0 1 0 0 0,1-1 1 0 0,-1 1-1 0 0,1 0 0 0 0,0-1 0 0 0,-1 7 1 0 0,1-5 23 0 0,0 1 1 0 0,1 0 0 0 0,0 0 0 0 0,0 0-1 0 0,0 0 1 0 0,0 0 0 0 0,3 9-1 0 0,-3-13-75 0 0,1 0 0 0 0,0 0 0 0 0,-1 1 0 0 0,1-1 0 0 0,0 0 0 0 0,0 0 0 0 0,0 0 1 0 0,0 0-1 0 0,0 0 0 0 0,1 0 0 0 0,-1 0 0 0 0,1 0 0 0 0,-1-1 0 0 0,1 1 0 0 0,0-1 0 0 0,-1 1 0 0 0,1-1 0 0 0,2 2 0 0 0,-1-2-170 0 0,-1 0 1 0 0,1 0-1 0 0,-1 0 1 0 0,1-1-1 0 0,-1 1 1 0 0,1-1-1 0 0,0 1 1 0 0,-1-1-1 0 0,1 0 0 0 0,0 0 1 0 0,-1 0-1 0 0,1 0 1 0 0,0-1-1 0 0,-1 1 1 0 0,1-1-1 0 0,0 0 1 0 0,-1 1-1 0 0,1-1 1 0 0,-1 0-1 0 0,5-3 1 0 0,-1 0-1013 0 0,-1 1 0 0 0,0-2 0 0 0,0 1 0 0 0,0 0 0 0 0,0-1 0 0 0,-1 0 0 0 0,6-7 1 0 0,-3 1-1090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9.632"/>
    </inkml:context>
    <inkml:brush xml:id="br0">
      <inkml:brushProperty name="width" value="0.035" units="cm"/>
      <inkml:brushProperty name="height" value="0.035" units="cm"/>
    </inkml:brush>
  </inkml:definitions>
  <inkml:trace contextRef="#ctx0" brushRef="#br0">85 68 6649 0 0,'0'0'5999'0'0,"-11"-17"-2202"0"0,5 11-3085 0 0,3 1-351 0 0,0 1 0 0 0,-1 0 1 0 0,1 0-1 0 0,-1 0 0 0 0,0 0 0 0 0,0 1 0 0 0,-1-1 0 0 0,1 1 1 0 0,-1 0-1 0 0,-7-3 0 0 0,11 6-320 0 0,0 1 0 0 0,0 0 1 0 0,0-1-1 0 0,0 1 0 0 0,1 0 1 0 0,-1 0-1 0 0,0 0 0 0 0,1 0 0 0 0,-1-1 1 0 0,0 1-1 0 0,1 0 0 0 0,-1 0 0 0 0,1 0 1 0 0,-1 1-1 0 0,1-1 0 0 0,0 0 1 0 0,-1 0-1 0 0,1 0 0 0 0,0 0 0 0 0,0 0 1 0 0,0 0-1 0 0,0 2 0 0 0,-3 33 326 0 0,2-30-341 0 0,1-3-433 0 0,0 1 0 0 0,-1 0 0 0 0,1-1 0 0 0,1 1 0 0 0,-1 0-1 0 0,0 0 1 0 0,1-1 0 0 0,0 1 0 0 0,0-1 0 0 0,0 1 0 0 0,2 4 0 0 0,15 9-1970 0 0,0-9 4514 0 0,-14-7-1939 0 0,31 10 387 0 0,-39 22-1108 0 0,0-25-6371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0.098"/>
    </inkml:context>
    <inkml:brush xml:id="br0">
      <inkml:brushProperty name="width" value="0.035" units="cm"/>
      <inkml:brushProperty name="height" value="0.035" units="cm"/>
    </inkml:brush>
  </inkml:definitions>
  <inkml:trace contextRef="#ctx0" brushRef="#br0">1 184 8681 0 0,'19'-31'1559'0'0,"2"1"1"0"0,29-32 0 0 0,-14 18 7095 0 0,-23 36-6544 0 0,-13 7-2070 0 0,0 1 0 0 0,1-1 0 0 0,-1 1-1 0 0,1-1 1 0 0,-1 1 0 0 0,1-1 0 0 0,-1 1-1 0 0,1-1 1 0 0,-1 1 0 0 0,1-1 0 0 0,-1 1-1 0 0,1 0 1 0 0,0-1 0 0 0,-1 1 0 0 0,1 0 0 0 0,0-1-1 0 0,-1 1 1 0 0,1 0 0 0 0,0 0 0 0 0,-1 0-1 0 0,1 0 1 0 0,0-1 0 0 0,-1 1 0 0 0,1 0-1 0 0,0 0 1 0 0,0 0 0 0 0,-1 1 0 0 0,1-1 0 0 0,0 0-1 0 0,-1 0 1 0 0,1 0 0 0 0,0 0 0 0 0,-1 1-1 0 0,1-1 1 0 0,0 0 0 0 0,-1 1 0 0 0,1-1-1 0 0,0 0 1 0 0,0 2 0 0 0,1 0 45 0 0,0 1 1 0 0,0-1-1 0 0,0 1 1 0 0,-1-1-1 0 0,1 1 0 0 0,-1 0 1 0 0,1 0-1 0 0,-1 0 1 0 0,0 0-1 0 0,0 0 0 0 0,-1 0 1 0 0,1 0-1 0 0,0 0 1 0 0,-1 5-1 0 0,1 51 313 0 0,-2-37-293 0 0,-10 169-1848 0 0,11-189 1071 0 0,2-9-5116 0 0,3-34 5298 0 0,-3 14 304 0 0,2 0 0 0 0,11-44 0 0 0,-14 66 263 0 0,1 0-1 0 0,0-1 0 0 0,0 1 1 0 0,0 0-1 0 0,0 0 0 0 0,1 1 1 0 0,0-1-1 0 0,0 0 0 0 0,0 1 1 0 0,1 0-1 0 0,-1 0 0 0 0,1 0 1 0 0,0 0-1 0 0,0 0 0 0 0,0 1 1 0 0,1 0-1 0 0,-1 0 0 0 0,1 0 1 0 0,5-2-1 0 0,-7 4 105 0 0,0 0 0 0 0,-1 0 1 0 0,1 1-1 0 0,0-1 0 0 0,0 1 0 0 0,0 0 0 0 0,0 0 0 0 0,0 0 0 0 0,0 0 1 0 0,0 0-1 0 0,0 1 0 0 0,0-1 0 0 0,0 1 0 0 0,-1 0 0 0 0,1-1 0 0 0,0 2 1 0 0,0-1-1 0 0,-1 0 0 0 0,1 0 0 0 0,-1 1 0 0 0,1 0 0 0 0,-1-1 1 0 0,0 1-1 0 0,1 0 0 0 0,-1 0 0 0 0,2 3 0 0 0,-1-2-119 0 0,0 0 1 0 0,-1 1-1 0 0,1-1 1 0 0,-1 1-1 0 0,0-1 0 0 0,0 1 1 0 0,0 0-1 0 0,-1 0 0 0 0,1 0 1 0 0,-1 0-1 0 0,0 0 0 0 0,0 0 1 0 0,0 0-1 0 0,-1 1 1 0 0,0-1-1 0 0,1 0 0 0 0,-2 5 1 0 0,0 0-1858 0 0,-10 10-13252 0 0,3-16 15964 0 0,-4-4-3111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0.470"/>
    </inkml:context>
    <inkml:brush xml:id="br0">
      <inkml:brushProperty name="width" value="0.035" units="cm"/>
      <inkml:brushProperty name="height" value="0.035" units="cm"/>
    </inkml:brush>
  </inkml:definitions>
  <inkml:trace contextRef="#ctx0" brushRef="#br0">0 41 8969 0 0,'2'-3'185'0'0,"-1"0"0"0"0,1 0 0 0 0,-1 0 0 0 0,0 0 0 0 0,0 0 0 0 0,0 0 0 0 0,0 0 0 0 0,-1-1 0 0 0,1 1 1 0 0,-1 0-1 0 0,0-4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0.841"/>
    </inkml:context>
    <inkml:brush xml:id="br0">
      <inkml:brushProperty name="width" value="0.035" units="cm"/>
      <inkml:brushProperty name="height" value="0.035" units="cm"/>
    </inkml:brush>
  </inkml:definitions>
  <inkml:trace contextRef="#ctx0" brushRef="#br0">0 64 11353 0 0,'0'0'161'0'0,"12"10"1403"0"0,6 31 2113 0 0,-17-36-3517 0 0,1-1 1 0 0,0 1 0 0 0,0-1 0 0 0,0 1-1 0 0,0-1 1 0 0,0 0 0 0 0,1 1 0 0 0,4 4 0 0 0,-5-7-158 0 0,0-1 1 0 0,0 0 0 0 0,0 1 0 0 0,0-1 0 0 0,1 0 0 0 0,-1 0 0 0 0,0 0 0 0 0,0-1 0 0 0,1 1 0 0 0,-1 0 0 0 0,0-1 0 0 0,1 0 0 0 0,-1 1 0 0 0,1-1 0 0 0,-1 0 0 0 0,1 0 0 0 0,-1 0 0 0 0,0-1 0 0 0,1 1 0 0 0,-1-1-1 0 0,0 1 1 0 0,4-2 0 0 0,-2 1-2 0 0,-1 1 0 0 0,0-1 0 0 0,1 0 0 0 0,-1 0 0 0 0,0-1 0 0 0,0 1 0 0 0,0-1 0 0 0,0 0 0 0 0,0 1 0 0 0,0-1 0 0 0,0 0 0 0 0,-1-1 0 0 0,1 1 0 0 0,-1 0 0 0 0,1-1 0 0 0,-1 0 0 0 0,0 1 0 0 0,0-1 0 0 0,3-6 0 0 0,-3 5 6 0 0,-1-1 0 0 0,0 1 0 0 0,0-1 0 0 0,-1 0 0 0 0,1 1 0 0 0,-1-1 0 0 0,0 1 0 0 0,0-1 0 0 0,0 0 0 0 0,-1 1 0 0 0,1-1 0 0 0,-1 0 0 0 0,-1 1 0 0 0,-1-6 0 0 0,2 7 112 0 0,0-1 1 0 0,-1 1-1 0 0,1-1 0 0 0,-1 1 0 0 0,0 0 0 0 0,0 0 0 0 0,0 0 0 0 0,0 0 0 0 0,0 0 0 0 0,-1 0 0 0 0,1 1 1 0 0,-1-1-1 0 0,0 1 0 0 0,-5-4 0 0 0,7 6-104 0 0,0-1 1 0 0,0 1 0 0 0,0-1-1 0 0,0 1 1 0 0,0 0-1 0 0,-1-1 1 0 0,1 1-1 0 0,0 0 1 0 0,0 0 0 0 0,0 0-1 0 0,0 0 1 0 0,-1 0-1 0 0,1 0 1 0 0,0 0-1 0 0,0 0 1 0 0,0 0 0 0 0,0 1-1 0 0,-1-1 1 0 0,-1 1-1 0 0,1 0-82 0 0,0 1 1 0 0,0-1-1 0 0,0 1 0 0 0,1-1 0 0 0,-1 1 0 0 0,0 0 0 0 0,1 0 0 0 0,-1 0 0 0 0,1 0 1 0 0,0 0-1 0 0,-1 0 0 0 0,1 0 0 0 0,-1 4 0 0 0,-3 9-2090 0 0,4-14 1718 0 0,1 0 0 0 0,0 1 1 0 0,0-1-1 0 0,0 1 0 0 0,0-1 1 0 0,0 0-1 0 0,0 1 0 0 0,0-1 1 0 0,0 0-1 0 0,0 1 1 0 0,1-1-1 0 0,-1 1 0 0 0,0-1 1 0 0,1 0-1 0 0,0 0 0 0 0,-1 1 1 0 0,1-1-1 0 0,0 2 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1.167"/>
    </inkml:context>
    <inkml:brush xml:id="br0">
      <inkml:brushProperty name="width" value="0.035" units="cm"/>
      <inkml:brushProperty name="height" value="0.035" units="cm"/>
    </inkml:brush>
  </inkml:definitions>
  <inkml:trace contextRef="#ctx0" brushRef="#br0">1 19 7933 0 0,'1'-2'409'0'0,"0"1"1"0"0,1 0-1 0 0,-1-1 0 0 0,0 1 1 0 0,1 0-1 0 0,-1-1 1 0 0,1 1-1 0 0,0 0 1 0 0,-1 0-1 0 0,1 0 0 0 0,0 0 1 0 0,0 1-1 0 0,0-1 1 0 0,-1 0-1 0 0,1 1 1 0 0,0-1-1 0 0,0 1 0 0 0,0 0 1 0 0,0 0-1 0 0,3 0 1 0 0,14 9 3742 0 0,-3 3-4994 0 0,-12-8-122 0 0,-1-2 702 0 0,26-3 2685 0 0,-20-19-2007 0 0,1 15-10229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51.644"/>
    </inkml:context>
    <inkml:brush xml:id="br0">
      <inkml:brushProperty name="width" value="0.035" units="cm"/>
      <inkml:brushProperty name="height" value="0.035" units="cm"/>
    </inkml:brush>
  </inkml:definitions>
  <inkml:trace contextRef="#ctx0" brushRef="#br0">11 271 8681 0 0,'-8'-32'4077'0'0,"6"22"2011"0"0,32 72-2413 0 0,-27-55-3448 0 0,0-1-1 0 0,0 1 0 0 0,1 0 0 0 0,0-1 0 0 0,0 0 0 0 0,0 0 0 0 0,1 0 0 0 0,0-1 0 0 0,0 0 1 0 0,1 0-1 0 0,-1 0 0 0 0,8 5 0 0 0,-11-9-176 0 0,1 0 1 0 0,0 0-1 0 0,-1 0 1 0 0,1 0-1 0 0,0 0 1 0 0,0 0-1 0 0,0-1 1 0 0,0 1-1 0 0,0-1 1 0 0,0 0-1 0 0,0 0 1 0 0,0 0-1 0 0,0 0 0 0 0,0 0 1 0 0,0-1-1 0 0,-1 1 1 0 0,1-1-1 0 0,0 0 1 0 0,0 0-1 0 0,0 0 1 0 0,-1 0-1 0 0,1-1 1 0 0,0 1-1 0 0,-1-1 1 0 0,1 1-1 0 0,-1-1 1 0 0,0 0-1 0 0,1 0 1 0 0,-1 0-1 0 0,0 0 1 0 0,0 0-1 0 0,1-3 0 0 0,17-18-301 0 0,-2-1 0 0 0,-1 0 0 0 0,25-47 0 0 0,32-87-8353 0 0,-65 140 6871 0 0,5-14-1395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37.685"/>
    </inkml:context>
    <inkml:brush xml:id="br0">
      <inkml:brushProperty name="width" value="0.035" units="cm"/>
      <inkml:brushProperty name="height" value="0.035" units="cm"/>
    </inkml:brush>
  </inkml:definitions>
  <inkml:trace contextRef="#ctx0" brushRef="#br0">102 42 7793 0 0,'0'0'326'0'0,"-4"-13"1420"0"0,-5-11 5905 0 0,9 23-7563 0 0,-1 1 1 0 0,1 0-1 0 0,0-1 0 0 0,-1 1 0 0 0,1 0 0 0 0,0 0 0 0 0,-1-1 0 0 0,1 1 0 0 0,-1 0 1 0 0,1 0-1 0 0,0-1 0 0 0,-1 1 0 0 0,1 0 0 0 0,-1 0 0 0 0,1 0 0 0 0,-1 0 0 0 0,1 0 1 0 0,0 0-1 0 0,-1 0 0 0 0,1 0 0 0 0,-1 0 0 0 0,1 0 0 0 0,-1 0 0 0 0,1 0 0 0 0,-1 0 1 0 0,1 0-1 0 0,0 0 0 0 0,-1 0 0 0 0,1 0 0 0 0,-1 1 0 0 0,1-1 0 0 0,-1 0 0 0 0,1 0 0 0 0,-1 1 1 0 0,-15 17 1107 0 0,-8 31-470 0 0,21-43-320 0 0,-3 11-95 0 0,0 1 0 0 0,1 0 0 0 0,1 0 0 0 0,0 0 0 0 0,1 1 1 0 0,1-1-1 0 0,1 1 0 0 0,1-1 0 0 0,3 32 0 0 0,-1-34-221 0 0,0-2 0 0 0,1 1 0 0 0,0 0 1 0 0,1 0-1 0 0,1-1 0 0 0,0 0 0 0 0,1 0 0 0 0,1 0 0 0 0,0-1 0 0 0,1 0 1 0 0,0 0-1 0 0,13 15 0 0 0,-15-23-25 0 0,0 0 1 0 0,0 0 0 0 0,0 0-1 0 0,0-1 1 0 0,0 0 0 0 0,1 0-1 0 0,0-1 1 0 0,0 0 0 0 0,10 3-1 0 0,25 1-2564 0 0,-38-7 1222 0 0,0 0 0 0 0,0 0 0 0 0,0-1 0 0 0,0 1 0 0 0,0-1-1 0 0,0 0 1 0 0,-1 0 0 0 0,5-2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38.105"/>
    </inkml:context>
    <inkml:brush xml:id="br0">
      <inkml:brushProperty name="width" value="0.035" units="cm"/>
      <inkml:brushProperty name="height" value="0.035" units="cm"/>
    </inkml:brush>
  </inkml:definitions>
  <inkml:trace contextRef="#ctx0" brushRef="#br0">45 100 8969 0 0,'0'0'4576'0'0,"-14"7"-2706"0"0,12-6-1736 0 0,-1 1 0 0 0,1 0-1 0 0,0 0 1 0 0,0 0-1 0 0,0 0 1 0 0,0 0 0 0 0,0 0-1 0 0,0 1 1 0 0,1-1-1 0 0,-1 1 1 0 0,1-1 0 0 0,0 1-1 0 0,-1-1 1 0 0,1 1-1 0 0,0 0 1 0 0,1 0 0 0 0,-1-1-1 0 0,0 1 1 0 0,1 0-1 0 0,0 0 1 0 0,-1 0 0 0 0,1 0-1 0 0,0 0 1 0 0,1 0-1 0 0,-1 0 1 0 0,0-1 0 0 0,1 1-1 0 0,0 0 1 0 0,-1 0 0 0 0,1 0-1 0 0,0-1 1 0 0,2 4-1 0 0,3 7 218 0 0,0 0-1 0 0,0-1 1 0 0,1 0-1 0 0,1 0 1 0 0,15 18-1 0 0,-22-28-330 0 0,1 0-1 0 0,0 0 0 0 0,0 1 0 0 0,0-1 0 0 0,0 0 0 0 0,0-1 0 0 0,0 1 1 0 0,1 0-1 0 0,-1-1 0 0 0,1 1 0 0 0,-1-1 0 0 0,1 0 0 0 0,-1 1 1 0 0,1-1-1 0 0,0-1 0 0 0,-1 1 0 0 0,1 0 0 0 0,0-1 0 0 0,0 1 1 0 0,0-1-1 0 0,0 0 0 0 0,0 0 0 0 0,-1 0 0 0 0,1 0 0 0 0,0 0 1 0 0,0-1-1 0 0,0 1 0 0 0,-1-1 0 0 0,1 0 0 0 0,0 0 0 0 0,0 0 1 0 0,-1 0-1 0 0,1-1 0 0 0,3-2 0 0 0,0 0-16 0 0,-1 0-1 0 0,0 0 1 0 0,0-1 0 0 0,0 0-1 0 0,-1 0 1 0 0,0 0 0 0 0,0 0-1 0 0,0-1 1 0 0,0 0 0 0 0,-1 0-1 0 0,0 0 1 0 0,-1 0 0 0 0,5-12-1 0 0,9-33-745 0 0,34-73 0 0 0,-43 93-7643 0 0,-4 20 5792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39.500"/>
    </inkml:context>
    <inkml:brush xml:id="br0">
      <inkml:brushProperty name="width" value="0.035" units="cm"/>
      <inkml:brushProperty name="height" value="0.035" units="cm"/>
    </inkml:brush>
  </inkml:definitions>
  <inkml:trace contextRef="#ctx0" brushRef="#br0">202 147 12257 0 0,'1'-1'26'0'0,"-1"0"0"0"0,0 0 0 0 0,0 1-1 0 0,0-1 1 0 0,0 0 0 0 0,0 0 0 0 0,0 0 0 0 0,0 0-1 0 0,0 1 1 0 0,0-1 0 0 0,0 0 0 0 0,0 0 0 0 0,0 0-1 0 0,-1 1 1 0 0,1-1 0 0 0,0 0 0 0 0,-1 0 0 0 0,1 1-1 0 0,0-1 1 0 0,-1 0 0 0 0,1 1 0 0 0,-1-1 0 0 0,1 0-1 0 0,-1 1 1 0 0,0-1 0 0 0,1 1 0 0 0,-1-1 0 0 0,1 1-1 0 0,-1-1 1 0 0,0 1 0 0 0,0-1 0 0 0,1 1 0 0 0,-1 0-1 0 0,0-1 1 0 0,0 1 0 0 0,1 0 0 0 0,-1 0 0 0 0,0 0-1 0 0,0-1 1 0 0,1 1 0 0 0,-1 0 0 0 0,0 0 0 0 0,0 0-1 0 0,0 0 1 0 0,0 0 0 0 0,1 0 0 0 0,-1 1 0 0 0,0-1-1 0 0,0 0 1 0 0,0 0 0 0 0,-1 1 0 0 0,0 0 119 0 0,-1 0 1 0 0,1 1-1 0 0,-1-1 0 0 0,1 1 1 0 0,-1-1-1 0 0,1 1 1 0 0,0 0-1 0 0,0 0 1 0 0,0 0-1 0 0,0 0 0 0 0,0 0 1 0 0,0 0-1 0 0,1 0 1 0 0,-3 4-1 0 0,-13 39 560 0 0,2 1 0 0 0,2 0 0 0 0,1 1 0 0 0,-4 51 0 0 0,-25 97-244 0 0,41-194-509 0 0,-1 1 0 0 0,1 0 0 0 0,-1-1 0 0 0,1 1 0 0 0,-1-1 0 0 0,0 1 0 0 0,0-1 0 0 0,0 1 0 0 0,0-1 0 0 0,0 1 0 0 0,0-1 0 0 0,0 0 0 0 0,0 1 0 0 0,0-1 0 0 0,-1 0 0 0 0,-1 1 0 0 0,-5-5-765 0 0,5-17 475 0 0,4-2 227 0 0,1 1 0 0 0,1-1 0 0 0,1 0 0 0 0,10-32 0 0 0,37-86 142 0 0,-32 90-40 0 0,11-36 14 0 0,-19 50 430 0 0,1 1 1 0 0,2 1 0 0 0,36-66 0 0 0,-48 98-87 0 0,8-3 550 0 0,-9 5-876 0 0,-1 0-1 0 0,0-1 0 0 0,1 1 1 0 0,-1 0-1 0 0,1 0 0 0 0,-1-1 1 0 0,0 1-1 0 0,1 0 0 0 0,-1 0 1 0 0,1-1-1 0 0,-1 1 0 0 0,1 0 1 0 0,-1 0-1 0 0,1 0 1 0 0,-1 0-1 0 0,0 0 0 0 0,1 0 1 0 0,-1 0-1 0 0,1 0 0 0 0,-1 0 1 0 0,1 0-1 0 0,-1 0 0 0 0,1 0 1 0 0,-1 0-1 0 0,1 0 0 0 0,-1 0 1 0 0,1 0-1 0 0,-1 1 0 0 0,0-1 1 0 0,1 0-1 0 0,-1 0 0 0 0,1 0 1 0 0,-1 1-1 0 0,0-1 0 0 0,1 0 1 0 0,-1 1-1 0 0,0-1 0 0 0,1 0 1 0 0,-1 1-1 0 0,0-1 0 0 0,1 0 1 0 0,-1 1-1 0 0,0-1 1 0 0,0 1-1 0 0,1-1 0 0 0,-1 1 1 0 0,0-1-1 0 0,0 0 0 0 0,0 1 1 0 0,0-1-1 0 0,0 1 0 0 0,0-1 1 0 0,0 1-1 0 0,1-1 0 0 0,-1 1 1 0 0,-1 0-1 0 0,23 64 425 0 0,-3 1 0 0 0,11 73 0 0 0,-26-118-460 0 0,-1-1 0 0 0,0 1-1 0 0,-2-1 1 0 0,0 1 0 0 0,-1 0-1 0 0,-1-1 1 0 0,-1 1 0 0 0,-1-1-1 0 0,-1 1 1 0 0,-1-1 0 0 0,0 0-1 0 0,-10 20 1 0 0,15-38-273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39.858"/>
    </inkml:context>
    <inkml:brush xml:id="br0">
      <inkml:brushProperty name="width" value="0.035" units="cm"/>
      <inkml:brushProperty name="height" value="0.035" units="cm"/>
    </inkml:brush>
  </inkml:definitions>
  <inkml:trace contextRef="#ctx0" brushRef="#br0">7 146 7197 0 0,'0'0'286'0'0,"-1"-2"-180"0"0,0 1 0 0 0,1-1 0 0 0,-1 0 0 0 0,0 1 0 0 0,1-1 0 0 0,-1 0 0 0 0,1 0 1 0 0,-1 1-1 0 0,1-1 0 0 0,0 0 0 0 0,0 0 0 0 0,0-3 0 0 0,5 0 14 0 0,0 0 1 0 0,0 0-1 0 0,1 0 0 0 0,0 1 0 0 0,0 0 1 0 0,0 0-1 0 0,0 1 0 0 0,0-1 1 0 0,1 2-1 0 0,0-1 0 0 0,-1 0 0 0 0,10-1 1 0 0,26-12-170 0 0,61-28-2347 0 0,-85 36 1140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40.277"/>
    </inkml:context>
    <inkml:brush xml:id="br0">
      <inkml:brushProperty name="width" value="0.035" units="cm"/>
      <inkml:brushProperty name="height" value="0.035" units="cm"/>
    </inkml:brush>
  </inkml:definitions>
  <inkml:trace contextRef="#ctx0" brushRef="#br0">161 61 10757 0 0,'-1'-2'-153'0'0,"-16"-24"3476"0"0,11 25-850 0 0,5 20-2279 0 0,2 16 662 0 0,-2 1 0 0 0,-2 0 0 0 0,-1-1 0 0 0,-14 58 0 0 0,-52 136 1578 0 0,37-132-2537 0 0,25-77-7319 0 0,9-34 4553 0 0,11-36 1654 0 0,22-57 497 0 0,-4-2 0 0 0,18-130 1 0 0,-45 167 4778 0 0,-2 70-3492 0 0,17-22 1651 0 0,-14 22-2152 0 0,0 0 0 0 0,0 0 0 0 0,0 0 0 0 0,1 1 0 0 0,-1-1 1 0 0,1 1-1 0 0,-1 0 0 0 0,1 0 0 0 0,-1 1 0 0 0,1-1 0 0 0,-1 1 1 0 0,1 0-1 0 0,-1 1 0 0 0,1-1 0 0 0,-1 1 0 0 0,1 0 1 0 0,-1 0-1 0 0,1 0 0 0 0,-1 0 0 0 0,0 1 0 0 0,1 0 0 0 0,-1 0 1 0 0,0 0-1 0 0,0 0 0 0 0,0 1 0 0 0,-1-1 0 0 0,1 1 0 0 0,-1 0 1 0 0,1 0-1 0 0,-1 0 0 0 0,0 1 0 0 0,3 4 0 0 0,-2-3-29 0 0,-1 1-1 0 0,-1-1 0 0 0,1 1 1 0 0,-1 0-1 0 0,0 0 0 0 0,0 0 0 0 0,0 0 1 0 0,-1 0-1 0 0,0 0 0 0 0,0 0 1 0 0,-1 1-1 0 0,0-1 0 0 0,0 0 1 0 0,0 0-1 0 0,-1 1 0 0 0,1-1 0 0 0,-2 0 1 0 0,1 0-1 0 0,-1 0 0 0 0,0 0 1 0 0,0 0-1 0 0,0 0 0 0 0,-5 7 0 0 0,-6 6-442 0 0,-1 0-1 0 0,-1 0 1 0 0,0-2-1 0 0,-2 0 0 0 0,-22 19 1 0 0,15-14-2869 0 0,23-20 1514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41.267"/>
    </inkml:context>
    <inkml:brush xml:id="br0">
      <inkml:brushProperty name="width" value="0.035" units="cm"/>
      <inkml:brushProperty name="height" value="0.035" units="cm"/>
    </inkml:brush>
  </inkml:definitions>
  <inkml:trace contextRef="#ctx0" brushRef="#br0">143 162 10709 0 0,'0'0'113'0'0,"0"-1"-34"0"0,1 1 1 0 0,-1 0-1 0 0,1 0 1 0 0,-1-1-1 0 0,1 1 1 0 0,-1 0-1 0 0,1 0 0 0 0,-1 0 1 0 0,1 0-1 0 0,-1 0 1 0 0,1 0-1 0 0,0-1 1 0 0,-1 1-1 0 0,1 1 1 0 0,-1-1-1 0 0,1 0 1 0 0,-1 0-1 0 0,1 0 1 0 0,-1 0-1 0 0,1 0 1 0 0,-1 0-1 0 0,1 1 1 0 0,0-1-1 0 0,0 1 1 0 0,-4 26 1315 0 0,0 0 1 0 0,-2 0 0 0 0,-15 49 0 0 0,12-47-796 0 0,-103 281 1372 0 0,110-308-2083 0 0,-5 4-742 0 0,9-32 613 0 0,0 1-1 0 0,2 0 0 0 0,1 0 0 0 0,1 1 0 0 0,12-30 1 0 0,2-8 89 0 0,-8 19 159 0 0,-2 0 48 0 0,2 0 1 0 0,2 2-1 0 0,2 0 1 0 0,39-70-1 0 0,-51 104 137 0 0,1 0-1 0 0,0 0 1 0 0,0 0-1 0 0,0 1 1 0 0,1 0-1 0 0,-1 0 1 0 0,2 1-1 0 0,-1 0 1 0 0,0 0-1 0 0,13-5 1 0 0,-18 9-159 0 0,0 0 1 0 0,1 0 0 0 0,-1 0 0 0 0,0 0 0 0 0,1 1 0 0 0,-1-1-1 0 0,1 1 1 0 0,-1 0 0 0 0,1-1 0 0 0,-1 1 0 0 0,1 0 0 0 0,-1 1-1 0 0,1-1 1 0 0,-1 0 0 0 0,0 1 0 0 0,1-1 0 0 0,-1 1-1 0 0,1 0 1 0 0,-1 0 0 0 0,0 0 0 0 0,0 0 0 0 0,1 0 0 0 0,-1 0-1 0 0,0 1 1 0 0,0-1 0 0 0,0 1 0 0 0,0-1 0 0 0,-1 1 0 0 0,1 0-1 0 0,0 0 1 0 0,-1-1 0 0 0,1 1 0 0 0,-1 1 0 0 0,0-1 0 0 0,1 0-1 0 0,-1 0 1 0 0,0 0 0 0 0,0 1 0 0 0,-1-1 0 0 0,1 0 0 0 0,0 5-1 0 0,1 2-11 0 0,0-1-1 0 0,0 1 0 0 0,-2-1 1 0 0,1 1-1 0 0,-1 0 0 0 0,0 0 1 0 0,-1-1-1 0 0,0 1 0 0 0,0 0 1 0 0,-1-1-1 0 0,0 1 0 0 0,0-1 1 0 0,-1 0-1 0 0,0 1 0 0 0,-1-1 1 0 0,0-1-1 0 0,-7 13 0 0 0,0-3-330 0 0,0-1 0 0 0,-1-1 1 0 0,-1 0-1 0 0,0 0 0 0 0,-1-1 0 0 0,-26 20 0 0 0,38-32-520 0 0,-9 4-4889 0 0,11-6 5662 0 0,0 0 1 0 0,-1 1-1 0 0,1-1 1 0 0,0 0-1 0 0,0 0 0 0 0,-1 0 1 0 0,1 0-1 0 0,0 0 1 0 0,0 0-1 0 0,-1 0 1 0 0,1 0-1 0 0,0 0 1 0 0,0 0-1 0 0,-1 0 1 0 0,1 0-1 0 0,0 0 0 0 0,0 0 1 0 0,-1 0-1 0 0,1 0 1 0 0,0 0-1 0 0,0 0 1 0 0,-1 0-1 0 0,1-1 1 0 0,0 1-1 0 0,0 0 1 0 0,0 0-1 0 0,-1 0 1 0 0,1 0-1 0 0,0 0 0 0 0,0-1 1 0 0,0 1-1 0 0,-1 0 1 0 0,1 0-1 0 0,0 0 1 0 0,0-1-1 0 0,0 1 1 0 0,0 0-1 0 0,0 0 1 0 0,-1 0-1 0 0,1-1 0 0 0,0 1 1 0 0,0 0-1 0 0,0 0 1 0 0,0-1-1 0 0,0 1 1 0 0,0 0-1 0 0,0 0 1 0 0,0-1-1 0 0,0 1 1 0 0,0 0-1 0 0,0 0 1 0 0,0-1-1 0 0,0 1 0 0 0,0 0 1 0 0,0 0-1 0 0,0-1 1 0 0,0 1-1 0 0,1 0 1 0 0,-1 0-1 0 0,0-1 1 0 0,4-10-807 0 0,0 0 0 0 0,0 0 0 0 0,1 0 0 0 0,1 1 0 0 0,0-1 0 0 0,0 1 0 0 0,13-15 0 0 0,58-60-223 0 0,-76 84 1074 0 0,78-78 3392 0 0,-77 77-2381 0 0,-2 1-900 0 0,0 1 1 0 0,0-1-1 0 0,0 1 0 0 0,0 0 0 0 0,0-1 0 0 0,1 1 0 0 0,-1-1 0 0 0,0 1 0 0 0,0 0 0 0 0,0-1 0 0 0,1 1 0 0 0,-1-1 1 0 0,0 1-1 0 0,1 0 0 0 0,-1 0 0 0 0,0-1 0 0 0,1 1 0 0 0,-1 0 0 0 0,0-1 0 0 0,1 1 0 0 0,-1 0 0 0 0,0 0 1 0 0,1 0-1 0 0,-1-1 0 0 0,1 1 0 0 0,-1 0 0 0 0,0 0 0 0 0,1 0 0 0 0,-1 0 0 0 0,1 0 0 0 0,-1 0 0 0 0,1 0 0 0 0,-1 0 1 0 0,1 0-1 0 0,-1 0 0 0 0,0 0 0 0 0,1 0 0 0 0,-1 0 0 0 0,1 0 0 0 0,-1 0 0 0 0,1 0 0 0 0,-1 1 0 0 0,19 9 2694 0 0,-17-5-2490 0 0,-1 0 0 0 0,1 0 1 0 0,-1-1-1 0 0,0 1 0 0 0,-1 0 0 0 0,1 0 1 0 0,-1 1-1 0 0,0-1 0 0 0,0 0 1 0 0,-1 0-1 0 0,0 5 0 0 0,0-4-194 0 0,0 0-1 0 0,1 1 1 0 0,0-1 0 0 0,0 0-1 0 0,1 1 1 0 0,1 7-1 0 0,1 8 208 0 0,0-8-945 0 0,10-29 144 0 0,-13 13 469 0 0,7-11-118 0 0,1 1 0 0 0,0-1 1 0 0,13-14-1 0 0,-19 26 383 0 0,15-2 174 0 0,-16 2-365 0 0,1 0 0 0 0,0 1 0 0 0,0-1 1 0 0,0 1-1 0 0,-1 0 0 0 0,1-1 0 0 0,0 1 0 0 0,0 0 0 0 0,0 0 0 0 0,0 0 0 0 0,0 1 0 0 0,0-1 0 0 0,-1 0 0 0 0,4 2 0 0 0,-4-2-5 0 0,1 1 0 0 0,0 0 0 0 0,-1 0 0 0 0,0 0 0 0 0,1 0 0 0 0,-1 1 0 0 0,0-1 0 0 0,1 0 0 0 0,-1 0 0 0 0,0 1 0 0 0,0-1 0 0 0,0 1 0 0 0,0-1 0 0 0,0 1 0 0 0,-1-1 0 0 0,1 1 0 0 0,0 0 0 0 0,-1-1 0 0 0,1 1 0 0 0,-1 0 0 0 0,0 0 0 0 0,1-1 0 0 0,-1 1 0 0 0,0 0 0 0 0,0 0 0 0 0,0 0 0 0 0,0-1 0 0 0,-1 1 0 0 0,1 0 0 0 0,0 0 0 0 0,-1-1 0 0 0,1 1 0 0 0,-2 2 0 0 0,1-1-33 0 0,1 0-1 0 0,-1 0 1 0 0,1 0 0 0 0,0 0 0 0 0,0 0 0 0 0,0 0-1 0 0,0 0 1 0 0,0 0 0 0 0,1 0 0 0 0,-1 0 0 0 0,1 0-1 0 0,1 4 1 0 0,-1-6-22 0 0,0 1-1 0 0,0-1 1 0 0,0 0-1 0 0,0 0 1 0 0,0 0-1 0 0,0 0 1 0 0,0 0-1 0 0,1 0 1 0 0,-1-1-1 0 0,0 1 1 0 0,1 0-1 0 0,-1-1 1 0 0,0 1-1 0 0,1-1 1 0 0,-1 1-1 0 0,1-1 1 0 0,-1 1-1 0 0,0-1 1 0 0,1 0-1 0 0,-1 0 1 0 0,1 0-1 0 0,-1 0 1 0 0,1 0-1 0 0,-1 0 1 0 0,1 0 0 0 0,-1 0-1 0 0,1-1 1 0 0,-1 1-1 0 0,1-1 1 0 0,-1 1-1 0 0,0-1 1 0 0,1 1-1 0 0,-1-1 1 0 0,0 0-1 0 0,1 0 1 0 0,0-1-1 0 0,5-1-16 0 0,-1-1 0 0 0,1 0 0 0 0,-1 0 0 0 0,0-1 0 0 0,9-9 0 0 0,-8 4-56 0 0,0 0 1 0 0,0-1-1 0 0,-1 1 0 0 0,0-1 0 0 0,-1 0 1 0 0,0-1-1 0 0,-1 1 0 0 0,0-1 0 0 0,-1 0 0 0 0,0 0 1 0 0,-1 0-1 0 0,-1-1 0 0 0,0 1 0 0 0,0 0 0 0 0,-1 0 1 0 0,-1-1-1 0 0,-1-13 0 0 0,2 26 71 0 0,0 0-1 0 0,0-1 1 0 0,0 1 0 0 0,0-1 0 0 0,0 1-1 0 0,0-1 1 0 0,0 1 0 0 0,0-1-1 0 0,0 1 1 0 0,-1 0 0 0 0,1-1-1 0 0,0 1 1 0 0,0-1 0 0 0,0 1-1 0 0,0 0 1 0 0,-1-1 0 0 0,1 1-1 0 0,0 0 1 0 0,0-1 0 0 0,-1 1-1 0 0,1 0 1 0 0,0-1 0 0 0,-1 1-1 0 0,1 0 1 0 0,0-1 0 0 0,-1 1-1 0 0,1 0 1 0 0,0 0 0 0 0,-1-1-1 0 0,1 1 1 0 0,0 0 0 0 0,-1 0-1 0 0,1 0 1 0 0,-1 0 0 0 0,0 0-1 0 0,-15 7-67 0 0,-21 30-456 0 0,29-29 127 0 0,-4 4-238 0 0,-26 27-3611 0 0,17-10-2847 0 0,20-27 5927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41.671"/>
    </inkml:context>
    <inkml:brush xml:id="br0">
      <inkml:brushProperty name="width" value="0.035" units="cm"/>
      <inkml:brushProperty name="height" value="0.035" units="cm"/>
    </inkml:brush>
  </inkml:definitions>
  <inkml:trace contextRef="#ctx0" brushRef="#br0">114 3 9541 0 0,'4'-1'-1024'0'0,"10"-1"11356"0"0,-9 4-8932 0 0,-4 0-1349 0 0,0 0 0 0 0,-1 0 0 0 0,1 0 0 0 0,0-1 0 0 0,0 1 0 0 0,-1 0 0 0 0,0 1 0 0 0,1-1 0 0 0,-1 0 0 0 0,0 0 0 0 0,0 0 0 0 0,0 0 0 0 0,0 0 0 0 0,0 0 0 0 0,0 0 0 0 0,-1 0 0 0 0,1 0 0 0 0,-1 0 0 0 0,1 0 0 0 0,-1 0 0 0 0,0 0 0 0 0,0 0 0 0 0,-1 2 0 0 0,-29 48 620 0 0,26-44-552 0 0,-48 68-106 0 0,29-46-8478 0 0,23-30 8389 0 0,1 0-1 0 0,-1 0 0 0 0,1 0 0 0 0,-1 0 1 0 0,1 1-1 0 0,-1-1 0 0 0,1 0 0 0 0,-1 0 1 0 0,1 0-1 0 0,-1 0 0 0 0,1 0 0 0 0,-1 0 1 0 0,1 0-1 0 0,-1 0 0 0 0,1-1 0 0 0,0 1 1 0 0,-1 0-1 0 0,1 0 0 0 0,-1 0 0 0 0,1 0 1 0 0,-1-1-1 0 0,1 1 0 0 0,0 0 1 0 0,-1 0-1 0 0,1-1 0 0 0,-1 1 0 0 0,1 0 1 0 0,0-1-1 0 0,-1 1 0 0 0,1-1 0 0 0,0 1 1 0 0,0 0-1 0 0,-1-1 0 0 0,1 1 0 0 0,0-1 1 0 0,0 1-1 0 0,-1 0 0 0 0,1-1 0 0 0,0 1 1 0 0,0-1-1 0 0,0 1 0 0 0,0-1 0 0 0,0 1 1 0 0,0-1-1 0 0,0 1 0 0 0,0-1 1 0 0,0 1-1 0 0,0-1 0 0 0,-7-24-28 0 0,17-37-449 0 0,-3 33 1410 0 0,-4 0 3951 0 0,-3 28-4699 0 0,0 1 0 0 0,0-1 0 0 0,1 1 0 0 0,-1-1 0 0 0,0 1 0 0 0,0-1 0 0 0,1 1 0 0 0,-1 0 0 0 0,0-1 0 0 0,1 1 0 0 0,-1-1 1 0 0,0 1-1 0 0,1 0 0 0 0,-1-1 0 0 0,1 1 0 0 0,-1 0 0 0 0,0-1 0 0 0,1 1 0 0 0,-1 0 0 0 0,1 0 0 0 0,-1 0 0 0 0,1-1 0 0 0,-1 1 0 0 0,1 0 0 0 0,-1 0 1 0 0,1 0-1 0 0,-1 0 0 0 0,1 0 0 0 0,-1 0 0 0 0,1 0 0 0 0,0 0 0 0 0,-1 0 0 0 0,1 0 0 0 0,-1 0 0 0 0,1 0 0 0 0,-1 0 0 0 0,1 1 0 0 0,-1-1 0 0 0,1 0 1 0 0,-1 0-1 0 0,0 0 0 0 0,1 1 0 0 0,-1-1 0 0 0,1 0 0 0 0,-1 1 0 0 0,1-1 0 0 0,-1 0 0 0 0,0 1 0 0 0,1-1 0 0 0,-1 1 0 0 0,24 14 1505 0 0,-18-6-962 0 0,0-1 0 0 0,0 2 1 0 0,-1-1-1 0 0,0 0 0 0 0,-1 1 0 0 0,0 0 1 0 0,-1 0-1 0 0,3 11 0 0 0,6 17-194 0 0,-11-36-807 0 0,9 13-9981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1.748"/>
    </inkml:context>
    <inkml:brush xml:id="br0">
      <inkml:brushProperty name="width" value="0.035" units="cm"/>
      <inkml:brushProperty name="height" value="0.035" units="cm"/>
    </inkml:brush>
  </inkml:definitions>
  <inkml:trace contextRef="#ctx0" brushRef="#br0">41 195 2860 0 0,'-13'-15'14493'0'0,"-4"-2"-12009"0"0,15 16-2248 0 0,-6-27 81 0 0,10 23-269 0 0,0 0 0 0 0,0 0 0 0 0,1 0 0 0 0,0 0 0 0 0,0 0 0 0 0,0 1-1 0 0,0-1 1 0 0,1 1 0 0 0,-1 0 0 0 0,1 0 0 0 0,1 0 0 0 0,-1 0 0 0 0,7-3 0 0 0,1-3 89 0 0,1 2 1 0 0,1-1-1 0 0,24-10 1 0 0,-29 15-35 0 0,1 0 0 0 0,0 1 1 0 0,1 0-1 0 0,-1 1 1 0 0,0 0-1 0 0,1 0 0 0 0,14 0 1 0 0,-22 2-82 0 0,1 0 0 0 0,-1 1 0 0 0,0-1 0 0 0,0 1 0 0 0,1-1 0 0 0,-1 1 0 0 0,0 0 0 0 0,0 0 1 0 0,0 1-1 0 0,0-1 0 0 0,0 1 0 0 0,0-1 0 0 0,0 1 0 0 0,-1 0 0 0 0,1 0 0 0 0,-1 0 0 0 0,1 0 0 0 0,-1 1 0 0 0,0-1 0 0 0,0 0 1 0 0,0 1-1 0 0,0 0 0 0 0,0 0 0 0 0,0-1 0 0 0,-1 1 0 0 0,3 6 0 0 0,2 6-18 0 0,0 0 1 0 0,-1 0-1 0 0,0 0 1 0 0,-1 1-1 0 0,-1 0 0 0 0,-1 0 1 0 0,0 0-1 0 0,-1 0 0 0 0,0 0 1 0 0,-4 31-1 0 0,-6-2 52 0 0,-3 0 1 0 0,-16 43-1 0 0,13-44 260 0 0,2 0 0 0 0,-8 47 0 0 0,11-43-170 0 0,6-33-107 0 0,0 0-1 0 0,1 0 1 0 0,1 1 0 0 0,0-1-1 0 0,2 0 1 0 0,0 19-1 0 0,1-31-31 0 0,-1 0 0 0 0,1 0 0 0 0,0 0 0 0 0,0 0 0 0 0,0 0 0 0 0,0 0-1 0 0,0 0 1 0 0,1 0 0 0 0,-1-1 0 0 0,1 1 0 0 0,0 0 0 0 0,-1-1 0 0 0,1 0 0 0 0,1 1-1 0 0,1 1 1 0 0,0-2 1 0 0,-1 1-1 0 0,1-1 0 0 0,0 0 1 0 0,0-1-1 0 0,0 1 0 0 0,0-1 1 0 0,0 1-1 0 0,0-1 0 0 0,0-1 0 0 0,0 1 1 0 0,1 0-1 0 0,-1-1 0 0 0,8 0 1 0 0,0-2-17 0 0,1 0 0 0 0,-1-1 0 0 0,0-1 0 0 0,0 0 0 0 0,0 0 0 0 0,0-1 0 0 0,-1-1 0 0 0,1 0 0 0 0,-2-1 0 0 0,1 0 0 0 0,-1 0 0 0 0,0-1 0 0 0,0 0 0 0 0,-1-1 0 0 0,0 0 0 0 0,-1-1 0 0 0,14-19 0 0 0,-20 26 18 0 0,-1 0-1 0 0,1 0 0 0 0,-1 0 0 0 0,0 0 1 0 0,0-1-1 0 0,0 1 0 0 0,0 0 1 0 0,-1-1-1 0 0,1 1 0 0 0,-1 0 1 0 0,0-1-1 0 0,0-5 0 0 0,0 8-5 0 0,0 1-1 0 0,0 0 1 0 0,-1-1-1 0 0,1 1 1 0 0,0-1 0 0 0,0 1-1 0 0,0-1 1 0 0,0 1-1 0 0,-1-1 1 0 0,1 1-1 0 0,0 0 1 0 0,0-1-1 0 0,-1 1 1 0 0,1 0 0 0 0,0-1-1 0 0,-1 1 1 0 0,1 0-1 0 0,0-1 1 0 0,-1 1-1 0 0,1 0 1 0 0,-1-1 0 0 0,1 1-1 0 0,0 0 1 0 0,-1 0-1 0 0,1 0 1 0 0,-1 0-1 0 0,1-1 1 0 0,-1 1-1 0 0,1 0 1 0 0,-1 0 0 0 0,0 0-1 0 0,0 0-1 0 0,-1 1 0 0 0,0-1 0 0 0,0 1 1 0 0,1-1-1 0 0,-1 1 0 0 0,0 0 0 0 0,1 0 0 0 0,-1 0 0 0 0,1 0 0 0 0,-1 0 0 0 0,1 0 0 0 0,-1 0 1 0 0,-1 2-1 0 0,-1 2 28 0 0,0-1 0 0 0,1 1 1 0 0,-1 0-1 0 0,1 0 0 0 0,0 0 1 0 0,0 1-1 0 0,1-1 0 0 0,0 1 1 0 0,0-1-1 0 0,0 1 0 0 0,0 0 0 0 0,1 0 1 0 0,0 0-1 0 0,0 0 0 0 0,1 0 1 0 0,-1 0-1 0 0,1 0 0 0 0,1 0 1 0 0,1 9-1 0 0,2 15 440 0 0,2 0-1 0 0,15 47 1 0 0,-13-50-70 0 0,6 24-15 0 0,-2 0 0 0 0,-2 2 0 0 0,-3-1 0 0 0,-2 1 0 0 0,-2 0 0 0 0,-6 86 0 0 0,0-115-302 0 0,-19 141 253 0 0,17-141-252 0 0,-1 0 0 0 0,-2-1 0 0 0,0 0 0 0 0,-21 41 0 0 0,20-49 62 0 0,0 0-1 0 0,-1 0 1 0 0,0-1 0 0 0,-25 25-1 0 0,31-35-246 0 0,1-1-1 0 0,0 0 1 0 0,-1 1-1 0 0,0-2 0 0 0,1 1 1 0 0,-1 0-1 0 0,-1-1 1 0 0,1 1-1 0 0,0-1 1 0 0,0 0-1 0 0,-1-1 1 0 0,1 1-1 0 0,-1-1 0 0 0,1 0 1 0 0,-1 0-1 0 0,0 0 1 0 0,0-1-1 0 0,1 1 1 0 0,-1-1-1 0 0,0 0 0 0 0,0-1 1 0 0,1 1-1 0 0,-8-2 1 0 0,6-1-850 0 0,1 0 1 0 0,-1 0 0 0 0,0-1 0 0 0,1 0-1 0 0,0 0 1 0 0,0 0 0 0 0,0 0 0 0 0,0-1 0 0 0,1 0-1 0 0,-6-7 1 0 0,-3-4-2481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6.292"/>
    </inkml:context>
    <inkml:brush xml:id="br0">
      <inkml:brushProperty name="width" value="0.035" units="cm"/>
      <inkml:brushProperty name="height" value="0.035" units="cm"/>
    </inkml:brush>
  </inkml:definitions>
  <inkml:trace contextRef="#ctx0" brushRef="#br0">28 732 6969 0 0,'0'0'778'0'0,"-19"16"2537"0"0,19-16-3280 0 0,-1 0-1 0 0,1 0 1 0 0,0 0 0 0 0,-1 1-1 0 0,1-1 1 0 0,0 0-1 0 0,-1 0 1 0 0,1-1-1 0 0,0 1 1 0 0,0 0-1 0 0,-1 0 1 0 0,1 0 0 0 0,0 0-1 0 0,-1 0 1 0 0,1 0-1 0 0,0 0 1 0 0,0 0-1 0 0,-1 0 1 0 0,1-1-1 0 0,0 1 1 0 0,0 0 0 0 0,-1 0-1 0 0,1 0 1 0 0,0-1-1 0 0,0 1 1 0 0,0 0-1 0 0,-1 0 1 0 0,1-1 0 0 0,0 1-1 0 0,0 0 1 0 0,0 0-1 0 0,0-1 1 0 0,0 1-1 0 0,-1 0 1 0 0,1 0-1 0 0,0-1 1 0 0,0 1 0 0 0,0 0-1 0 0,0-1 1 0 0,0 1-1 0 0,3-18 953 0 0,11-12 624 0 0,145-219 6012 0 0,-32 54-5408 0 0,-101 148-2218 0 0,-2-1 1 0 0,34-95-1 0 0,-57 141-182 0 0,2-7-8734 0 0,-8 14 6257 0 0,-9 15-989 0 0,7-6 1638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6.693"/>
    </inkml:context>
    <inkml:brush xml:id="br0">
      <inkml:brushProperty name="width" value="0.035" units="cm"/>
      <inkml:brushProperty name="height" value="0.035" units="cm"/>
    </inkml:brush>
  </inkml:definitions>
  <inkml:trace contextRef="#ctx0" brushRef="#br0">18 80 5529 0 0,'1'-20'1832'0'0,"-1"1"5419"0"0,-3 23-6859 0 0,1 1-1 0 0,0 0 1 0 0,0 0-1 0 0,0 0 1 0 0,1 1-1 0 0,-2 7 1 0 0,2-10-355 0 0,1 0 1 0 0,-1-1-1 0 0,1 1 1 0 0,-1 0-1 0 0,1 0 0 0 0,0 0 1 0 0,0 0-1 0 0,0 0 0 0 0,0 0 1 0 0,1 0-1 0 0,-1 0 1 0 0,1-1-1 0 0,0 1 0 0 0,2 4 1 0 0,-2-6-43 0 0,1 1 1 0 0,-1-1-1 0 0,1 0 1 0 0,0-1-1 0 0,-1 1 1 0 0,1 0 0 0 0,0 0-1 0 0,0-1 1 0 0,-1 1-1 0 0,1-1 1 0 0,0 0-1 0 0,0 1 1 0 0,0-1 0 0 0,0 0-1 0 0,0 0 1 0 0,0 0-1 0 0,0 0 1 0 0,-1 0-1 0 0,1-1 1 0 0,0 1 0 0 0,0-1-1 0 0,0 1 1 0 0,0-1-1 0 0,-1 0 1 0 0,1 1-1 0 0,0-1 1 0 0,-1 0 0 0 0,1 0-1 0 0,0 0 1 0 0,-1 0-1 0 0,1-1 1 0 0,1-1-1 0 0,6-4-396 0 0,0 0 0 0 0,0-1-1 0 0,-1 0 1 0 0,8-9 0 0 0,30-40-4135 0 0,-31 35 2388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1.810"/>
    </inkml:context>
    <inkml:brush xml:id="br0">
      <inkml:brushProperty name="width" value="0.035" units="cm"/>
      <inkml:brushProperty name="height" value="0.035" units="cm"/>
    </inkml:brush>
  </inkml:definitions>
  <inkml:trace contextRef="#ctx0" brushRef="#br0">30 79 9493 0 0,'-9'-13'1432'0'0,"-12"-22"11969"0"0,30 8-12027 0 0,-8 27-1334 0 0,0-1 0 0 0,0 1 0 0 0,-1 0 0 0 0,1-1-1 0 0,0 1 1 0 0,0 0 0 0 0,0-1 0 0 0,-1 1 0 0 0,1 0-1 0 0,0 0 1 0 0,0 0 0 0 0,0 0 0 0 0,0 0 0 0 0,0 0-1 0 0,-1 0 1 0 0,1 0 0 0 0,0 0 0 0 0,0 0 0 0 0,0 1-1 0 0,0-1 1 0 0,-1 0 0 0 0,1 0 0 0 0,0 1 0 0 0,0-1-1 0 0,0 1 1 0 0,-1-1 0 0 0,1 1 0 0 0,0-1 0 0 0,-1 1-1 0 0,1-1 1 0 0,0 1 0 0 0,-1 0 0 0 0,1-1 0 0 0,-1 1-1 0 0,1 0 1 0 0,-1-1 0 0 0,1 1 0 0 0,0 1 0 0 0,26 36 797 0 0,-22-30-543 0 0,13 16 60 0 0,0-1-1 0 0,2 0 1 0 0,38 33 0 0 0,31 11-4173 0 0,-87-66 2568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2.243"/>
    </inkml:context>
    <inkml:brush xml:id="br0">
      <inkml:brushProperty name="width" value="0.035" units="cm"/>
      <inkml:brushProperty name="height" value="0.035" units="cm"/>
    </inkml:brush>
  </inkml:definitions>
  <inkml:trace contextRef="#ctx0" brushRef="#br0">154 31 6513 0 0,'-5'-6'195'0'0,"-25"-18"3813"0"0,30 24-3947 0 0,-1 0 1 0 0,1 0-1 0 0,0 0 1 0 0,-1 0-1 0 0,1 0 0 0 0,0 0 1 0 0,-1 0-1 0 0,1 0 1 0 0,-1 0-1 0 0,1 0 0 0 0,0 0 1 0 0,-1 0-1 0 0,1 0 0 0 0,-1 0 1 0 0,1 0-1 0 0,0 1 1 0 0,-1-1-1 0 0,1 0 0 0 0,0 0 1 0 0,-1 0-1 0 0,1 0 0 0 0,0 1 1 0 0,-1-1-1 0 0,1 0 1 0 0,0 0-1 0 0,-1 1 0 0 0,1-1 1 0 0,0 0-1 0 0,-1 1 0 0 0,-4 22 73 0 0,3-4-84 0 0,0 0 1 0 0,0-1-1 0 0,-2 1 0 0 0,0-1 0 0 0,-1 0 1 0 0,-1 0-1 0 0,-9 18 0 0 0,15-35-65 0 0,-1 0 0 0 0,1 0-1 0 0,-1 0 1 0 0,1 0 0 0 0,-1 0-1 0 0,1-1 1 0 0,-1 1 0 0 0,0 0-1 0 0,1 0 1 0 0,-1 0 0 0 0,0-1-1 0 0,0 1 1 0 0,0 0 0 0 0,0-1 0 0 0,0 1-1 0 0,1-1 1 0 0,-1 1 0 0 0,0-1-1 0 0,0 1 1 0 0,0-1 0 0 0,0 1-1 0 0,0-1 1 0 0,0 0 0 0 0,-1 0-1 0 0,1 0 1 0 0,0 0 0 0 0,0 0-1 0 0,0 0 1 0 0,0 0 0 0 0,0 0 0 0 0,0 0-1 0 0,0 0 1 0 0,0 0 0 0 0,0-1-1 0 0,0 1 1 0 0,0 0 0 0 0,0-1-1 0 0,0 1 1 0 0,0-1 0 0 0,0 1-1 0 0,0-1 1 0 0,0 1 0 0 0,0-1 0 0 0,-1-1-1 0 0,0 1 18 0 0,1-1 0 0 0,-1 1 0 0 0,0-1 0 0 0,1 0 0 0 0,-1 1 0 0 0,1-1-1 0 0,0 0 1 0 0,-1 0 0 0 0,1 0 0 0 0,0 0 0 0 0,0 0 0 0 0,0 0 0 0 0,1 0 0 0 0,-1-1-1 0 0,0 1 1 0 0,1 0 0 0 0,-1 0 0 0 0,1-1 0 0 0,0 1 0 0 0,0-4 0 0 0,2-5 250 0 0,1 0 1 0 0,0 0 0 0 0,1 1-1 0 0,0 0 1 0 0,1-1-1 0 0,0 2 1 0 0,1-1-1 0 0,10-14 1 0 0,-14 21-124 0 0,0 0-1 0 0,0 0 1 0 0,1 0-1 0 0,0 0 1 0 0,-1 0-1 0 0,1 0 1 0 0,0 1-1 0 0,0-1 1 0 0,0 1-1 0 0,1 0 1 0 0,-1 0-1 0 0,0 0 1 0 0,1 0-1 0 0,-1 1 1 0 0,1-1-1 0 0,0 1 1 0 0,0 0-1 0 0,-1 0 1 0 0,1 0-1 0 0,0 1 1 0 0,0-1-1 0 0,0 1 1 0 0,0 0-1 0 0,0 0 1 0 0,0 1-1 0 0,0-1 1 0 0,7 2-1 0 0,-7 0-98 0 0,-1 0-1 0 0,1 1 1 0 0,0-1-1 0 0,-1 0 1 0 0,0 1-1 0 0,0 0 1 0 0,0 0-1 0 0,0 0 1 0 0,0 0-1 0 0,0 0 1 0 0,-1 1-1 0 0,1-1 1 0 0,-1 1-1 0 0,2 4 1 0 0,16 21-1843 0 0,-18-27 1137 0 0,0 1 1 0 0,0-1 0 0 0,0 0 0 0 0,1 0-1 0 0,-1 0 1 0 0,1 0 0 0 0,0-1 0 0 0,0 1 0 0 0,3 1-1 0 0,4 1-1471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3.738"/>
    </inkml:context>
    <inkml:brush xml:id="br0">
      <inkml:brushProperty name="width" value="0.035" units="cm"/>
      <inkml:brushProperty name="height" value="0.035" units="cm"/>
    </inkml:brush>
  </inkml:definitions>
  <inkml:trace contextRef="#ctx0" brushRef="#br0">212 10 9781 0 0,'-34'-9'2005'0'0,"31"10"-1857"0"0,0 1 1 0 0,0 0-1 0 0,0 0 0 0 0,0 0 1 0 0,0 1-1 0 0,1-1 1 0 0,-1 1-1 0 0,1-1 1 0 0,-1 1-1 0 0,1 0 1 0 0,0 0-1 0 0,0 0 0 0 0,0 0 1 0 0,-1 4-1 0 0,-22 57 1652 0 0,5-12-523 0 0,-11 3-91 0 0,-16 31-38 0 0,44-80-1160 0 0,1 1-1 0 0,-1 0 1 0 0,1 0 0 0 0,1 0-1 0 0,-1 0 1 0 0,1 0 0 0 0,0 0-1 0 0,1 0 1 0 0,0 0-1 0 0,1 13 1 0 0,0-17-17 0 0,0-1-1 0 0,0 1 1 0 0,0-1 0 0 0,1 1-1 0 0,-1-1 1 0 0,0 0-1 0 0,1 1 1 0 0,0-1 0 0 0,0 0-1 0 0,0 0 1 0 0,-1 0 0 0 0,2 0-1 0 0,-1-1 1 0 0,0 1-1 0 0,0 0 1 0 0,1-1 0 0 0,-1 0-1 0 0,0 1 1 0 0,1-1-1 0 0,0 0 1 0 0,3 1 0 0 0,56 13-548 0 0,-12-16 647 0 0,-48 1-2 0 0,5 1 48 0 0,-7-1-116 0 0,0 0-1 0 0,-1 1 0 0 0,1-1 0 0 0,0 0 1 0 0,0 0-1 0 0,-1 1 0 0 0,1-1 0 0 0,0 0 1 0 0,0 1-1 0 0,0-1 0 0 0,0 1 0 0 0,-1-1 1 0 0,1 0-1 0 0,0 1 0 0 0,0-1 0 0 0,0 0 1 0 0,0 1-1 0 0,0-1 0 0 0,0 1 0 0 0,0-1 1 0 0,0 0-1 0 0,0 1 0 0 0,0-1 1 0 0,0 0-1 0 0,0 1 0 0 0,1-1 0 0 0,-1 1 1 0 0,0-1-1 0 0,0 0 0 0 0,0 1 0 0 0,0-1 1 0 0,1 0-1 0 0,-1 1 0 0 0,0-1 0 0 0,0 0 1 0 0,1 0-1 0 0,-1 1 0 0 0,0-1 0 0 0,0 0 1 0 0,1 1-1 0 0,-1-1 0 0 0,0 0 0 0 0,1 0 1 0 0,-1 0-1 0 0,0 0 0 0 0,1 1 0 0 0,-1-1 1 0 0,0 0-1 0 0,1 0 0 0 0,-1 0 0 0 0,1 0 1 0 0,-1 0-1 0 0,0 0 0 0 0,1 0 0 0 0,-1 0 1 0 0,0 0-1 0 0,1 0 0 0 0,-1 0 0 0 0,1 0 1 0 0,-1 0-1 0 0,0 0 0 0 0,1 0 0 0 0,-1 0 1 0 0,0 0-1 0 0,1-1 0 0 0,-1 1 1 0 0,0 0-1 0 0,1 0 0 0 0,0-1 0 0 0,-32 44-1424 0 0,4-18-6190 0 0,18-18 5630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4.535"/>
    </inkml:context>
    <inkml:brush xml:id="br0">
      <inkml:brushProperty name="width" value="0.035" units="cm"/>
      <inkml:brushProperty name="height" value="0.035" units="cm"/>
    </inkml:brush>
  </inkml:definitions>
  <inkml:trace contextRef="#ctx0" brushRef="#br0">21 62 8261 0 0,'-3'-18'1179'0'0,"2"19"-1125"0"0,-1 0 0 0 0,1 0 0 0 0,0 1 0 0 0,-1-1 0 0 0,1 0 0 0 0,0 1 0 0 0,0-1 0 0 0,0 1 1 0 0,0-1-1 0 0,0 1 0 0 0,0 0 0 0 0,0 0 0 0 0,1-1 0 0 0,-1 1 0 0 0,1 0 0 0 0,-1 0 0 0 0,1-1 1 0 0,-1 1-1 0 0,1 0 0 0 0,0 0 0 0 0,0 0 0 0 0,0 0 0 0 0,0 0 0 0 0,0-1 0 0 0,1 4 0 0 0,6 50 1224 0 0,-7-54-1223 0 0,2 10 375 0 0,1 0 1 0 0,0 0-1 0 0,0-1 0 0 0,1 0 1 0 0,7 13-1 0 0,-11-22-406 0 0,1 1 0 0 0,0-1 0 0 0,0 0-1 0 0,-1 1 1 0 0,1-1 0 0 0,0 0 0 0 0,0 0 0 0 0,1 0-1 0 0,-1 0 1 0 0,0 0 0 0 0,0 0 0 0 0,0 0 0 0 0,1 0 0 0 0,-1-1-1 0 0,0 1 1 0 0,1 0 0 0 0,-1-1 0 0 0,1 1 0 0 0,1 0 0 0 0,-1-2-34 0 0,0 1 1 0 0,0 0 0 0 0,0-1 0 0 0,0 1 0 0 0,0-1 0 0 0,-1 0 0 0 0,1 0 0 0 0,0 1 0 0 0,0-1 0 0 0,-1 0 0 0 0,1-1-1 0 0,-1 1 1 0 0,1 0 0 0 0,-1 0 0 0 0,1-1 0 0 0,-1 1 0 0 0,0 0 0 0 0,0-1 0 0 0,0 0 0 0 0,2-2 0 0 0,4-6 65 0 0,-1 0 1 0 0,0-1-1 0 0,0 0 0 0 0,-1 0 1 0 0,0 0-1 0 0,-1-1 1 0 0,-1 1-1 0 0,0-1 0 0 0,2-13 1 0 0,-5 23 2594 0 0,1-4-2292 0 0,-2 13-332 0 0,1 2-26 0 0,1 0 1 0 0,0 0-1 0 0,1 0 1 0 0,-1-1-1 0 0,2 1 1 0 0,-1 0-1 0 0,1-1 1 0 0,4 9-1 0 0,-6-15-18 0 0,0-1 0 0 0,0 1 0 0 0,-1-1-1 0 0,1 1 1 0 0,0-1 0 0 0,0 0 0 0 0,1 1 0 0 0,-1-1 0 0 0,0 0-1 0 0,0 0 1 0 0,1 0 0 0 0,-1 0 0 0 0,0 0 0 0 0,1 0-1 0 0,-1 0 1 0 0,1-1 0 0 0,-1 1 0 0 0,1 0 0 0 0,3 0 0 0 0,-3-1-34 0 0,0 0 1 0 0,1-1-1 0 0,-1 1 1 0 0,0-1-1 0 0,0 1 1 0 0,0-1-1 0 0,0 0 1 0 0,1 0-1 0 0,-1 0 1 0 0,0 0-1 0 0,0 0 1 0 0,-1-1-1 0 0,1 1 1 0 0,0 0 0 0 0,0-1-1 0 0,-1 0 1 0 0,1 1-1 0 0,-1-1 1 0 0,3-3-1 0 0,4-6-90 0 0,-1 0-1 0 0,0 0 0 0 0,-1-1 1 0 0,0-1-1 0 0,0 1 1 0 0,-2-1-1 0 0,1 0 0 0 0,3-24 1 0 0,2 0 862 0 0,-10 48-693 0 0,-1 1 1 0 0,1-1-1 0 0,1 1 1 0 0,0-1-1 0 0,4 17 1 0 0,-5-25-33 0 0,0-1 1 0 0,0 0 0 0 0,1 0 0 0 0,-1 1 0 0 0,1-1-1 0 0,-1 0 1 0 0,1 0 0 0 0,0 0 0 0 0,0 0 0 0 0,0 0-1 0 0,0 0 1 0 0,0 0 0 0 0,1 0 0 0 0,-1 0 0 0 0,1 0-1 0 0,-1 0 1 0 0,1-1 0 0 0,-1 1 0 0 0,1-1 0 0 0,0 1-1 0 0,0-1 1 0 0,0 0 0 0 0,0 0 0 0 0,3 2 0 0 0,-2-3-46 0 0,0 0 0 0 0,0 0 0 0 0,1 0 0 0 0,-1 0 0 0 0,-1-1 0 0 0,1 0 0 0 0,0 1 0 0 0,0-1 0 0 0,0 0 0 0 0,0 0 0 0 0,0-1 1 0 0,-1 1-1 0 0,1-1 0 0 0,0 1 0 0 0,-1-1 0 0 0,0 0 0 0 0,1 0 0 0 0,2-2 0 0 0,-2 2 9 0 0,0-1 0 0 0,0 1 1 0 0,0-1-1 0 0,0 0 0 0 0,0 0 0 0 0,-1 0 0 0 0,1 0 0 0 0,-1 0 1 0 0,0 0-1 0 0,0-1 0 0 0,0 1 0 0 0,0-1 0 0 0,0 1 0 0 0,-1-1 0 0 0,0 0 1 0 0,0 0-1 0 0,0 1 0 0 0,0-1 0 0 0,0 0 0 0 0,-1 0 0 0 0,0 0 1 0 0,0 0-1 0 0,0 0 0 0 0,-1-5 0 0 0,1 7 151 0 0,-7-9 689 0 0,7 11-778 0 0,-1-1 1 0 0,1 0-1 0 0,0 0 0 0 0,0 1 1 0 0,0-1-1 0 0,-1 0 1 0 0,1 0-1 0 0,0 1 1 0 0,0-1-1 0 0,-1 0 0 0 0,1 1 1 0 0,-1-1-1 0 0,1 1 1 0 0,-1-1-1 0 0,1 0 0 0 0,-1 1 1 0 0,1-1-1 0 0,-1 1 1 0 0,1-1-1 0 0,-1 1 0 0 0,0-1 1 0 0,1 1-1 0 0,-1 0 1 0 0,0-1-1 0 0,1 1 0 0 0,-1 0 1 0 0,0 0-1 0 0,0-1 1 0 0,1 1-1 0 0,-1 0 0 0 0,0 0 1 0 0,0 0-1 0 0,1 0 1 0 0,-1 0-1 0 0,0 0 0 0 0,0 0 1 0 0,1 0-1 0 0,-1 0 1 0 0,0 0-1 0 0,-1 1 1 0 0,1 0-21 0 0,0 0 0 0 0,0 0 0 0 0,1 0 0 0 0,-1 0 0 0 0,0 1 1 0 0,1-1-1 0 0,-1 0 0 0 0,1 1 0 0 0,-1-1 0 0 0,1 0 0 0 0,0 1 1 0 0,-1-1-1 0 0,1 0 0 0 0,0 1 0 0 0,0-1 0 0 0,0 0 0 0 0,0 1 1 0 0,0-1-1 0 0,0 1 0 0 0,1-1 0 0 0,-1 0 0 0 0,0 1 0 0 0,1-1 1 0 0,-1 0-1 0 0,1 0 0 0 0,-1 1 0 0 0,1-1 0 0 0,0 0 0 0 0,-1 0 1 0 0,2 2-1 0 0,0 1 10 0 0,1 1 0 0 0,-1-1 0 0 0,1 0-1 0 0,0 0 1 0 0,0 0 0 0 0,0-1 0 0 0,4 5 0 0 0,-3-6-6 0 0,0 0-1 0 0,-1 0 0 0 0,1 0 1 0 0,0-1-1 0 0,0 0 0 0 0,0 0 1 0 0,0 0-1 0 0,0 0 0 0 0,1 0 1 0 0,-1-1-1 0 0,8 0 0 0 0,-6 0 391 0 0,-1 1-1 0 0,1-1 1 0 0,-1 1-1 0 0,0 0 1 0 0,1 0-1 0 0,5 2 0 0 0,-10-2-354 0 0,1 0-1 0 0,-1 0 0 0 0,0 0 1 0 0,0 0-1 0 0,0 0 0 0 0,0 1 0 0 0,0-1 1 0 0,0 0-1 0 0,0 0 0 0 0,0 1 1 0 0,0-1-1 0 0,0 0 0 0 0,-1 1 1 0 0,1-1-1 0 0,-1 1 0 0 0,1-1 0 0 0,-1 1 1 0 0,0-1-1 0 0,1 1 0 0 0,-1 0 1 0 0,0-1-1 0 0,0 1 0 0 0,0 1 0 0 0,-3 46 185 0 0,2-31-212 0 0,-4 103-1858 0 0,5-119 964 0 0,0 13-8316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5.982"/>
    </inkml:context>
    <inkml:brush xml:id="br0">
      <inkml:brushProperty name="width" value="0.035" units="cm"/>
      <inkml:brushProperty name="height" value="0.035" units="cm"/>
    </inkml:brush>
  </inkml:definitions>
  <inkml:trace contextRef="#ctx0" brushRef="#br0">23 395 8589 0 0,'5'-14'-1635'0'0,"3"-8"6296"0"0,-7 16 601 0 0,-10 23-3738 0 0,4-5-1504 0 0,0 1 1 0 0,0-1-1 0 0,-3 20 0 0 0,7-29-29 0 0,0-1 0 0 0,0 1-1 0 0,1-1 1 0 0,-1 1 0 0 0,1 0 0 0 0,0-1-1 0 0,0 1 1 0 0,0 0 0 0 0,0-1-1 0 0,0 1 1 0 0,1-1 0 0 0,-1 1-1 0 0,1 0 1 0 0,0-1 0 0 0,-1 1-1 0 0,1-1 1 0 0,0 0 0 0 0,1 1 0 0 0,-1-1-1 0 0,0 0 1 0 0,1 1 0 0 0,-1-1-1 0 0,1 0 1 0 0,2 3 0 0 0,-2-4-59 0 0,0 0 0 0 0,-1-1 0 0 0,1 1 0 0 0,0 0 0 0 0,0 0 0 0 0,-1-1 0 0 0,1 1 0 0 0,0-1 0 0 0,0 0 0 0 0,0 0 0 0 0,0 1 0 0 0,0-1 0 0 0,-1 0 0 0 0,1 0 0 0 0,0-1 0 0 0,0 1 0 0 0,0 0 0 0 0,0-1 0 0 0,0 1 0 0 0,-1-1 0 0 0,1 1 0 0 0,0-1 1 0 0,0 0-1 0 0,-1 0 0 0 0,1 0 0 0 0,-1 0 0 0 0,1 0 0 0 0,-1 0 0 0 0,1 0 0 0 0,-1-1 0 0 0,1 1 0 0 0,-1 0 0 0 0,0-1 0 0 0,0 1 0 0 0,0-1 0 0 0,0 0 0 0 0,1-2 0 0 0,2-1 160 0 0,-1 0 1 0 0,0 0-1 0 0,-1-1 1 0 0,1 1-1 0 0,-1-1 0 0 0,0 0 1 0 0,-1 0-1 0 0,1 1 1 0 0,-1-1-1 0 0,1-7 1 0 0,-2 22 11 0 0,1 1 1 0 0,0-1-1 0 0,1 0 1 0 0,-1 0-1 0 0,2 0 1 0 0,0 0-1 0 0,0 0 1 0 0,7 14 0 0 0,-8-20-117 0 0,-1 0 0 0 0,0 0 0 0 0,1-1-1 0 0,0 1 1 0 0,0-1 0 0 0,0 1 0 0 0,0-1 0 0 0,0 0 0 0 0,0 0 0 0 0,0 0 0 0 0,1 0 0 0 0,-1 0 0 0 0,1 0 0 0 0,0-1 0 0 0,-1 1 0 0 0,1-1 0 0 0,0 0 0 0 0,0 0 0 0 0,0 0 0 0 0,0 0 0 0 0,0 0 0 0 0,0 0 0 0 0,0-1 0 0 0,0 0 0 0 0,0 0 0 0 0,0 1 0 0 0,0-2 0 0 0,0 1 0 0 0,0 0 0 0 0,0-1 0 0 0,0 1 0 0 0,5-3 0 0 0,0-1-62 0 0,-1 0-1 0 0,0-1 1 0 0,0 0 0 0 0,-1 0-1 0 0,0-1 1 0 0,1 0-1 0 0,5-7 1 0 0,2-2-9 0 0,-7 9-36 0 0,-1-1 0 0 0,0 0 1 0 0,0 0-1 0 0,0-1 1 0 0,-1 0-1 0 0,0 0 1 0 0,-1 0-1 0 0,0 0 1 0 0,0-1-1 0 0,-1 0 1 0 0,3-12-1 0 0,-3 8 278 0 0,-1-1 1 0 0,0-1-1 0 0,-1 1 0 0 0,-1 0 1 0 0,-1 0-1 0 0,-3-24 0 0 0,4 36 931 0 0,-3-5-969 0 0,1 4-97 0 0,2 14-5 0 0,0-11-20 0 0,5 82 97 0 0,-5-77-106 0 0,1 0 1 0 0,0 0-1 0 0,0 0 1 0 0,1 0-1 0 0,0 0 1 0 0,0 0-1 0 0,0 0 1 0 0,0-1-1 0 0,1 1 1 0 0,0-1-1 0 0,0 1 1 0 0,0-1-1 0 0,4 5 1 0 0,-5-9-16 0 0,-1 1 0 0 0,0 0 0 0 0,0-1 0 0 0,1 1 0 0 0,-1-1 0 0 0,0 1 0 0 0,0-1 0 0 0,1 0 0 0 0,-1 0 0 0 0,1 1 0 0 0,-1-1 1 0 0,0 0-1 0 0,1 0 0 0 0,-1 0 0 0 0,0 0 0 0 0,1-1 0 0 0,-1 1 0 0 0,0 0 0 0 0,1-1 0 0 0,-1 1 0 0 0,0 0 0 0 0,1-1 0 0 0,-1 0 1 0 0,0 1-1 0 0,0-1 0 0 0,0 0 0 0 0,1 1 0 0 0,-1-1 0 0 0,0 0 0 0 0,0 0 0 0 0,1-2 0 0 0,29-31-905 0 0,-23 20 674 0 0,0 0 0 0 0,-1-1 1 0 0,-1 1-1 0 0,0-1 0 0 0,6-29 0 0 0,3-36 6328 0 0,-15 80-6057 0 0,0-1 0 0 0,0 1 0 0 0,0 0 0 0 0,0 0 1 0 0,0 0-1 0 0,0-1 0 0 0,0 1 0 0 0,0 0 1 0 0,0 0-1 0 0,0-1 0 0 0,0 1 0 0 0,0 0 1 0 0,0 0-1 0 0,0 0 0 0 0,0-1 0 0 0,0 1 1 0 0,0 0-1 0 0,0 0 0 0 0,0-1 0 0 0,0 1 1 0 0,0 0-1 0 0,0 0 0 0 0,0 0 0 0 0,1-1 1 0 0,-1 1-1 0 0,0 0 0 0 0,0 0 0 0 0,0 0 1 0 0,0 0-1 0 0,1 0 0 0 0,-1-1 0 0 0,0 1 0 0 0,0 0 1 0 0,0 0-1 0 0,1 0 0 0 0,-1 0 0 0 0,0 0 1 0 0,0 0-1 0 0,0 0 0 0 0,1 0 0 0 0,-1 0 1 0 0,0-1-1 0 0,0 1 0 0 0,0 0 0 0 0,1 0 1 0 0,6 11 302 0 0,3 16-5 0 0,4 63 317 0 0,-11-57-502 0 0,3-2 1 0 0,8 32 0 0 0,-14-61-203 0 0,1-1 0 0 0,-1 0 0 0 0,0 1 1 0 0,1-1-1 0 0,-1 0 0 0 0,1 1 1 0 0,0-1-1 0 0,-1 0 0 0 0,1 0 0 0 0,0 0 1 0 0,0 0-1 0 0,0 0 0 0 0,0 0 0 0 0,0 0 1 0 0,0 0-1 0 0,0 0 0 0 0,0 0 0 0 0,0 0 1 0 0,0 0-1 0 0,0-1 0 0 0,1 1 0 0 0,-1 0 1 0 0,0-1-1 0 0,2 1 0 0 0,0-1-98 0 0,-1 0 0 0 0,0 0-1 0 0,1 0 1 0 0,-1 0 0 0 0,0-1 0 0 0,0 1 0 0 0,0-1-1 0 0,1 1 1 0 0,-1-1 0 0 0,0 0 0 0 0,0 0-1 0 0,0 0 1 0 0,3-2 0 0 0,7-6-969 0 0,-1 1 0 0 0,0-2-1 0 0,17-18 1 0 0,-23 24 724 0 0,7-10-367 0 0,0 1 0 0 0,-1-1 0 0 0,0-1 0 0 0,-2 0-1 0 0,1 0 1 0 0,-2-1 0 0 0,0 0 0 0 0,-1-1 0 0 0,5-17 0 0 0,-6 11 1037 0 0,0 0 0 0 0,1-25 1 0 0,-1-53 10869 0 0,-7 87-6465 0 0,-4 12-3647 0 0,1 15-1387 0 0,3 3 372 0 0,0 0-1 0 0,2-1 1 0 0,0 1 0 0 0,0 0 0 0 0,2 0-1 0 0,4 15 1 0 0,5 47-70 0 0,-8-50 530 0 0,-1-8-1968 0 0,-2-6-5288 0 0,10-58 5288 0 0,-4-36 1301 0 0,-7 78 318 0 0,14-15 3156 0 0,-10 16-3264 0 0,0 1 1 0 0,0 0-1 0 0,0 0 0 0 0,0 0 1 0 0,0 0-1 0 0,0 1 0 0 0,7 1 1 0 0,22 2 41 0 0,-32-4-36 0 0,0 0 0 0 0,0 0 0 0 0,-1 0 0 0 0,1 0 0 0 0,0 0 0 0 0,0 0 0 0 0,0 0 0 0 0,0 0 1 0 0,0-1-1 0 0,0 1 0 0 0,0 0 0 0 0,0-1 0 0 0,-1 1 0 0 0,1-1 0 0 0,0 1 0 0 0,0 0 0 0 0,-1-1 0 0 0,1 0 0 0 0,0 1 0 0 0,0-1 0 0 0,-1 1 0 0 0,1-1 0 0 0,0-1 0 0 0,0 1 128 0 0,-1 0-88 0 0,1 1 1 0 0,-1 0-1 0 0,0-1 0 0 0,1 1 1 0 0,-1-1-1 0 0,0 1 0 0 0,1-1 1 0 0,-1 1-1 0 0,0-1 0 0 0,0 1 1 0 0,0-1-1 0 0,1 1 0 0 0,-1-1 0 0 0,0 1 1 0 0,0-1-1 0 0,0 1 0 0 0,0-1 1 0 0,0 1-1 0 0,0-1 0 0 0,0 0 1 0 0,0 1-1 0 0,0-1 0 0 0,0 1 0 0 0,0-1 1 0 0,-1 1-1 0 0,1-1 0 0 0,0 1 1 0 0,0-1-1 0 0,-2-8 607 0 0,1 13-440 0 0,1 3-168 0 0,1-1-1 0 0,0 0 0 0 0,0 1 0 0 0,0-1 0 0 0,1 0 1 0 0,0 0-1 0 0,0 0 0 0 0,0 0 0 0 0,1 0 1 0 0,0 0-1 0 0,0-1 0 0 0,1 1 0 0 0,0-1 0 0 0,-1 0 1 0 0,6 5-1 0 0,-8-10-57 0 0,0 0 0 0 0,-1 0 0 0 0,1 1 0 0 0,-1-1 0 0 0,1 0 0 0 0,-1 0 0 0 0,1 0 0 0 0,0 0 0 0 0,-1 0 0 0 0,1 0 0 0 0,0 0 0 0 0,-1 0 0 0 0,1 0 0 0 0,-1 0 1 0 0,1 0-1 0 0,0-1 0 0 0,-1 1 0 0 0,1 0 0 0 0,-1 0 0 0 0,1-1 0 0 0,-1 1 0 0 0,1 0 0 0 0,-1-1 0 0 0,1 1 0 0 0,-1 0 0 0 0,1-1 0 0 0,-1 1 0 0 0,1-1 0 0 0,-1 1 0 0 0,0-1 0 0 0,1 1 0 0 0,-1-1 0 0 0,0 1 0 0 0,1-1 0 0 0,-1 1 0 0 0,0-1 1 0 0,0 1-1 0 0,1-1 0 0 0,-1 0 0 0 0,0 1 0 0 0,0-1 0 0 0,0 1 0 0 0,0-1 0 0 0,0-1 0 0 0,9-25-330 0 0,-7 11 324 0 0,0-1-1 0 0,-1 1 1 0 0,-1-1 0 0 0,-3-28 0 0 0,0-11-741 0 0,11 68-11703 0 0,-3-6 12621 0 0,-4-3-1572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46.413"/>
    </inkml:context>
    <inkml:brush xml:id="br0">
      <inkml:brushProperty name="width" value="0.035" units="cm"/>
      <inkml:brushProperty name="height" value="0.035" units="cm"/>
    </inkml:brush>
  </inkml:definitions>
  <inkml:trace contextRef="#ctx0" brushRef="#br0">0 14 7377 0 0,'0'0'3517'0'0,"8"-3"-2308"0"0,20-7-11726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45.176"/>
    </inkml:context>
    <inkml:brush xml:id="br0">
      <inkml:brushProperty name="width" value="0.035" units="cm"/>
      <inkml:brushProperty name="height" value="0.035" units="cm"/>
    </inkml:brush>
  </inkml:definitions>
  <inkml:trace contextRef="#ctx0" brushRef="#br0">1 232 3284 0 0,'2'3'822'0'0,"39"-12"1089"0"0,0 2 1 0 0,69-3-1 0 0,-26 3-642 0 0,624-33 2738 0 0,3 42-3312 0 0,-250 2 52 0 0,-286-4-623 0 0,1686-5-731 0 0,-1806 5 443 0 0,-1 0-164 0 0,93-10 0 0 0,-135 6-1398 0 0,-16-1-278 0 0,-20-2-1250 0 0,21 6 2954 0 0,1 1 108 0 0,2-8 392 0 0,0 0 142 0 0,1 0 0 0 0,1 1 0 0 0,-1-1 0 0 0,1 1 0 0 0,1-1-1 0 0,-1 1 1 0 0,1-1 0 0 0,1 1 0 0 0,-1 0 0 0 0,8-9 0 0 0,-10 13-268 0 0,2 0 0 0 0,-1 0 0 0 0,0 1 1 0 0,0-1-1 0 0,1 1 0 0 0,0-1 0 0 0,-1 1 0 0 0,1 0 1 0 0,0 0-1 0 0,0 1 0 0 0,0-1 0 0 0,0 0 0 0 0,0 1 1 0 0,1 0-1 0 0,-1 0 0 0 0,0 0 0 0 0,0 0 0 0 0,1 0 1 0 0,-1 1-1 0 0,1-1 0 0 0,-1 1 0 0 0,1 0 0 0 0,-1 0 1 0 0,1 1-1 0 0,-1-1 0 0 0,0 1 0 0 0,1-1 0 0 0,-1 1 1 0 0,1 0-1 0 0,4 2 0 0 0,2 3 296 0 0,0 0 0 0 0,0 0 1 0 0,-1 1-1 0 0,0 0 0 0 0,0 0 0 0 0,-1 1 1 0 0,0 0-1 0 0,0 1 0 0 0,-1 0 0 0 0,0 0 1 0 0,-1 0-1 0 0,7 13 0 0 0,-13-21-369 0 0,1 1 1 0 0,0 0-1 0 0,-1-1 1 0 0,0 1-1 0 0,1 0 1 0 0,-1 0-1 0 0,0-1 1 0 0,0 1-1 0 0,0 0 0 0 0,0-1 1 0 0,0 1-1 0 0,0 0 1 0 0,0 0-1 0 0,-1-1 1 0 0,1 1-1 0 0,-1 0 0 0 0,1-1 1 0 0,-1 1-1 0 0,1 0 1 0 0,-1-1-1 0 0,-1 3 1 0 0,-1-1-125 0 0,1 0 0 0 0,-1-1 1 0 0,0 1-1 0 0,1 0 1 0 0,-1-1-1 0 0,0 0 1 0 0,0 1-1 0 0,-1-1 0 0 0,-4 2 1 0 0,-6 2-1178 0 0,0 0 0 0 0,-1-1 1 0 0,-26 5-1 0 0,14-5-999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46.945"/>
    </inkml:context>
    <inkml:brush xml:id="br0">
      <inkml:brushProperty name="width" value="0.035" units="cm"/>
      <inkml:brushProperty name="height" value="0.035" units="cm"/>
    </inkml:brush>
  </inkml:definitions>
  <inkml:trace contextRef="#ctx0" brushRef="#br0">146 309 9445 0 0,'0'0'2523'0'0,"-1"0"-2467"0"0,0-1 1 0 0,0 1 0 0 0,0 0 0 0 0,0 0-1 0 0,1 0 1 0 0,-1 0 0 0 0,0 0-1 0 0,0 0 1 0 0,0 0 0 0 0,0 0-1 0 0,0 0 1 0 0,0 1 0 0 0,0-1 0 0 0,1 0-1 0 0,-1 1 1 0 0,0-1 0 0 0,0 0-1 0 0,0 1 1 0 0,0-1 0 0 0,1 1-1 0 0,-1-1 1 0 0,0 1 0 0 0,0 0 0 0 0,-7 14 77 0 0,0 1 1 0 0,1 0 0 0 0,1 0 0 0 0,1 1 0 0 0,-6 28 0 0 0,0-6-64 0 0,-12 54 47 0 0,-13 42-71 0 0,35-133 49 0 0,-1 6 255 0 0,-1-12-138 0 0,-1-16-40 0 0,32-140 828 0 0,5-45-416 0 0,-18 56 536 0 0,-14 145-132 0 0,-1 4-983 0 0,0 0-1 0 0,0 0 1 0 0,0-1-1 0 0,0 1 1 0 0,0 0 0 0 0,0 0-1 0 0,1 0 1 0 0,-1 0 0 0 0,0 0-1 0 0,0 0 1 0 0,0 0-1 0 0,0 0 1 0 0,0 0 0 0 0,0 0-1 0 0,1 0 1 0 0,-1 0-1 0 0,0 0 1 0 0,0 0 0 0 0,0 0-1 0 0,0 0 1 0 0,1 0-1 0 0,-1 0 1 0 0,0 0 0 0 0,0 0-1 0 0,0 0 1 0 0,0 0-1 0 0,0 0 1 0 0,1 0 0 0 0,-1 0-1 0 0,0 0 1 0 0,0 0-1 0 0,0 0 1 0 0,0 0 0 0 0,0 1-1 0 0,0-1 1 0 0,0 0-1 0 0,1 0 1 0 0,-1 0 0 0 0,0 0-1 0 0,0 0 1 0 0,0 0-1 0 0,0 0 1 0 0,0 1 0 0 0,0-1-1 0 0,0 0 1 0 0,0 0 0 0 0,0 0-1 0 0,0 0 1 0 0,0 0-1 0 0,0 1 1 0 0,0-1 0 0 0,0 0-1 0 0,0 0 1 0 0,0 0-1 0 0,0 0 1 0 0,0 0 0 0 0,0 1-1 0 0,0-1 1 0 0,0 0-1 0 0,0 0 1 0 0,0 0 0 0 0,0 0-1 0 0,0 0 1 0 0,0 1-1 0 0,7 22 170 0 0,6 42-82 0 0,-10-48-48 0 0,4 17-47 0 0,1 0 1 0 0,1-1 0 0 0,20 45-1 0 0,-25-67 3 0 0,1-1-1 0 0,0 0 1 0 0,1 0-1 0 0,0-1 1 0 0,1 0-1 0 0,0 0 1 0 0,0 0-1 0 0,1-1 1 0 0,0 0-1 0 0,0-1 1 0 0,1 1-1 0 0,0-2 1 0 0,0 1-1 0 0,16 7 1 0 0,-20-12-1 0 0,-1 0 0 0 0,1 0 0 0 0,0-1 0 0 0,0 0 0 0 0,0 0 0 0 0,0 0 0 0 0,1-1 0 0 0,-1 0 0 0 0,0 0 0 0 0,0 0 0 0 0,0 0 0 0 0,0-1-1 0 0,0 0 1 0 0,0 0 0 0 0,0 0 0 0 0,0-1 0 0 0,0 0 0 0 0,0 1 0 0 0,-1-2 0 0 0,1 1 0 0 0,6-5 0 0 0,-2 1 1 0 0,-1 0 0 0 0,0-1-1 0 0,-1 0 1 0 0,1 0 0 0 0,-2-1 0 0 0,1 0-1 0 0,-1 0 1 0 0,0 0 0 0 0,8-16-1 0 0,1-9-13 0 0,-2 0 0 0 0,-1-1-1 0 0,-2 0 1 0 0,-2 0 0 0 0,0-1-1 0 0,-3 0 1 0 0,-1-1-1 0 0,-1 1 1 0 0,-2-1 0 0 0,-2 1-1 0 0,-8-60 1 0 0,9 93 7 0 0,0 1 1 0 0,0 0-1 0 0,-1 0 0 0 0,1 0 1 0 0,0-1-1 0 0,-1 1 1 0 0,1 0-1 0 0,0 0 1 0 0,-1 0-1 0 0,0 0 0 0 0,1 0 1 0 0,-1 0-1 0 0,0 0 1 0 0,1 0-1 0 0,-3-2 0 0 0,3 3-23 0 0,-1 0-1 0 0,1-1 0 0 0,0 1 1 0 0,-1 0-1 0 0,1 0 0 0 0,-1 0 0 0 0,1 0 1 0 0,-1 0-1 0 0,1 0 0 0 0,-1 0 1 0 0,1 0-1 0 0,-1 0 0 0 0,1 0 0 0 0,0 0 1 0 0,-1 0-1 0 0,1 0 0 0 0,-1 0 1 0 0,1 0-1 0 0,-1 0 0 0 0,1 1 0 0 0,0-1 1 0 0,-1 0-1 0 0,1 0 0 0 0,-1 1 1 0 0,1-1-1 0 0,0 0 0 0 0,-1 1 0 0 0,-1 1-132 0 0,0-1 0 0 0,1 1 0 0 0,-1 0 0 0 0,1 0-1 0 0,0 0 1 0 0,-1 0 0 0 0,1 0 0 0 0,0 0 0 0 0,0 0 0 0 0,1 0-1 0 0,-1 0 1 0 0,0 1 0 0 0,1-1 0 0 0,-1 0 0 0 0,1 3-1 0 0,6 46-5154 0 0,-2-32 3140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47.659"/>
    </inkml:context>
    <inkml:brush xml:id="br0">
      <inkml:brushProperty name="width" value="0.035" units="cm"/>
      <inkml:brushProperty name="height" value="0.035" units="cm"/>
    </inkml:brush>
  </inkml:definitions>
  <inkml:trace contextRef="#ctx0" brushRef="#br0">29 292 6425 0 0,'1'0'6'0'0,"0"-1"-1"0"0,0 1 1 0 0,0 0 0 0 0,0-1 0 0 0,0 1 0 0 0,0-1 0 0 0,0 1 0 0 0,0-1 0 0 0,0 0 0 0 0,0 1 0 0 0,0-1 0 0 0,0 0 0 0 0,0 0 0 0 0,0 1-1 0 0,-1-1 1 0 0,1 0 0 0 0,0 0 0 0 0,0 0 0 0 0,-1 0 0 0 0,1 0 0 0 0,0-2 0 0 0,13-31 612 0 0,-3 10 259 0 0,-5 13-482 0 0,6-6 35 0 0,-1-1 0 0 0,-1 0 0 0 0,0-1 0 0 0,-2 0 0 0 0,0-1 1 0 0,8-30-1 0 0,-16 48-344 0 0,1 0 1 0 0,-1-1 0 0 0,0 1-1 0 0,0 0 1 0 0,0 0 0 0 0,0 0-1 0 0,0 0 1 0 0,0 0 0 0 0,-1 0-1 0 0,1 0 1 0 0,-1 0 0 0 0,1 0-1 0 0,-3-4 1 0 0,3 5-40 0 0,-1 0 0 0 0,1 0 0 0 0,-1 0 0 0 0,0 1 0 0 0,0-1 0 0 0,1 0 0 0 0,-1 1 0 0 0,0-1 0 0 0,0 0 0 0 0,0 1 0 0 0,0-1 0 0 0,0 1 0 0 0,1 0 0 0 0,-1-1 0 0 0,0 1 0 0 0,0 0 0 0 0,0-1 0 0 0,0 1 0 0 0,0 0-1 0 0,-2 0 1 0 0,0 0-1 0 0,0 0 0 0 0,0 0 0 0 0,-1 1 0 0 0,1 0 0 0 0,0-1 0 0 0,0 1 0 0 0,0 0 0 0 0,0 0 0 0 0,0 1 0 0 0,0-1 0 0 0,0 1 0 0 0,1-1 0 0 0,-1 1 0 0 0,-4 4 0 0 0,-2 3-10 0 0,1 0 1 0 0,0 1 0 0 0,1 0-1 0 0,0 0 1 0 0,1 1-1 0 0,0-1 1 0 0,1 2 0 0 0,0-1-1 0 0,0 0 1 0 0,1 1 0 0 0,1 0-1 0 0,0 0 1 0 0,1 0 0 0 0,0 0-1 0 0,0 0 1 0 0,2 1-1 0 0,-1-1 1 0 0,2 0 0 0 0,2 24-1 0 0,-2-34-61 0 0,0 0-1 0 0,-1 0 0 0 0,1 0 0 0 0,0 0 0 0 0,0 0 0 0 0,0 0 1 0 0,0 0-1 0 0,0 0 0 0 0,1 0 0 0 0,-1 0 0 0 0,1 0 1 0 0,-1-1-1 0 0,1 1 0 0 0,0-1 0 0 0,-1 1 0 0 0,1-1 0 0 0,0 0 1 0 0,0 1-1 0 0,0-1 0 0 0,0 0 0 0 0,3 1 0 0 0,0-1-85 0 0,-1 0 0 0 0,0-1 0 0 0,0 1 0 0 0,1-1 0 0 0,-1 0 0 0 0,0 0 0 0 0,1 0 0 0 0,-1-1 0 0 0,0 1 0 0 0,8-3 1 0 0,5-3-224 0 0,-1 0 1 0 0,1-1 0 0 0,-1 0 0 0 0,21-14 0 0 0,-17 9 271 0 0,-1-1-1 0 0,0-1 0 0 0,-1-1 1 0 0,0 0-1 0 0,-1-1 1 0 0,-1-1-1 0 0,-1 0 1 0 0,0-1-1 0 0,19-31 1 0 0,-33 46 3109 0 0,-3-1-2600 0 0,2 3-445 0 0,0 1-1 0 0,0-1 0 0 0,0 1 0 0 0,0 0 1 0 0,0-1-1 0 0,0 1 0 0 0,0 0 1 0 0,0-1-1 0 0,0 1 0 0 0,0 0 1 0 0,-1-1-1 0 0,1 1 0 0 0,0 0 0 0 0,0-1 1 0 0,0 1-1 0 0,0 0 0 0 0,-1-1 1 0 0,1 1-1 0 0,0 0 0 0 0,0 0 1 0 0,-1-1-1 0 0,1 1 0 0 0,0 0 0 0 0,0 0 1 0 0,-1-1-1 0 0,1 1 0 0 0,0 0 1 0 0,-1 0-1 0 0,1 0 0 0 0,0 0 0 0 0,-1 0 1 0 0,1-1-1 0 0,0 1 0 0 0,-1 0 1 0 0,1 0-1 0 0,-1 0 0 0 0,1 0 1 0 0,0 0-1 0 0,-1 0 0 0 0,1 0 0 0 0,0 0 1 0 0,-1 0-1 0 0,1 0 0 0 0,0 0 1 0 0,-1 1-1 0 0,1-1 0 0 0,0 0 1 0 0,-1 0-1 0 0,1 0 0 0 0,0 0 0 0 0,-1 0 1 0 0,1 1-1 0 0,0-1 0 0 0,-1 0 1 0 0,1 0-1 0 0,0 1 0 0 0,0-1 1 0 0,-1 0-1 0 0,1 0 0 0 0,0 1 0 0 0,0-1 1 0 0,-1 1-1 0 0,-4 3-2 0 0,-1 1 1 0 0,1 0-1 0 0,1 0 1 0 0,-1 0-1 0 0,0 0 0 0 0,1 1 1 0 0,0 0-1 0 0,1-1 1 0 0,-1 2-1 0 0,1-1 0 0 0,0 0 1 0 0,1 1-1 0 0,-1-1 1 0 0,-1 8-1 0 0,0 4-40 0 0,0-1 0 0 0,2 1 0 0 0,-1 0-1 0 0,2 22 1 0 0,1-39 34 0 0,0 0 0 0 0,0 0 0 0 0,0 0-1 0 0,1 0 1 0 0,-1 0 0 0 0,0-1 0 0 0,1 1-1 0 0,-1 0 1 0 0,0 0 0 0 0,1 0-1 0 0,-1-1 1 0 0,1 1 0 0 0,0 0 0 0 0,-1 0-1 0 0,1-1 1 0 0,0 1 0 0 0,-1-1 0 0 0,1 1-1 0 0,0 0 1 0 0,-1-1 0 0 0,1 0 0 0 0,0 1-1 0 0,0-1 1 0 0,0 1 0 0 0,0-1 0 0 0,0 0-1 0 0,-1 0 1 0 0,1 1 0 0 0,0-1 0 0 0,0 0-1 0 0,0 0 1 0 0,0 0 0 0 0,0 0 0 0 0,0 0-1 0 0,0 0 1 0 0,0 0 0 0 0,0 0 0 0 0,-1 0-1 0 0,1-1 1 0 0,0 1 0 0 0,0 0 0 0 0,0-1-1 0 0,0 1 1 0 0,0 0 0 0 0,0-1 0 0 0,39-15-302 0 0,-28 7 286 0 0,-2 1-1 0 0,1-2 0 0 0,-1 1 1 0 0,-1-1-1 0 0,0-1 0 0 0,0 0 1 0 0,-1 0-1 0 0,0 0 0 0 0,10-23 1 0 0,-17 32 761 0 0,4-1 128 0 0,12-2-150 0 0,-14 6-614 0 0,0 1 0 0 0,0 0 0 0 0,0 0 0 0 0,0 0 0 0 0,0 1 0 0 0,-1-1 0 0 0,1 1 0 0 0,-1-1 0 0 0,0 1 0 0 0,0 0 0 0 0,0 0 0 0 0,0 0 0 0 0,0 0 1 0 0,-1 0-1 0 0,1 1 0 0 0,-1-1 0 0 0,0 0 0 0 0,0 1 0 0 0,0 3 0 0 0,14 69 971 0 0,-12-47-546 0 0,0 1-1 0 0,-2-1 1 0 0,-1 1 0 0 0,-1-1 0 0 0,-9 49-1 0 0,7-66-507 0 0,0 0-1 0 0,-1 0 0 0 0,0-1 1 0 0,-1 1-1 0 0,0-1 0 0 0,-1 0 0 0 0,0-1 1 0 0,-1 1-1 0 0,0-1 0 0 0,0 0 1 0 0,-1-1-1 0 0,0 0 0 0 0,-1 0 1 0 0,0-1-1 0 0,-1 0 0 0 0,-12 9 1 0 0,-47 24-2008 0 0,63-38 1053 0 0,0 0-1 0 0,-1 0 0 0 0,0 0 0 0 0,1-1 1 0 0,-1 1-1 0 0,0-2 0 0 0,0 1 0 0 0,-14 0 1 0 0,11-3-1523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48.537"/>
    </inkml:context>
    <inkml:brush xml:id="br0">
      <inkml:brushProperty name="width" value="0.035" units="cm"/>
      <inkml:brushProperty name="height" value="0.035" units="cm"/>
    </inkml:brush>
  </inkml:definitions>
  <inkml:trace contextRef="#ctx0" brushRef="#br0">147 188 7749 0 0,'0'-3'292'0'0,"1"0"1"0"0,-1 0-1 0 0,0 0 1 0 0,0 1 0 0 0,-1-1-1 0 0,1 0 1 0 0,0 0-1 0 0,-1 0 1 0 0,0 0 0 0 0,1 1-1 0 0,-1-1 1 0 0,0 0-1 0 0,-1 1 1 0 0,1-1 0 0 0,0 1-1 0 0,-1-1 1 0 0,1 1-1 0 0,-3-3 1 0 0,3 4-271 0 0,0 0 0 0 0,-1 1 1 0 0,1-1-1 0 0,0 0 0 0 0,0 1 0 0 0,0-1 0 0 0,-1 1 1 0 0,1 0-1 0 0,0-1 0 0 0,0 1 0 0 0,-1 0 0 0 0,1 0 1 0 0,0-1-1 0 0,0 1 0 0 0,-1 0 0 0 0,1 0 0 0 0,0 1 1 0 0,-1-1-1 0 0,1 0 0 0 0,0 0 0 0 0,-1 1 0 0 0,1-1 0 0 0,0 1 1 0 0,0-1-1 0 0,0 1 0 0 0,-1-1 0 0 0,1 1 0 0 0,0 0 1 0 0,0-1-1 0 0,0 1 0 0 0,0 0 0 0 0,0 0 0 0 0,0 0 1 0 0,0 0-1 0 0,1 0 0 0 0,-1 0 0 0 0,0 0 0 0 0,0 0 1 0 0,1 0-1 0 0,-2 2 0 0 0,-9 13 20 0 0,1 0 0 0 0,0 0 0 0 0,2 1 0 0 0,-1 0 0 0 0,2 1 0 0 0,1 0 0 0 0,0 0 0 0 0,1 0-1 0 0,1 1 1 0 0,-4 35 0 0 0,8-53-46 0 0,0 0 0 0 0,-1 1 1 0 0,1-1-1 0 0,0 1 0 0 0,0-1 0 0 0,0 1 0 0 0,0-1 0 0 0,0 1 0 0 0,0-1 0 0 0,1 1 0 0 0,-1-1 0 0 0,1 1 0 0 0,-1-1 0 0 0,1 1 0 0 0,-1-1 0 0 0,1 0 0 0 0,-1 1 0 0 0,1-1 1 0 0,0 0-1 0 0,0 1 0 0 0,0-1 0 0 0,0 0 0 0 0,0 0 0 0 0,0 0 0 0 0,0 0 0 0 0,2 1 0 0 0,-1-1-4 0 0,0-1-1 0 0,0 1 1 0 0,1-1-1 0 0,-1 0 1 0 0,0 1 0 0 0,0-1-1 0 0,0 0 1 0 0,1-1-1 0 0,-1 1 1 0 0,0 0 0 0 0,0 0-1 0 0,0-1 1 0 0,1 0-1 0 0,-1 1 1 0 0,3-2 0 0 0,6-4-32 0 0,1 1 0 0 0,-1-1 1 0 0,0-1-1 0 0,18-14 1 0 0,-17 10 31 0 0,0-1 1 0 0,-1 0-1 0 0,-1-1 1 0 0,0 0-1 0 0,-1 0 1 0 0,0-1-1 0 0,11-24 1 0 0,-18 35 455 0 0,-2 3-408 0 0,0 0 0 0 0,0 1 0 0 0,0-1 0 0 0,0 0 0 0 0,1 1 0 0 0,-1-1 0 0 0,0 0 0 0 0,0 0 0 0 0,1 1 0 0 0,-1-1 0 0 0,0 0 0 0 0,0 0 0 0 0,1 0 0 0 0,-1 1 0 0 0,0-1 0 0 0,1 0 0 0 0,-1 0 0 0 0,0 0 0 0 0,1 0 0 0 0,-1 0 0 0 0,0 0 0 0 0,1 0 0 0 0,-1 0 0 0 0,0 0 0 0 0,1 0 0 0 0,-1 0 0 0 0,0 0 0 0 0,1 0 0 0 0,-1 0 0 0 0,0 0 0 0 0,1 0 0 0 0,-1 0 0 0 0,0 0 0 0 0,1 0 0 0 0,-1 0 0 0 0,0 0 0 0 0,1-1 0 0 0,-1 1 0 0 0,0 0 0 0 0,0 0 0 0 0,1 0 0 0 0,-1-1 0 0 0,0 1 0 0 0,0 0 0 0 0,1 0 0 0 0,-1-1 0 0 0,0 1 0 0 0,-2 27 412 0 0,0-18-509 0 0,1 1-1 0 0,0 0 0 0 0,1-1 0 0 0,0 1 1 0 0,0 0-1 0 0,3 14 0 0 0,-2-22-58 0 0,0 0-1 0 0,0 0 0 0 0,0 0 1 0 0,0 0-1 0 0,0 1 1 0 0,0-1-1 0 0,1-1 1 0 0,-1 1-1 0 0,1 0 1 0 0,-1 0-1 0 0,1 0 1 0 0,0-1-1 0 0,-1 1 1 0 0,1-1-1 0 0,0 1 0 0 0,0-1 1 0 0,0 0-1 0 0,0 0 1 0 0,0 0-1 0 0,1 0 1 0 0,-1 0-1 0 0,0 0 1 0 0,0-1-1 0 0,1 1 1 0 0,-1-1-1 0 0,0 0 0 0 0,1 1 1 0 0,-1-1-1 0 0,0 0 1 0 0,1 0-1 0 0,-1-1 1 0 0,3 1-1 0 0,4-1-1 0 0,0 0-1 0 0,0 0 1 0 0,0-1-1 0 0,0 0 1 0 0,-1-1-1 0 0,1 0 1 0 0,-1 0-1 0 0,1-1 1 0 0,-1 0 0 0 0,0 0-1 0 0,-1-1 1 0 0,1 0-1 0 0,-1 0 1 0 0,0-1-1 0 0,0 0 1 0 0,-1 0-1 0 0,1-1 1 0 0,-2 0-1 0 0,1 0 1 0 0,-1 0 0 0 0,0-1-1 0 0,0 1 1 0 0,6-15-1 0 0,-4 7 492 0 0,-1 0 1 0 0,-1-1-1 0 0,0 1 0 0 0,-1-1 1 0 0,-1 0-1 0 0,0 0 0 0 0,-1 0 0 0 0,-1-1 1 0 0,0 1-1 0 0,-1 0 0 0 0,-1-1 0 0 0,-4-21 1 0 0,5 37-252 0 0,0 0 1 0 0,0 0-1 0 0,0 0 1 0 0,0 0-1 0 0,0 0 1 0 0,-1 0-1 0 0,1 0 1 0 0,0 0 0 0 0,0 0-1 0 0,-1 0 1 0 0,1 0-1 0 0,0 0 1 0 0,-1 0-1 0 0,1 0 1 0 0,-1 0-1 0 0,0 0 1 0 0,1 0-1 0 0,-1 0 1 0 0,0 1 0 0 0,1-1-1 0 0,-1 0 1 0 0,0 0-1 0 0,0 1 1 0 0,0-1-1 0 0,1 1 1 0 0,-1-1-1 0 0,0 0 1 0 0,0 1-1 0 0,0 0 1 0 0,-1-1-1 0 0,1 1-125 0 0,0 1-1 0 0,0-1 0 0 0,0 1 0 0 0,0 0 0 0 0,0-1 0 0 0,0 1 0 0 0,1 0 0 0 0,-1 0 0 0 0,0-1 0 0 0,1 1 0 0 0,-1 0 1 0 0,0 0-1 0 0,1 0 0 0 0,-1 0 0 0 0,1 0 0 0 0,0 0 0 0 0,-1 0 0 0 0,1 0 0 0 0,0 0 0 0 0,-1 0 0 0 0,1 0 0 0 0,0 0 0 0 0,0 0 1 0 0,0 0-1 0 0,0 1 0 0 0,-2 26 287 0 0,2-1 1 0 0,1 1-1 0 0,6 35 0 0 0,-2-28 104 0 0,-1 53 0 0 0,-4-78-398 0 0,-1 0 1 0 0,0 1-1 0 0,-1-1 0 0 0,0 0 0 0 0,0-1 1 0 0,-1 1-1 0 0,-1 0 0 0 0,1-1 1 0 0,-9 15-1 0 0,11-22-84 0 0,-8 3-569 0 0,-5 3-389 0 0,14-9 1047 0 0,-1 1 1 0 0,1 0-1 0 0,-1-1 1 0 0,1 1-1 0 0,-1 0 1 0 0,1-1-1 0 0,0 1 1 0 0,-1 0-1 0 0,1-1 0 0 0,0 1 1 0 0,-1-1-1 0 0,1 1 1 0 0,0-1-1 0 0,-1 1 1 0 0,1-1-1 0 0,0 1 1 0 0,0-1-1 0 0,0 1 0 0 0,0-1 1 0 0,-1 1-1 0 0,1-1 1 0 0,0 1-1 0 0,0-1 1 0 0,0 1-1 0 0,0-1 1 0 0,0 1-1 0 0,0-1 1 0 0,0 1-1 0 0,0-1 0 0 0,1 0 1 0 0,-1 1-1 0 0,0-1 1 0 0,0 1-1 0 0,1-1 1 0 0,1-12-13 0 0,0 1 1 0 0,2 0 0 0 0,-1 0 0 0 0,1 0 0 0 0,1 1-1 0 0,0 0 1 0 0,1-1 0 0 0,0 2 0 0 0,1-1-1 0 0,0 1 1 0 0,0 0 0 0 0,1 0 0 0 0,0 1 0 0 0,1 0-1 0 0,0 1 1 0 0,1 0 0 0 0,20-14 0 0 0,-24 19 37 0 0,0 1 0 0 0,0 0 0 0 0,0 0 0 0 0,0 0 0 0 0,0 1 0 0 0,1 0 0 0 0,-1 0-1 0 0,0 0 1 0 0,1 1 0 0 0,-1 0 0 0 0,8 1 0 0 0,-12-1 19 0 0,0 0 0 0 0,0 0 0 0 0,1 1 0 0 0,-1-1-1 0 0,0 1 1 0 0,0-1 0 0 0,0 1 0 0 0,0 0 0 0 0,0 0 0 0 0,0 0-1 0 0,0 0 1 0 0,0 0 0 0 0,-1 0 0 0 0,1 1 0 0 0,0-1-1 0 0,-1 1 1 0 0,1-1 0 0 0,-1 1 0 0 0,1-1 0 0 0,-1 1-1 0 0,0 0 1 0 0,0 0 0 0 0,1 0 0 0 0,-1 0 0 0 0,-1 0-1 0 0,1 0 1 0 0,0 0 0 0 0,0 0 0 0 0,-1 0 0 0 0,1 0 0 0 0,-1 0-1 0 0,0 0 1 0 0,1 0 0 0 0,-1 3 0 0 0,-1 9 69 0 0,0 0 1 0 0,-1 0-1 0 0,-1 0 1 0 0,0-1 0 0 0,-6 16-1 0 0,5-16-136 0 0,4-11-188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48.912"/>
    </inkml:context>
    <inkml:brush xml:id="br0">
      <inkml:brushProperty name="width" value="0.035" units="cm"/>
      <inkml:brushProperty name="height" value="0.035" units="cm"/>
    </inkml:brush>
  </inkml:definitions>
  <inkml:trace contextRef="#ctx0" brushRef="#br0">4 15 11453 0 0,'0'0'6949'0'0,"-3"-14"-9166"0"0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49.270"/>
    </inkml:context>
    <inkml:brush xml:id="br0">
      <inkml:brushProperty name="width" value="0.035" units="cm"/>
      <inkml:brushProperty name="height" value="0.035" units="cm"/>
    </inkml:brush>
  </inkml:definitions>
  <inkml:trace contextRef="#ctx0" brushRef="#br0">79 90 8825 0 0,'-1'6'28'0'0,"0"1"0"0"0,-1-1 0 0 0,0 1 1 0 0,0-1-1 0 0,0 0 0 0 0,-1 0 0 0 0,-4 8 1 0 0,-9 22 221 0 0,-26 74 622 0 0,42-108-665 0 0,0-2-202 0 0,0 1-1 0 0,-1 0 1 0 0,1-1 0 0 0,0 1 0 0 0,0-1 0 0 0,0 1 0 0 0,0 0 0 0 0,1-1 0 0 0,-1 1 0 0 0,0 0 0 0 0,0-1 0 0 0,0 1 0 0 0,0-1 0 0 0,1 1 0 0 0,-1-1 0 0 0,0 1 0 0 0,0-1 0 0 0,1 1-1 0 0,-1-1 1 0 0,0 1 0 0 0,1-1 0 0 0,-1 1 0 0 0,1-1 0 0 0,-1 1 0 0 0,1-1 0 0 0,-1 0 0 0 0,1 1 0 0 0,-1-1 0 0 0,1 0 0 0 0,-1 1 0 0 0,1-1 0 0 0,-1 0 0 0 0,1 0 0 0 0,-1 1 0 0 0,1-1-1 0 0,0 0 1 0 0,-1 0 0 0 0,2 0 0 0 0,1 0 10 0 0,0-1-1 0 0,-1 0 0 0 0,1 0 0 0 0,0 0 1 0 0,-1-1-1 0 0,1 1 0 0 0,0-1 1 0 0,-1 1-1 0 0,0-1 0 0 0,1 0 1 0 0,-1 0-1 0 0,0 0 0 0 0,0 0 0 0 0,0 0 1 0 0,0 0-1 0 0,2-4 0 0 0,30-50 702 0 0,-14 21-56 0 0,-13 25-394 0 0,47-56 4487 0 0,-53 66-4743 0 0,0 0 0 0 0,0 1 0 0 0,0-1 0 0 0,0 1-1 0 0,1-1 1 0 0,-1 1 0 0 0,0-1 0 0 0,0 1 0 0 0,0 0 0 0 0,0 0-1 0 0,0-1 1 0 0,0 1 0 0 0,0 0 0 0 0,-1 0 0 0 0,1 0-1 0 0,0 0 1 0 0,0 0 0 0 0,0 2 0 0 0,3 5-26 0 0,1 1-1 0 0,0-1 1 0 0,0-1 0 0 0,0 1-1 0 0,1-1 1 0 0,11 12 0 0 0,-15-18 9 0 0,0 1 0 0 0,0-1 0 0 0,0 1 0 0 0,0-1 0 0 0,0 1 0 0 0,0-1 0 0 0,0 0 0 0 0,0 0 0 0 0,1 0 0 0 0,-1 0 0 0 0,0-1 0 0 0,1 1 0 0 0,-1 0 0 0 0,1-1 0 0 0,-1 0 0 0 0,0 0 0 0 0,1 0 0 0 0,-1 0 0 0 0,1 0 0 0 0,-1 0 0 0 0,1 0 0 0 0,-1-1 0 0 0,1 1 0 0 0,-1-1 0 0 0,0 0 0 0 0,1 0 0 0 0,-1 0 0 0 0,0 0 0 0 0,0 0 0 0 0,0 0 0 0 0,0 0 0 0 0,2-2 0 0 0,11-9-64 0 0,-1 0 0 0 0,-1-1 0 0 0,0 0 0 0 0,-1-1 0 0 0,0 0 0 0 0,-1-1 1 0 0,0 0-1 0 0,-2-1 0 0 0,0 0 0 0 0,13-33 0 0 0,-21 47 493 0 0,-1 2-410 0 0,0-1 0 0 0,1 1 1 0 0,-1 0-1 0 0,0 0 0 0 0,0 0 1 0 0,0-1-1 0 0,0 1 1 0 0,0 0-1 0 0,0 0 0 0 0,0-1 1 0 0,0 1-1 0 0,0 0 1 0 0,1 0-1 0 0,-1-1 0 0 0,0 1 1 0 0,0 0-1 0 0,0 0 0 0 0,0-1 1 0 0,-1 1-1 0 0,1 0 1 0 0,0 0-1 0 0,0-1 0 0 0,0 1 1 0 0,0 0-1 0 0,0 0 0 0 0,0-1 1 0 0,0 1-1 0 0,0 0 1 0 0,0 0-1 0 0,-1 0 0 0 0,1-1 1 0 0,0 1-1 0 0,0 0 1 0 0,0 0-1 0 0,0 0 0 0 0,-1 0 1 0 0,1-1-1 0 0,0 1 0 0 0,0 0 1 0 0,0 0-1 0 0,-1 0 1 0 0,1 0-1 0 0,0 0 0 0 0,0 0 1 0 0,-1-1-1 0 0,1 1 1 0 0,0 0-1 0 0,0 0 0 0 0,-1 0 1 0 0,1 0-1 0 0,0 0 0 0 0,0 0 1 0 0,-1 0-1 0 0,1 0 1 0 0,0 0-1 0 0,0 0 0 0 0,-1 0 1 0 0,1 0-1 0 0,0 1 0 0 0,0-1 1 0 0,-1 0-1 0 0,1 0 1 0 0,0 0-1 0 0,-18 21 484 0 0,-12 32 418 0 0,23-39-503 0 0,1 1 0 0 0,1 0 0 0 0,0 1 0 0 0,1-1-1 0 0,0 1 1 0 0,1 0 0 0 0,0 18 0 0 0,3-33-467 0 0,-1 0 0 0 0,1 0 0 0 0,0 0 0 0 0,1 0 0 0 0,-1 0 0 0 0,0 0 0 0 0,0 0-1 0 0,0 0 1 0 0,0 0 0 0 0,1 0 0 0 0,-1 0 0 0 0,1 0 0 0 0,-1 0 0 0 0,0 0 0 0 0,1 0 0 0 0,0-1 0 0 0,-1 1 0 0 0,1 0 0 0 0,-1 0 0 0 0,1-1 0 0 0,0 1 0 0 0,0 0 0 0 0,-1-1 0 0 0,1 1 0 0 0,0 0 0 0 0,0-1 0 0 0,0 1 0 0 0,0-1 0 0 0,0 0 0 0 0,-1 1 0 0 0,1-1 0 0 0,0 0 0 0 0,0 1 0 0 0,0-1 0 0 0,0 0 0 0 0,0 0 0 0 0,0 0 0 0 0,0 0 0 0 0,0 0 0 0 0,0 0 0 0 0,0 0 0 0 0,0 0 0 0 0,0 0 0 0 0,0-1 0 0 0,0 1 0 0 0,0 0-1 0 0,1-1 2 0 0,42-18-5269 0 0,-30 9 2707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50.419"/>
    </inkml:context>
    <inkml:brush xml:id="br0">
      <inkml:brushProperty name="width" value="0.035" units="cm"/>
      <inkml:brushProperty name="height" value="0.035" units="cm"/>
    </inkml:brush>
  </inkml:definitions>
  <inkml:trace contextRef="#ctx0" brushRef="#br0">72 104 11401 0 0,'1'-2'82'0'0,"-1"0"0"0"0,-1 0-1 0 0,1-1 1 0 0,0 1 0 0 0,0 0 0 0 0,-1 0-1 0 0,1 0 1 0 0,-1 0 0 0 0,0 0 0 0 0,0 0-1 0 0,1 0 1 0 0,-1 0 0 0 0,0 1 0 0 0,-1-1-1 0 0,1 0 1 0 0,0 0 0 0 0,0 1-1 0 0,-1-1 1 0 0,-2-1 0 0 0,4 2-33 0 0,-1 1-1 0 0,1 0 1 0 0,-1 0-1 0 0,1-1 1 0 0,-1 1-1 0 0,1 0 1 0 0,-1 0-1 0 0,1 0 1 0 0,-1 0 0 0 0,1 0-1 0 0,-1 0 1 0 0,1 0-1 0 0,-1 0 1 0 0,1 0-1 0 0,-1 0 1 0 0,1 0-1 0 0,-1 0 1 0 0,1 0 0 0 0,-1 0-1 0 0,1 0 1 0 0,-1 0-1 0 0,1 1 1 0 0,0-1-1 0 0,-1 0 1 0 0,1 0-1 0 0,-1 1 1 0 0,1-1 0 0 0,-1 1-1 0 0,0 0-34 0 0,-1 0 0 0 0,1 1 1 0 0,0-1-1 0 0,0 1 0 0 0,0 0 0 0 0,1-1 0 0 0,-1 1 0 0 0,0 0 0 0 0,1-1 1 0 0,-1 1-1 0 0,1 0 0 0 0,-1 3 0 0 0,-26 178 1036 0 0,27-182-1056 0 0,0 0-1 0 0,-1 0 1 0 0,1 0-1 0 0,0 0 1 0 0,-1 0-1 0 0,1-1 1 0 0,0 1-1 0 0,0 0 1 0 0,0 0-1 0 0,0 0 1 0 0,0 0 0 0 0,0 0-1 0 0,0 0 1 0 0,0 0-1 0 0,0 0 1 0 0,1 0-1 0 0,-1 0 1 0 0,0 0-1 0 0,1 0 1 0 0,-1 0-1 0 0,1 1 1 0 0,13-8-93 0 0,17-28 24 0 0,20-52 52 0 0,-38 62 64 0 0,1 0-1 0 0,1 1 0 0 0,0 0 0 0 0,30-31 1 0 0,-44 53-11 0 0,0 0 0 0 0,-1 0 0 0 0,1 0 0 0 0,0 0 0 0 0,0 0 0 0 0,0 1 0 0 0,0-1 0 0 0,0 0 0 0 0,0 0 0 0 0,0 1 1 0 0,0-1-1 0 0,1 1 0 0 0,-1-1 0 0 0,0 1 0 0 0,0 0 0 0 0,0-1 0 0 0,1 1 0 0 0,-1 0 0 0 0,0 0 0 0 0,0 0 0 0 0,1 0 0 0 0,-1 0 0 0 0,0 0 0 0 0,0 0 1 0 0,2 1-1 0 0,-1 0 11 0 0,-1 0 1 0 0,1 0-1 0 0,-1 0 1 0 0,1 0 0 0 0,-1 0-1 0 0,0 1 1 0 0,0-1-1 0 0,0 0 1 0 0,0 1-1 0 0,0-1 1 0 0,0 1 0 0 0,0-1-1 0 0,0 1 1 0 0,0 0-1 0 0,0 2 1 0 0,3 9 163 0 0,-1 0 1 0 0,0 1-1 0 0,1 20 1 0 0,-3-27-152 0 0,2 40 302 0 0,-3-36-244 0 0,0-1-1 0 0,0 1 0 0 0,1 0 1 0 0,1-1-1 0 0,-1 1 1 0 0,2-1-1 0 0,0 0 1 0 0,0 0-1 0 0,0 0 0 0 0,9 15 1 0 0,-11-23-114 0 0,0-1 0 0 0,1 1 0 0 0,0-1 0 0 0,-1 1 0 0 0,1-1 0 0 0,0 0 0 0 0,0 0 0 0 0,0 0 1 0 0,0 0-1 0 0,0 0 0 0 0,0 0 0 0 0,0 0 0 0 0,0 0 0 0 0,0-1 0 0 0,0 1 0 0 0,0-1 0 0 0,0 0 0 0 0,1 1 0 0 0,-1-1 1 0 0,0 0-1 0 0,0 0 0 0 0,0-1 0 0 0,1 1 0 0 0,-1 0 0 0 0,0-1 0 0 0,0 1 0 0 0,0-1 0 0 0,0 0 0 0 0,0 0 0 0 0,0 0 1 0 0,0 0-1 0 0,0 0 0 0 0,0 0 0 0 0,0 0 0 0 0,2-2 0 0 0,11-7-50 0 0,-1-1 0 0 0,0 0 0 0 0,18-18 1 0 0,-17 14-23 0 0,5-4 58 0 0,-2-1 0 0 0,24-32 0 0 0,-5 6 7 0 0,-37 45 9 0 0,1 1 0 0 0,-1-1 1 0 0,0 1-1 0 0,0-1 0 0 0,1 1 0 0 0,-1-1 0 0 0,0 1 0 0 0,0-1 1 0 0,1 1-1 0 0,-1-1 0 0 0,1 1 0 0 0,-1 0 0 0 0,0-1 0 0 0,1 1 1 0 0,-1 0-1 0 0,1-1 0 0 0,-1 1 0 0 0,1 0 0 0 0,-1 0 0 0 0,1-1 1 0 0,-1 1-1 0 0,1 0 0 0 0,-1 0 0 0 0,1 0 0 0 0,-1 0 0 0 0,1-1 1 0 0,-1 1-1 0 0,1 0 0 0 0,-1 0 0 0 0,1 0 0 0 0,-1 0 0 0 0,1 0 1 0 0,0 1-1 0 0,-1-1 0 0 0,1 0 0 0 0,-1 0 0 0 0,1 0 0 0 0,-1 0 1 0 0,1 0-1 0 0,-1 1 0 0 0,1-1 0 0 0,-1 0 0 0 0,1 1 0 0 0,-1-1 1 0 0,0 0-1 0 0,1 1 0 0 0,-1-1 0 0 0,1 0 0 0 0,-1 1 0 0 0,0-1 1 0 0,1 1-1 0 0,-1-1 0 0 0,0 1 0 0 0,1-1 0 0 0,-1 1 0 0 0,0-1 1 0 0,0 1-1 0 0,0-1 0 0 0,1 1 0 0 0,-1-1 0 0 0,0 1 0 0 0,0-1 1 0 0,0 1-1 0 0,0 0 0 0 0,8 52 26 0 0,-4-23-2 0 0,-2-26-24 0 0,0-1-1 0 0,0 0 1 0 0,0 0-1 0 0,1 0 0 0 0,-1 0 1 0 0,1 0-1 0 0,0 0 1 0 0,-1-1-1 0 0,2 1 0 0 0,-1-1 1 0 0,0 0-1 0 0,0 0 1 0 0,1 0-1 0 0,-1 0 1 0 0,1-1-1 0 0,-1 1 0 0 0,1-1 1 0 0,0 0-1 0 0,-1 0 1 0 0,1 0-1 0 0,0 0 0 0 0,0-1 1 0 0,0 0-1 0 0,0 0 1 0 0,5 0-1 0 0,7-1-9 0 0,-1 0-1 0 0,1-1 1 0 0,0 0-1 0 0,26-9 1 0 0,-37 9-2 0 0,0 0 1 0 0,0-1-1 0 0,0 1 0 0 0,0-1 0 0 0,-1 0 0 0 0,1 0 1 0 0,-1-1-1 0 0,0 1 0 0 0,0-1 0 0 0,0 0 1 0 0,0 0-1 0 0,0-1 0 0 0,-1 1 0 0 0,0-1 0 0 0,0 1 1 0 0,0-1-1 0 0,-1 0 0 0 0,0 0 0 0 0,0 0 1 0 0,0-1-1 0 0,0 1 0 0 0,-1 0 0 0 0,0-1 1 0 0,0 1-1 0 0,0-1 0 0 0,-1 1 0 0 0,1-1 0 0 0,-2 1 1 0 0,1-1-1 0 0,0 1 0 0 0,-1-1 0 0 0,0 1 1 0 0,0-1-1 0 0,-1 1 0 0 0,0 0 0 0 0,0 0 0 0 0,-2-6 1 0 0,3 10 11 0 0,1 0 1 0 0,-1-1-1 0 0,0 1 1 0 0,1 0-1 0 0,-1 0 1 0 0,0 0 0 0 0,0-1-1 0 0,0 1 1 0 0,0 0-1 0 0,0 0 1 0 0,0 0-1 0 0,0 0 1 0 0,0 1 0 0 0,0-1-1 0 0,0 0 1 0 0,0 0-1 0 0,-1 1 1 0 0,1-1-1 0 0,0 1 1 0 0,0-1-1 0 0,-1 1 1 0 0,1-1 0 0 0,0 1-1 0 0,-1 0 1 0 0,1 0-1 0 0,-3-1 1 0 0,0 2 1 0 0,1 0 1 0 0,0-1 0 0 0,0 1-1 0 0,0 0 1 0 0,0 1 0 0 0,0-1 0 0 0,0 0-1 0 0,0 1 1 0 0,1 0 0 0 0,-1 0-1 0 0,-3 2 1 0 0,-4 5 4 0 0,1 0 0 0 0,0 0 1 0 0,0 0-1 0 0,-13 22 0 0 0,17-22-5 0 0,0 1-1 0 0,1 0 1 0 0,0-1-1 0 0,0 1 1 0 0,1 1-1 0 0,1-1 1 0 0,0 0-1 0 0,0 1 1 0 0,0 12-1 0 0,2-20-9 0 0,-1 0 0 0 0,1 0 0 0 0,0 0 0 0 0,0 0 0 0 0,0 0-1 0 0,1 0 1 0 0,-1 0 0 0 0,1 0 0 0 0,0 0 0 0 0,-1-1 0 0 0,1 1-1 0 0,1 0 1 0 0,-1 0 0 0 0,0-1 0 0 0,0 1 0 0 0,1-1 0 0 0,0 1-1 0 0,-1-1 1 0 0,1 0 0 0 0,0 1 0 0 0,0-1 0 0 0,1 0 0 0 0,-1 0 0 0 0,0 0-1 0 0,0-1 1 0 0,1 1 0 0 0,-1-1 0 0 0,1 1 0 0 0,0-1 0 0 0,-1 0-1 0 0,1 0 1 0 0,0 0 0 0 0,0 0 0 0 0,0 0 0 0 0,0-1 0 0 0,0 1 0 0 0,5-1-1 0 0,-4 0-86 0 0,0-1 0 0 0,0 1 0 0 0,0-1 0 0 0,0 0 0 0 0,-1 0 0 0 0,1-1 0 0 0,0 1 0 0 0,0-1 0 0 0,-1 0 0 0 0,1 0 0 0 0,-1 0 0 0 0,0-1 0 0 0,4-2 0 0 0,44-41-976 0 0,-32 28 830 0 0,-13 12 221 0 0,-1-1 1 0 0,0 1-1 0 0,0-1 0 0 0,-1 0 0 0 0,1 0 0 0 0,-2 0 0 0 0,1 0 1 0 0,-1-1-1 0 0,5-14 0 0 0,-8 19 181 0 0,3 0-77 0 0,-2 12-73 0 0,-1-4-4 0 0,0 1 0 0 0,0 0-1 0 0,0 0 1 0 0,1 0 0 0 0,0 0 0 0 0,0-1 0 0 0,1 1-1 0 0,0 0 1 0 0,0-1 0 0 0,0 1 0 0 0,5 7 0 0 0,-5-10-17 0 0,0-1 0 0 0,0 0 1 0 0,0 0-1 0 0,1 1 1 0 0,-1-2-1 0 0,1 1 1 0 0,-1 0-1 0 0,1 0 1 0 0,0-1-1 0 0,0 0 0 0 0,0 1 1 0 0,0-1-1 0 0,0 0 1 0 0,0-1-1 0 0,0 1 1 0 0,0 0-1 0 0,0-1 1 0 0,0 0-1 0 0,0 1 1 0 0,0-1-1 0 0,0 0 0 0 0,1-1 1 0 0,-1 1-1 0 0,3-1 1 0 0,0 0-461 0 0,0 0 1 0 0,0 0-1 0 0,-1-1 0 0 0,1 1 1 0 0,0-1-1 0 0,-1 0 1 0 0,1-1-1 0 0,-1 1 1 0 0,0-1-1 0 0,0 0 0 0 0,0-1 1 0 0,9-6-1 0 0,-5 0-1361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50.755"/>
    </inkml:context>
    <inkml:brush xml:id="br0">
      <inkml:brushProperty name="width" value="0.035" units="cm"/>
      <inkml:brushProperty name="height" value="0.035" units="cm"/>
    </inkml:brush>
  </inkml:definitions>
  <inkml:trace contextRef="#ctx0" brushRef="#br0">0 31 9301 0 0,'0'0'6612'0'0,"0"-2"-6310"0"0,1-1 0 0 0,-1 1-1 0 0,1 0 1 0 0,-1 0 0 0 0,1 0-1 0 0,0 0 1 0 0,0 0-1 0 0,0 0 1 0 0,0 0 0 0 0,0 0-1 0 0,0 0 1 0 0,3-3-1 0 0,1 10-209 0 0,0 0 0 0 0,0 1 0 0 0,-1-1 0 0 0,0 1-1 0 0,0 0 1 0 0,0 1 0 0 0,-1-1 0 0 0,0 0 0 0 0,0 1 0 0 0,2 10-1 0 0,17 71 876 0 0,-22-86-1035 0 0,1-4-2326 0 0,0 2 2365 0 0,-1-1 1 0 0,0 1 0 0 0,0 0-1 0 0,1 0 1 0 0,-1-1-1 0 0,0 1 1 0 0,1 0-1 0 0,-1 0 1 0 0,0 0-1 0 0,1-1 1 0 0,-1 1-1 0 0,1 0 1 0 0,-1 0-1 0 0,0 0 1 0 0,1 0-1 0 0,-1 0 1 0 0,0 0 0 0 0,1 0-1 0 0,-1 0 1 0 0,1 0-1 0 0,-1 0 1 0 0,0 0-1 0 0,1 0 1 0 0,-1 0-1 0 0,0 0 1 0 0,1 0-1 0 0,-1 0 1 0 0,1 1-1 0 0,-1-1 1 0 0,0 0-1 0 0,1 0 1 0 0,-1 0-1 0 0,0 1 1 0 0,1-1 0 0 0,-1 0-1 0 0,0 0 1 0 0,0 1-1 0 0,1-1 1 0 0,-1 0-1 0 0,0 0 1 0 0,0 1-1 0 0,1-1 1 0 0,-1 0-1 0 0,0 1 1 0 0,0-1-1 0 0,0 0 1 0 0,0 1-1 0 0,1-1 1 0 0,-1 1-1 0 0,0-1 1 0 0,0 0 0 0 0,0 1-1 0 0,0-1 1 0 0,0 0-1 0 0,0 1 1 0 0,0-1-1 0 0,0 1 1 0 0,0-1-1 0 0,0 0 1 0 0,0 1-1 0 0,0-1 1 0 0,-1 0-1 0 0,1 1 1 0 0,3-6 57 0 0,1 0 1 0 0,-1 0-1 0 0,1 0 1 0 0,0 1-1 0 0,1-1 1 0 0,-1 1-1 0 0,1 0 1 0 0,-1 0-1 0 0,1 1 1 0 0,0-1-1 0 0,1 1 1 0 0,-1 0-1 0 0,1 0 1 0 0,-1 1-1 0 0,12-4 1 0 0,6-1 68 0 0,49-17-915 0 0,-26 4-2896 0 0,-32 12 1519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51.392"/>
    </inkml:context>
    <inkml:brush xml:id="br0">
      <inkml:brushProperty name="width" value="0.035" units="cm"/>
      <inkml:brushProperty name="height" value="0.035" units="cm"/>
    </inkml:brush>
  </inkml:definitions>
  <inkml:trace contextRef="#ctx0" brushRef="#br0">40 22 9445 0 0,'0'0'4875'0'0,"14"-22"-179"0"0,-13 22-4634 0 0,0 1 1 0 0,0-1-1 0 0,0 0 1 0 0,-1 1 0 0 0,1-1-1 0 0,0 1 1 0 0,0-1-1 0 0,-1 1 1 0 0,1 0-1 0 0,0-1 1 0 0,-1 1 0 0 0,1 0-1 0 0,0-1 1 0 0,-1 1-1 0 0,1 0 1 0 0,-1-1-1 0 0,0 1 1 0 0,1 0 0 0 0,-1 0-1 0 0,1 0 1 0 0,-1 0-1 0 0,0 0 1 0 0,0-1-1 0 0,1 1 1 0 0,-1 0-1 0 0,0 0 1 0 0,0 0 0 0 0,0 0-1 0 0,0 0 1 0 0,0 0-1 0 0,0 0 1 0 0,-1 1-1 0 0,0 33 775 0 0,1-34-779 0 0,-5 34 328 0 0,-2 0 1 0 0,-1-1 0 0 0,-21 56-1 0 0,20-64-431 0 0,8-24 1004 0 0,-3 12 606 0 0,1 6-8805 0 0,3-19 6841 0 0,0-1 0 0 0,0 1 1 0 0,0 0-1 0 0,0 0 1 0 0,0-1-1 0 0,0 1 0 0 0,1 0 1 0 0,-1-1-1 0 0,0 1 1 0 0,0 0-1 0 0,1-1 1 0 0,-1 1-1 0 0,0-1 0 0 0,1 1 1 0 0,-1-1-1 0 0,1 1 1 0 0,-1-1-1 0 0,1 1 0 0 0,-1-1 1 0 0,1 1-1 0 0,-1-1 1 0 0,2 1-1 0 0,13 2-1463 0 0,-8-4 1743 0 0,-1 1-1 0 0,1-1 1 0 0,-1-1 0 0 0,1 1-1 0 0,-1-1 1 0 0,0-1 0 0 0,0 1-1 0 0,0-1 1 0 0,0 0 0 0 0,0 0-1 0 0,0-1 1 0 0,-1 1 0 0 0,0-1-1 0 0,8-7 1 0 0,0-2 844 0 0,-1-1 1 0 0,0 0 0 0 0,21-32 9111 0 0,-33 45-9749 0 0,0 1 0 0 0,0-1 0 0 0,0 1-1 0 0,0-1 1 0 0,0 1 0 0 0,0-1 0 0 0,0 1 0 0 0,0-1-1 0 0,0 1 1 0 0,0-1 0 0 0,-1 1 0 0 0,1-1 0 0 0,0 1-1 0 0,0-1 1 0 0,0 1 0 0 0,-1-1 0 0 0,1 1 0 0 0,0-1-1 0 0,0 1 1 0 0,-1 0 0 0 0,1-1 0 0 0,0 1-1 0 0,-1-1 1 0 0,1 1 0 0 0,-1 0 0 0 0,1-1 0 0 0,0 1-1 0 0,-1 0 1 0 0,1 0 0 0 0,-1-1 0 0 0,1 1 0 0 0,-1 0-1 0 0,0 0 1 0 0,-19 6 1178 0 0,17-4-1145 0 0,0 0 0 0 0,1 0 0 0 0,-1 0 0 0 0,1 0 0 0 0,-1 0 0 0 0,1 1 0 0 0,0-1 0 0 0,0 1 0 0 0,0-1 0 0 0,0 1 0 0 0,1 0 0 0 0,-1 0 0 0 0,-1 5 1 0 0,2-6-227 0 0,1 1 1 0 0,0-1-1 0 0,0 1 1 0 0,0-1 0 0 0,0 1-1 0 0,0-1 1 0 0,1 1 0 0 0,-1-1-1 0 0,1 1 1 0 0,0-1 0 0 0,0 1-1 0 0,0-1 1 0 0,0 0-1 0 0,0 0 1 0 0,0 1 0 0 0,0-1-1 0 0,1 0 1 0 0,-1 0 0 0 0,1 0-1 0 0,0 0 1 0 0,-1-1 0 0 0,1 1-1 0 0,0 0 1 0 0,0-1 0 0 0,0 1-1 0 0,0-1 1 0 0,0 0-1 0 0,1 1 1 0 0,-1-1 0 0 0,0 0-1 0 0,1-1 1 0 0,-1 1 0 0 0,0 0-1 0 0,1-1 1 0 0,4 1 0 0 0,-1 1-256 0 0,1-1 1 0 0,-1 0-1 0 0,1 0 0 0 0,0-1 1 0 0,-1 1-1 0 0,1-2 1 0 0,0 1-1 0 0,-1-1 1 0 0,1 0-1 0 0,0 0 1 0 0,-1-1-1 0 0,0 0 1 0 0,8-2-1 0 0,-2-3-275 0 0,0 0 0 0 0,0-1 0 0 0,-1 0 0 0 0,0 0 0 0 0,0-1 0 0 0,-1-1 0 0 0,14-16 0 0 0,-18 19 791 0 0,-1-1 0 0 0,0 0-1 0 0,0 0 1 0 0,7-17 0 0 0,-10 18 776 0 0,1 0-1 0 0,-1-1 1 0 0,-1 1-1 0 0,1-1 1 0 0,-1 0-1 0 0,0-11 1 0 0,-1 19-910 0 0,0-1 0 0 0,0 1 0 0 0,0 0 1 0 0,0 0-1 0 0,0 0 0 0 0,0-1 0 0 0,0 1 0 0 0,0 0 1 0 0,0 0-1 0 0,0-1 0 0 0,-1 1 0 0 0,1 0 0 0 0,0 0 0 0 0,0 0 1 0 0,0 0-1 0 0,0-1 0 0 0,0 1 0 0 0,0 0 0 0 0,-1 0 1 0 0,1 0-1 0 0,0 0 0 0 0,0-1 0 0 0,0 1 0 0 0,0 0 0 0 0,-1 0 1 0 0,1 0-1 0 0,0 0 0 0 0,0 0 0 0 0,0 0 0 0 0,-1 0 0 0 0,1 0 1 0 0,0 0-1 0 0,0-1 0 0 0,-1 1 0 0 0,1 0 0 0 0,0 0 1 0 0,0 0-1 0 0,0 0 0 0 0,-1 0 0 0 0,1 0 0 0 0,0 1 0 0 0,0-1 1 0 0,0 0-1 0 0,-1 0 0 0 0,1 0 0 0 0,0 0 0 0 0,0 0 1 0 0,-1 0-1 0 0,1 0 0 0 0,0 0 0 0 0,0 0 0 0 0,0 1 0 0 0,0-1 1 0 0,-1 0-1 0 0,1 0 0 0 0,0 0 0 0 0,0 0 0 0 0,0 0 0 0 0,0 1 1 0 0,0-1-1 0 0,-1 0 0 0 0,1 0 0 0 0,0 0 0 0 0,0 1 1 0 0,-11 12 466 0 0,11-7-300 0 0,0 0 0 0 0,0 0 0 0 0,1 0 0 0 0,0 0-1 0 0,0 0 1 0 0,1 0 0 0 0,0-1 0 0 0,-1 1 0 0 0,2 0-1 0 0,-1-1 1 0 0,1 0 0 0 0,0 1 0 0 0,6 7-1 0 0,4 13-84 0 0,-12-24-344 0 0,0 0-291 0 0,-1-1-1 0 0,1 1 0 0 0,-1 0 0 0 0,0 0 0 0 0,0 0 0 0 0,0-1 1 0 0,0 1-1 0 0,0 0 0 0 0,0 0 0 0 0,0 0 0 0 0,-1-1 1 0 0,1 1-1 0 0,-1 0 0 0 0,1-1 0 0 0,-1 1 0 0 0,-1 2 0 0 0,-22 7-5087 0 0,12-8 3912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5:51.809"/>
    </inkml:context>
    <inkml:brush xml:id="br0">
      <inkml:brushProperty name="width" value="0.035" units="cm"/>
      <inkml:brushProperty name="height" value="0.035" units="cm"/>
    </inkml:brush>
  </inkml:definitions>
  <inkml:trace contextRef="#ctx0" brushRef="#br0">164 1 11005 0 0,'9'1'4'0'0,"-5"5"192"0"0,-8 3 112 0 0,-7 1 68 0 0,-3-1 80 0 0,-2 0 88 0 0,0-1-12 0 0,2-1 32 0 0,-2 0-20 0 0,0-2-184 0 0,-2 1-144 0 0,4-2-216 0 0,0 0-472 0 0,1-3-496 0 0,3-1-2720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2.873"/>
    </inkml:context>
    <inkml:brush xml:id="br0">
      <inkml:brushProperty name="width" value="0.035" units="cm"/>
      <inkml:brushProperty name="height" value="0.035" units="cm"/>
    </inkml:brush>
  </inkml:definitions>
  <inkml:trace contextRef="#ctx0" brushRef="#br0">61 36 7749 0 0,'0'0'6808'0'0,"-26"-34"2437"0"0,26 33-9195 0 0,0 1 0 0 0,-1 0-1 0 0,1 0 1 0 0,-1 0 0 0 0,1 0-1 0 0,0-1 1 0 0,-1 1 0 0 0,1 0-1 0 0,-1 0 1 0 0,1 0 0 0 0,0 0 0 0 0,-1 0-1 0 0,1 0 1 0 0,-1 0 0 0 0,1 0-1 0 0,0 0 1 0 0,-1 0 0 0 0,1 0-1 0 0,-1 1 1 0 0,1-1 0 0 0,0 0-1 0 0,-1 0 1 0 0,1 0 0 0 0,-1 0 0 0 0,1 1-1 0 0,0-1 1 0 0,-1 0 0 0 0,1 0-1 0 0,0 1 1 0 0,-1-1 0 0 0,1 0-1 0 0,0 1 1 0 0,0-1 0 0 0,-1 1 0 0 0,-4 17 879 0 0,6 18 254 0 0,6 57 169 0 0,-4-1 1 0 0,-14 139 0 0 0,1-50-436 0 0,6-74-519 0 0,2-84-5399 0 0,1 0-5423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3.649"/>
    </inkml:context>
    <inkml:brush xml:id="br0">
      <inkml:brushProperty name="width" value="0.035" units="cm"/>
      <inkml:brushProperty name="height" value="0.035" units="cm"/>
    </inkml:brush>
  </inkml:definitions>
  <inkml:trace contextRef="#ctx0" brushRef="#br0">12 41 8873 0 0,'-3'-31'1978'0'0,"1"21"8520"0"0,0 13-10366 0 0,1-1-1 0 0,1 1 1 0 0,-1-1-1 0 0,0 1 1 0 0,1 0-1 0 0,-1-1 1 0 0,1 1-1 0 0,0 0 1 0 0,-1-1-1 0 0,1 1 1 0 0,1 5-1 0 0,1 633 2610 0 0,-2-640-2754 0 0,-1 0 0 0 0,1 0-1 0 0,0 0 1 0 0,0 0 0 0 0,0 0-1 0 0,0 0 1 0 0,0 1 0 0 0,0-1-1 0 0,0 0 1 0 0,0 0 0 0 0,0 0-1 0 0,0 0 1 0 0,1 0-1 0 0,-1 0 1 0 0,0 0 0 0 0,1 1-1 0 0,-1-1 1 0 0,1 0 0 0 0,-1 0-1 0 0,1 0 1 0 0,0-1 0 0 0,1 3-1 0 0,-2-3 10 0 0,1 0-1 0 0,0-1 0 0 0,0 1 0 0 0,0 0 0 0 0,0 0 1 0 0,0 0-1 0 0,0-1 0 0 0,-1 1 0 0 0,1 0 0 0 0,0-1 1 0 0,0 1-1 0 0,0-1 0 0 0,-1 1 0 0 0,1-1 0 0 0,0 1 1 0 0,-1-1-1 0 0,1 0 0 0 0,0 1 0 0 0,-1-1 0 0 0,2-1 0 0 0,31-47 15 0 0,-13 7-64 0 0,-3 0-1 0 0,18-66 1 0 0,-1 3-9 0 0,-33 102 259 0 0,8-2 52 0 0,-9 5-242 0 0,0 0 0 0 0,0-1 0 0 0,1 1 0 0 0,-1 0 0 0 0,0 0 0 0 0,0-1 0 0 0,1 1 0 0 0,-1 0 0 0 0,0 0 0 0 0,1 0 0 0 0,-1 0-1 0 0,0-1 1 0 0,1 1 0 0 0,-1 0 0 0 0,0 0 0 0 0,1 0 0 0 0,-1 0 0 0 0,0 0 0 0 0,1 0 0 0 0,-1 0 0 0 0,0 0 0 0 0,1 0 0 0 0,-1 0-1 0 0,0 0 1 0 0,1 0 0 0 0,-1 0 0 0 0,0 0 0 0 0,1 0 0 0 0,-1 0 0 0 0,0 0 0 0 0,1 1 0 0 0,-1-1 0 0 0,0 0 0 0 0,1 0 0 0 0,-1 0-1 0 0,0 1 1 0 0,0-1 0 0 0,1 0 0 0 0,-1 0 0 0 0,0 0 0 0 0,0 1 0 0 0,1-1 0 0 0,-1 0 0 0 0,0 1 0 0 0,0-1 0 0 0,0 0 0 0 0,0 1 0 0 0,1-1-1 0 0,-1 0 1 0 0,0 1 0 0 0,0-1 0 0 0,0 0 0 0 0,0 1 0 0 0,0-1 0 0 0,0 0 0 0 0,0 1 0 0 0,0 0 0 0 0,5 9 156 0 0,0 1 1 0 0,-1 0 0 0 0,0 0-1 0 0,-1 0 1 0 0,0 1 0 0 0,0-1-1 0 0,0 20 1 0 0,8 30 419 0 0,-2-36-376 0 0,0 1 1 0 0,2-2 0 0 0,18 32 0 0 0,-20-39-260 0 0,-8-15-27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4.038"/>
    </inkml:context>
    <inkml:brush xml:id="br0">
      <inkml:brushProperty name="width" value="0.035" units="cm"/>
      <inkml:brushProperty name="height" value="0.035" units="cm"/>
    </inkml:brush>
  </inkml:definitions>
  <inkml:trace contextRef="#ctx0" brushRef="#br0">85 114 11053 0 0,'1'-3'339'0'0,"1"0"0"0"0,-1 0-1 0 0,0 0 1 0 0,1 0 0 0 0,-2 0 0 0 0,1 0 0 0 0,0 0-1 0 0,-1 0 1 0 0,1 0 0 0 0,-1-1 0 0 0,0 1 0 0 0,0 0-1 0 0,-1-5 1 0 0,1 5 455 0 0,-20-17 1800 0 0,19 21-2554 0 0,-1-1 0 0 0,1 1 0 0 0,-1 0 0 0 0,1-1 0 0 0,-1 1 0 0 0,1 0 0 0 0,-1 0 0 0 0,1 0 0 0 0,0 0 0 0 0,0 1 0 0 0,0-1 0 0 0,-1 0 0 0 0,1 0 0 0 0,0 1 0 0 0,0-1 0 0 0,1 1 0 0 0,-1-1 0 0 0,0 1 0 0 0,0 1 1 0 0,-16 37 297 0 0,12-27-189 0 0,4-11-120 0 0,-21 65 511 0 0,21-65-521 0 0,0 1 0 0 0,1 0 0 0 0,-1 0 0 0 0,0-1 1 0 0,1 1-1 0 0,0 0 0 0 0,0 0 0 0 0,0-1 0 0 0,0 1 0 0 0,0 0 0 0 0,1 0 0 0 0,-1 0 0 0 0,1-1 0 0 0,-1 1 1 0 0,1 0-1 0 0,0-1 0 0 0,0 1 0 0 0,0-1 0 0 0,1 1 0 0 0,-1-1 0 0 0,3 4 0 0 0,-1-4-14 0 0,-1-1 0 0 0,1 0 0 0 0,0 0 0 0 0,0 0 0 0 0,-1 0 0 0 0,1-1 0 0 0,0 1 0 0 0,0-1 0 0 0,0 1 0 0 0,-1-1 0 0 0,1 0-1 0 0,0 0 1 0 0,0-1 0 0 0,0 1 0 0 0,0 0 0 0 0,0-1 0 0 0,-1 0 0 0 0,1 1 0 0 0,0-1 0 0 0,-1 0 0 0 0,5-3 0 0 0,54-28-146 0 0,-52 26 108 0 0,-1 1-1 0 0,1-2 1 0 0,-1 1-1 0 0,-1-1 1 0 0,1 0 0 0 0,-1-1-1 0 0,0 0 1 0 0,7-11-1 0 0,-12 15 34 0 0,0 0-1 0 0,0 0 1 0 0,0 0-1 0 0,-1 0 1 0 0,1 0-1 0 0,-1-1 1 0 0,0 1-1 0 0,-1 0 1 0 0,1-1 0 0 0,-1 1-1 0 0,0 0 1 0 0,0-1-1 0 0,0 1 1 0 0,-1 0-1 0 0,1-1 1 0 0,-1 1-1 0 0,0 0 1 0 0,0-1-1 0 0,-1 1 1 0 0,1 0-1 0 0,-4-7 1 0 0,4 9 9 0 0,0-1 1 0 0,0 0-1 0 0,-1 1 1 0 0,1-1-1 0 0,-1 1 0 0 0,1-1 1 0 0,-1 1-1 0 0,0 0 0 0 0,1 0 1 0 0,-1 0-1 0 0,-1 0 1 0 0,1 0-1 0 0,0 0 0 0 0,0 0 1 0 0,-1 1-1 0 0,1-1 1 0 0,0 1-1 0 0,-1 0 0 0 0,0 0 1 0 0,1 0-1 0 0,-1 0 1 0 0,0 0-1 0 0,1 0 0 0 0,-1 1 1 0 0,0-1-1 0 0,0 1 1 0 0,0 0-1 0 0,-4 0 0 0 0,3 1-26 0 0,0 0-1 0 0,0 0 1 0 0,0 1-1 0 0,0 0 1 0 0,0 0-1 0 0,0 0 1 0 0,0 0-1 0 0,0 1 1 0 0,1-1-1 0 0,-1 1 1 0 0,1 0-1 0 0,0 0 1 0 0,0 0-1 0 0,0 0 1 0 0,0 1-1 0 0,1-1 1 0 0,-5 8-1 0 0,2-1-1525 0 0,0 1-1 0 0,0 0 1 0 0,1 0-1 0 0,-3 16 1 0 0,5-21 472 0 0,1-4-1363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3:35.026"/>
    </inkml:context>
    <inkml:brush xml:id="br0">
      <inkml:brushProperty name="width" value="0.035" units="cm"/>
      <inkml:brushProperty name="height" value="0.035" units="cm"/>
    </inkml:brush>
  </inkml:definitions>
  <inkml:trace contextRef="#ctx0" brushRef="#br0">25 133 9109 0 0,'0'0'3473'0'0,"-1"-7"-907"0"0,-4 24-1956 0 0,0 0 0 0 0,1 0 0 0 0,0 1 0 0 0,2-1 0 0 0,0 1-1 0 0,1 0 1 0 0,1 28 0 0 0,0-45-609 0 0,1 0 0 0 0,-1 0 1 0 0,0 1-1 0 0,0-1 0 0 0,0 0 0 0 0,1 0 0 0 0,-1 0 0 0 0,0 1 0 0 0,1-1 1 0 0,-1 0-1 0 0,1 0 0 0 0,0 0 0 0 0,-1 0 0 0 0,1 0 0 0 0,0 0 0 0 0,0 0 1 0 0,-1 0-1 0 0,1 0 0 0 0,0 0 0 0 0,0-1 0 0 0,0 1 0 0 0,0 0 0 0 0,0-1 1 0 0,0 1-1 0 0,0 0 0 0 0,1-1 0 0 0,-1 1 0 0 0,1-1 0 0 0,1 0-4 0 0,-1 0 0 0 0,0 0 0 0 0,1 0 0 0 0,-1 0 0 0 0,1-1 0 0 0,-1 1 0 0 0,0-1-1 0 0,1 0 1 0 0,-1 1 0 0 0,0-1 0 0 0,0 0 0 0 0,0-1 0 0 0,3-1 0 0 0,5-3-19 0 0,0-1 1 0 0,-1-1 0 0 0,0 1 0 0 0,13-15-1 0 0,-17 14 26 0 0,0-1-1 0 0,0 1 0 0 0,0-1 0 0 0,-1 0 0 0 0,-1 0 0 0 0,1-1 0 0 0,-1 1 0 0 0,2-19 0 0 0,6-13 4261 0 0,-11 41-4248 0 0,0 0 0 0 0,0 0 1 0 0,0 0-1 0 0,0 0 1 0 0,0 0-1 0 0,0 0 1 0 0,0 0-1 0 0,0 0 1 0 0,1 0-1 0 0,-1 0 1 0 0,0 0-1 0 0,0 0 1 0 0,0 0-1 0 0,0 0 0 0 0,0 0 1 0 0,0 0-1 0 0,0 0 1 0 0,0 0-1 0 0,0 0 1 0 0,0 0-1 0 0,1 0 1 0 0,-1 0-1 0 0,0 0 1 0 0,0 0-1 0 0,0 0 1 0 0,0 0-1 0 0,0 0 0 0 0,0 0 1 0 0,0 0-1 0 0,0 0 1 0 0,0 0-1 0 0,0 0 1 0 0,0 0-1 0 0,0 0 1 0 0,0 0-1 0 0,1 0 1 0 0,-1 0-1 0 0,0-1 1 0 0,0 1-1 0 0,0 0 0 0 0,0 0 1 0 0,0 0-1 0 0,0 0 1 0 0,0 0-1 0 0,-6 57 415 0 0,4-43-326 0 0,0 0-1 0 0,1 0 1 0 0,1 25 0 0 0,1-38-187 0 0,-1 0 1 0 0,0 1-1 0 0,1-1 1 0 0,-1 0 0 0 0,1 0-1 0 0,-1 0 1 0 0,1 1-1 0 0,-1-1 1 0 0,1 0-1 0 0,0 0 1 0 0,0 0 0 0 0,0 0-1 0 0,-1 0 1 0 0,1 0-1 0 0,0 0 1 0 0,0-1-1 0 0,0 1 1 0 0,0 0 0 0 0,1 0-1 0 0,-1-1 1 0 0,0 1-1 0 0,0 0 1 0 0,0-1-1 0 0,0 0 1 0 0,1 1 0 0 0,-1-1-1 0 0,0 0 1 0 0,1 1-1 0 0,-1-1 1 0 0,0 0-1 0 0,0 0 1 0 0,1 0 0 0 0,-1 0-1 0 0,0 0 1 0 0,1 0-1 0 0,-1-1 1 0 0,0 1-1 0 0,0 0 1 0 0,1-1 0 0 0,-1 1-1 0 0,2-2 1 0 0,3 1-397 0 0,0-1 0 0 0,-1 0 1 0 0,1-1-1 0 0,-1 1 0 0 0,1-1 0 0 0,-1 0 0 0 0,6-5 1 0 0,-1-3 328 0 0,0-1 0 0 0,-1 0 0 0 0,-1 0 0 0 0,0-1 0 0 0,0 0 0 0 0,-2-1 0 0 0,0 1 0 0 0,10-32 5479 0 0,-16 45-5322 0 0,0-1-1 0 0,0 1 1 0 0,0-1 0 0 0,0 1-1 0 0,0 0 1 0 0,0-1-1 0 0,0 1 1 0 0,0 0 0 0 0,0-1-1 0 0,0 1 1 0 0,0-1 0 0 0,0 1-1 0 0,0 0 1 0 0,1-1 0 0 0,-1 1-1 0 0,0 0 1 0 0,0-1-1 0 0,0 1 1 0 0,0 0 0 0 0,1-1-1 0 0,-1 1 1 0 0,0 0 0 0 0,0 0-1 0 0,1-1 1 0 0,-1 1-1 0 0,0 0 1 0 0,1 0 0 0 0,-1-1-1 0 0,0 1 1 0 0,1 0 0 0 0,-1 0-1 0 0,0 0 1 0 0,1 0 0 0 0,-1 0-1 0 0,0-1 1 0 0,1 1-1 0 0,-1 0 1 0 0,0 0 0 0 0,1 0-1 0 0,-1 0 1 0 0,1 0 0 0 0,-1 0-1 0 0,0 0 1 0 0,1 0-1 0 0,-1 0 1 0 0,0 0 0 0 0,1 1-1 0 0,0-1 1 0 0,0 0-4 0 0,0 0 1 0 0,0 1-1 0 0,-1-1 1 0 0,1 1-1 0 0,0-1 1 0 0,0 1-1 0 0,0-1 1 0 0,0 1-1 0 0,0 0 1 0 0,-1-1-1 0 0,1 1 1 0 0,0 0-1 0 0,-1 0 1 0 0,1-1-1 0 0,0 1 1 0 0,-1 0-1 0 0,1 1 1 0 0,4 21 304 0 0,-5-16-264 0 0,1 0-1 0 0,0 0 1 0 0,1-1 0 0 0,0 1 0 0 0,3 9-1 0 0,-5-15-47 0 0,1-1 0 0 0,-1 1 0 0 0,1 0-1 0 0,0 0 1 0 0,-1 0 0 0 0,1 0 0 0 0,-1-1 0 0 0,1 1-1 0 0,0 0 1 0 0,0-1 0 0 0,-1 1 0 0 0,1-1-1 0 0,0 1 1 0 0,0-1 0 0 0,0 1 0 0 0,0-1 0 0 0,0 1-1 0 0,-1-1 1 0 0,1 0 0 0 0,0 1 0 0 0,0-1 0 0 0,0 0-1 0 0,0 0 1 0 0,0 0 0 0 0,0 0 0 0 0,0 0-1 0 0,0 0 1 0 0,0 0 0 0 0,0 0 0 0 0,0 0 0 0 0,0 0-1 0 0,0-1 1 0 0,0 1 0 0 0,0 0 0 0 0,0-1 0 0 0,0 1-1 0 0,0 0 1 0 0,0-1 0 0 0,-1 1 0 0 0,1-1-1 0 0,0 0 1 0 0,0 1 0 0 0,1-2 0 0 0,1-1 8 0 0,0 0-1 0 0,0 0 1 0 0,0-1 0 0 0,0 1 0 0 0,-1-1 0 0 0,1 1 0 0 0,-1-1-1 0 0,2-5 1 0 0,-2 5 33 0 0,1 0-1 0 0,-1 0 1 0 0,0 0-1 0 0,1 0 0 0 0,0 1 1 0 0,0-1-1 0 0,4-3 1 0 0,-6 6-34 0 0,0 1 1 0 0,0-1 0 0 0,0 1 0 0 0,1-1 0 0 0,-1 1-1 0 0,0-1 1 0 0,0 1 0 0 0,1 0 0 0 0,-1-1 0 0 0,0 1-1 0 0,1 0 1 0 0,-1 0 0 0 0,0 0 0 0 0,0 0-1 0 0,1 0 1 0 0,-1 0 0 0 0,0 1 0 0 0,1-1 0 0 0,-1 0-1 0 0,0 1 1 0 0,0-1 0 0 0,0 1 0 0 0,1-1 0 0 0,-1 1-1 0 0,0-1 1 0 0,0 1 0 0 0,0 0 0 0 0,0 0 0 0 0,0-1-1 0 0,1 2 1 0 0,0 0-18 0 0,0-1 0 0 0,0 1 1 0 0,0-1-1 0 0,0 0 0 0 0,0 1 0 0 0,0-1 0 0 0,0 0 0 0 0,1 0 1 0 0,-1-1-1 0 0,0 1 0 0 0,0 0 0 0 0,1-1 0 0 0,-1 1 0 0 0,1-1 0 0 0,-1 0 1 0 0,1 0-1 0 0,-1 0 0 0 0,0 0 0 0 0,1 0 0 0 0,-1-1 0 0 0,1 1 0 0 0,-1-1 1 0 0,0 1-1 0 0,1-1 0 0 0,-1 0 0 0 0,0 0 0 0 0,0 0 0 0 0,0 0 0 0 0,1 0 1 0 0,-1-1-1 0 0,2-1 0 0 0,4-5-363 0 0,-1 0 0 0 0,0 0 0 0 0,0 0 0 0 0,-1-1 0 0 0,10-17 1 0 0,5-7-4039 0 0,-19 31 3271 0 0,5-7-3444 0 0,-7 8 4363 0 0,0 0-1 0 0,0 1 1 0 0,1-1-1 0 0,-1 0 1 0 0,0 0-1 0 0,1 1 1 0 0,-1-1-1 0 0,0 0 1 0 0,1 1-1 0 0,-1-1 1 0 0,1 0-1 0 0,-1 1 1 0 0,1-1-1 0 0,0 1 1 0 0,-1-1-1 0 0,1 1 1 0 0,-1-1-1 0 0,1 1 1 0 0,0-1-1 0 0,-1 1 0 0 0,1 0 1 0 0,0-1-1 0 0,0 1 1 0 0,-1 0-1 0 0,1-1 1 0 0,0 1-1 0 0,1 0 1 0 0,16 1 17298 0 0,2 3-9882 0 0,6 3-7435 0 0,9 4-7602 0 0,-14-5 5760 0 0,-15-4-1493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7:37.568"/>
    </inkml:context>
    <inkml:brush xml:id="br0">
      <inkml:brushProperty name="width" value="0.035" units="cm"/>
      <inkml:brushProperty name="height" value="0.035" units="cm"/>
    </inkml:brush>
  </inkml:definitions>
  <inkml:trace contextRef="#ctx0" brushRef="#br0">53 652 3620 0 0,'-1'0'436'0'0,"0"1"0"0"0,0 0 0 0 0,0-1-1 0 0,0 0 1 0 0,0 1 0 0 0,0-1 0 0 0,0 0 0 0 0,0 1-1 0 0,0-1 1 0 0,0 0 0 0 0,0 0 0 0 0,0 0-1 0 0,0 0 1 0 0,0 0 0 0 0,0 0 0 0 0,0 0 0 0 0,0 0-1 0 0,0 0 1 0 0,0 0 0 0 0,0-1 0 0 0,0 1-1 0 0,0 0 1 0 0,0-1 0 0 0,0 1 0 0 0,0-1 0 0 0,0 1-1 0 0,0-1 1 0 0,0 0 0 0 0,1 1 0 0 0,-1-1-1 0 0,0 0 1 0 0,-2-1 1707 0 0,-16-8 4275 0 0,187-50-3727 0 0,558-289-1401 0 0,-374 168-1587 0 0,-261 136 505 0 0,-89 44-265 0 0,0 1-143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7:38.584"/>
    </inkml:context>
    <inkml:brush xml:id="br0">
      <inkml:brushProperty name="width" value="0.035" units="cm"/>
      <inkml:brushProperty name="height" value="0.035" units="cm"/>
    </inkml:brush>
  </inkml:definitions>
  <inkml:trace contextRef="#ctx0" brushRef="#br0">104 765 8825 0 0,'-3'3'121'0'0,"-59"63"1428"0"0,40-44 8029 0 0,8-18-7704 0 0,14-5-1847 0 0,0 1 0 0 0,0 0 0 0 0,0 0-1 0 0,0 0 1 0 0,1 0 0 0 0,-1 0 0 0 0,0 0 0 0 0,0-1 0 0 0,0 1 0 0 0,0 0 0 0 0,0 0 0 0 0,0 0 0 0 0,0 0 0 0 0,0 0 0 0 0,0 0 0 0 0,0-1-1 0 0,0 1 1 0 0,0 0 0 0 0,0 0 0 0 0,0 0 0 0 0,0 0 0 0 0,0 0 0 0 0,0-1 0 0 0,0 1 0 0 0,0 0 0 0 0,0 0 0 0 0,0 0 0 0 0,0 0 0 0 0,0 0-1 0 0,-1 0 1 0 0,1-1 0 0 0,0 1 0 0 0,0 0 0 0 0,0 0 0 0 0,0 0 0 0 0,0 0 0 0 0,0 0 0 0 0,0 0 0 0 0,0 0 0 0 0,-1 0 0 0 0,1 0 0 0 0,0-1-1 0 0,0 1 1 0 0,0 0 0 0 0,0 0 0 0 0,0 0 0 0 0,0 0 0 0 0,-1 0 0 0 0,1 0 0 0 0,0 0 0 0 0,0 0 0 0 0,36-23 1459 0 0,57-28 0 0 0,-17 10-446 0 0,66-40-43 0 0,541-296 240 0 0,-605 337-1099 0 0,403-194 247 0 0,-464 228-453 0 0,-17 9 69 0 0,-23 15 6 0 0,12-10-133 0 0,9-6 47 0 0,-5 3 99 0 0,-16 21-10867 0 0,21-24 9559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4.055"/>
    </inkml:context>
    <inkml:brush xml:id="br0">
      <inkml:brushProperty name="width" value="0.035" units="cm"/>
      <inkml:brushProperty name="height" value="0.035" units="cm"/>
    </inkml:brush>
  </inkml:definitions>
  <inkml:trace contextRef="#ctx0" brushRef="#br0">374 97 8305 0 0,'-3'-46'2318'0'0,"0"43"-1773"0"0,0-1 1 0 0,-1 0-1 0 0,0 1 0 0 0,0 0 0 0 0,0 0 1 0 0,0 0-1 0 0,0 0 0 0 0,-1 1 1 0 0,1 0-1 0 0,-1 0 0 0 0,1 0 1 0 0,-1 0-1 0 0,-7-1 0 0 0,4 0-317 0 0,2 1-57 0 0,1 0-1 0 0,-1 1 1 0 0,0 0 0 0 0,1 0-1 0 0,-1 0 1 0 0,0 0-1 0 0,0 1 1 0 0,0 0 0 0 0,1 0-1 0 0,-1 1 1 0 0,0 0 0 0 0,0 0-1 0 0,1 0 1 0 0,-1 1-1 0 0,-9 3 1 0 0,6-1-32 0 0,0 1 0 0 0,0 0 0 0 0,1 1 0 0 0,-1 0 0 0 0,1 0 0 0 0,1 1 0 0 0,-1 0 0 0 0,-9 12 0 0 0,4-4-63 0 0,2 1-1 0 0,0 0 1 0 0,1 1 0 0 0,0 1 0 0 0,2-1 0 0 0,0 1 0 0 0,1 0 0 0 0,-9 38 0 0 0,9-27-44 0 0,2 0 0 0 0,2 1 0 0 0,0 0 0 0 0,2 0 0 0 0,4 47 0 0 0,-1-66-50 0 0,0 1 1 0 0,1-1 0 0 0,0 0-1 0 0,0 0 1 0 0,2 0-1 0 0,-1-1 1 0 0,1 0-1 0 0,0 0 1 0 0,1 0-1 0 0,1 0 1 0 0,-1-1-1 0 0,1 0 1 0 0,1 0 0 0 0,0-1-1 0 0,0 0 1 0 0,0 0-1 0 0,17 11 1 0 0,-19-14-313 0 0,1 0-1 0 0,0-1 1 0 0,0 0 0 0 0,0 0 0 0 0,1 0-1 0 0,-1-1 1 0 0,1 0 0 0 0,0 0 0 0 0,0-1-1 0 0,0 0 1 0 0,0-1 0 0 0,0 1-1 0 0,0-1 1 0 0,0-1 0 0 0,0 0 0 0 0,1 0-1 0 0,-1-1 1 0 0,0 0 0 0 0,0 0 0 0 0,0 0-1 0 0,0-1 1 0 0,0-1 0 0 0,0 1 0 0 0,0-1-1 0 0,-1-1 1 0 0,13-7 0 0 0,-5 2-536 0 0,-1-1 0 0 0,1-1 1 0 0,-2 0-1 0 0,0-1 0 0 0,0 0 0 0 0,17-23 1 0 0,-24 27 1014 0 0,-1 0 0 0 0,1-1 0 0 0,-1 0 0 0 0,-1 0 0 0 0,0 0 0 0 0,0 0 0 0 0,-1-1 0 0 0,0 0 0 0 0,0 1 0 0 0,-1-1 0 0 0,-1 0 1 0 0,2-19-1 0 0,-3-28 3892 0 0,0 55-2691 0 0,-9-4-352 0 0,8 5-981 0 0,1 1-1 0 0,0-1 1 0 0,-1 0 0 0 0,1 1-1 0 0,0 0 1 0 0,-1-1 0 0 0,1 1-1 0 0,-1-1 1 0 0,1 1 0 0 0,-1-1-1 0 0,1 1 1 0 0,-1 0-1 0 0,1 0 1 0 0,-1-1 0 0 0,1 1-1 0 0,-1 0 1 0 0,0 0 0 0 0,1-1-1 0 0,-1 1 1 0 0,1 0 0 0 0,-1 0-1 0 0,0 0 1 0 0,1 0 0 0 0,-1 0-1 0 0,0 0 1 0 0,1 0 0 0 0,-1 0-1 0 0,1 0 1 0 0,-1 0 0 0 0,0 0-1 0 0,1 1 1 0 0,-1-1-1 0 0,1 0 1 0 0,-1 0 0 0 0,0 1-1 0 0,1-1 1 0 0,-1 0 0 0 0,1 1-1 0 0,-1-1 1 0 0,1 0 0 0 0,-1 1-1 0 0,1-1 1 0 0,0 1 0 0 0,-1-1-1 0 0,0 1 1 0 0,-3 4 48 0 0,0 0 1 0 0,1 1-1 0 0,0-1 1 0 0,0 1-1 0 0,0-1 0 0 0,0 1 1 0 0,1 0-1 0 0,0 0 1 0 0,0 0-1 0 0,1 0 1 0 0,-1 1-1 0 0,0 10 1 0 0,0 3 48 0 0,1 1 1 0 0,3 34 0 0 0,-2-54-131 0 0,0 1 1 0 0,0 0-1 0 0,0 0 1 0 0,0 0 0 0 0,0-1-1 0 0,1 1 1 0 0,-1 0 0 0 0,1 0-1 0 0,-1-1 1 0 0,1 1-1 0 0,0 0 1 0 0,0-1 0 0 0,0 1-1 0 0,0-1 1 0 0,0 1-1 0 0,0-1 1 0 0,0 0 0 0 0,2 3-1 0 0,-2-4 2 0 0,0 1 1 0 0,0-1-1 0 0,0 0 0 0 0,0 1 0 0 0,1-1 0 0 0,-1 0 0 0 0,0 0 1 0 0,0 0-1 0 0,0 0 0 0 0,0 1 0 0 0,0-2 0 0 0,0 1 0 0 0,1 0 0 0 0,-1 0 1 0 0,0 0-1 0 0,0 0 0 0 0,0-1 0 0 0,0 1 0 0 0,0 0 0 0 0,0-1 1 0 0,1 0-1 0 0,4-2-26 0 0,-1 0 1 0 0,-1-1-1 0 0,1 1 1 0 0,0-1-1 0 0,-1 0 1 0 0,0 0-1 0 0,0 0 1 0 0,0-1-1 0 0,4-5 1 0 0,2-8 18 0 0,-1 0 0 0 0,10-30 0 0 0,-9 23 160 0 0,-9 23 1281 0 0,-3 15-1114 0 0,0 1 0 0 0,1-1 0 0 0,0 1 0 0 0,1 0 0 0 0,1-1 0 0 0,4 27 1 0 0,-4-36-314 0 0,0 0 1 0 0,0 0-1 0 0,0 0 1 0 0,1 0-1 0 0,0 0 1 0 0,0 0-1 0 0,0-1 1 0 0,0 1 0 0 0,0-1-1 0 0,1 0 1 0 0,-1 0-1 0 0,1 1 1 0 0,0-2-1 0 0,0 1 1 0 0,0 0-1 0 0,1-1 1 0 0,-1 1 0 0 0,1-1-1 0 0,6 3 1 0 0,-8-3-449 0 0,1-2 1 0 0,0 1-1 0 0,0 0 1 0 0,0 0-1 0 0,0-1 1 0 0,0 0-1 0 0,0 1 1 0 0,0-1-1 0 0,0 0 1 0 0,0-1-1 0 0,0 1 1 0 0,0 0-1 0 0,0-1 1 0 0,0 0-1 0 0,0 0 1 0 0,0 0-1 0 0,3-1 1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4.520"/>
    </inkml:context>
    <inkml:brush xml:id="br0">
      <inkml:brushProperty name="width" value="0.035" units="cm"/>
      <inkml:brushProperty name="height" value="0.035" units="cm"/>
    </inkml:brush>
  </inkml:definitions>
  <inkml:trace contextRef="#ctx0" brushRef="#br0">71 95 10857 0 0,'-31'-55'511'0'0,"5"21"6804"0"0,26 34-7301 0 0,0-1 0 0 0,0 1 1 0 0,0 0-1 0 0,0 0 0 0 0,0 0 0 0 0,0-1 0 0 0,0 1 0 0 0,0 0 1 0 0,0 0-1 0 0,0 0 0 0 0,0-1 0 0 0,0 1 0 0 0,-1 0 0 0 0,1 0 0 0 0,0 0 1 0 0,0 0-1 0 0,0-1 0 0 0,0 1 0 0 0,0 0 0 0 0,-1 0 0 0 0,1 0 1 0 0,0 0-1 0 0,0 0 0 0 0,0-1 0 0 0,0 1 0 0 0,-1 0 0 0 0,1 0 1 0 0,0 0-1 0 0,0 0 0 0 0,0 0 0 0 0,-1 0 0 0 0,1 0 0 0 0,0 0 1 0 0,0 0-1 0 0,0 0 0 0 0,-1 0 0 0 0,1 0 0 0 0,0 0 0 0 0,0 0 1 0 0,0 0-1 0 0,-1 0 0 0 0,1 0 0 0 0,0 0 0 0 0,0 0 0 0 0,0 0 0 0 0,-1 0 1 0 0,1 0-1 0 0,0 0 0 0 0,0 0 0 0 0,-1 1 0 0 0,1-1 9 0 0,-1 0-1 0 0,1 1 0 0 0,0-1 0 0 0,-1 1 0 0 0,1-1 1 0 0,-1 0-1 0 0,1 1 0 0 0,0-1 0 0 0,-1 1 0 0 0,1-1 1 0 0,0 1-1 0 0,-1-1 0 0 0,1 1 0 0 0,0 0 1 0 0,0-1-1 0 0,0 1 0 0 0,-1-1 0 0 0,1 1 0 0 0,0-1 1 0 0,0 1-1 0 0,0 0 0 0 0,0-1 0 0 0,0 1 1 0 0,0-1-1 0 0,0 1 0 0 0,1 1 0 0 0,18 102 2051 0 0,-10-60-1386 0 0,-1 0 1 0 0,1 44-1 0 0,-12 112 609 0 0,-1-57-2086 0 0,4-142 162 0 0,0 0 0 0 0,0 0-1 0 0,0 0 1 0 0,1 0 0 0 0,-1 0 0 0 0,0 0 0 0 0,0 0 0 0 0,1-1 0 0 0,-1 1 0 0 0,1 0 0 0 0,-1 0 0 0 0,0 0 0 0 0,1 0 0 0 0,0-1 0 0 0,-1 1 0 0 0,1 0 0 0 0,0 0 0 0 0,-1-1 0 0 0,2 2 0 0 0,2-1 132 0 0,4-3-1848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5.169"/>
    </inkml:context>
    <inkml:brush xml:id="br0">
      <inkml:brushProperty name="width" value="0.035" units="cm"/>
      <inkml:brushProperty name="height" value="0.035" units="cm"/>
    </inkml:brush>
  </inkml:definitions>
  <inkml:trace contextRef="#ctx0" brushRef="#br0">210 72 8357 0 0,'0'-4'276'0'0,"-1"1"1"0"0,1-1-1 0 0,-1 1 1 0 0,0 0-1 0 0,0-1 1 0 0,-1 1-1 0 0,1 0 0 0 0,-1 0 1 0 0,1 0-1 0 0,-1 0 1 0 0,0 0-1 0 0,0 0 1 0 0,0 0-1 0 0,-1 0 1 0 0,1 1-1 0 0,-1-1 1 0 0,1 1-1 0 0,-1 0 1 0 0,0 0-1 0 0,0 0 1 0 0,0 0-1 0 0,0 0 0 0 0,0 1 1 0 0,0 0-1 0 0,-6-2 1 0 0,5 2-88 0 0,0 1 0 0 0,1-1 0 0 0,-1 1 0 0 0,0 0 0 0 0,0 1 0 0 0,0-1 0 0 0,0 1 1 0 0,0-1-1 0 0,0 1 0 0 0,0 0 0 0 0,1 1 0 0 0,-1-1 0 0 0,0 1 0 0 0,1-1 0 0 0,-1 1 0 0 0,1 0 0 0 0,0 0 0 0 0,-1 1 0 0 0,1-1 1 0 0,0 1-1 0 0,0-1 0 0 0,-3 5 0 0 0,-2 3-38 0 0,1 0-1 0 0,0 1 1 0 0,1 0 0 0 0,0 0 0 0 0,0 0-1 0 0,1 0 1 0 0,1 1 0 0 0,0 0 0 0 0,1 0 0 0 0,0 0-1 0 0,0 1 1 0 0,2-1 0 0 0,-1 1 0 0 0,2 24-1 0 0,0-19-120 0 0,1 0-1 0 0,1 0 1 0 0,1 0-1 0 0,0 0 1 0 0,2-1-1 0 0,0 0 1 0 0,0 0-1 0 0,2 0 1 0 0,17 32-1 0 0,-23-46-115 0 0,1 1 0 0 0,0-1 0 0 0,1 1 0 0 0,-1-1 0 0 0,1 0 0 0 0,-1 0 0 0 0,1 0 0 0 0,0 0 0 0 0,0-1 0 0 0,0 1 1 0 0,1-1-1 0 0,-1 1 0 0 0,1-1 0 0 0,-1 0 0 0 0,1-1 0 0 0,0 1 0 0 0,-1-1 0 0 0,1 1 0 0 0,0-1 0 0 0,0 0 0 0 0,6 0 0 0 0,-5-1-435 0 0,0-1 1 0 0,0 0-1 0 0,0 0 0 0 0,0 0 1 0 0,0 0-1 0 0,0-1 1 0 0,-1 0-1 0 0,1 0 0 0 0,-1-1 1 0 0,1 1-1 0 0,-1-1 1 0 0,0 0-1 0 0,0 0 0 0 0,0 0 1 0 0,0 0-1 0 0,6-7 0 0 0,5-5-1714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5.582"/>
    </inkml:context>
    <inkml:brush xml:id="br0">
      <inkml:brushProperty name="width" value="0.035" units="cm"/>
      <inkml:brushProperty name="height" value="0.035" units="cm"/>
    </inkml:brush>
  </inkml:definitions>
  <inkml:trace contextRef="#ctx0" brushRef="#br0">54 22 9065 0 0,'0'0'13'0'0,"0"-1"0"0"0,0 1 0 0 0,0 0 0 0 0,0 0 0 0 0,0 0 0 0 0,0 0 1 0 0,0-1-1 0 0,0 1 0 0 0,0 0 0 0 0,0 0 0 0 0,0 0 0 0 0,0 0 0 0 0,0-1 0 0 0,0 1 0 0 0,0 0 0 0 0,0 0 1 0 0,0 0-1 0 0,0-1 0 0 0,0 1 0 0 0,0 0 0 0 0,0 0 0 0 0,0 0 0 0 0,0 0 0 0 0,0-1 0 0 0,0 1 0 0 0,0 0 1 0 0,0 0-1 0 0,-1 0 0 0 0,1 0 0 0 0,0-1 0 0 0,0 1 0 0 0,0 0 0 0 0,0 0 0 0 0,0 0 0 0 0,0 0 1 0 0,-1 0-1 0 0,1 0 0 0 0,0 0 0 0 0,0 0 0 0 0,0-1 0 0 0,0 1 0 0 0,-1 0 0 0 0,-2 1 56 0 0,1 0-1 0 0,-1 0 1 0 0,0 0 0 0 0,1 0-1 0 0,-1 1 1 0 0,0-1-1 0 0,1 1 1 0 0,0-1 0 0 0,-1 1-1 0 0,1 0 1 0 0,0 0-1 0 0,0 0 1 0 0,0 0 0 0 0,0 0-1 0 0,0 1 1 0 0,1-1-1 0 0,-1 0 1 0 0,1 1 0 0 0,-1-1-1 0 0,1 1 1 0 0,0 0-1 0 0,0-1 1 0 0,0 1 0 0 0,0 0-1 0 0,1 0 1 0 0,-1 0-1 0 0,1 0 1 0 0,-1 0 0 0 0,1-1-1 0 0,0 1 1 0 0,0 0-1 0 0,1 4 1 0 0,0 7 398 0 0,1 0 0 0 0,0-1 0 0 0,1 0 0 0 0,0 1-1 0 0,9 21 1 0 0,-11-33-456 0 0,0-1 0 0 0,0 1 0 0 0,0-1-1 0 0,0 1 1 0 0,0-1 0 0 0,0 0-1 0 0,0 1 1 0 0,0-1 0 0 0,0 0 0 0 0,1 0-1 0 0,-1 0 1 0 0,0 0 0 0 0,1 0 0 0 0,-1 0-1 0 0,1 0 1 0 0,-1-1 0 0 0,1 1-1 0 0,-1 0 1 0 0,1-1 0 0 0,0 1 0 0 0,-1-1-1 0 0,1 0 1 0 0,0 1 0 0 0,-1-1 0 0 0,1 0-1 0 0,0 0 1 0 0,-1 0 0 0 0,1 0-1 0 0,0 0 1 0 0,0-1 0 0 0,-1 1 0 0 0,1-1-1 0 0,-1 1 1 0 0,4-2 0 0 0,0 1-17 0 0,1-1 0 0 0,-1-1 0 0 0,0 1-1 0 0,1-1 1 0 0,-1 0 0 0 0,0 0 0 0 0,-1 0 0 0 0,8-7 0 0 0,-3-1 24 0 0,-1 0-1 0 0,0-1 0 0 0,-1 0 1 0 0,0 0-1 0 0,-1-1 1 0 0,0 0-1 0 0,-1 0 1 0 0,5-18-1 0 0,7-16 1157 0 0,-16 45 293 0 0,0-4 788 0 0,-6 28-1735 0 0,0 0-1 0 0,-2 37 1 0 0,6-55-481 0 0,1 1 1 0 0,0 0 0 0 0,0 0 0 0 0,0 0-1 0 0,0 0 1 0 0,1 0 0 0 0,0 0 0 0 0,0-1-1 0 0,0 1 1 0 0,1 0 0 0 0,-1-1 0 0 0,1 1-1 0 0,0-1 1 0 0,1 1 0 0 0,-1-1-1 0 0,1 0 1 0 0,-1 0 0 0 0,6 5 0 0 0,-6-7-373 0 0,0-1 1 0 0,0 1-1 0 0,0-1 1 0 0,0 0 0 0 0,0 0-1 0 0,0 1 1 0 0,0-2-1 0 0,1 1 1 0 0,-1 0-1 0 0,0 0 1 0 0,1-1 0 0 0,-1 1-1 0 0,0-1 1 0 0,1 0-1 0 0,-1 1 1 0 0,1-1-1 0 0,-1 0 1 0 0,0-1-1 0 0,1 1 1 0 0,-1 0 0 0 0,1-1-1 0 0,-1 1 1 0 0,0-1-1 0 0,0 0 1 0 0,1 0-1 0 0,-1 0 1 0 0,3-2 0 0 0,7-3-2244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5.955"/>
    </inkml:context>
    <inkml:brush xml:id="br0">
      <inkml:brushProperty name="width" value="0.035" units="cm"/>
      <inkml:brushProperty name="height" value="0.035" units="cm"/>
    </inkml:brush>
  </inkml:definitions>
  <inkml:trace contextRef="#ctx0" brushRef="#br0">49 50 8921 0 0,'-2'-5'-1066'0'0,"-21"-29"4885"0"0,11 23-480 0 0,11 11-3286 0 0,1 0 0 0 0,0 0 1 0 0,-1 0-1 0 0,1 0 0 0 0,0 0 0 0 0,-1 0 1 0 0,1 0-1 0 0,0 0 0 0 0,-1 0 0 0 0,1 0 1 0 0,0 0-1 0 0,-1 0 0 0 0,1 1 0 0 0,0-1 0 0 0,-1 0 1 0 0,1 0-1 0 0,0 0 0 0 0,-1 0 0 0 0,1 0 1 0 0,0 1-1 0 0,0-1 0 0 0,-1 0 0 0 0,1 0 1 0 0,0 1-1 0 0,0-1 0 0 0,-1 0 0 0 0,1 0 1 0 0,0 1-1 0 0,0-1 0 0 0,0 0 0 0 0,0 1 1 0 0,-1-1-1 0 0,1 0 0 0 0,0 0 0 0 0,0 1 1 0 0,0 0-1 0 0,-1 6 215 0 0,0 1 0 0 0,1-1 0 0 0,0 1 0 0 0,1 0 0 0 0,-1-1 1 0 0,1 1-1 0 0,1-1 0 0 0,-1 1 0 0 0,1-1 0 0 0,4 10 0 0 0,4 18 447 0 0,3 60-194 0 0,-5 1 1 0 0,-3 102-1 0 0,-5-196-1329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6.294"/>
    </inkml:context>
    <inkml:brush xml:id="br0">
      <inkml:brushProperty name="width" value="0.035" units="cm"/>
      <inkml:brushProperty name="height" value="0.035" units="cm"/>
    </inkml:brush>
  </inkml:definitions>
  <inkml:trace contextRef="#ctx0" brushRef="#br0">45 54 9157 0 0,'-4'-13'-179'0'0,"4"11"240"0"0,0 0 0 0 0,0 1 1 0 0,0-1-1 0 0,0 0 0 0 0,-1 1 0 0 0,1-1 0 0 0,-1 0 0 0 0,1 1 0 0 0,-1-1 0 0 0,1 1 0 0 0,-1-1 0 0 0,0 1 0 0 0,0-1 0 0 0,0 1 0 0 0,0-1 1 0 0,0 1-1 0 0,0 0 0 0 0,0-1 0 0 0,-1 1 0 0 0,1 0 0 0 0,0 0 0 0 0,-1 0 0 0 0,1 0 0 0 0,-1 0 0 0 0,1 0 0 0 0,-1 1 0 0 0,1-1 0 0 0,-1 0 1 0 0,1 1-1 0 0,-4-1 0 0 0,4 1-197 0 0,-7 3-3195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7.102"/>
    </inkml:context>
    <inkml:brush xml:id="br0">
      <inkml:brushProperty name="width" value="0.035" units="cm"/>
      <inkml:brushProperty name="height" value="0.035" units="cm"/>
    </inkml:brush>
  </inkml:definitions>
  <inkml:trace contextRef="#ctx0" brushRef="#br0">105 47 7057 0 0,'0'0'580'0'0,"-12"-18"758"0"0,11 16-1119 0 0,-1 0-1 0 0,1 0 1 0 0,0 0 0 0 0,-1 0 0 0 0,1 1-1 0 0,-1-1 1 0 0,1 1 0 0 0,-1-1 0 0 0,0 1-1 0 0,0-1 1 0 0,1 1 0 0 0,-1 0 0 0 0,0 0-1 0 0,0 0 1 0 0,-1 0 0 0 0,1 0 0 0 0,0 0-1 0 0,0 1 1 0 0,0-1 0 0 0,0 1 0 0 0,-3-1-1 0 0,3 2-118 0 0,0-1 0 0 0,0 1 0 0 0,0 0-1 0 0,0 0 1 0 0,0 1 0 0 0,0-1 0 0 0,1 0-1 0 0,-1 1 1 0 0,1-1 0 0 0,-1 1 0 0 0,1-1-1 0 0,-1 1 1 0 0,1-1 0 0 0,0 1 0 0 0,0 0 0 0 0,0 0-1 0 0,0 0 1 0 0,0 0 0 0 0,0 0 0 0 0,0 0-1 0 0,1 0 1 0 0,-1 0 0 0 0,1 0 0 0 0,-1 3-1 0 0,-4 10 164 0 0,2 1 0 0 0,-1-1 0 0 0,-1 29 0 0 0,5-40-262 0 0,-1 0 1 0 0,1 1 0 0 0,1-1 0 0 0,-1 0-1 0 0,0 0 1 0 0,1 1 0 0 0,0-1-1 0 0,0 0 1 0 0,0 0 0 0 0,1 0-1 0 0,-1 0 1 0 0,1 0 0 0 0,0 0-1 0 0,0 0 1 0 0,1-1 0 0 0,-1 1-1 0 0,1-1 1 0 0,-1 0 0 0 0,5 4-1 0 0,-6-5-18 0 0,1-1 0 0 0,-1 0 0 0 0,0 0 0 0 0,1 0 0 0 0,-1 0-1 0 0,1 0 1 0 0,-1-1 0 0 0,1 1 0 0 0,-1 0 0 0 0,1-1 0 0 0,0 1 0 0 0,-1-1-1 0 0,1 0 1 0 0,0 1 0 0 0,-1-1 0 0 0,1 0 0 0 0,0 0 0 0 0,0 0 0 0 0,-1 0-1 0 0,1 0 1 0 0,0-1 0 0 0,-1 1 0 0 0,1 0 0 0 0,2-2 0 0 0,-1 1-21 0 0,0-1 0 0 0,0 0 1 0 0,0 0-1 0 0,0 0 0 0 0,-1-1 0 0 0,1 1 1 0 0,0-1-1 0 0,-1 1 0 0 0,0-1 0 0 0,0 0 1 0 0,3-4-1 0 0,2-6 26 0 0,-1 0 1 0 0,0 0-1 0 0,-1 0 0 0 0,7-25 1 0 0,-7 20 1126 0 0,-7 29-547 0 0,-3 30-346 0 0,5-30-186 0 0,0 1 0 0 0,1-1-1 0 0,4 20 1 0 0,-4-28-129 0 0,0 0 0 0 0,0 0 0 0 0,0 0 0 0 0,0 1 0 0 0,1-1 0 0 0,-1-1 0 0 0,1 1 0 0 0,0 0 0 0 0,0 0 0 0 0,0 0 0 0 0,0-1 0 0 0,0 1 0 0 0,0-1 0 0 0,1 0 0 0 0,-1 0 0 0 0,6 4 0 0 0,-6-6-103 0 0,-1 1 1 0 0,0-1 0 0 0,1 1-1 0 0,-1-1 1 0 0,1 0 0 0 0,-1 0-1 0 0,1 0 1 0 0,-1 0 0 0 0,1 0-1 0 0,-1 0 1 0 0,1 0 0 0 0,-1 0-1 0 0,1-1 1 0 0,-1 1 0 0 0,0-1-1 0 0,1 1 1 0 0,-1-1 0 0 0,1 1-1 0 0,-1-1 1 0 0,0 0 0 0 0,0 0 0 0 0,1 1-1 0 0,-1-1 1 0 0,0 0 0 0 0,0 0-1 0 0,2-2 1 0 0,26-31-4772 0 0,-27 31 4405 0 0,8-9-953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7.647"/>
    </inkml:context>
    <inkml:brush xml:id="br0">
      <inkml:brushProperty name="width" value="0.035" units="cm"/>
      <inkml:brushProperty name="height" value="0.035" units="cm"/>
    </inkml:brush>
  </inkml:definitions>
  <inkml:trace contextRef="#ctx0" brushRef="#br0">1 219 6969 0 0,'47'-125'1632'0'0,"-25"43"2579"0"0,-22 79-1770 0 0,0-6-650 0 0,-2 11-680 0 0,-3 25-300 0 0,-2 43-454 0 0,10 8-215 0 0,17 104-1 0 0,-20-180-414 0 0,4-20-8440 0 0,-5 3 8703 0 0,1 0-1 0 0,1-1 0 0 0,0 1 0 0 0,1 0 0 0 0,6-21 0 0 0,-7 32 112 0 0,1 0 0 0 0,0 0-1 0 0,0 0 1 0 0,0 0 0 0 0,0 0 0 0 0,1 0-1 0 0,0 1 1 0 0,-1-1 0 0 0,1 1 0 0 0,1-1 0 0 0,-1 1-1 0 0,0 0 1 0 0,1 1 0 0 0,-1-1 0 0 0,1 0 0 0 0,0 1-1 0 0,0 0 1 0 0,0 0 0 0 0,0 0 0 0 0,0 1-1 0 0,0-1 1 0 0,1 1 0 0 0,5-1 0 0 0,-8 1 39 0 0,0 0 1 0 0,1 1 0 0 0,-1-1-1 0 0,1 1 1 0 0,-1 0 0 0 0,1 0-1 0 0,-1 0 1 0 0,1 0 0 0 0,-1 0-1 0 0,1 1 1 0 0,-1-1 0 0 0,1 1-1 0 0,-1-1 1 0 0,1 1 0 0 0,-1 0-1 0 0,0 0 1 0 0,1 0 0 0 0,-1 0-1 0 0,0 0 1 0 0,0 1-1 0 0,0-1 1 0 0,0 1 0 0 0,3 2-1 0 0,-3-1-48 0 0,0 1-1 0 0,0-1 1 0 0,0 1-1 0 0,0-1 1 0 0,0 1-1 0 0,-1 0 1 0 0,0-1-1 0 0,1 1 1 0 0,-1 0-1 0 0,-1 0 1 0 0,1 0-1 0 0,-1 0 1 0 0,1 0-1 0 0,-1 6 1 0 0,-1-4-17 0 0,2 0 1 0 0,-1 1 0 0 0,1-1-1 0 0,0 0 1 0 0,0 0 0 0 0,0 0-1 0 0,1 1 1 0 0,0-2 0 0 0,1 1-1 0 0,-1 0 1 0 0,1 0 0 0 0,0-1-1 0 0,5 8 1 0 0,-6-11-100 0 0,1 0-1 0 0,-1 0 1 0 0,0 0 0 0 0,1 0-1 0 0,-1 0 1 0 0,1 0 0 0 0,-1-1-1 0 0,1 1 1 0 0,0-1 0 0 0,0 0-1 0 0,0 0 1 0 0,0 0 0 0 0,0 0-1 0 0,0-1 1 0 0,0 1 0 0 0,0-1-1 0 0,0 1 1 0 0,0-1 0 0 0,0 0 0 0 0,0 0-1 0 0,0-1 1 0 0,0 1 0 0 0,0-1-1 0 0,0 1 1 0 0,0-1 0 0 0,0 0-1 0 0,0 0 1 0 0,0 0 0 0 0,-1-1-1 0 0,4-1 1 0 0,1 0-115 0 0,-1 0 0 0 0,0-1 0 0 0,0 1 0 0 0,0-2 0 0 0,0 1 0 0 0,0-1 0 0 0,-1 1 0 0 0,0-2 0 0 0,0 1 0 0 0,0 0 1 0 0,-1-1-1 0 0,1 0 0 0 0,-2 0 0 0 0,1 0 0 0 0,0-1 0 0 0,-1 1 0 0 0,-1-1 0 0 0,5-12 0 0 0,-6 12 215 0 0,1-1-1 0 0,-1 1 1 0 0,0 0 0 0 0,-1-1 0 0 0,0 1-1 0 0,0-1 1 0 0,0 1 0 0 0,-1-1 0 0 0,0 1-1 0 0,-1 0 1 0 0,1 0 0 0 0,-2-1 0 0 0,1 1-1 0 0,-1 0 1 0 0,0 1 0 0 0,0-1-1 0 0,-7-10 1 0 0,9 15-33 0 0,0 1 1 0 0,-1-1-1 0 0,1 1 0 0 0,0-1 1 0 0,-1 1-1 0 0,1-1 0 0 0,-1 1 0 0 0,1 0 1 0 0,-1 0-1 0 0,0 0 0 0 0,1 0 1 0 0,-1 0-1 0 0,0 0 0 0 0,0 0 0 0 0,0 1 1 0 0,1-1-1 0 0,-1 1 0 0 0,0-1 1 0 0,0 1-1 0 0,0 0 0 0 0,0-1 0 0 0,0 1 1 0 0,0 0-1 0 0,0 1 0 0 0,0-1 1 0 0,0 0-1 0 0,0 0 0 0 0,0 1 0 0 0,0-1 1 0 0,0 1-1 0 0,0 0 0 0 0,1-1 1 0 0,-1 1-1 0 0,0 0 0 0 0,0 0 0 0 0,-2 2 1 0 0,0-1-56 0 0,1 1 1 0 0,-1-1 0 0 0,1 1 0 0 0,0 0-1 0 0,0 0 1 0 0,-1 0 0 0 0,2 1-1 0 0,-1-1 1 0 0,0 1 0 0 0,1-1-1 0 0,0 1 1 0 0,0 0 0 0 0,0 0 0 0 0,-3 8-1 0 0,2 3 274 0 0,-5 20-3049 0 0,8-32 2269 0 0,-1-1 0 0 0,1 1 0 0 0,0-1 0 0 0,-1 1 1 0 0,1-1-1 0 0,1 1 0 0 0,-1-1 0 0 0,0 1 1 0 0,1-1-1 0 0,-1 1 0 0 0,1-1 0 0 0,0 1 0 0 0,0-1 1 0 0,-1 0-1 0 0,2 1 0 0 0,-1-1 0 0 0,2 3 1 0 0,4 3-928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8.036"/>
    </inkml:context>
    <inkml:brush xml:id="br0">
      <inkml:brushProperty name="width" value="0.035" units="cm"/>
      <inkml:brushProperty name="height" value="0.035" units="cm"/>
    </inkml:brush>
  </inkml:definitions>
  <inkml:trace contextRef="#ctx0" brushRef="#br0">0 66 9685 0 0,'0'0'3377'0'0,"2"-1"-3224"0"0,-1 1-1 0 0,1 0 1 0 0,-1-1 0 0 0,0 1 0 0 0,1 0 0 0 0,-1 0-1 0 0,1 0 1 0 0,-1 0 0 0 0,0 0 0 0 0,1 1-1 0 0,-1-1 1 0 0,0 0 0 0 0,3 1 0 0 0,-1 3-4 0 0,1 0 0 0 0,-1 0 0 0 0,0 1 1 0 0,0-1-1 0 0,0 1 0 0 0,-1 0 0 0 0,0 0 1 0 0,0 0-1 0 0,0 0 0 0 0,0 0 0 0 0,1 7 1 0 0,13 30 12 0 0,-15-39-300 0 0,1 0 0 0 0,0 0-1 0 0,0 0 1 0 0,1 0 0 0 0,-1 0-1 0 0,1-1 1 0 0,-1 1 0 0 0,1-1-1 0 0,3 3 1 0 0,-5-5 105 0 0,0 1 0 0 0,1 0 0 0 0,-1-1 1 0 0,0 1-1 0 0,0-1 0 0 0,1 1 0 0 0,-1-1 0 0 0,0 0 0 0 0,1 0 0 0 0,-1 1 1 0 0,0-1-1 0 0,1 0 0 0 0,-1 0 0 0 0,1 0 0 0 0,-1 0 0 0 0,0-1 0 0 0,3 0 1 0 0,0-1 52 0 0,0 0 0 0 0,1-1 0 0 0,-1 1 0 0 0,-1-1 0 0 0,1 0 0 0 0,0 0 1 0 0,-1-1-1 0 0,0 1 0 0 0,1-1 0 0 0,-1 1 0 0 0,-1-1 0 0 0,4-6 0 0 0,11-14 805 0 0,1 0 0 0 0,1 2 0 0 0,0 0 0 0 0,43-36 0 0 0,-60 57-1707 0 0,7-5-2582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54:18.420"/>
    </inkml:context>
    <inkml:brush xml:id="br0">
      <inkml:brushProperty name="width" value="0.035" units="cm"/>
      <inkml:brushProperty name="height" value="0.035" units="cm"/>
    </inkml:brush>
  </inkml:definitions>
  <inkml:trace contextRef="#ctx0" brushRef="#br0">0 1 18158 0 0,'0'0'-108'0'0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06.805"/>
    </inkml:context>
    <inkml:brush xml:id="br0">
      <inkml:brushProperty name="width" value="0.035" units="cm"/>
      <inkml:brushProperty name="height" value="0.035" units="cm"/>
    </inkml:brush>
  </inkml:definitions>
  <inkml:trace contextRef="#ctx0" brushRef="#br0">107 417 6245 0 0,'-5'-5'222'0'0,"-40"-41"2325"0"0,23 3 2057 0 0,133 226-1208 0 0,-10 6-3148 0 0,32 56-238 0 0,-125-239-89 0 0,-8-17 56 0 0,-7-19 5 0 0,-35-54-62 0 0,-3 2 0 0 0,-4 2-1 0 0,-3 2 1 0 0,-3 2 0 0 0,-67-69-1 0 0,120 144 109 0 0,1 0 0 0 0,0 0 1 0 0,0 0-1 0 0,0-1 0 0 0,0 1 0 0 0,0 0 0 0 0,0 0 0 0 0,0-1 1 0 0,0 1-1 0 0,0 0 0 0 0,0-1 0 0 0,1 1 0 0 0,-1-1 0 0 0,1 1 0 0 0,-1-1 1 0 0,1 1-1 0 0,0-1 0 0 0,-1 0 0 0 0,1-1 0 0 0,1 2-22 0 0,-1 0 0 0 0,1 1 0 0 0,-1-1 0 0 0,1 0 0 0 0,-1 1 0 0 0,1-1 0 0 0,0 1 0 0 0,-1-1 0 0 0,1 1 0 0 0,0-1 0 0 0,-1 1 0 0 0,1 0 0 0 0,0-1 0 0 0,0 1 0 0 0,-1 0 0 0 0,1 0 0 0 0,0-1 0 0 0,0 1 0 0 0,0 0 0 0 0,-1 0 0 0 0,1 0 0 0 0,0 0 0 0 0,0 0 0 0 0,0 0 0 0 0,0 0 0 0 0,8 0 6 0 0,-1 1-1 0 0,1 0 0 0 0,-1 1 0 0 0,0 0 1 0 0,11 3-1 0 0,26 16 85 0 0,-1 1 0 0 0,52 35 0 0 0,-59-33-61 0 0,2-1-1 0 0,1-2 1 0 0,48 17 0 0 0,-83-36-34 0 0,12 4 32 0 0,1 0-1 0 0,-1-1 1 0 0,1 0-1 0 0,1-2 1 0 0,27 2-1 0 0,-43-5-28 0 0,0 0 1 0 0,1 0-1 0 0,-1 0 0 0 0,0 0 1 0 0,0-1-1 0 0,0 1 1 0 0,1-1-1 0 0,-1 0 0 0 0,0 0 1 0 0,0-1-1 0 0,0 1 0 0 0,0 0 1 0 0,-1-1-1 0 0,1 0 0 0 0,0 1 1 0 0,-1-1-1 0 0,1 0 0 0 0,-1-1 1 0 0,1 1-1 0 0,-1 0 1 0 0,0-1-1 0 0,0 1 0 0 0,0-1 1 0 0,0 0-1 0 0,-1 1 0 0 0,1-1 1 0 0,-1 0-1 0 0,1 0 0 0 0,-1 0 1 0 0,0 0-1 0 0,0-1 0 0 0,-1 1 1 0 0,1 0-1 0 0,-1 0 1 0 0,1 0-1 0 0,-1-1 0 0 0,0 1 1 0 0,0 0-1 0 0,-1-6 0 0 0,0-16-18 0 0,-2-1 1 0 0,-1 1-1 0 0,0 0 0 0 0,-2 0 0 0 0,-1 1 0 0 0,-17-41 0 0 0,-74-135 18 0 0,70 148-5 0 0,17 36 193 0 0,8 19-31 0 0,10 26 63 0 0,8 0-34 0 0,1-2-1 0 0,1 0 1 0 0,1 0 0 0 0,28 29-1 0 0,-2-8 63 0 0,55 46-1 0 0,65 37-2211 0 0,-162-129 1007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07.234"/>
    </inkml:context>
    <inkml:brush xml:id="br0">
      <inkml:brushProperty name="width" value="0.035" units="cm"/>
      <inkml:brushProperty name="height" value="0.035" units="cm"/>
    </inkml:brush>
  </inkml:definitions>
  <inkml:trace contextRef="#ctx0" brushRef="#br0">84 107 5264 0 0,'0'0'4060'0'0,"-19"-9"-491"0"0,17 8-3442 0 0,-1 1 0 0 0,1-1 1 0 0,-1 0-1 0 0,1 0 0 0 0,-1 1 0 0 0,0-1 0 0 0,1 1 0 0 0,-1 0 1 0 0,1 0-1 0 0,-1 0 0 0 0,0 0 0 0 0,1 1 0 0 0,-1-1 0 0 0,1 1 1 0 0,-1-1-1 0 0,-3 2 0 0 0,4-1-86 0 0,1 0 0 0 0,0 1 0 0 0,-1-1 0 0 0,1 0 0 0 0,0 0 0 0 0,0 1 0 0 0,0-1 0 0 0,0 1 0 0 0,0-1 0 0 0,0 1 0 0 0,0-1 0 0 0,1 1 0 0 0,-1 0 0 0 0,1-1-1 0 0,-1 1 1 0 0,1 0 0 0 0,-1-1 0 0 0,1 1 0 0 0,0 0 0 0 0,0 0 0 0 0,0-1 0 0 0,0 1 0 0 0,0 0 0 0 0,0 0 0 0 0,0-1 0 0 0,1 1 0 0 0,0 2 0 0 0,2 10 92 0 0,0 1-1 0 0,1-1 1 0 0,0 0 0 0 0,2 0-1 0 0,0 0 1 0 0,11 20 0 0 0,-14-29-131 0 0,0 0 1 0 0,0 0 0 0 0,0 0-1 0 0,0 0 1 0 0,1-1-1 0 0,-1 0 1 0 0,1 0 0 0 0,0 0-1 0 0,1 0 1 0 0,-1 0-1 0 0,1-1 1 0 0,-1 0 0 0 0,1 0-1 0 0,0 0 1 0 0,0-1 0 0 0,1 0-1 0 0,-1 0 1 0 0,0 0-1 0 0,1 0 1 0 0,6 0 0 0 0,-10-1-6 0 0,0-1 1 0 0,0 0-1 0 0,-1 0 1 0 0,1-1 0 0 0,0 1-1 0 0,0 0 1 0 0,0-1 0 0 0,-1 1-1 0 0,1-1 1 0 0,0 1-1 0 0,0-1 1 0 0,-1 0 0 0 0,1 0-1 0 0,-1 0 1 0 0,1 0-1 0 0,-1 0 1 0 0,1 0 0 0 0,-1 0-1 0 0,1 0 1 0 0,-1-1 0 0 0,0 1-1 0 0,2-3 1 0 0,-1 0-18 0 0,0 0-1 0 0,0 0 1 0 0,0 0 0 0 0,-1 0 0 0 0,1 0 0 0 0,-1 0-1 0 0,0-1 1 0 0,0 1 0 0 0,0-6 0 0 0,0-7-180 0 0,-1-1-1 0 0,-1 1 1 0 0,-5-31 0 0 0,3 33 91 0 0,-1 1 0 0 0,0 0 0 0 0,-1 0 0 0 0,0 1 1 0 0,-13-22-1 0 0,16 31 106 0 0,0-1 0 0 0,0 1 0 0 0,-1 0 0 0 0,0 0 0 0 0,0 0 0 0 0,0 1 0 0 0,0-1 0 0 0,0 1 0 0 0,-1-1 0 0 0,0 1 1 0 0,1 0-1 0 0,-1 0 0 0 0,-1 1 0 0 0,1-1 0 0 0,0 1 0 0 0,0 0 0 0 0,-1 0 0 0 0,1 0 0 0 0,-1 1 0 0 0,-7-2 0 0 0,10 3 2 0 0,-1 0-1 0 0,0 0 1 0 0,1 0-1 0 0,-1 1 1 0 0,1-1-1 0 0,-1 1 1 0 0,0-1-1 0 0,1 1 0 0 0,-1 0 1 0 0,1 0-1 0 0,0 0 1 0 0,-1 0-1 0 0,1 1 1 0 0,0-1-1 0 0,0 1 1 0 0,-1-1-1 0 0,1 1 0 0 0,0 0 1 0 0,1 0-1 0 0,-1 0 1 0 0,0 0-1 0 0,0 0 1 0 0,1 0-1 0 0,-1 0 0 0 0,1 0 1 0 0,0 1-1 0 0,0-1 1 0 0,0 1-1 0 0,0-1 1 0 0,0 1-1 0 0,0-1 1 0 0,1 1-1 0 0,-1 4 1 0 0,0 2-496 0 0,0-1 1 0 0,0 0-1 0 0,1 1 1 0 0,1-1-1 0 0,-1 0 1 0 0,1 1 0 0 0,1-1-1 0 0,-1 0 1 0 0,6 14-1 0 0,-2-8-1362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08.220"/>
    </inkml:context>
    <inkml:brush xml:id="br0">
      <inkml:brushProperty name="width" value="0.035" units="cm"/>
      <inkml:brushProperty name="height" value="0.035" units="cm"/>
    </inkml:brush>
  </inkml:definitions>
  <inkml:trace contextRef="#ctx0" brushRef="#br0">33 39 8681 0 0,'-21'-23'275'0'0,"9"10"2479"0"0,26 25-1087 0 0,142 137 233 0 0,23 22-1471 0 0,-156-156-711 0 0,-34-32 172 0 0,-32-32 49 0 0,30 38 54 0 0,-1 1 0 0 0,0 0 0 0 0,-21-11-1 0 0,31 19 3 0 0,1 0 1 0 0,-1 0-1 0 0,1 0 0 0 0,-1 1 0 0 0,0-1 0 0 0,0 1 1 0 0,0 0-1 0 0,0 0 0 0 0,0 0 0 0 0,0 1 0 0 0,0-1 1 0 0,-1 1-1 0 0,1 0 0 0 0,0 0 0 0 0,0 1 0 0 0,0-1 0 0 0,0 1 1 0 0,0 0-1 0 0,-7 2 0 0 0,9-1 5 0 0,-1 1 0 0 0,0-1-1 0 0,0 1 1 0 0,1 0 0 0 0,-1 0 0 0 0,1 0 0 0 0,0 0-1 0 0,0 0 1 0 0,0 1 0 0 0,0-1 0 0 0,1 0 0 0 0,0 1-1 0 0,-1 0 1 0 0,1-1 0 0 0,0 1 0 0 0,1 0-1 0 0,-1 3 1 0 0,-6 71 93 0 0,6-66-72 0 0,1-3-13 0 0,1 0 1 0 0,0 1-1 0 0,0-1 1 0 0,1 0-1 0 0,0 0 0 0 0,1 0 1 0 0,0 0-1 0 0,0-1 0 0 0,1 1 1 0 0,0-1-1 0 0,0 0 1 0 0,1 0-1 0 0,0 0 0 0 0,1 0 1 0 0,-1-1-1 0 0,2 0 1 0 0,7 8-1 0 0,-8-10-2 0 0,0 0 0 0 0,0 0 0 0 0,0-1 0 0 0,0 1-1 0 0,0-1 1 0 0,1-1 0 0 0,0 1 0 0 0,0-1 0 0 0,0-1 0 0 0,0 1 0 0 0,0-1 0 0 0,1 0 0 0 0,-1-1 0 0 0,1 0-1 0 0,-1 0 1 0 0,1 0 0 0 0,-1-1 0 0 0,1 0 0 0 0,-1-1 0 0 0,1 0 0 0 0,13-3 0 0 0,-13 1-69 0 0,1 0 1 0 0,0-1-1 0 0,-1-1 1 0 0,0 1-1 0 0,0-1 1 0 0,0-1-1 0 0,0 0 1 0 0,-1 0 0 0 0,0 0-1 0 0,-1-1 1 0 0,1 0-1 0 0,-1 0 1 0 0,0 0-1 0 0,-1-1 1 0 0,0 0-1 0 0,0 0 1 0 0,-1-1-1 0 0,0 1 1 0 0,0-1-1 0 0,-1 0 1 0 0,4-15-1 0 0,-1 1-112 0 0,-1 0 0 0 0,-2 0 0 0 0,0 0 0 0 0,-1 0 0 0 0,-1 0-1 0 0,-2-1 1 0 0,-5-38 0 0 0,2 42 203 0 0,-2 1-1 0 0,0 0 0 0 0,-2 0 1 0 0,0 1-1 0 0,-18-30 0 0 0,22 41 45 0 0,-12-11 1070 0 0,15 18-1129 0 0,1-1 0 0 0,-1 1 0 0 0,1 0 0 0 0,0 0 1 0 0,-1 0-1 0 0,1 0 0 0 0,-1 0 0 0 0,1 0 0 0 0,-1 0 1 0 0,1 0-1 0 0,-1 0 0 0 0,1 0 0 0 0,-1 1 1 0 0,1-1-1 0 0,-1 0 0 0 0,1 0 0 0 0,0 0 0 0 0,-1 0 1 0 0,1 1-1 0 0,-1-1 0 0 0,1 0 0 0 0,0 1 0 0 0,-1-1 1 0 0,1 0-1 0 0,0 0 0 0 0,-1 1 0 0 0,1-1 1 0 0,-1 1-1 0 0,0 1 10 0 0,0 0 0 0 0,0 1 0 0 0,0-1 0 0 0,0 0 0 0 0,0 1 0 0 0,0-1 0 0 0,0 1 0 0 0,1-1-1 0 0,-1 1 1 0 0,1-1 0 0 0,0 1 0 0 0,0-1 0 0 0,0 5 0 0 0,3 13 157 0 0,1-1-1 0 0,1 0 1 0 0,0 0 0 0 0,2 0-1 0 0,0-1 1 0 0,10 19-1 0 0,-11-25-85 0 0,1 0-1 0 0,0 0 1 0 0,1 0-1 0 0,0-1 1 0 0,1 0-1 0 0,0 0 1 0 0,1-1 0 0 0,0 0-1 0 0,15 10 1 0 0,-23-18-89 0 0,-1-1 0 0 0,1 0 0 0 0,0 0 0 0 0,-1 0 0 0 0,1 0 0 0 0,0 0 0 0 0,0 0 0 0 0,0-1 0 0 0,0 1 0 0 0,0-1 0 0 0,0 1 0 0 0,-1-1 1 0 0,1 1-1 0 0,0-1 0 0 0,0 0 0 0 0,0 0 0 0 0,0 0 0 0 0,0 0 0 0 0,0-1 0 0 0,0 1 0 0 0,0 0 0 0 0,0-1 0 0 0,0 0 0 0 0,2 0 0 0 0,-1-1-27 0 0,-1 0 0 0 0,1 0-1 0 0,-1 0 1 0 0,0-1 0 0 0,0 1 0 0 0,0 0-1 0 0,0-1 1 0 0,0 0 0 0 0,-1 1-1 0 0,1-1 1 0 0,-1 0 0 0 0,0 0-1 0 0,2-5 1 0 0,2-8-326 0 0,-2 0 0 0 0,0 0 0 0 0,-1-1 0 0 0,1-30-1 0 0,-5 16 79 0 0,0 1-1 0 0,-2-1 0 0 0,-2 1 0 0 0,-10-36 0 0 0,16 64 544 0 0,-1 1-227 0 0,1 1-1 0 0,-1-1 1 0 0,1 1 0 0 0,-1-1-1 0 0,1 1 1 0 0,-1 0 0 0 0,0-1-1 0 0,1 1 1 0 0,-1 0 0 0 0,1-1-1 0 0,-1 1 1 0 0,0 0-1 0 0,1 0 1 0 0,-1 0 0 0 0,0 0-1 0 0,1-1 1 0 0,-1 1 0 0 0,0 0-1 0 0,1 0 1 0 0,-2 1 0 0 0,1 1-21 0 0,0 1 1 0 0,1 0 0 0 0,-1 0 0 0 0,1 0 0 0 0,0 0-1 0 0,-1 0 1 0 0,1 0 0 0 0,1 0 0 0 0,-1 0 0 0 0,0 0-1 0 0,1 0 1 0 0,-1 0 0 0 0,1-1 0 0 0,0 1-1 0 0,0 0 1 0 0,0 0 0 0 0,0-1 0 0 0,1 1 0 0 0,-1 0-1 0 0,1-1 1 0 0,0 1 0 0 0,-1-1 0 0 0,1 0-1 0 0,4 4 1 0 0,5 6 1 0 0,0 0 0 0 0,26 21 0 0 0,9-3-40 0 0,-44-29-197 0 0,24 2-4231 0 0,-19-7 2532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08.649"/>
    </inkml:context>
    <inkml:brush xml:id="br0">
      <inkml:brushProperty name="width" value="0.035" units="cm"/>
      <inkml:brushProperty name="height" value="0.035" units="cm"/>
    </inkml:brush>
  </inkml:definitions>
  <inkml:trace contextRef="#ctx0" brushRef="#br0">81 29 11401 0 0,'-13'-13'-105'0'0,"-11"0"850"0"0,22 13-350 0 0,0-1 1 0 0,0 0-1 0 0,0 1 0 0 0,0 0 1 0 0,0-1-1 0 0,0 1 1 0 0,-1 0-1 0 0,1 0 1 0 0,0 0-1 0 0,0 0 1 0 0,0 1-1 0 0,0-1 0 0 0,-3 1 1 0 0,4-1-247 0 0,1 1 0 0 0,-1-1 0 0 0,1 0 0 0 0,-1 1 0 0 0,0-1 0 0 0,1 0 0 0 0,-1 1 0 0 0,1-1 0 0 0,-1 1 0 0 0,1-1 0 0 0,-1 1 0 0 0,1-1 0 0 0,-1 1 0 0 0,1-1 0 0 0,-1 1 0 0 0,1-1 0 0 0,0 1 0 0 0,-1 0 0 0 0,1-1 0 0 0,0 1 0 0 0,0 0 0 0 0,-1-1 0 0 0,1 1 0 0 0,0 0 0 0 0,0-1 0 0 0,0 1 0 0 0,0 1 0 0 0,0 0-194 0 0,1 0 0 0 0,-1 1 0 0 0,1-1 0 0 0,0 0 0 0 0,0 1 0 0 0,0-1 0 0 0,0 0 0 0 0,0 0 0 0 0,0 0 1 0 0,0 0-1 0 0,1 0 0 0 0,2 3 0 0 0,114 115 1667 0 0,-31-34-1182 0 0,52 47-301 0 0,-82-81-1490 0 0,-55-50 870 0 0,9 10-2259 0 0,-6-1-1965 0 0,0 0 2053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09.447"/>
    </inkml:context>
    <inkml:brush xml:id="br0">
      <inkml:brushProperty name="width" value="0.035" units="cm"/>
      <inkml:brushProperty name="height" value="0.035" units="cm"/>
    </inkml:brush>
  </inkml:definitions>
  <inkml:trace contextRef="#ctx0" brushRef="#br0">232 555 8305 0 0,'-6'-3'52'0'0,"1"0"0"0"0,0-1 0 0 0,1 1 0 0 0,-1-1 0 0 0,1 0 1 0 0,0 0-1 0 0,0 0 0 0 0,0-1 0 0 0,0 1 0 0 0,1-1 0 0 0,-6-10 0 0 0,-28-67 1594 0 0,11 21-1370 0 0,22 52-320 0 0,-29-45 1396 0 0,32 52-1276 0 0,0 0-1 0 0,0 1 0 0 0,0-1 0 0 0,-1 1 1 0 0,1 0-1 0 0,0-1 0 0 0,-1 1 1 0 0,1 0-1 0 0,-1-1 0 0 0,1 1 1 0 0,-1 0-1 0 0,1 0 0 0 0,-1 0 1 0 0,0 1-1 0 0,1-1 0 0 0,-1 0 1 0 0,0 1-1 0 0,0-1 0 0 0,0 1 1 0 0,0-1-1 0 0,1 1 0 0 0,-1 0 1 0 0,0 0-1 0 0,0 0 0 0 0,0 0 1 0 0,0 0-1 0 0,-2 1 0 0 0,2 0-42 0 0,0 0 0 0 0,0 1-1 0 0,0 0 1 0 0,0-1 0 0 0,0 1-1 0 0,1 0 1 0 0,-1 0 0 0 0,1 0 0 0 0,-1 0-1 0 0,1 0 1 0 0,0 0 0 0 0,0 0-1 0 0,0 1 1 0 0,0-1 0 0 0,0 0-1 0 0,0 1 1 0 0,1-1 0 0 0,-1 0-1 0 0,1 1 1 0 0,0-1 0 0 0,-1 4 0 0 0,0 57 573 0 0,2-57-549 0 0,0 6 7 0 0,1 0-1 0 0,0 0 0 0 0,1-1 1 0 0,0 1-1 0 0,1-1 1 0 0,0 1-1 0 0,1-1 1 0 0,1-1-1 0 0,-1 1 1 0 0,2-1-1 0 0,-1 0 1 0 0,1 0-1 0 0,1 0 1 0 0,0-1-1 0 0,0-1 0 0 0,1 1 1 0 0,14 10-1 0 0,-18-15-86 0 0,1 0 0 0 0,0 1-1 0 0,0-2 1 0 0,0 1-1 0 0,1-1 1 0 0,-1 0 0 0 0,1 0-1 0 0,0-1 1 0 0,0 1-1 0 0,0-2 1 0 0,0 1-1 0 0,0-1 1 0 0,0 0 0 0 0,0-1-1 0 0,1 1 1 0 0,-1-1-1 0 0,0-1 1 0 0,0 1 0 0 0,0-1-1 0 0,0-1 1 0 0,1 1-1 0 0,-2-1 1 0 0,1 0 0 0 0,0-1-1 0 0,0 0 1 0 0,-1 0-1 0 0,1 0 1 0 0,-1-1 0 0 0,11-8-1 0 0,-8 3-72 0 0,1 0 0 0 0,-2-1 0 0 0,1 0 1 0 0,-1-1-1 0 0,-1 0 0 0 0,0 0 0 0 0,0-1 0 0 0,-1 0 0 0 0,-1 0 0 0 0,0 0 0 0 0,-1-1 0 0 0,0 1 1 0 0,-1-1-1 0 0,0 0 0 0 0,-1 0 0 0 0,0 0 0 0 0,-1 0 0 0 0,-1-1 0 0 0,0 1 0 0 0,-1 0 1 0 0,-4-26-1 0 0,2 30 417 0 0,-1-1 0 0 0,1 0 0 0 0,-2 1 1 0 0,-7-13-1 0 0,11 20-5 0 0,1 2-301 0 0,0 0 0 0 0,0 1 0 0 0,0-1-1 0 0,0 1 1 0 0,0-1 0 0 0,0 0 0 0 0,0 1 0 0 0,-1-1 0 0 0,1 0 0 0 0,0 1 0 0 0,0-1 0 0 0,0 0 0 0 0,0 1-1 0 0,-1-1 1 0 0,1 0 0 0 0,0 1 0 0 0,0-1 0 0 0,0 0 0 0 0,-1 0 0 0 0,1 1 0 0 0,0-1 0 0 0,-1 0 0 0 0,1 0 0 0 0,0 1-1 0 0,0-1 1 0 0,-1 0 0 0 0,1 0 0 0 0,0 0 0 0 0,-1 0 0 0 0,1 1 0 0 0,0-1 0 0 0,-1 0 0 0 0,1 0 0 0 0,-1 0-1 0 0,1 0 1 0 0,0 0 0 0 0,-1 0 0 0 0,1 0 0 0 0,0 0 0 0 0,-1 0 0 0 0,1 0 0 0 0,-1 0 0 0 0,1 0 0 0 0,0-1-1 0 0,-1 1 1 0 0,1 0 0 0 0,0 0 0 0 0,-1 0 0 0 0,1 0 0 0 0,0 0 0 0 0,-1-1 0 0 0,1 1 0 0 0,0 0 0 0 0,0 0 0 0 0,-1-1-1 0 0,1 1 1 0 0,0 0 0 0 0,0 0 0 0 0,-1-1 0 0 0,1 1 0 0 0,0-1 0 0 0,0 8-1 0 0,1 0-1 0 0,0 0 1 0 0,1 0-1 0 0,-1 0 1 0 0,1 0 0 0 0,1-1-1 0 0,-1 1 1 0 0,1-1 0 0 0,0 1-1 0 0,1-1 1 0 0,-1 0-1 0 0,1 0 1 0 0,0-1 0 0 0,1 1-1 0 0,0-1 1 0 0,-1 0 0 0 0,2 0-1 0 0,-1 0 1 0 0,0-1-1 0 0,1 0 1 0 0,0 0 0 0 0,0 0-1 0 0,0-1 1 0 0,1 0 0 0 0,8 4-1 0 0,-10-5-9 0 0,0 0-1 0 0,0-1 0 0 0,0 0 1 0 0,0 1-1 0 0,1-1 0 0 0,-1-1 1 0 0,0 1-1 0 0,0-1 1 0 0,1 0-1 0 0,-1 0 0 0 0,0-1 1 0 0,0 1-1 0 0,1-1 0 0 0,-1 0 1 0 0,0-1-1 0 0,0 1 0 0 0,0-1 1 0 0,0 0-1 0 0,0 0 0 0 0,-1-1 1 0 0,1 1-1 0 0,-1-1 1 0 0,1 0-1 0 0,-1 0 0 0 0,0-1 1 0 0,0 1-1 0 0,0-1 0 0 0,-1 0 1 0 0,1 0-1 0 0,-1 0 0 0 0,0-1 1 0 0,0 1-1 0 0,-1-1 1 0 0,4-5-1 0 0,-2 0-17 0 0,1 0 1 0 0,-1 0-1 0 0,0 0 0 0 0,-1 0 0 0 0,0-1 1 0 0,-1 1-1 0 0,0-1 0 0 0,-1 1 1 0 0,0-1-1 0 0,-1 0 0 0 0,0 0 1 0 0,0 1-1 0 0,-1-1 0 0 0,-3-14 1 0 0,1 13-39 0 0,2 0-57 0 0,-1 0-1 0 0,-1 1 1 0 0,1-1 0 0 0,-2 1 0 0 0,0 0-1 0 0,0 0 1 0 0,-1 0 0 0 0,0 1 0 0 0,-1-1-1 0 0,-13-17 1 0 0,18 27-185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0.109"/>
    </inkml:context>
    <inkml:brush xml:id="br0">
      <inkml:brushProperty name="width" value="0.035" units="cm"/>
      <inkml:brushProperty name="height" value="0.035" units="cm"/>
    </inkml:brush>
  </inkml:definitions>
  <inkml:trace contextRef="#ctx0" brushRef="#br0">102 424 6649 0 0,'0'0'404'0'0,"-6"-16"208"0"0,-11-10 2941 0 0,16 23-3528 0 0,-1 0 0 0 0,-1 1 0 0 0,1-1 0 0 0,0 1 0 0 0,-1 0 0 0 0,1-1 0 0 0,-1 1 0 0 0,0 0 0 0 0,1 1 0 0 0,-1-1 0 0 0,0 0 0 0 0,0 1 0 0 0,0 0 0 0 0,-1 0 0 0 0,1 0 0 0 0,0 0 0 0 0,0 0 0 0 0,-1 0 0 0 0,-4 1 0 0 0,7 0-12 0 0,0 0 0 0 0,0 0 0 0 0,1 0 0 0 0,-1 0 0 0 0,0 1 0 0 0,0-1 0 0 0,0 0 0 0 0,1 1 0 0 0,-1-1 0 0 0,0 0 0 0 0,0 1 0 0 0,1-1 0 0 0,-1 1 0 0 0,0-1 0 0 0,0 1 0 0 0,1 0 0 0 0,-1-1-1 0 0,1 1 1 0 0,-1 0 0 0 0,1-1 0 0 0,-1 1 0 0 0,1 0 0 0 0,-1 0 0 0 0,1-1 0 0 0,0 1 0 0 0,-1 0 0 0 0,1 0 0 0 0,0 1 0 0 0,0 31 330 0 0,21 28 270 0 0,-10-37-385 0 0,21 36 796 0 0,-30-57-992 0 0,0 1 1 0 0,1-1 0 0 0,-1 0 0 0 0,1 0 0 0 0,0 0 0 0 0,0 0 0 0 0,0-1 0 0 0,1 1 0 0 0,-1-1-1 0 0,0 0 1 0 0,1 1 0 0 0,0-2 0 0 0,4 3 0 0 0,-7-4-60 0 0,0 0-1 0 0,0 0 1 0 0,0 0 0 0 0,1 0-1 0 0,-1 0 1 0 0,0 0 0 0 0,0 0-1 0 0,0-1 1 0 0,0 1 0 0 0,0 0-1 0 0,0-1 1 0 0,0 1 0 0 0,0-1-1 0 0,0 1 1 0 0,0-1 0 0 0,0 1-1 0 0,0-1 1 0 0,-1 0 0 0 0,1 1 0 0 0,0-1-1 0 0,0 0 1 0 0,-1 0 0 0 0,1 1-1 0 0,0-1 1 0 0,-1 0 0 0 0,1 0-1 0 0,-1 0 1 0 0,1 0 0 0 0,-1 0-1 0 0,1 0 1 0 0,0-2 0 0 0,12-35-684 0 0,-12 33 551 0 0,1-7 102 0 0,0 0 0 0 0,-2 0 0 0 0,1 0 1 0 0,-1 0-1 0 0,-1 0 0 0 0,0 0 1 0 0,-1 1-1 0 0,0-1 0 0 0,-1 0 1 0 0,-6-15-1 0 0,9 25 440 0 0,-5-5 346 0 0,10 15-304 0 0,6 9-73 0 0,-2-2-152 0 0,1-1 1 0 0,1 1 0 0 0,0-2 0 0 0,17 16-1 0 0,-27-27-186 0 0,1 0 1 0 0,0 0-1 0 0,0 0 0 0 0,1 0 0 0 0,-1-1 0 0 0,0 1 0 0 0,0-1 0 0 0,1 0 0 0 0,-1 0 0 0 0,1 1 0 0 0,-1-1 0 0 0,1-1 0 0 0,0 1 0 0 0,-1 0 0 0 0,1-1 0 0 0,0 1 1 0 0,-1-1-1 0 0,1 0 0 0 0,0 0 0 0 0,0 0 0 0 0,-1 0 0 0 0,1-1 0 0 0,0 1 0 0 0,0-1 0 0 0,-1 1 0 0 0,1-1 0 0 0,-1 0 0 0 0,1 0 0 0 0,-1 0 0 0 0,1 0 1 0 0,-1-1-1 0 0,1 1 0 0 0,-1-1 0 0 0,4-3 0 0 0,-1 0-22 0 0,-1-1 1 0 0,0 1-1 0 0,-1-1 0 0 0,1 0 1 0 0,-1 0-1 0 0,0 0 1 0 0,0-1-1 0 0,-1 1 1 0 0,0-1-1 0 0,0 0 0 0 0,0 1 1 0 0,-1-1-1 0 0,0 0 1 0 0,0-9-1 0 0,0-10-23 0 0,0 0-1 0 0,-5-37 1 0 0,-5 13 103 0 0,-1 0 0 0 0,-3 2 1 0 0,-23-61-1 0 0,35 107 465 0 0,1 2-498 0 0,-1 1 0 0 0,1 0 0 0 0,0-1 0 0 0,0 1 0 0 0,0-1 0 0 0,-1 1 1 0 0,1 0-1 0 0,0-1 0 0 0,0 1 0 0 0,-1-1 0 0 0,1 1 0 0 0,0-1 0 0 0,-1 1 0 0 0,1-1 0 0 0,-1 1 0 0 0,1-1 0 0 0,-1 0 0 0 0,1 1 0 0 0,-1-1 0 0 0,1 1 0 0 0,-1-1 0 0 0,1 0 0 0 0,-1 0 0 0 0,1 1 0 0 0,-1-1 1 0 0,0 0-1 0 0,1 0 0 0 0,-1 0 0 0 0,1 0 0 0 0,-1 1 0 0 0,0-1 0 0 0,1 0 0 0 0,-1 0 0 0 0,0 0 0 0 0,1 0 0 0 0,-1 0 0 0 0,0-1 0 0 0,1 1 0 0 0,-1 0 0 0 0,1 0 0 0 0,-1 0 0 0 0,0-1 0 0 0,1 1 0 0 0,-1 0 0 0 0,1 0 1 0 0,-1-1-1 0 0,1 1 0 0 0,-1 0 0 0 0,1-1 0 0 0,-1 1 0 0 0,1-1 0 0 0,-1 1 0 0 0,1-1 0 0 0,0 1 0 0 0,-1-1 0 0 0,1 1 0 0 0,0-1 0 0 0,-1 1 0 0 0,1-1 0 0 0,0 1 0 0 0,0-1 0 0 0,-1 0 0 0 0,1 1 0 0 0,0-1 1 0 0,0 0-1 0 0,0 1 0 0 0,0-1 0 0 0,0 1 0 0 0,0-2 0 0 0,-1 10 140 0 0,0-1 1 0 0,0 1 0 0 0,1 0 0 0 0,0-1-1 0 0,1 1 1 0 0,0 0 0 0 0,0-1 0 0 0,1 1-1 0 0,-1-1 1 0 0,2 0 0 0 0,3 10 0 0 0,41 82 1224 0 0,-29-65-766 0 0,93 165-782 0 0,-110-197-650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1.635"/>
    </inkml:context>
    <inkml:brush xml:id="br0">
      <inkml:brushProperty name="width" value="0.035" units="cm"/>
      <inkml:brushProperty name="height" value="0.035" units="cm"/>
    </inkml:brush>
  </inkml:definitions>
  <inkml:trace contextRef="#ctx0" brushRef="#br0">53 805 6693 0 0,'-2'-1'434'0'0,"1"0"1"0"0,-1 0-1 0 0,1 0 1 0 0,-1 0 0 0 0,0 0-1 0 0,1 0 1 0 0,-1 1 0 0 0,0-1-1 0 0,1 0 1 0 0,-1 1-1 0 0,0 0 1 0 0,0-1 0 0 0,0 1-1 0 0,1 0 1 0 0,-1 0-1 0 0,0 0 1 0 0,-3 1 0 0 0,4-1-331 0 0,0 1 0 0 0,0-1 1 0 0,0 1-1 0 0,0-1 1 0 0,0 1-1 0 0,0 0 0 0 0,0-1 1 0 0,0 1-1 0 0,0 0 1 0 0,0 0-1 0 0,1 0 0 0 0,-1 0 1 0 0,0 0-1 0 0,1 0 1 0 0,-1 0-1 0 0,1 0 0 0 0,-1 0 1 0 0,1 0-1 0 0,-1 0 1 0 0,1 0-1 0 0,0 1 0 0 0,-1 3-15 0 0,0-1 0 0 0,1 0 0 0 0,-1 1 0 0 0,1-1-1 0 0,0 1 1 0 0,1-1 0 0 0,-1 0 0 0 0,1 1 0 0 0,0-1-1 0 0,0 1 1 0 0,0-1 0 0 0,0 0 0 0 0,3 5 0 0 0,-2-4-12 0 0,1-1 0 0 0,0 1 0 0 0,-1 0 0 0 0,2-1 0 0 0,-1 1 0 0 0,0-1 0 0 0,1 0 1 0 0,0 0-1 0 0,0-1 0 0 0,0 1 0 0 0,0-1 0 0 0,1 0 0 0 0,-1 0 0 0 0,1 0 0 0 0,0-1 1 0 0,0 1-1 0 0,0-1 0 0 0,0 0 0 0 0,0-1 0 0 0,0 1 0 0 0,0-1 0 0 0,1 0 0 0 0,-1 0 0 0 0,1-1 1 0 0,6 0-1 0 0,-4 0-130 0 0,0-1 1 0 0,-1-1-1 0 0,1 0 1 0 0,-1 0-1 0 0,0 0 0 0 0,1-1 1 0 0,-1 0-1 0 0,0 0 1 0 0,-1-1-1 0 0,1 0 1 0 0,0 0-1 0 0,-1 0 1 0 0,0-1-1 0 0,0 0 1 0 0,-1 0-1 0 0,1-1 1 0 0,5-7-1 0 0,-5 6-21 0 0,0-1-1 0 0,-1 1 1 0 0,0-1-1 0 0,-1 0 1 0 0,1 0 0 0 0,-2-1-1 0 0,1 1 1 0 0,-1-1-1 0 0,-1 0 1 0 0,1 1 0 0 0,-1-1-1 0 0,-1 0 1 0 0,0 0-1 0 0,0-1 1 0 0,-1 1 0 0 0,0 0-1 0 0,0 0 1 0 0,-1 0-1 0 0,0 0 1 0 0,-1 0 0 0 0,0 0-1 0 0,-1 0 1 0 0,0 0-1 0 0,0 1 1 0 0,0-1 0 0 0,-8-12-1 0 0,9 19 177 0 0,1 1-76 0 0,1 0 0 0 0,-1 0 1 0 0,0 0-1 0 0,1 0 1 0 0,-1 1-1 0 0,0-1 1 0 0,0 0-1 0 0,0 0 0 0 0,1 1 1 0 0,-1-1-1 0 0,0 0 1 0 0,0 1-1 0 0,0-1 1 0 0,0 1-1 0 0,0 0 1 0 0,0-1-1 0 0,-1 1 0 0 0,1 0 1 0 0,0 0-1 0 0,0-1 1 0 0,0 1-1 0 0,0 0 1 0 0,-2 0-1 0 0,2 1-6 0 0,1 0 0 0 0,-1-1 0 0 0,1 1 0 0 0,-1 0 0 0 0,0 0 0 0 0,1-1 0 0 0,0 1 0 0 0,-1 0 0 0 0,1 0 0 0 0,-1 0 0 0 0,1 0 0 0 0,0 0 0 0 0,0 0 0 0 0,0-1 0 0 0,-1 1 0 0 0,1 0 0 0 0,0 0 0 0 0,0 0 0 0 0,0 0 0 0 0,1 2 0 0 0,-1 5 45 0 0,1 1 0 0 0,0-1 0 0 0,1 0 0 0 0,0 0 0 0 0,3 10 0 0 0,-2-12-55 0 0,1 0 0 0 0,-1-1 0 0 0,1 1 1 0 0,0-1-1 0 0,1 1 0 0 0,-1-1 0 0 0,1 0 0 0 0,0-1 1 0 0,0 1-1 0 0,1-1 0 0 0,-1 0 0 0 0,1-1 1 0 0,0 1-1 0 0,0-1 0 0 0,0 0 0 0 0,0-1 0 0 0,13 4 1 0 0,-15-4-50 0 0,1-1-1 0 0,-1 0 1 0 0,1 0 0 0 0,0 0 0 0 0,-1-1 0 0 0,1 0 0 0 0,0 0 0 0 0,-1 0 0 0 0,1 0 0 0 0,0-1 0 0 0,0 1 0 0 0,-1-1 0 0 0,1-1 0 0 0,-1 1 0 0 0,1 0 0 0 0,-1-1 0 0 0,1 0 0 0 0,-1 0-1 0 0,0-1 1 0 0,0 1 0 0 0,0-1 0 0 0,0 0 0 0 0,-1 0 0 0 0,1 0 0 0 0,-1 0 0 0 0,5-6 0 0 0,-5 4 1 0 0,0 1 1 0 0,-1-1-1 0 0,0 0 0 0 0,0 0 1 0 0,0 1-1 0 0,0-1 0 0 0,-1-1 0 0 0,0 1 1 0 0,0 0-1 0 0,-1 0 0 0 0,1 0 1 0 0,-1 0-1 0 0,0-1 0 0 0,0 1 1 0 0,-1 0-1 0 0,1 0 0 0 0,-1 0 1 0 0,0 0-1 0 0,-3-6 0 0 0,2 4 49 0 0,0 1 1 0 0,0 0-1 0 0,-1 0 0 0 0,0 0 0 0 0,-1 0 0 0 0,1 0 0 0 0,-1 0 1 0 0,0 1-1 0 0,0 0 0 0 0,-1 0 0 0 0,0 0 0 0 0,0 0 1 0 0,0 1-1 0 0,-6-5 0 0 0,11 10-11 0 0,1-1 0 0 0,-1 1 0 0 0,0-1 0 0 0,0 0 1 0 0,0 1-1 0 0,0-1 0 0 0,1 1 0 0 0,-1-1 0 0 0,0 0 0 0 0,0 1 0 0 0,0-1 0 0 0,0 1 0 0 0,0-1 1 0 0,0 1-1 0 0,0-1 0 0 0,0 1 0 0 0,0-1 0 0 0,0 0 0 0 0,0 1 0 0 0,-1-1 0 0 0,1 1 1 0 0,0-1-1 0 0,0 1 0 0 0,0-1 0 0 0,0 0 0 0 0,-1 1 0 0 0,1-1 0 0 0,0 0 0 0 0,-1 1 1 0 0,1-1-1 0 0,0 0 0 0 0,0 1 0 0 0,-1-1 0 0 0,1 0 0 0 0,0 1 0 0 0,-1-1 0 0 0,1 0 1 0 0,-1 0-1 0 0,1 0 0 0 0,0 1 0 0 0,-1-1 0 0 0,1 0 0 0 0,-1 0 0 0 0,1 0 0 0 0,-1 0 1 0 0,1 0-1 0 0,0 0 0 0 0,-1 0 0 0 0,1 0 0 0 0,-1 0 0 0 0,1 0 0 0 0,-1 0 0 0 0,1 0 1 0 0,0 0-1 0 0,-1 0 0 0 0,1 0 0 0 0,-1 0 0 0 0,1 0 0 0 0,-1-1 0 0 0,1 1 0 0 0,0 0 1 0 0,-1 0-1 0 0,1-1 0 0 0,0 1 0 0 0,-1 0 0 0 0,1 0 0 0 0,0-1 0 0 0,-1 1 0 0 0,12 33 43 0 0,-6-25 6 0 0,0 1 1 0 0,1-1 0 0 0,0 0 0 0 0,0 0 0 0 0,1-1 0 0 0,0 0 0 0 0,1 0 0 0 0,14 11 0 0 0,-19-17-72 0 0,-1 0 0 0 0,1 1 1 0 0,-1-1-1 0 0,1 0 1 0 0,0 0-1 0 0,-1 0 0 0 0,1-1 1 0 0,0 1-1 0 0,0-1 0 0 0,-1 1 1 0 0,1-1-1 0 0,0 0 1 0 0,0 0-1 0 0,0 0 0 0 0,-1-1 1 0 0,1 1-1 0 0,0-1 1 0 0,0 1-1 0 0,-1-1 0 0 0,1 0 1 0 0,0 0-1 0 0,-1 0 0 0 0,1 0 1 0 0,-1-1-1 0 0,1 1 1 0 0,-1-1-1 0 0,0 1 0 0 0,0-1 1 0 0,0 0-1 0 0,0 0 1 0 0,0 0-1 0 0,0 0 0 0 0,0 0 1 0 0,0 0-1 0 0,-1-1 1 0 0,3-3-1 0 0,2-4-347 0 0,1-2-1 0 0,-1 1 1 0 0,-1-1 0 0 0,0 0 0 0 0,-1 0 0 0 0,0 0-1 0 0,-1-1 1 0 0,0 1 0 0 0,-1-1 0 0 0,1-16 0 0 0,-1-19-268 0 0,-5-65 1 0 0,2 100 547 0 0,-25-305 1695 0 0,26 317-1506 0 0,0 0 0 0 0,0 1 0 0 0,0-1 1 0 0,0 0-1 0 0,0 0 0 0 0,0 0 0 0 0,-1 1 1 0 0,1-1-1 0 0,0 0 0 0 0,0 0 0 0 0,-1 1 0 0 0,1-1 1 0 0,0 0-1 0 0,-1 1 0 0 0,1-1 0 0 0,-1 0 0 0 0,1 1 1 0 0,0-1-1 0 0,-1 1 0 0 0,0-1 0 0 0,1 0 0 0 0,-1 1 1 0 0,1-1-1 0 0,-1 1 0 0 0,0 0 0 0 0,1-1 0 0 0,-1 1 1 0 0,0-1-1 0 0,1 1 0 0 0,-1 0 0 0 0,-1-1 1 0 0,1 2-7 0 0,-1-1 1 0 0,0 0-1 0 0,1 1 1 0 0,-1-1 0 0 0,1 1-1 0 0,-1-1 1 0 0,1 1 0 0 0,-1-1-1 0 0,1 1 1 0 0,-1 0 0 0 0,1 0-1 0 0,0 0 1 0 0,-3 2 0 0 0,-2 2 124 0 0,1 1 1 0 0,0-1-1 0 0,0 1 0 0 0,0 0 1 0 0,-5 9-1 0 0,6-5-52 0 0,1 0-1 0 0,1 0 1 0 0,-1 0-1 0 0,2 0 0 0 0,-1 0 1 0 0,1 0-1 0 0,1 0 1 0 0,0 0-1 0 0,0 1 0 0 0,1-1 1 0 0,1 0-1 0 0,-1 0 1 0 0,2 0-1 0 0,-1 0 0 0 0,1 0 1 0 0,8 16-1 0 0,1 2-7 0 0,1-2-1 0 0,2 1 0 0 0,0-2 0 0 0,29 36 1 0 0,-17-30-148 0 0,32 29 0 0 0,-24-26-215 0 0,-33-32-84 0 0,-1-1 0 0 0,0 1 1 0 0,0-1-1 0 0,1 0 1 0 0,-1 1-1 0 0,1-1 0 0 0,-1 0 1 0 0,1 0-1 0 0,0 0 1 0 0,-1 0-1 0 0,1 0 0 0 0,0 0 1 0 0,0-1-1 0 0,0 1 1 0 0,3 0-1 0 0,-5-1 234 0 0,1-1-1 0 0,-1 0 1 0 0,1 1 0 0 0,-1-1-1 0 0,1 1 1 0 0,-1-1-1 0 0,0 0 1 0 0,1 1 0 0 0,-1-1-1 0 0,0 0 1 0 0,0 0 0 0 0,0 1-1 0 0,1-1 1 0 0,-1 0 0 0 0,0 0-1 0 0,0 1 1 0 0,0-1 0 0 0,0 0-1 0 0,0 0 1 0 0,0 1 0 0 0,-1-1-1 0 0,1 0 1 0 0,0 0 0 0 0,0 1-1 0 0,0-1 1 0 0,-1 0 0 0 0,1 1-1 0 0,0-1 1 0 0,-1 0 0 0 0,1 1-1 0 0,0-1 1 0 0,-1 1-1 0 0,1-1 1 0 0,-2 0 0 0 0,-9-26-117 0 0,2 0-1 0 0,0-1 1 0 0,-9-53 0 0 0,18 79 313 0 0,0-1 105 0 0,0 0-1 0 0,1 0 1 0 0,0 0-1 0 0,-1 1 1 0 0,1-1-1 0 0,0 0 1 0 0,1 1-1 0 0,-1-1 1 0 0,0 0-1 0 0,1 1 1 0 0,-1 0-1 0 0,4-5 1 0 0,-2 7-146 0 0,0-1 0 0 0,0 0 0 0 0,0 1-1 0 0,0-1 1 0 0,0 1 0 0 0,0 0 0 0 0,0 0 0 0 0,-1 0 0 0 0,1 1 0 0 0,0-1-1 0 0,0 1 1 0 0,0-1 0 0 0,0 1 0 0 0,0 0 0 0 0,0 0 0 0 0,-1 0 0 0 0,1 0-1 0 0,0 1 1 0 0,-1-1 0 0 0,1 1 0 0 0,-1 0 0 0 0,0 0 0 0 0,1-1-1 0 0,-1 1 1 0 0,3 4 0 0 0,9 7 276 0 0,0 1-1 0 0,16 22 1 0 0,-29-34-382 0 0,9 13-175 0 0,8 12 288 0 0,-6-17-7710 0 0,-12-10 7488 0 0,1 0 1 0 0,-1 0-1 0 0,0 0 1 0 0,1 0-1 0 0,-1 0 0 0 0,0 0 1 0 0,1 0-1 0 0,-1-1 0 0 0,0 1 1 0 0,0 0-1 0 0,1 0 1 0 0,-1 0-1 0 0,0 0 0 0 0,1-1 1 0 0,-1 1-1 0 0,0 0 1 0 0,0 0-1 0 0,1-1 0 0 0,-1 1 1 0 0,0 0-1 0 0,0 0 0 0 0,0-1 1 0 0,0 1-1 0 0,1 0 1 0 0,-1-1-1 0 0,0 1 0 0 0,0 0 1 0 0,0-1-1 0 0,0 1 1 0 0,0 0-1 0 0,0-1 0 0 0,0 1 1 0 0,0 0-1 0 0,0-1 0 0 0,0 1 1 0 0,0 0-1 0 0,0-1 1 0 0,0 1-1 0 0,0 0 0 0 0,0 0 1 0 0,0-1-1 0 0,0 1 1 0 0,0 0-1 0 0,0-1 0 0 0,-1 1 1 0 0,1 0-1 0 0,0-1 0 0 0,0 1 1 0 0,-3-10-1867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1.988"/>
    </inkml:context>
    <inkml:brush xml:id="br0">
      <inkml:brushProperty name="width" value="0.035" units="cm"/>
      <inkml:brushProperty name="height" value="0.035" units="cm"/>
    </inkml:brush>
  </inkml:definitions>
  <inkml:trace contextRef="#ctx0" brushRef="#br0">39 45 10661 0 0,'-28'-34'1457'0'0,"17"24"29"0"0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2.344"/>
    </inkml:context>
    <inkml:brush xml:id="br0">
      <inkml:brushProperty name="width" value="0.035" units="cm"/>
      <inkml:brushProperty name="height" value="0.035" units="cm"/>
    </inkml:brush>
  </inkml:definitions>
  <inkml:trace contextRef="#ctx0" brushRef="#br0">79 158 5885 0 0,'-34'-6'1469'0'0,"22"4"6816"0"0,11 1-8234 0 0,-1 1 0 0 0,1 0 0 0 0,0 0 0 0 0,0 0 0 0 0,0 0 0 0 0,0 0 0 0 0,0 0 0 0 0,-1 0 0 0 0,1 1 0 0 0,0-1 0 0 0,0 0 0 0 0,0 0 0 0 0,0 1 0 0 0,0-1 0 0 0,0 1 0 0 0,0-1 0 0 0,0 1 0 0 0,0 0 0 0 0,0-1 0 0 0,0 1 0 0 0,0 0 0 0 0,0-1 0 0 0,1 1 0 0 0,-1 0 0 0 0,0 0 0 0 0,1 0 0 0 0,-1 0 0 0 0,0 1 0 0 0,0 0-10 0 0,0 1 1 0 0,1-1-1 0 0,-1 1 0 0 0,1-1 0 0 0,0 0 1 0 0,0 1-1 0 0,0-1 0 0 0,0 1 0 0 0,0-1 1 0 0,1 1-1 0 0,-1-1 0 0 0,2 5 0 0 0,0 0-23 0 0,1 1-1 0 0,0 0 1 0 0,0-1-1 0 0,1 0 1 0 0,0 1-1 0 0,0-1 1 0 0,11 12-1 0 0,-12-16-122 0 0,-1 0 1 0 0,1 0-1 0 0,0-1 0 0 0,0 1 0 0 0,0-1 0 0 0,0 1 0 0 0,1-1 0 0 0,-1 0 0 0 0,1 0 0 0 0,-1-1 1 0 0,1 1-1 0 0,6 1 0 0 0,-8-3 7 0 0,0 0 0 0 0,1-1 0 0 0,-1 1 0 0 0,1 0 0 0 0,-1-1 0 0 0,0 0 0 0 0,1 1-1 0 0,-1-1 1 0 0,0 0 0 0 0,0 0 0 0 0,0 0 0 0 0,0-1 0 0 0,0 1 0 0 0,0 0 0 0 0,0-1 0 0 0,0 1 0 0 0,0-1 0 0 0,0 0 0 0 0,-1 0 0 0 0,1 1 0 0 0,-1-1 0 0 0,2-3 0 0 0,3-3-74 0 0,0-1 1 0 0,-1-1-1 0 0,0 1 0 0 0,0-1 1 0 0,-1 0-1 0 0,0 0 0 0 0,-1 0 0 0 0,0 0 1 0 0,0-1-1 0 0,-1 1 0 0 0,-1-1 1 0 0,0 1-1 0 0,0-17 0 0 0,-1 22 266 0 0,0 0-1 0 0,-1 0 1 0 0,1 0-1 0 0,-1 0 1 0 0,0 1-1 0 0,0-1 1 0 0,0 0-1 0 0,0 1 1 0 0,-1-1-1 0 0,0 1 1 0 0,0-1-1 0 0,0 1 1 0 0,-1 0-1 0 0,1 0 1 0 0,-1 0 0 0 0,0 0-1 0 0,0 0 1 0 0,-1 1-1 0 0,1-1 1 0 0,-1 1-1 0 0,0 0 1 0 0,1 0-1 0 0,-1 0 1 0 0,-1 1-1 0 0,1-1 1 0 0,0 1-1 0 0,-1 0 1 0 0,1 0-1 0 0,-1 1 1 0 0,1-1-1 0 0,-8-1 1 0 0,11 3-80 0 0,0 0 1 0 0,-1 0-1 0 0,1 0 0 0 0,0-1 1 0 0,0 1-1 0 0,0 0 1 0 0,0 1-1 0 0,-1-1 1 0 0,1 0-1 0 0,0 0 0 0 0,0 0 1 0 0,0 1-1 0 0,0-1 1 0 0,-1 0-1 0 0,1 1 1 0 0,0-1-1 0 0,0 1 0 0 0,0 0 1 0 0,0-1-1 0 0,0 1 1 0 0,0 0-1 0 0,0-1 1 0 0,0 1-1 0 0,1 0 0 0 0,-1 0 1 0 0,0 0-1 0 0,-1 2 1 0 0,1 0 3 0 0,0-1 0 0 0,0 1-1 0 0,0 0 1 0 0,0 0 0 0 0,0 0 0 0 0,1 0 0 0 0,-1 1 0 0 0,1-1 0 0 0,0 0 0 0 0,0 6 0 0 0,0-3-70 0 0,1 0 1 0 0,0 1 0 0 0,0-1-1 0 0,0 0 1 0 0,1 0 0 0 0,-1 0 0 0 0,2 0-1 0 0,-1 0 1 0 0,1 0 0 0 0,6 10-1 0 0,-5-12-424 0 0,0 0-1 0 0,1 0 0 0 0,0-1 1 0 0,-1 1-1 0 0,1-1 0 0 0,1 0 1 0 0,-1-1-1 0 0,0 1 0 0 0,1-1 1 0 0,-1 0-1 0 0,7 1 0 0 0,0 0-1243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2.729"/>
    </inkml:context>
    <inkml:brush xml:id="br0">
      <inkml:brushProperty name="width" value="0.035" units="cm"/>
      <inkml:brushProperty name="height" value="0.035" units="cm"/>
    </inkml:brush>
  </inkml:definitions>
  <inkml:trace contextRef="#ctx0" brushRef="#br0">0 167 9157 0 0,'0'0'1165'0'0,"14"-10"1022"0"0,0 20-727 0 0,-12-8-1473 0 0,1 1 1 0 0,0-1 0 0 0,0 0-1 0 0,0 0 1 0 0,0 0-1 0 0,0 0 1 0 0,0 0-1 0 0,1 0 1 0 0,-1-1-1 0 0,0 0 1 0 0,1 0-1 0 0,-1 0 1 0 0,1 0 0 0 0,0 0-1 0 0,-1-1 1 0 0,1 1-1 0 0,-1-1 1 0 0,1 0-1 0 0,0 0 1 0 0,-1 0-1 0 0,1-1 1 0 0,0 1-1 0 0,-1-1 1 0 0,1 0-1 0 0,-1 0 1 0 0,7-3 0 0 0,-7 2-2 0 0,-1 1 1 0 0,0-1 0 0 0,0 0 0 0 0,1 0 0 0 0,-1 0 0 0 0,0 0-1 0 0,-1 0 1 0 0,1 0 0 0 0,0-1 0 0 0,-1 1 0 0 0,1 0 0 0 0,-1-1 0 0 0,0 1-1 0 0,1-1 1 0 0,-1 0 0 0 0,-1 1 0 0 0,1-1 0 0 0,0 0 0 0 0,-1 0 0 0 0,1 0-1 0 0,-1-3 1 0 0,0-71 457 0 0,-2 46 476 0 0,2 29-500 0 0,2-1 399 0 0,-2 2-702 0 0,1-1 1 0 0,0 1-1 0 0,-1 0 0 0 0,1 0 1 0 0,0 0-1 0 0,0 0 0 0 0,0 0 1 0 0,0 0-1 0 0,0 0 0 0 0,0 0 1 0 0,0 0-1 0 0,0 0 1 0 0,1 0-1 0 0,1-1 0 0 0,3 3 135 0 0,0 0-1 0 0,0 1 1 0 0,-1 0-1 0 0,1-1 0 0 0,-1 2 1 0 0,1-1-1 0 0,-1 1 1 0 0,0-1-1 0 0,0 1 1 0 0,0 1-1 0 0,8 6 0 0 0,24 13 1271 0 0,-19-15-1282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5.677"/>
    </inkml:context>
    <inkml:brush xml:id="br0">
      <inkml:brushProperty name="width" value="0.035" units="cm"/>
      <inkml:brushProperty name="height" value="0.035" units="cm"/>
    </inkml:brush>
  </inkml:definitions>
  <inkml:trace contextRef="#ctx0" brushRef="#br0">117 177 10809 0 0,'-5'-4'190'0'0,"0"0"0"0"0,-1 1 1 0 0,1 0-1 0 0,-1 0 0 0 0,0 0 0 0 0,0 1 0 0 0,0 0 1 0 0,-9-2-1 0 0,13 3-44 0 0,0 1 0 0 0,1-1 0 0 0,-1 0 0 0 0,0 1 0 0 0,0 0 0 0 0,0-1 0 0 0,0 1 0 0 0,0 0 1 0 0,1 0-1 0 0,-1 0 0 0 0,0 0 0 0 0,0 0 0 0 0,0 1 0 0 0,0-1 0 0 0,0 1 0 0 0,1-1 0 0 0,-1 1 0 0 0,0-1 0 0 0,0 1 0 0 0,1 0 1 0 0,-1 0-1 0 0,0 0 0 0 0,1 0 0 0 0,-1 0 0 0 0,1 0 0 0 0,0 1 0 0 0,-1-1 0 0 0,1 0 0 0 0,0 1 0 0 0,-1-1 0 0 0,1 1 1 0 0,-1 1-1 0 0,2 0-85 0 0,-1 0 0 0 0,1 0 0 0 0,0 0 0 0 0,0 0 0 0 0,0 0 0 0 0,1 0 0 0 0,-1 0 0 0 0,1 0 0 0 0,0 0 0 0 0,-1 0 0 0 0,1-1 0 0 0,0 1 0 0 0,1 0 0 0 0,-1-1 0 0 0,3 5 0 0 0,30 43 599 0 0,-24-35-419 0 0,297 463-377 0 0,-306-476-233 0 0,5 0-1944 0 0,-15-13 2051 0 0,-8-12 202 0 0,-54-68 87 0 0,5-3-1 0 0,-80-151 1 0 0,139 229 32 0 0,0 1 0 0 0,1-1 1 0 0,1-1-1 0 0,1 1 0 0 0,0-1 0 0 0,1 0 0 0 0,1 0 1 0 0,0-17-1 0 0,2 29-48 0 0,0-1 0 0 0,0 1 0 0 0,0 0 0 0 0,1-1 1 0 0,0 1-1 0 0,0 0 0 0 0,0 0 0 0 0,1-1 0 0 0,0 1 0 0 0,0 0 0 0 0,0 0 0 0 0,0 1 0 0 0,1-1 1 0 0,0 0-1 0 0,0 1 0 0 0,0-1 0 0 0,0 1 0 0 0,1 0 0 0 0,0 0 0 0 0,0 1 0 0 0,0-1 1 0 0,0 1-1 0 0,0 0 0 0 0,1 0 0 0 0,-1 0 0 0 0,1 0 0 0 0,0 1 0 0 0,0 0 0 0 0,5-2 1 0 0,-2 2-9 0 0,-1 0 0 0 0,1 1 1 0 0,0 0-1 0 0,0 0 0 0 0,-1 1 1 0 0,1 0-1 0 0,0 0 0 0 0,0 1 1 0 0,-1 0-1 0 0,1 0 1 0 0,0 1-1 0 0,-1 0 0 0 0,0 1 1 0 0,1-1-1 0 0,-1 1 0 0 0,0 0 1 0 0,0 1-1 0 0,0 0 1 0 0,-1 0-1 0 0,0 1 0 0 0,8 5 1 0 0,-7-3-2 0 0,1 0 1 0 0,-1 0 0 0 0,0 1-1 0 0,-1 0 1 0 0,1 0 0 0 0,-2 1-1 0 0,1 0 1 0 0,-1-1 0 0 0,-1 2-1 0 0,1-1 1 0 0,-2 1 0 0 0,1-1-1 0 0,-1 1 1 0 0,-1 0 0 0 0,3 15-1 0 0,-4 5-81 0 0,0 0-1 0 0,-2 0 0 0 0,-2 0 1 0 0,-7 41-1 0 0,-17 51-6406 0 0,26-117 5940 0 0,0-2-1253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6.360"/>
    </inkml:context>
    <inkml:brush xml:id="br0">
      <inkml:brushProperty name="width" value="0.035" units="cm"/>
      <inkml:brushProperty name="height" value="0.035" units="cm"/>
    </inkml:brush>
  </inkml:definitions>
  <inkml:trace contextRef="#ctx0" brushRef="#br0">61 269 9209 0 0,'-1'-1'0'0'0,"1"1"-1"0"0,-1 0 1 0 0,1-1 0 0 0,0 1 0 0 0,-1 0 0 0 0,1-1 0 0 0,-1 1-1 0 0,1 0 1 0 0,-1 0 0 0 0,1-1 0 0 0,-1 1 0 0 0,1 0-1 0 0,-1 0 1 0 0,1 0 0 0 0,-1 0 0 0 0,0 0 0 0 0,1 0 0 0 0,-1 0-1 0 0,1 0 1 0 0,-1 0 0 0 0,1 0 0 0 0,-1 0 0 0 0,1 0-1 0 0,-1 0 1 0 0,1 0 0 0 0,-1 0 0 0 0,1 1 0 0 0,-1-1 0 0 0,1 0-1 0 0,-1 0 1 0 0,1 1 0 0 0,-1-1 0 0 0,0 1 0 0 0,-15 20 189 0 0,-3 27 421 0 0,16-38-452 0 0,1 1 0 0 0,1-1 1 0 0,0 1-1 0 0,1 0 0 0 0,0-1 1 0 0,0 1-1 0 0,4 16 0 0 0,-4-24-148 0 0,0 0 0 0 0,1-1 0 0 0,-1 1 0 0 0,1 0 0 0 0,0-1-1 0 0,-1 1 1 0 0,2 0 0 0 0,-1-1 0 0 0,0 1 0 0 0,0-1 0 0 0,1 1 0 0 0,-1-1-1 0 0,1 0 1 0 0,0 0 0 0 0,0 0 0 0 0,0 1 0 0 0,0-2 0 0 0,0 1 0 0 0,0 0 0 0 0,0 0-1 0 0,0-1 1 0 0,1 1 0 0 0,-1-1 0 0 0,1 0 0 0 0,-1 0 0 0 0,1 0 0 0 0,0 0 0 0 0,-1 0-1 0 0,1 0 1 0 0,0-1 0 0 0,0 1 0 0 0,-1-1 0 0 0,4 0 0 0 0,-3 0-27 0 0,-1-1 0 0 0,1 0-1 0 0,-1 0 1 0 0,0 0 0 0 0,1 0 0 0 0,-1 0 0 0 0,0 0 0 0 0,0-1 0 0 0,0 1 0 0 0,0-1 0 0 0,0 1 0 0 0,0-1 0 0 0,0 0-1 0 0,0 0 1 0 0,-1 0 0 0 0,1 0 0 0 0,-1 0 0 0 0,1 0 0 0 0,-1 0 0 0 0,0 0 0 0 0,0-1 0 0 0,0 1 0 0 0,0 0 0 0 0,0-1-1 0 0,-1 1 1 0 0,1-1 0 0 0,-1 1 0 0 0,1-1 0 0 0,-1 1 0 0 0,0-5 0 0 0,1-6-4 0 0,0 0 0 0 0,0 0 1 0 0,-1 0-1 0 0,-3-20 0 0 0,2 28 187 0 0,0 0-1 0 0,0 0 0 0 0,0 0 1 0 0,0 0-1 0 0,-1 0 0 0 0,1 0 0 0 0,-1 1 1 0 0,0-1-1 0 0,-1 1 0 0 0,1-1 1 0 0,-1 1-1 0 0,-3-4 0 0 0,5 8-155 0 0,1 0 1 0 0,0 0-1 0 0,0 0 0 0 0,0 0 0 0 0,-1 1 0 0 0,1-1 0 0 0,0 0 0 0 0,0 0 1 0 0,0 0-1 0 0,-1 0 0 0 0,1 1 0 0 0,0-1 0 0 0,0 0 0 0 0,0 0 0 0 0,0 0 1 0 0,0 1-1 0 0,-1-1 0 0 0,1 0 0 0 0,0 0 0 0 0,0 1 0 0 0,0-1 0 0 0,0 0 1 0 0,0 0-1 0 0,0 1 0 0 0,0-1 0 0 0,0 0 0 0 0,0 0 0 0 0,0 1 1 0 0,0-1-1 0 0,0 0 0 0 0,0 0 0 0 0,0 1 0 0 0,0-1 0 0 0,0 0 0 0 0,0 0 1 0 0,0 1-1 0 0,0-1 0 0 0,1 0 0 0 0,-1 0 0 0 0,0 1 0 0 0,0-1 0 0 0,0 0 1 0 0,0 0-1 0 0,0 0 0 0 0,1 1 0 0 0,-1-1 0 0 0,0 0 0 0 0,0 0 1 0 0,0 0-1 0 0,1 1 0 0 0,7 16 204 0 0,-5-13-195 0 0,1 0 1 0 0,-1-1 0 0 0,1 1-1 0 0,0-1 1 0 0,0 0-1 0 0,0 0 1 0 0,0-1 0 0 0,1 1-1 0 0,-1-1 1 0 0,1 0 0 0 0,-1 0-1 0 0,1 0 1 0 0,0-1-1 0 0,0 0 1 0 0,0 1 0 0 0,0-2-1 0 0,0 1 1 0 0,0-1 0 0 0,9 0-1 0 0,-11 0-22 0 0,-1-1 0 0 0,0 1 0 0 0,0-1-1 0 0,1 1 1 0 0,-1-1 0 0 0,0 0 0 0 0,0 0 0 0 0,0 0-1 0 0,0 0 1 0 0,0 0 0 0 0,0-1 0 0 0,0 1-1 0 0,-1-1 1 0 0,1 1 0 0 0,0-1 0 0 0,-1 1 0 0 0,1-1-1 0 0,1-2 1 0 0,-2 1-2 0 0,1-1 1 0 0,-1 1-1 0 0,0 0 0 0 0,0-1 1 0 0,0 1-1 0 0,0-1 0 0 0,0 1 1 0 0,-1-1-1 0 0,1 0 0 0 0,-1 1 1 0 0,0-1-1 0 0,0 1 0 0 0,-1-1 1 0 0,-1-7-1 0 0,2 6 16 0 0,-1 0 0 0 0,0 0-1 0 0,-1 0 1 0 0,1-1 0 0 0,-1 1 0 0 0,0 0 0 0 0,0 1-1 0 0,-1-1 1 0 0,0 0 0 0 0,1 1 0 0 0,-1-1 0 0 0,-1 1 0 0 0,-6-7-1 0 0,9 10 226 0 0,-4-5 214 0 0,13 17-298 0 0,-4-8-151 0 0,0 0 1 0 0,1 0-1 0 0,-1-1 1 0 0,1 0 0 0 0,0 0-1 0 0,0 0 1 0 0,0 0-1 0 0,0-1 1 0 0,0 0 0 0 0,0 0-1 0 0,0 0 1 0 0,0-1-1 0 0,0 1 1 0 0,0-1-1 0 0,1-1 1 0 0,-1 1 0 0 0,0-1-1 0 0,0 0 1 0 0,0 0-1 0 0,0 0 1 0 0,0-1 0 0 0,0 1-1 0 0,0-1 1 0 0,-1 0-1 0 0,1-1 1 0 0,0 1-1 0 0,-1-1 1 0 0,0 0 0 0 0,0 0-1 0 0,0-1 1 0 0,0 1-1 0 0,0-1 1 0 0,-1 0 0 0 0,1 0-1 0 0,-1 0 1 0 0,0 0-1 0 0,0 0 1 0 0,-1-1-1 0 0,4-7 1 0 0,-5 9 3 0 0,0 0 1 0 0,-1 0-1 0 0,1 0 0 0 0,-1 0 0 0 0,1 0 0 0 0,-1 0 1 0 0,0 0-1 0 0,0 0 0 0 0,-1-1 0 0 0,1 1 1 0 0,-1 0-1 0 0,1 0 0 0 0,-1 0 0 0 0,0 0 0 0 0,0 0 1 0 0,0 0-1 0 0,-1 0 0 0 0,-2-3 0 0 0,3 4 133 0 0,-16-11 869 0 0,8 10-500 0 0,17 13-387 0 0,-7-9-126 0 0,1 1-1 0 0,0 0 1 0 0,1-1 0 0 0,-1 1 0 0 0,0-1 0 0 0,0 0-1 0 0,1 1 1 0 0,-1-1 0 0 0,0-1 0 0 0,1 1 0 0 0,-1 0-1 0 0,1 0 1 0 0,-1-1 0 0 0,1 1 0 0 0,-1-1 0 0 0,1 0 0 0 0,0 0-1 0 0,-1 0 1 0 0,1 0 0 0 0,-1 0 0 0 0,1-1 0 0 0,0 1-1 0 0,-1-1 1 0 0,1 0 0 0 0,-1 0 0 0 0,0 1 0 0 0,1-1-1 0 0,-1-1 1 0 0,0 1 0 0 0,1 0 0 0 0,-1-1 0 0 0,0 1-1 0 0,3-4 1 0 0,0 1-361 0 0,0 0-1 0 0,0-1 1 0 0,0 1 0 0 0,-1-1-1 0 0,6-9 1 0 0,10-26-5570 0 0,-18 30 4107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6.763"/>
    </inkml:context>
    <inkml:brush xml:id="br0">
      <inkml:brushProperty name="width" value="0.035" units="cm"/>
      <inkml:brushProperty name="height" value="0.035" units="cm"/>
    </inkml:brush>
  </inkml:definitions>
  <inkml:trace contextRef="#ctx0" brushRef="#br0">48 89 8589 0 0,'0'0'2537'0'0,"-13"-18"117"0"0,8 12-2338 0 0,2 3 285 0 0,0-1-1 0 0,0 1 0 0 0,0-1 0 0 0,1 1 0 0 0,-1-1 1 0 0,1 0-1 0 0,0 0 0 0 0,0 0 0 0 0,0-1 0 0 0,-2-7 1 0 0,4 11-561 0 0,1 1 1 0 0,-1-1 0 0 0,1 1 0 0 0,-1 0 0 0 0,1-1-1 0 0,-1 1 1 0 0,1 0 0 0 0,-1-1 0 0 0,1 1-1 0 0,-1 0 1 0 0,1 0 0 0 0,0-1 0 0 0,-1 1 0 0 0,1 0-1 0 0,0 0 1 0 0,-1 0 0 0 0,1 0 0 0 0,-1 0 0 0 0,1 0-1 0 0,0 0 1 0 0,-1 0 0 0 0,1 0 0 0 0,0 0 0 0 0,-1 0-1 0 0,1 0 1 0 0,-1 0 0 0 0,1 1 0 0 0,0-1 0 0 0,-1 0-1 0 0,1 0 1 0 0,-1 1 0 0 0,1-1 0 0 0,-1 0 0 0 0,1 1-1 0 0,0 0 1 0 0,24 10 889 0 0,-4 3-514 0 0,0 1 0 0 0,-1 1 0 0 0,0 0 0 0 0,-2 2 0 0 0,0 0 0 0 0,0 1 0 0 0,15 23 0 0 0,-12-12-1611 0 0,-2 1 0 0 0,19 40 0 0 0,-33-59-9338 0 0,-5-5 4306 0 0,-9-6 2730 0 0,-20-22 4611 0 0,26 18-1152 0 0,-9-11 1471 0 0,0-1 0 0 0,1 0 1 0 0,1 0-1 0 0,-14-29 0 0 0,21 38-899 0 0,1 1 1 0 0,0-1-1 0 0,1 0 1 0 0,0 0 0 0 0,0 0-1 0 0,0-1 1 0 0,0 1-1 0 0,1 0 1 0 0,1-9-1 0 0,0 8-450 0 0,0 0-1 0 0,0 0 1 0 0,1 0-1 0 0,0 0 0 0 0,6-10 1 0 0,32-57-4633 0 0,-33 62 2540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7.813"/>
    </inkml:context>
    <inkml:brush xml:id="br0">
      <inkml:brushProperty name="width" value="0.035" units="cm"/>
      <inkml:brushProperty name="height" value="0.035" units="cm"/>
    </inkml:brush>
  </inkml:definitions>
  <inkml:trace contextRef="#ctx0" brushRef="#br0">74 546 9493 0 0,'-65'-4'3746'0'0,"64"4"-3677"0"0,1 0 0 0 0,-1 0 0 0 0,1 0 0 0 0,0 0 0 0 0,-1 0-1 0 0,1 1 1 0 0,-1-1 0 0 0,1 0 0 0 0,0 0 0 0 0,-1 1 0 0 0,1-1 0 0 0,0 0-1 0 0,-1 0 1 0 0,1 1 0 0 0,0-1 0 0 0,0 0 0 0 0,-1 1 0 0 0,1-1 0 0 0,0 0 0 0 0,0 1-1 0 0,-1-1 1 0 0,1 0 0 0 0,0 1 0 0 0,0-1 0 0 0,0 1 0 0 0,0-1 0 0 0,0 0-1 0 0,0 1 1 0 0,0-1 0 0 0,0 1 0 0 0,87 85 1842 0 0,-59-60-1398 0 0,47 53 1 0 0,-66-68-504 0 0,-1 1 1 0 0,-1-1-1 0 0,0 1 1 0 0,0 0-1 0 0,-1 1 1 0 0,-1-1-1 0 0,0 1 1 0 0,6 27-1 0 0,-50-116-942 0 0,16 34 859 0 0,-53-92 38 0 0,-39-86 623 0 0,113 217-300 0 0,2 0-47 0 0,0 3-237 0 0,0 0 1 0 0,0-1-1 0 0,0 1 1 0 0,0 0-1 0 0,-1-1 1 0 0,1 1-1 0 0,0 0 1 0 0,0 0-1 0 0,0-1 1 0 0,0 1-1 0 0,0 0 1 0 0,0-1-1 0 0,0 1 1 0 0,0 0-1 0 0,0-1 1 0 0,0 1-1 0 0,0 0 1 0 0,0-1-1 0 0,0 1 1 0 0,0 0-1 0 0,0-1 1 0 0,1 1-1 0 0,-1 0 1 0 0,0 0-1 0 0,0-1 1 0 0,0 1-1 0 0,0 0 1 0 0,0-1-1 0 0,1 1 1 0 0,-1 0-1 0 0,0 0 1 0 0,0 0-1 0 0,1-1 1 0 0,-1 1-1 0 0,0 0 1 0 0,0 0-1 0 0,1 0 1 0 0,-1-1-1 0 0,0 1 1 0 0,0 0-1 0 0,1 0 1 0 0,-1 0-1 0 0,0 0 1 0 0,1 0-1 0 0,-1 0 1 0 0,0 0-1 0 0,1 0 1 0 0,-1 0-1 0 0,0 0 1 0 0,1 0-1 0 0,-1 0 1 0 0,0 0-1 0 0,1 0 1 0 0,-1 0-1 0 0,0 0 0 0 0,0 0 1 0 0,1 0-1 0 0,-1 0 1 0 0,0 0-1 0 0,1 0 1 0 0,-1 0-1 0 0,0 1 1 0 0,1-1-1 0 0,-1 0 1 0 0,0 0-1 0 0,0 0 1 0 0,1 1-1 0 0,16 9 64 0 0,0 0-1 0 0,0 1 1 0 0,-1 1-1 0 0,0 0 1 0 0,-1 2-1 0 0,23 25 1 0 0,-25-24-43 0 0,0-1 0 0 0,2 0 1 0 0,-1-2-1 0 0,2 1 1 0 0,-1-2-1 0 0,2 0 0 0 0,27 14 1 0 0,-38-23-24 0 0,0 0 0 0 0,0 0 0 0 0,0 0 0 0 0,0 0 0 0 0,0-1 0 0 0,0 0 0 0 0,0-1 0 0 0,0 1 0 0 0,0-1 0 0 0,0 0 0 0 0,1 0 0 0 0,-1-1 0 0 0,9-2 0 0 0,-12 2 0 0 0,1-1 0 0 0,-1 1 0 0 0,0-1 1 0 0,0 0-1 0 0,0 1 0 0 0,-1-2 0 0 0,1 1 0 0 0,0 0 0 0 0,-1 0 1 0 0,1-1-1 0 0,-1 1 0 0 0,0-1 0 0 0,0 0 0 0 0,0 0 0 0 0,0 0 1 0 0,-1 0-1 0 0,1 0 0 0 0,-1 0 0 0 0,1 0 0 0 0,-1-1 1 0 0,0 1-1 0 0,-1 0 0 0 0,1-1 0 0 0,0 1 0 0 0,-1-4 0 0 0,2-15-24 0 0,-1 0-1 0 0,-1 0 1 0 0,-1 1-1 0 0,-1-1 1 0 0,-1 0-1 0 0,-11-39 0 0 0,-2 6 5 0 0,-32-72 0 0 0,6 28 83 0 0,41 96 18 0 0,-3-10 604 0 0,7 9-204 0 0,9 11-214 0 0,19 25 395 0 0,-1 1 1 0 0,-2 1 0 0 0,-1 1 0 0 0,27 49 0 0 0,-45-71-600 0 0,-1-1 0 0 0,1 1 0 0 0,1-1 0 0 0,0-1 0 0 0,1 0 1 0 0,0 0-1 0 0,1-1 0 0 0,17 12 0 0 0,-27-21-322 0 0,5-1-8617 0 0,-6 0 8701 0 0,0-1 0 0 0,0 1 0 0 0,1 0-1 0 0,-1-1 1 0 0,0 1 0 0 0,0 0 0 0 0,0-1-1 0 0,0 1 1 0 0,0-1 0 0 0,0 0 0 0 0,0 1 0 0 0,0-1-1 0 0,0 0 1 0 0,1-1 0 0 0,1-3-24 0 0,-1 0 1 0 0,0 0-1 0 0,1 0 1 0 0,-2 0-1 0 0,1-1 1 0 0,-1 1-1 0 0,0 0 1 0 0,0-1-1 0 0,0 1 1 0 0,-1-1-1 0 0,1 1 0 0 0,-2-1 1 0 0,1 1-1 0 0,0-1 1 0 0,-3-6-1 0 0,-2-16-301 0 0,-15-46 0 0 0,12 49 412 0 0,-3-8 638 0 0,-26-53 0 0 0,15 39 10010 0 0,22 47-10547 0 0,0 0 1 0 0,0 0-1 0 0,0 0 0 0 0,0 0 0 0 0,-1 0 0 0 0,1 0 0 0 0,0 0 1 0 0,0 0-1 0 0,0 0 0 0 0,0-1 0 0 0,0 1 0 0 0,0 0 0 0 0,0 0 1 0 0,0 0-1 0 0,0 0 0 0 0,0 0 0 0 0,0 0 0 0 0,0-1 0 0 0,0 1 0 0 0,0 0 1 0 0,0 0-1 0 0,0 0 0 0 0,0 0 0 0 0,0 0 0 0 0,0-1 0 0 0,0 1 1 0 0,0 0-1 0 0,0 0 0 0 0,0 0 0 0 0,0 0 0 0 0,0 0 0 0 0,0 0 1 0 0,0-1-1 0 0,0 1 0 0 0,0 0 0 0 0,0 0 0 0 0,0 0 0 0 0,0 0 1 0 0,0 0-1 0 0,0 0 0 0 0,0 0 0 0 0,1-1 0 0 0,-1 1 0 0 0,0 0 1 0 0,0 0-1 0 0,0 0 0 0 0,0 0 0 0 0,0 0 0 0 0,0 0 0 0 0,0 0 1 0 0,1 0-1 0 0,-1 0 0 0 0,0 0 0 0 0,0 0 0 0 0,0 0 0 0 0,0 0 1 0 0,0 0-1 0 0,0 0 0 0 0,1 0 0 0 0,-1 0 0 0 0,0 0 0 0 0,0 0 1 0 0,0 0-1 0 0,0 0 0 0 0,0 0 0 0 0,1 0 0 0 0,-1 0 0 0 0,0 0 1 0 0,0 0-1 0 0,16 8 495 0 0,16 14-94 0 0,-1 9 100 0 0,-1 1 1 0 0,-2 1-1 0 0,-1 2 1 0 0,40 67-1 0 0,9 11 489 0 0,-74-111-987 0 0,-1 0 0 0 0,0 0-1 0 0,1-1 1 0 0,-1 1 0 0 0,1 0 0 0 0,0 0 0 0 0,-1-1 0 0 0,1 1 0 0 0,0-1 0 0 0,0 0 0 0 0,0 1 0 0 0,0-1-1 0 0,0 0 1 0 0,0 0 0 0 0,1 0 0 0 0,-1-1 0 0 0,0 1 0 0 0,0 0 0 0 0,1-1 0 0 0,-1 0 0 0 0,0 1 0 0 0,4-1-1 0 0,-3-1 5 0 0,0 0-1 0 0,0 1 0 0 0,0-1 0 0 0,1-1 0 0 0,-1 1 1 0 0,0 0-1 0 0,0-1 0 0 0,-1 0 0 0 0,1 1 1 0 0,0-1-1 0 0,0 0 0 0 0,-1-1 0 0 0,5-3 0 0 0,4-7-88 0 0,-1 0-1 0 0,0-1 1 0 0,0-1 0 0 0,11-24-1 0 0,-13 23-1125 0 0,-1 0 0 0 0,9-29 0 0 0,-12 30-1134 0 0,-1-1 0 0 0,0 0-1 0 0,0-19 1 0 0,-3 15-539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18.482"/>
    </inkml:context>
    <inkml:brush xml:id="br0">
      <inkml:brushProperty name="width" value="0.035" units="cm"/>
      <inkml:brushProperty name="height" value="0.035" units="cm"/>
    </inkml:brush>
  </inkml:definitions>
  <inkml:trace contextRef="#ctx0" brushRef="#br0">154 2354 11301 0 0,'-15'21'388'0'0,"0"1"-1"0"0,-1-2 1 0 0,-1 0 0 0 0,-1-1 0 0 0,-38 30-1 0 0,54-47 361 0 0,-6 3 982 0 0,8-5-1709 0 0,0 0 0 0 0,-1 0 1 0 0,1 0-1 0 0,0 0 0 0 0,0 0 1 0 0,0 0-1 0 0,0 0 0 0 0,0 0 1 0 0,-1 0-1 0 0,1 0 0 0 0,0 0 1 0 0,0 0-1 0 0,0 0 1 0 0,0 0-1 0 0,-1 0 0 0 0,1 0 1 0 0,0 0-1 0 0,0 0 0 0 0,0 0 1 0 0,0 0-1 0 0,-1 0 0 0 0,1 0 1 0 0,0 0-1 0 0,0 0 1 0 0,0 0-1 0 0,0 0 0 0 0,-1 0 1 0 0,1 0-1 0 0,0 0 0 0 0,0 0 1 0 0,0-1-1 0 0,0 1 0 0 0,0 0 1 0 0,0 0-1 0 0,-1 0 0 0 0,1 0 1 0 0,0 0-1 0 0,0 0 1 0 0,0-1-1 0 0,0 1 0 0 0,0 0 1 0 0,0 0-1 0 0,0 0 0 0 0,0 0 1 0 0,0-1-1 0 0,0 1 0 0 0,0 0 1 0 0,0 0-1 0 0,0 0 0 0 0,0 0 1 0 0,0-1-1 0 0,0 1 1 0 0,0 0-1 0 0,0 0 0 0 0,0 0 1 0 0,0 0-1 0 0,0-1 0 0 0,0 1 1 0 0,0 0-1 0 0,0 0 0 0 0,0 0 1 0 0,0 0-1 0 0,0 0 1 0 0,0-1-1 0 0,0 1 0 0 0,0 0 1 0 0,1 0-1 0 0,-1 0 0 0 0,6-14 425 0 0,0 1-1 0 0,1 1 0 0 0,0-1 0 0 0,1 1 0 0 0,13-15 1 0 0,4-7 13 0 0,227-311 1283 0 0,311-329 1 0 0,468-411-364 0 0,-826 869 840 0 0,-201 213-130 0 0,1-6-1687 0 0,3-3-11 0 0,-16 14-412 0 0,6-1-47 0 0,0 5-153 0 0,0 4-62 0 0,14-9 109 0 0,-7-3 144 0 0,-1 0 1 0 0,1 0 0 0 0,-1 0 0 0 0,0 0-1 0 0,0-1 1 0 0,0 0 0 0 0,0 0 0 0 0,0 0-1 0 0,6-7 1 0 0,-5 5-96 0 0,-3 4-33 0 0,7-12-551 0 0,-4 7-1774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22.956"/>
    </inkml:context>
    <inkml:brush xml:id="br0">
      <inkml:brushProperty name="width" value="0.035" units="cm"/>
      <inkml:brushProperty name="height" value="0.035" units="cm"/>
    </inkml:brush>
  </inkml:definitions>
  <inkml:trace contextRef="#ctx0" brushRef="#br0">71 51 7241 0 0,'-6'-4'209'0'0,"-1"0"-1"0"0,1 0 1 0 0,0-1 0 0 0,0 0 0 0 0,0 0 0 0 0,1 0 0 0 0,-8-9 6183 0 0,13 14-6362 0 0,0-1 1 0 0,0 1 0 0 0,0 0 0 0 0,0 0 0 0 0,0 0-1 0 0,0 0 1 0 0,0-1 0 0 0,0 1 0 0 0,0 0-1 0 0,0 0 1 0 0,0 0 0 0 0,0 0 0 0 0,0 0 0 0 0,0-1-1 0 0,0 1 1 0 0,0 0 0 0 0,-1 0 0 0 0,1 0-1 0 0,0 0 1 0 0,0 0 0 0 0,0-1 0 0 0,0 1 0 0 0,0 0-1 0 0,0 0 1 0 0,-1 0 0 0 0,1 0 0 0 0,0 0-1 0 0,0 0 1 0 0,0 0 0 0 0,0 0 0 0 0,0 0 0 0 0,-1 0-1 0 0,1 0 1 0 0,0 0 0 0 0,0 0 0 0 0,0 0-1 0 0,0 0 1 0 0,-1 0 0 0 0,1 0 0 0 0,0 0 0 0 0,0 0-1 0 0,0 0 1 0 0,0 0 0 0 0,-1 0 0 0 0,1 0-1 0 0,0 0 1 0 0,0 0 0 0 0,0 0 0 0 0,0 0 0 0 0,-1 0-1 0 0,1 0 1 0 0,0 0 0 0 0,0 0 0 0 0,0 1-1 0 0,0-1 1 0 0,0 0 0 0 0,0 0 0 0 0,-1 0 0 0 0,1 0-1 0 0,0 0 1 0 0,0 0 0 0 0,0 1 0 0 0,0-1-1 0 0,0 0 1 0 0,-8 13 762 0 0,7 19-173 0 0,2 0 0 0 0,1 0 0 0 0,8 40-1 0 0,0 0-121 0 0,29 345 833 0 0,32 282-1080 0 0,-52-565-238 0 0,-6 0 0 0 0,-6 150 0 0 0,-20-185-2424 0 0,13-96 971 0 0,0 10-5594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24.109"/>
    </inkml:context>
    <inkml:brush xml:id="br0">
      <inkml:brushProperty name="width" value="0.035" units="cm"/>
      <inkml:brushProperty name="height" value="0.035" units="cm"/>
    </inkml:brush>
  </inkml:definitions>
  <inkml:trace contextRef="#ctx0" brushRef="#br0">57 505 6469 0 0,'0'0'294'0'0,"-10"-8"-587"0"0,-21-16 10906 0 0,24 19-8616 0 0,7 5-1967 0 0,-1-1 1 0 0,1 1-1 0 0,-1 0 0 0 0,1-1 1 0 0,-1 1-1 0 0,1 0 1 0 0,-1-1-1 0 0,1 1 0 0 0,0-1 1 0 0,-1 1-1 0 0,1-1 1 0 0,-1 1-1 0 0,1 0 0 0 0,0-1 1 0 0,-1 1-1 0 0,1-1 1 0 0,0 0-1 0 0,0 1 0 0 0,0-1 1 0 0,-1 1-1 0 0,1-1 1 0 0,0 1-1 0 0,0-1 0 0 0,0 0 1 0 0,0 1-1 0 0,0-1 1 0 0,0 1-1 0 0,0-1 1 0 0,0 0-1 0 0,0 1 0 0 0,0-1 1 0 0,0 1-1 0 0,1-2 1 0 0,17-15 572 0 0,32-4 29 0 0,412-76 244 0 0,-245 58-1039 0 0,146-28-101 0 0,461-106-5 0 0,-808 169 263 0 0,-1-1 0 0 0,29-14 0 0 0,-41 18 345 0 0,-3 0-661 0 0,1 1 308 0 0,-1-1 1 0 0,1 1 0 0 0,0-1-1 0 0,-1 1 1 0 0,1-1-1 0 0,0 1 1 0 0,-1 0 0 0 0,1-1-1 0 0,0 1 1 0 0,0 0-1 0 0,0-1 1 0 0,-1 1-1 0 0,1 0 1 0 0,0 0 0 0 0,0 0-1 0 0,0 0 1 0 0,-1 0-1 0 0,1 0 1 0 0,0 0-1 0 0,0 0 1 0 0,0 0 0 0 0,-1 0-1 0 0,1 1 1 0 0,0-1-1 0 0,0 0 1 0 0,-1 0 0 0 0,2 1-1 0 0,27 6-105 0 0,-27-5 139 0 0,0-1-1 0 0,0 0 0 0 0,0 1 1 0 0,0-1-1 0 0,0 1 0 0 0,0 0 1 0 0,-1 0-1 0 0,1 0 0 0 0,-1 0 1 0 0,1 0-1 0 0,-1 0 0 0 0,0 0 1 0 0,1 0-1 0 0,-1 0 0 0 0,0 1 1 0 0,0-1-1 0 0,-1 0 0 0 0,1 1 1 0 0,0 3-1 0 0,10 62 449 0 0,-8-38-244 0 0,68 247 1927 0 0,2 13 1561 0 0,-3 243 537 0 0,-62-482-4084 0 0,3 1 0 0 0,34 95 0 0 0,-24-94-216 0 0,-20-51-18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24.951"/>
    </inkml:context>
    <inkml:brush xml:id="br0">
      <inkml:brushProperty name="width" value="0.035" units="cm"/>
      <inkml:brushProperty name="height" value="0.035" units="cm"/>
    </inkml:brush>
  </inkml:definitions>
  <inkml:trace contextRef="#ctx0" brushRef="#br0">11 542 4912 0 0,'-1'2'317'0'0,"0"0"0"0"0,0 0 0 0 0,0 0 0 0 0,0 0 0 0 0,1 0 0 0 0,-1 0 0 0 0,1 1 0 0 0,-1-1 0 0 0,1 0 0 0 0,0 0 0 0 0,0 1 0 0 0,0 2 0 0 0,0-3 1033 0 0,-1 1-604 0 0,1-2-567 0 0,-1-1 0 0 0,1 1 0 0 0,0 0 0 0 0,-1-1 1 0 0,1 1-1 0 0,0 0 0 0 0,0 0 0 0 0,-1 0 0 0 0,1-1 0 0 0,0 1 1 0 0,0 0-1 0 0,0 0 0 0 0,0 0 0 0 0,0-1 0 0 0,0 1 1 0 0,0 0-1 0 0,0 0 0 0 0,1 0 0 0 0,-1-1 0 0 0,0 1 1 0 0,0 0-1 0 0,1 0 0 0 0,-1-1 0 0 0,0 1 0 0 0,1 0 1 0 0,-1-1-1 0 0,1 1 0 0 0,-1 0 0 0 0,1-1 0 0 0,0 2 1 0 0,19 0 261 0 0,0-1 0 0 0,0 0 0 0 0,0-2 0 0 0,0 0 0 0 0,-1-1 0 0 0,25-7 1 0 0,123-37 1420 0 0,-83 20-1547 0 0,265-66 120 0 0,196-59-460 0 0,-286 73 26 0 0,293-103-350 0 0,-528 169 403 0 0,-22 7-93 0 0,-17 4-104 0 0,-4 5 142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25.431"/>
    </inkml:context>
    <inkml:brush xml:id="br0">
      <inkml:brushProperty name="width" value="0.035" units="cm"/>
      <inkml:brushProperty name="height" value="0.035" units="cm"/>
    </inkml:brush>
  </inkml:definitions>
  <inkml:trace contextRef="#ctx0" brushRef="#br0">1 1 7609 0 0,'0'0'397'0'0,"21"1"3064"0"0,-5 181 4074 0 0,-26 87-4864 0 0,10-267-3439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26.099"/>
    </inkml:context>
    <inkml:brush xml:id="br0">
      <inkml:brushProperty name="width" value="0.035" units="cm"/>
      <inkml:brushProperty name="height" value="0.035" units="cm"/>
    </inkml:brush>
  </inkml:definitions>
  <inkml:trace contextRef="#ctx0" brushRef="#br0">51 705 8121 0 0,'-21'-3'-1216'0'0,"-3"-5"4341"0"0,24 7-2991 0 0,-1 1-1 0 0,1 0 0 0 0,0-1 0 0 0,-1 1 1 0 0,1 0-1 0 0,-1-1 0 0 0,1 1 0 0 0,0 0 1 0 0,0-1-1 0 0,-1 1 0 0 0,1-1 0 0 0,0 1 1 0 0,0 0-1 0 0,-1-1 0 0 0,1 1 0 0 0,0-1 1 0 0,0 1-1 0 0,0-1 0 0 0,0 1 0 0 0,0-1 0 0 0,0 1 1 0 0,0-1-1 0 0,-1 1 0 0 0,2-1 0 0 0,-1 1 1 0 0,0-1-1 0 0,0 1 0 0 0,0-1 0 0 0,17-20 1699 0 0,8 5-1162 0 0,1 0 1 0 0,0 2-1 0 0,1 1 0 0 0,1 1 1 0 0,0 2-1 0 0,49-12 0 0 0,-8 0-161 0 0,1052-354 465 0 0,-716 229-1264 0 0,-385 141 288 0 0,-3 1-1020 0 0,-29 8-1920 0 0,0 0 1940 0 0,-19 7-914 0 0,5 0-3017 0 0,14-5 3148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26.531"/>
    </inkml:context>
    <inkml:brush xml:id="br0">
      <inkml:brushProperty name="width" value="0.035" units="cm"/>
      <inkml:brushProperty name="height" value="0.035" units="cm"/>
    </inkml:brush>
  </inkml:definitions>
  <inkml:trace contextRef="#ctx0" brushRef="#br0">34 42 10317 0 0,'-8'-14'-307'0'0,"7"12"690"0"0,0 0 1 0 0,0 0-1 0 0,0 0 0 0 0,0 0 0 0 0,-1 0 0 0 0,1 0 0 0 0,-1 1 0 0 0,1-1 0 0 0,-1 0 0 0 0,0 1 0 0 0,0-1 1 0 0,1 1-1 0 0,-1 0 0 0 0,-4-2 0 0 0,6 5-196 0 0,0 0-1 0 0,0 0 1 0 0,0 0 0 0 0,1 0 0 0 0,-1 1 0 0 0,0-1 0 0 0,1 0-1 0 0,-1 0 1 0 0,1 0 0 0 0,0 0 0 0 0,0 0 0 0 0,2 3 0 0 0,59 146 2361 0 0,58 210 1 0 0,-94-261-2439 0 0,-5 0 0 0 0,-5 1 0 0 0,5 134 0 0 0,-21 84-1286 0 0,-2-135-6297 0 0,2-159 4696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3.510"/>
    </inkml:context>
    <inkml:brush xml:id="br0">
      <inkml:brushProperty name="width" value="0.035" units="cm"/>
      <inkml:brushProperty name="height" value="0.035" units="cm"/>
    </inkml:brush>
  </inkml:definitions>
  <inkml:trace contextRef="#ctx0" brushRef="#br0">205 1 7701 0 0,'-5'0'172'0'0,"1"-1"1"0"0,-1 2 0 0 0,0-1-1 0 0,1 0 1 0 0,-1 1 0 0 0,1 0-1 0 0,-1 0 1 0 0,1 0 0 0 0,-1 1-1 0 0,1 0 1 0 0,0-1 0 0 0,-1 1-1 0 0,1 1 1 0 0,-6 4 0 0 0,3-2 225 0 0,0 1-1 0 0,0 1 1 0 0,0-1 0 0 0,1 1 0 0 0,0 1 0 0 0,1-1-1 0 0,-5 9 1 0 0,-1 3 366 0 0,2 0-1 0 0,0 0 0 0 0,1 1 1 0 0,1 0-1 0 0,-8 37 1 0 0,8-16 359 0 0,2-1 0 0 0,-1 70 1 0 0,7-91-997 0 0,0-1 1 0 0,1 0 0 0 0,0 0-1 0 0,2 0 1 0 0,0 0-1 0 0,1 0 1 0 0,0-1-1 0 0,13 25 1 0 0,-16-37-124 0 0,0-1 1 0 0,0 0-1 0 0,1 0 0 0 0,0 0 0 0 0,0-1 0 0 0,0 1 1 0 0,0-1-1 0 0,0 1 0 0 0,1-1 0 0 0,-1 0 0 0 0,1 0 1 0 0,0 0-1 0 0,0-1 0 0 0,0 0 0 0 0,0 1 1 0 0,1-1-1 0 0,-1-1 0 0 0,0 1 0 0 0,1-1 0 0 0,-1 0 1 0 0,1 0-1 0 0,0 0 0 0 0,-1 0 0 0 0,1-1 1 0 0,0 0-1 0 0,0 0 0 0 0,7-1 0 0 0,-5 0-32 0 0,-1-1 0 0 0,1 1 0 0 0,0-2 0 0 0,-1 1-1 0 0,1-1 1 0 0,-1 0 0 0 0,0 0 0 0 0,0-1 0 0 0,0 0-1 0 0,-1 0 1 0 0,1 0 0 0 0,-1-1 0 0 0,0 0 0 0 0,0 0-1 0 0,-1 0 1 0 0,1 0 0 0 0,-1-1 0 0 0,4-6 0 0 0,-2 2-33 0 0,-1 1 0 0 0,0-1 0 0 0,0 0 0 0 0,-1 0 0 0 0,-1-1 0 0 0,1 1 0 0 0,-2-1 0 0 0,0 1 0 0 0,0-1 0 0 0,0 0 0 0 0,-2 0 0 0 0,1 0 0 0 0,-2-13 0 0 0,1 23 76 0 0,0 1 0 0 0,0-1 0 0 0,0 0 0 0 0,0 1 0 0 0,0-1 0 0 0,0 1 0 0 0,0-1 0 0 0,0 0 0 0 0,0 1 0 0 0,0-1 0 0 0,-1 0 0 0 0,1 1 0 0 0,0-1 0 0 0,0 1 0 0 0,0-1 0 0 0,-1 1-1 0 0,1-1 1 0 0,0 1 0 0 0,-1-1 0 0 0,1 1 0 0 0,-1-1 0 0 0,1 1 0 0 0,0-1 0 0 0,-1 1 0 0 0,1 0 0 0 0,-1-1 0 0 0,1 1 0 0 0,-1-1 0 0 0,1 1 0 0 0,-1 0 0 0 0,0 0 0 0 0,1-1 0 0 0,-1 1 0 0 0,1 0 0 0 0,-1 0 0 0 0,1 0 0 0 0,-1 0-1 0 0,0 0 1 0 0,1 0 0 0 0,-1 0 0 0 0,0 0 0 0 0,1 0 0 0 0,-1 0 0 0 0,1 0 0 0 0,-1 0 0 0 0,0 0 0 0 0,1 0 0 0 0,-1 0 0 0 0,1 1 0 0 0,-1-1 0 0 0,1 0 0 0 0,-1 0 0 0 0,0 1 0 0 0,1-1 0 0 0,-1 0 0 0 0,1 1 0 0 0,0-1 0 0 0,-1 1-1 0 0,1-1 1 0 0,-1 1 0 0 0,0 0 0 0 0,-24 29 324 0 0,22-23-309 0 0,0 1 0 0 0,1 0 0 0 0,0 0 0 0 0,0 0 0 0 0,0 1 0 0 0,1-1 0 0 0,0 0 0 0 0,1 1 0 0 0,0-1 0 0 0,0 0 0 0 0,1 1 0 0 0,0-1 0 0 0,0 0-1 0 0,1 0 1 0 0,4 13 0 0 0,-4-18-27 0 0,-1 1-1 0 0,1-1 1 0 0,0 0-1 0 0,-1 0 1 0 0,1 0-1 0 0,1 0 0 0 0,-1 0 1 0 0,0 0-1 0 0,1-1 1 0 0,-1 1-1 0 0,1-1 1 0 0,0 0-1 0 0,0 1 1 0 0,0-1-1 0 0,0-1 1 0 0,0 1-1 0 0,0 0 0 0 0,1-1 1 0 0,-1 1-1 0 0,1-1 1 0 0,-1 0-1 0 0,1 0 1 0 0,-1-1-1 0 0,1 1 1 0 0,-1-1-1 0 0,1 0 0 0 0,-1 0 1 0 0,1 0-1 0 0,0 0 1 0 0,-1 0-1 0 0,1-1 1 0 0,-1 1-1 0 0,1-1 1 0 0,-1 0-1 0 0,1-1 1 0 0,-1 1-1 0 0,6-3 0 0 0,-3 2-37 0 0,-1 0 0 0 0,0-1 0 0 0,0 1 0 0 0,0-1 0 0 0,0 0 0 0 0,0-1 0 0 0,-1 1-1 0 0,1-1 1 0 0,-1 0 0 0 0,0 0 0 0 0,0 0 0 0 0,0-1 0 0 0,-1 1 0 0 0,1-1 0 0 0,-1 0-1 0 0,0 0 1 0 0,-1 0 0 0 0,1 0 0 0 0,-1 0 0 0 0,0-1 0 0 0,0 1 0 0 0,1-11 0 0 0,-2 7-14 0 0,0 0 1 0 0,0 0 0 0 0,-1-1 0 0 0,-1 1-1 0 0,0 0 1 0 0,0 0 0 0 0,-1 0 0 0 0,0 0-1 0 0,0 0 1 0 0,-1 0 0 0 0,0 0-1 0 0,-1 0 1 0 0,-5-10 0 0 0,5 12 48 0 0,1 0 15 0 0,-1 1 0 0 0,1 0 0 0 0,-1 0 0 0 0,-1 0 0 0 0,-8-10 0 0 0,12 15-18 0 0,1 1 0 0 0,-1 0 0 0 0,1-1 0 0 0,-1 1-1 0 0,1 0 1 0 0,-1-1 0 0 0,1 1 0 0 0,-1 0 0 0 0,1 0 0 0 0,-1-1-1 0 0,0 1 1 0 0,1 0 0 0 0,-1 0 0 0 0,1 0 0 0 0,-1 0 0 0 0,0 0-1 0 0,1 0 1 0 0,-1 0 0 0 0,0 0 0 0 0,1 0 0 0 0,-1 0 0 0 0,1 0-1 0 0,-1 0 1 0 0,0 0 0 0 0,1 0 0 0 0,-1 1 0 0 0,1-1-1 0 0,-2 1 1 0 0,1 0-23 0 0,-1 1 0 0 0,1-1 0 0 0,-1 1 0 0 0,1 0 0 0 0,0 0 0 0 0,-1 0 0 0 0,1 0 0 0 0,0 0 0 0 0,0 0 0 0 0,0 0-1 0 0,1 0 1 0 0,-2 4 0 0 0,0 1-69 0 0,-9 32-2636 0 0,11-35 2034 0 0,-1-1 0 0 0,1 1 0 0 0,0-1 0 0 0,0 1 0 0 0,0-1 0 0 0,0 1 0 0 0,1 0 1 0 0,0-1-1 0 0,1 5 0 0 0,1 3-1654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3.885"/>
    </inkml:context>
    <inkml:brush xml:id="br0">
      <inkml:brushProperty name="width" value="0.035" units="cm"/>
      <inkml:brushProperty name="height" value="0.035" units="cm"/>
    </inkml:brush>
  </inkml:definitions>
  <inkml:trace contextRef="#ctx0" brushRef="#br0">59 45 9301 0 0,'0'0'142'0'0,"-28"15"550"0"0,25-13-543 0 0,1 1 0 0 0,0-1 0 0 0,0 1 0 0 0,0-1 0 0 0,0 1 0 0 0,0 0 0 0 0,0 0 0 0 0,1 0 0 0 0,-1 0 0 0 0,-1 5 0 0 0,-4 9 3372 0 0,37-19-3462 0 0,-24-1 20 0 0,-1 0 0 0 0,0 0-1 0 0,0-1 1 0 0,0 1 0 0 0,0-1 0 0 0,-1 0 0 0 0,1-1-1 0 0,-1 1 1 0 0,0-1 0 0 0,0 1 0 0 0,-1-1 0 0 0,0-1-1 0 0,0 1 1 0 0,0 0 0 0 0,0-1 0 0 0,-1 1 0 0 0,0-1-1 0 0,0 0 1 0 0,0 0 0 0 0,1-9 3465 0 0,-2 14-3526 0 0,-1 1 0 0 0,1 0 0 0 0,0-1 0 0 0,-1 1 0 0 0,1 0 0 0 0,0 0 0 0 0,0 0 0 0 0,-1-1 0 0 0,1 1 0 0 0,0 0 0 0 0,-1 0 0 0 0,1 0 0 0 0,0 0 0 0 0,0 0 0 0 0,-1 0 0 0 0,1 0 0 0 0,0 1 1 0 0,0-1-1 0 0,-1 0 0 0 0,1 0 0 0 0,0 1 0 0 0,-1-1 0 0 0,1 0 0 0 0,0 1 0 0 0,-1-1 0 0 0,1 0 0 0 0,0 1 0 0 0,-1-1 0 0 0,1 1 0 0 0,-1-1 0 0 0,1 1 0 0 0,-1-1 0 0 0,1 1 0 0 0,-1 0 0 0 0,0-1 0 0 0,1 1 0 0 0,-1-1 0 0 0,1 1 0 0 0,-1 1 0 0 0,26 38-14 0 0,-11-16-102 0 0,1-9-3478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4.608"/>
    </inkml:context>
    <inkml:brush xml:id="br0">
      <inkml:brushProperty name="width" value="0.035" units="cm"/>
      <inkml:brushProperty name="height" value="0.035" units="cm"/>
    </inkml:brush>
  </inkml:definitions>
  <inkml:trace contextRef="#ctx0" brushRef="#br0">59 243 5705 0 0,'2'-16'433'0'0,"0"0"1"0"0,-1 1 0 0 0,-1-1-1 0 0,-1 0 1 0 0,0 0 0 0 0,-1 1-1 0 0,-4-21 1 0 0,2 22 871 0 0,-1 1-1 0 0,1-1 1 0 0,-2 1 0 0 0,-13-23 3754 0 0,12 31-3672 0 0,4 4-517 0 0,5 13-503 0 0,7 21 626 0 0,1 0 0 0 0,20 39 0 0 0,6 20 57 0 0,-25-58-1077 0 0,0-5 107 0 0,-2 1 0 0 0,-1 0 0 0 0,4 34 1 0 0,-11-55-152 0 0,0 0 1 0 0,-1 0-1 0 0,0-1 1 0 0,0 1-1 0 0,-1 0 1 0 0,0 0-1 0 0,-1-1 1 0 0,0 1-1 0 0,0-1 1 0 0,-1 1-1 0 0,0-1 1 0 0,0 0-1 0 0,-1 0 1 0 0,0-1-1 0 0,-9 13 1 0 0,13-19-27 0 0,-1 1 1 0 0,0-1-1 0 0,0 1 1 0 0,0-1-1 0 0,0 1 1 0 0,0-1-1 0 0,0 0 0 0 0,-1 1 1 0 0,1-1-1 0 0,0 0 1 0 0,-1 0-1 0 0,1 0 0 0 0,-1 0 1 0 0,1 0-1 0 0,-1 0 1 0 0,1-1-1 0 0,-1 1 1 0 0,1 0-1 0 0,-1-1 0 0 0,0 1 1 0 0,0-1-1 0 0,1 0 1 0 0,-1 1-1 0 0,0-1 1 0 0,0 0-1 0 0,1 0 0 0 0,-1 0 1 0 0,0 0-1 0 0,0-1 1 0 0,1 1-1 0 0,-1 0 0 0 0,0-1 1 0 0,1 1-1 0 0,-1-1 1 0 0,0 0-1 0 0,1 1 1 0 0,-1-1-1 0 0,1 0 0 0 0,-1 0 1 0 0,1 0-1 0 0,-1 0 1 0 0,1 0-1 0 0,-2-2 0 0 0,0 0-110 0 0,-1-2-1 0 0,1 1 1 0 0,0 0-1 0 0,0-1 1 0 0,0 1-1 0 0,0-1 1 0 0,1 0-1 0 0,0 0 1 0 0,0 0-1 0 0,0 0 1 0 0,0 0-1 0 0,0-9 1 0 0,1 12 175 0 0,-2-20-250 0 0,1 0 0 0 0,0 0-1 0 0,4-44 1 0 0,-1 61 281 0 0,0-1 0 0 0,0 0 0 0 0,0 0 0 0 0,1 1 0 0 0,0-1 0 0 0,0 1 0 0 0,0-1 0 0 0,1 1 0 0 0,-1 0 0 0 0,1 0 0 0 0,1 0 0 0 0,-1 0 0 0 0,1 1 0 0 0,-1-1 0 0 0,1 1 0 0 0,1 0 0 0 0,-1 0 0 0 0,1 0 0 0 0,-1 1 0 0 0,7-4 0 0 0,22-15 41 0 0,-28 17-42 0 0,1 1 0 0 0,0 0 1 0 0,1 0-1 0 0,-1 0 1 0 0,1 1-1 0 0,7-3 0 0 0,-5 4 3 0 0,-1-1 0 0 0,1 0 1 0 0,-1 0-1 0 0,0 0 0 0 0,0-1 0 0 0,0-1 0 0 0,0 1 0 0 0,-1-1 0 0 0,0-1 0 0 0,0 1 0 0 0,11-12 1 0 0,-16 15 72 0 0,2-11 2858 0 0,-3 13-2902 0 0,-1 0 1 0 0,0 0-1 0 0,1 0 0 0 0,-1 0 0 0 0,0 1 0 0 0,1-1 1 0 0,-1 0-1 0 0,0 0 0 0 0,0 1 0 0 0,1-1 1 0 0,-1 0-1 0 0,0 0 0 0 0,0 1 0 0 0,1-1 0 0 0,-1 0 1 0 0,0 1-1 0 0,0-1 0 0 0,0 0 0 0 0,1 1 1 0 0,-1-1-1 0 0,0 0 0 0 0,0 1 0 0 0,0-1 0 0 0,0 0 1 0 0,0 1-1 0 0,0-1 0 0 0,0 1 0 0 0,0-1 1 0 0,0 0-1 0 0,0 1 0 0 0,0-1 0 0 0,0 0 0 0 0,0 1 1 0 0,0-1-1 0 0,0 0 0 0 0,0 1 0 0 0,-1-1 1 0 0,1 0-1 0 0,0 1 0 0 0,0-1 0 0 0,0 16 66 0 0,0-1-1 0 0,2 1 1 0 0,5 26-1 0 0,-6-37-97 0 0,0-1 1 0 0,0-1-1 0 0,1 1 0 0 0,-1 0 0 0 0,1 0 1 0 0,-1 0-1 0 0,1-1 0 0 0,0 1 0 0 0,1-1 1 0 0,-1 1-1 0 0,1-1 0 0 0,-1 0 0 0 0,1 0 1 0 0,0 0-1 0 0,0-1 0 0 0,0 1 0 0 0,1-1 1 0 0,-1 1-1 0 0,6 2 0 0 0,-7-5-12 0 0,0 0 0 0 0,-1 0 0 0 0,1 0 0 0 0,0 0-1 0 0,0 0 1 0 0,-1 0 0 0 0,1-1 0 0 0,0 1 0 0 0,0-1 0 0 0,-1 1 0 0 0,1-1 0 0 0,-1 1 0 0 0,1-1-1 0 0,0 0 1 0 0,-1 0 0 0 0,0 0 0 0 0,1 0 0 0 0,-1 0 0 0 0,1 0 0 0 0,-1 0 0 0 0,0-1 0 0 0,0 1-1 0 0,0 0 1 0 0,0-1 0 0 0,0 1 0 0 0,0-1 0 0 0,1-1 0 0 0,28-49-334 0 0,-25 43 308 0 0,0-2 12 0 0,-1-1 1 0 0,1 0 0 0 0,4-23 0 0 0,9-26 401 0 0,-13 135 91 0 0,-5-63-427 0 0,0 0 1 0 0,1 0 0 0 0,0 0-1 0 0,5 22 1 0 0,-5-31-176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4.949"/>
    </inkml:context>
    <inkml:brush xml:id="br0">
      <inkml:brushProperty name="width" value="0.035" units="cm"/>
      <inkml:brushProperty name="height" value="0.035" units="cm"/>
    </inkml:brush>
  </inkml:definitions>
  <inkml:trace contextRef="#ctx0" brushRef="#br0">62 23 10417 0 0,'0'0'3276'0'0,"-5"-14"-784"0"0,4 14-2399 0 0,0-1-1 0 0,0 0 0 0 0,0 0 0 0 0,0 0 1 0 0,-1 1-1 0 0,1-1 0 0 0,0 0 0 0 0,0 1 1 0 0,0-1-1 0 0,-1 1 0 0 0,1-1 0 0 0,0 1 0 0 0,-1 0 1 0 0,1 0-1 0 0,0-1 0 0 0,-1 1 0 0 0,1 0 1 0 0,0 0-1 0 0,-1 0 0 0 0,1 1 0 0 0,0-1 1 0 0,-1 0-1 0 0,1 0 0 0 0,0 1 0 0 0,-1-1 0 0 0,1 1 1 0 0,0-1-1 0 0,0 1 0 0 0,0-1 0 0 0,-3 3 1 0 0,2-1 55 0 0,1 0 1 0 0,-1 1-1 0 0,1-1 1 0 0,-1 1-1 0 0,1 0 1 0 0,0 0-1 0 0,0-1 1 0 0,0 1 0 0 0,0 0-1 0 0,1 0 1 0 0,-1 0-1 0 0,1 0 1 0 0,-1 4-1 0 0,1 2-16 0 0,0 0 0 0 0,0 0 0 0 0,0 0 0 0 0,1 0 0 0 0,1 0-1 0 0,-1 0 1 0 0,1 0 0 0 0,1-1 0 0 0,4 11 0 0 0,-6-17-195 0 0,6 18-21 0 0,-4-11 87 0 0,0-1 1 0 0,-1 1-1 0 0,0-1 0 0 0,0 1 1 0 0,-1 0-1 0 0,0 12 0 0 0,-1-17-69 0 0,-1 0 1 0 0,1-1-1 0 0,-1 1 0 0 0,1 0 1 0 0,-1-1-1 0 0,0 1 0 0 0,0-1 0 0 0,-1 1 1 0 0,1-1-1 0 0,-1 0 0 0 0,0 1 0 0 0,0-1 1 0 0,0 0-1 0 0,0 0 0 0 0,0 0 0 0 0,-1-1 1 0 0,-4 5-1 0 0,5-5-593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5.351"/>
    </inkml:context>
    <inkml:brush xml:id="br0">
      <inkml:brushProperty name="width" value="0.035" units="cm"/>
      <inkml:brushProperty name="height" value="0.035" units="cm"/>
    </inkml:brush>
  </inkml:definitions>
  <inkml:trace contextRef="#ctx0" brushRef="#br0">1 173 7377 0 0,'0'0'3189'0'0,"23"1"100"0"0,-21 0-3127 0 0,0-1 0 0 0,0 1 0 0 0,-1 0 0 0 0,1 0 0 0 0,0 1 0 0 0,-1-1 0 0 0,1 0 0 0 0,-1 0 0 0 0,1 1 0 0 0,-1-1 0 0 0,0 1 0 0 0,0-1 0 0 0,0 1 0 0 0,0 0 0 0 0,0-1 0 0 0,0 1 0 0 0,0 0 0 0 0,0 0 0 0 0,0-1 0 0 0,-1 1 0 0 0,1 0 0 0 0,-1 0 0 0 0,0 0 0 0 0,1 0 0 0 0,-1 0 0 0 0,0 4 0 0 0,-1 4 679 0 0,1 0 1 0 0,-2 0 0 0 0,-4 20-1 0 0,2-14-484 0 0,4-14-280 0 0</inkml:trace>
  <inkml:trace contextRef="#ctx0" brushRef="#br0" timeOffset="1">109 19 10661 0 0,'-7'-6'203'0'0,"-14"-6"215"0"0,20 12-335 0 0,-1 0-1 0 0,1 0 0 0 0,-1 0 0 0 0,1 0 0 0 0,-1 0 0 0 0,1 0 0 0 0,0 0 1 0 0,-1 0-1 0 0,1 0 0 0 0,-1 1 0 0 0,1-1 0 0 0,-1 0 0 0 0,1 1 0 0 0,0-1 1 0 0,-1 1-1 0 0,1 0 0 0 0,0-1 0 0 0,-1 1 0 0 0,1 0 0 0 0,0 0 0 0 0,0 0 1 0 0,0 0-1 0 0,0 0 0 0 0,0 0 0 0 0,0 0 0 0 0,0 0 0 0 0,0 1 0 0 0,0-1 1 0 0,1 0-1 0 0,-1 0 0 0 0,0 1 0 0 0,1-1 0 0 0,-1 1 0 0 0,0 1 1 0 0,1-1-352 0 0,0 1 0 0 0,-1 0 0 0 0,1 0 0 0 0,0 0 0 0 0,0 0 0 0 0,1-1 0 0 0,-1 1 0 0 0,1 0 0 0 0,-1 0 1 0 0,1 0-1 0 0,0-1 0 0 0,0 1 0 0 0,0-1 0 0 0,0 1 0 0 0,1 0 0 0 0,1 2 0 0 0,6 6-1488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5.723"/>
    </inkml:context>
    <inkml:brush xml:id="br0">
      <inkml:brushProperty name="width" value="0.035" units="cm"/>
      <inkml:brushProperty name="height" value="0.035" units="cm"/>
    </inkml:brush>
  </inkml:definitions>
  <inkml:trace contextRef="#ctx0" brushRef="#br0">1 90 9541 0 0,'0'0'147'0'0,"16"13"533"0"0,-13-11-566 0 0,-1 0 0 0 0,1 1 0 0 0,-1-1 0 0 0,0 1 0 0 0,0-1 0 0 0,0 1 1 0 0,0 0-1 0 0,-1 0 0 0 0,1-1 0 0 0,-1 1 0 0 0,1 0 0 0 0,-1 0 0 0 0,0 1 1 0 0,0-1-1 0 0,0 4 0 0 0,0 2 629 0 0,-1-1-1 0 0,-1 0 1 0 0,1 1 0 0 0,-1-1-1 0 0,-3 11 1 0 0,4-17-574 0 0,-1-1-1 0 0,1 1 0 0 0,-1 0 1 0 0,1 0-1 0 0,0 0 1 0 0,0 0-1 0 0,0 0 0 0 0,0 0 1 0 0,0 0-1 0 0,1 0 1 0 0,-1 0-1 0 0,1 0 0 0 0,-1 0 1 0 0,1 0-1 0 0,-1 0 1 0 0,1 0-1 0 0,0-1 0 0 0,0 1 1 0 0,2 2-1 0 0,-2-3-135 0 0,0 0 1 0 0,0 0-1 0 0,0 0 0 0 0,1 0 0 0 0,-1-1 1 0 0,0 1-1 0 0,1 0 0 0 0,-1-1 0 0 0,0 1 0 0 0,1-1 1 0 0,-1 0-1 0 0,1 1 0 0 0,-1-1 0 0 0,1 0 1 0 0,-1 0-1 0 0,1 0 0 0 0,-1 0 0 0 0,1 0 1 0 0,2 0-1 0 0,0-1-103 0 0,1 0 0 0 0,0-1 0 0 0,-1 1 0 0 0,1-1 0 0 0,-1 1 0 0 0,0-2 0 0 0,1 1 0 0 0,-1 0 0 0 0,0-1 0 0 0,-1 1 1 0 0,1-1-1 0 0,0 0 0 0 0,-1-1 0 0 0,6-5 0 0 0,-3 1-167 0 0,-1 1 1 0 0,0-1-1 0 0,0-1 0 0 0,-1 1 1 0 0,0-1-1 0 0,0 0 1 0 0,-1 0-1 0 0,0 0 0 0 0,2-15 1 0 0,-4 17 265 0 0,-1-1 0 0 0,0 0-1 0 0,-1 0 1 0 0,0 1 0 0 0,0-1 0 0 0,-1 1 0 0 0,1-1 0 0 0,-2 1 0 0 0,1-1 0 0 0,-1 1 0 0 0,0 0 0 0 0,-6-9 0 0 0,9 15-8 0 0,0 0 1 0 0,0 1 0 0 0,-1-1 0 0 0,1 0 0 0 0,0 0 0 0 0,-1 0 0 0 0,1 1 0 0 0,-1-1-1 0 0,1 0 1 0 0,-1 1 0 0 0,0-1 0 0 0,1 0 0 0 0,-1 1 0 0 0,1-1 0 0 0,-1 0 0 0 0,0 1-1 0 0,0-1 1 0 0,1 1 0 0 0,-1 0 0 0 0,0-1 0 0 0,0 1 0 0 0,1-1 0 0 0,-1 1-1 0 0,0 0 1 0 0,0 0 0 0 0,0 0 0 0 0,0-1 0 0 0,0 1 0 0 0,0 0 0 0 0,1 0 0 0 0,-1 0-1 0 0,0 0 1 0 0,0 0 0 0 0,-1 1 0 0 0,0 0 6 0 0,0 0 1 0 0,0 1-1 0 0,0-1 1 0 0,0 1-1 0 0,1-1 1 0 0,-1 1-1 0 0,0 0 1 0 0,1 0-1 0 0,0 0 0 0 0,-1 0 1 0 0,1 0-1 0 0,-2 3 1 0 0,-2 6-313 0 0,0 1 0 0 0,0 0 0 0 0,1-1 0 0 0,-4 19 0 0 0,7-23-88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6.188"/>
    </inkml:context>
    <inkml:brush xml:id="br0">
      <inkml:brushProperty name="width" value="0.035" units="cm"/>
      <inkml:brushProperty name="height" value="0.035" units="cm"/>
    </inkml:brush>
  </inkml:definitions>
  <inkml:trace contextRef="#ctx0" brushRef="#br0">1 112 6921 0 0,'1'0'86'0'0,"0"-1"1"0"0,0 1-1 0 0,0 0 1 0 0,0 0-1 0 0,0 0 1 0 0,0 0-1 0 0,0 0 1 0 0,0 1-1 0 0,0-1 1 0 0,0 0-1 0 0,0 0 1 0 0,0 1-1 0 0,0-1 1 0 0,0 1-1 0 0,0-1 1 0 0,0 1-1 0 0,0-1 1 0 0,0 1-1 0 0,0-1 1 0 0,-1 1 0 0 0,1 0-1 0 0,0-1 1 0 0,0 1-1 0 0,-1 0 1 0 0,1 0-1 0 0,0 0 1 0 0,-1-1-1 0 0,1 1 1 0 0,-1 0-1 0 0,1 2 1 0 0,5 35 3663 0 0,-6-34-3500 0 0,0 0 1 0 0,0 0-1 0 0,1 0 1 0 0,-1 0-1 0 0,1 0 1 0 0,0 0-1 0 0,0 0 1 0 0,3 7-1 0 0,-3-9-163 0 0,9 4 17 0 0,-9-5-110 0 0,-1 0 1 0 0,1 0-1 0 0,0 0 1 0 0,0 0-1 0 0,0-1 0 0 0,0 1 1 0 0,0 0-1 0 0,0-1 1 0 0,0 1-1 0 0,0 0 1 0 0,0-1-1 0 0,1 1 0 0 0,-1-1 1 0 0,0 0-1 0 0,0 1 1 0 0,0-1-1 0 0,3 0 0 0 0,-1-1-72 0 0,0 0 0 0 0,0 0 0 0 0,0 0 0 0 0,0 0-1 0 0,0-1 1 0 0,-1 0 0 0 0,1 1 0 0 0,0-1 0 0 0,-1 0 0 0 0,1 0-1 0 0,-1 0 1 0 0,0-1 0 0 0,0 1 0 0 0,0-1 0 0 0,0 1-1 0 0,0-1 1 0 0,3-4 0 0 0,28-58-1622 0 0,-25 50 1466 0 0,11-39 172 0 0,-19 52 379 0 0,9-7 1428 0 0,-9 9-1660 0 0,0-1 0 0 0,0 1 1 0 0,1-1-1 0 0,-1 0 0 0 0,0 1 0 0 0,1-1 0 0 0,-1 1 1 0 0,0-1-1 0 0,1 1 0 0 0,-1 0 0 0 0,1-1 0 0 0,-1 1 0 0 0,1-1 1 0 0,-1 1-1 0 0,1 0 0 0 0,-1-1 0 0 0,1 1 0 0 0,-1 0 1 0 0,1 0-1 0 0,-1-1 0 0 0,1 1 0 0 0,-1 0 0 0 0,1 0 1 0 0,0 0-1 0 0,-1 0 0 0 0,1 0 0 0 0,-1 0 0 0 0,1 0 0 0 0,0 0 1 0 0,-1 0-1 0 0,1 0 0 0 0,-1 0 0 0 0,1 0 0 0 0,0 0 1 0 0,-1 0-1 0 0,1 0 0 0 0,-1 1 0 0 0,1-1 0 0 0,-1 0 0 0 0,1 0 1 0 0,0 1-1 0 0,0-1 0 0 0,46 33 4527 0 0,-40-28-4343 0 0,-1 0 0 0 0,1 0 0 0 0,0 0 0 0 0,1-1 0 0 0,-1 0 0 0 0,10 3 0 0 0,-14-6-450 0 0,1 0-1 0 0,-1 0 1 0 0,1-1 0 0 0,0 0 0 0 0,-1 0-1 0 0,1 0 1 0 0,0 0 0 0 0,-1 0 0 0 0,1-1 0 0 0,0 1-1 0 0,-1-1 1 0 0,1 0 0 0 0,-1 0 0 0 0,1-1-1 0 0,-1 1 1 0 0,0-1 0 0 0,1 1 0 0 0,3-4 0 0 0,37-29-6032 0 0,2 0 465 0 0,-8 20 5018 0 0,8 4 803 0 0,-54 11-1485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36.623"/>
    </inkml:context>
    <inkml:brush xml:id="br0">
      <inkml:brushProperty name="width" value="0.035" units="cm"/>
      <inkml:brushProperty name="height" value="0.035" units="cm"/>
    </inkml:brush>
  </inkml:definitions>
  <inkml:trace contextRef="#ctx0" brushRef="#br0">46 256 11353 0 0,'-6'-2'1919'0'0,"-8"-1"8011"0"0,-3 17-1792 0 0,9 3-6290 0 0,7-17-1877 0 0,1 1 0 0 0,0-1 0 0 0,0 1 0 0 0,0 0 1 0 0,0-1-1 0 0,0 1 0 0 0,0-1 0 0 0,1 1 0 0 0,-1-1 0 0 0,0 1 0 0 0,0-1 0 0 0,0 1 0 0 0,0-1 0 0 0,1 1 0 0 0,-1 0 0 0 0,0-1 0 0 0,0 0 0 0 0,1 1 0 0 0,-1-1 0 0 0,0 1 0 0 0,1-1 0 0 0,-1 1 0 0 0,1-1 0 0 0,-1 0 0 0 0,1 1 0 0 0,1 0 53 0 0,-1 0-1 0 0,1-1 1 0 0,-1 1 0 0 0,1-1-1 0 0,-1 0 1 0 0,1 1 0 0 0,-1-1 0 0 0,1 0-1 0 0,0 0 1 0 0,-1 0 0 0 0,1 0 0 0 0,-1 0-1 0 0,4-1 1 0 0,18-4-24 0 0,0-2 0 0 0,-1 0 0 0 0,0-2 0 0 0,41-21 0 0 0,-19 9 0 0 0,179-86-687 0 0,-79 26-5050 0 0,-98 51 1864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56.698"/>
    </inkml:context>
    <inkml:brush xml:id="br0">
      <inkml:brushProperty name="width" value="0.035" units="cm"/>
      <inkml:brushProperty name="height" value="0.035" units="cm"/>
    </inkml:brush>
  </inkml:definitions>
  <inkml:trace contextRef="#ctx0" brushRef="#br0">32 78 4956 0 0,'-8'-15'155'0'0,"-4"-11"4303"0"0,3 7-977 0 0,8 18-2510 0 0,0-9 1115 0 0,1 4 268 0 0,7 18-1832 0 0,67 157 1499 0 0,4 11-1458 0 0,13-31-335 0 0,-7-11-3657 0 0,-77-130 1734 0 0,-4-4 531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57.175"/>
    </inkml:context>
    <inkml:brush xml:id="br0">
      <inkml:brushProperty name="width" value="0.035" units="cm"/>
      <inkml:brushProperty name="height" value="0.035" units="cm"/>
    </inkml:brush>
  </inkml:definitions>
  <inkml:trace contextRef="#ctx0" brushRef="#br0">13 679 5929 0 0,'0'0'2215'0'0,"0"0"-2098"0"0,-1 0-1 0 0,0 0 1 0 0,1 0 0 0 0,-1 0 0 0 0,0 0-1 0 0,1 0 1 0 0,-1 1 0 0 0,0-1-1 0 0,1 0 1 0 0,-1 1 0 0 0,1-1 0 0 0,-1 0-1 0 0,0 1 1 0 0,1-1 0 0 0,-1 0-1 0 0,1 1 1 0 0,-1-1 0 0 0,1 1 0 0 0,-1-1-1 0 0,1 1 1 0 0,-1 0 0 0 0,3 1-76 0 0,-1-1 0 0 0,0 0 1 0 0,1 0-1 0 0,-1 0 0 0 0,1 1 1 0 0,-1-2-1 0 0,1 1 0 0 0,0 0 1 0 0,-1 0-1 0 0,1 0 0 0 0,0-1 1 0 0,-1 1-1 0 0,1-1 0 0 0,0 1 1 0 0,0-1-1 0 0,0 0 0 0 0,0 0 1 0 0,0 0-1 0 0,-1 0 0 0 0,1 0 1 0 0,0 0-1 0 0,0 0 0 0 0,0 0 1 0 0,0-1-1 0 0,-1 1 0 0 0,1-1 1 0 0,0 0-1 0 0,0 1 0 0 0,1-2 1 0 0,5-1 26 0 0,-1 1-1 0 0,1-2 1 0 0,-1 1 0 0 0,0-1 0 0 0,10-6-1 0 0,3-9-69 0 0,-2 0-1 0 0,0-2 1 0 0,-1 0-1 0 0,-1 0 1 0 0,-1-2-1 0 0,20-38 0 0 0,-31 51-13 0 0,0 0 0 0 0,0 0 0 0 0,-1-1 0 0 0,-1 1 0 0 0,0-1 0 0 0,0 1 0 0 0,-1-1 0 0 0,0 0 0 0 0,-1 1 0 0 0,-1-1 0 0 0,1 0 0 0 0,-1 1 0 0 0,-1-1 0 0 0,0 1 0 0 0,-1-1 0 0 0,0 1 0 0 0,-6-13 0 0 0,-7-16 539 0 0,-3 0 0 0 0,-46-70 0 0 0,52 87-100 0 0,6 12 212 0 0,0 1 1 0 0,0-1-1 0 0,-1 1 1 0 0,0 0-1 0 0,-1 1 0 0 0,-10-8 1 0 0,17 15-203 0 0,1 0-353 0 0,-1 1 1 0 0,1 0-1 0 0,-1-1 1 0 0,1 1-1 0 0,-1 0 1 0 0,0 0-1 0 0,1 0 0 0 0,-1 0 1 0 0,1 1-1 0 0,-1-1 1 0 0,1 0-1 0 0,-3 1 0 0 0,6 6-17 0 0,-1 0 0 0 0,1 0 0 0 0,1 0-1 0 0,-1-1 1 0 0,1 1 0 0 0,0-1 0 0 0,1 0-1 0 0,-1 0 1 0 0,1 0 0 0 0,0 0 0 0 0,6 6-1 0 0,2 5 130 0 0,216 305 2022 0 0,-116-140-1983 0 0,-71-103-6479 0 0,-40-77 4271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57.636"/>
    </inkml:context>
    <inkml:brush xml:id="br0">
      <inkml:brushProperty name="width" value="0.035" units="cm"/>
      <inkml:brushProperty name="height" value="0.035" units="cm"/>
    </inkml:brush>
  </inkml:definitions>
  <inkml:trace contextRef="#ctx0" brushRef="#br0">37 116 8545 0 0,'-1'-2'326'0'0,"0"1"1"0"0,0 0-1 0 0,0 0 1 0 0,-1 0-1 0 0,1 0 1 0 0,0 0-1 0 0,0 0 0 0 0,-1 0 1 0 0,1 1-1 0 0,-1-1 1 0 0,1 0-1 0 0,-1 1 1 0 0,1-1-1 0 0,-1 1 1 0 0,1-1-1 0 0,-1 1 1 0 0,-2 0-1 0 0,3 0-265 0 0,0 0 1 0 0,1 1-1 0 0,-1-1 0 0 0,1 0 0 0 0,-1 1 1 0 0,1-1-1 0 0,-1 1 0 0 0,1-1 0 0 0,-1 1 1 0 0,1-1-1 0 0,-1 1 0 0 0,1-1 1 0 0,0 1-1 0 0,-1 0 0 0 0,1-1 0 0 0,0 1 1 0 0,0 0-1 0 0,-1-1 0 0 0,1 1 0 0 0,0 0 1 0 0,0-1-1 0 0,0 1 0 0 0,0 0 0 0 0,0-1 1 0 0,0 1-1 0 0,0 0 0 0 0,0 0 0 0 0,0 6 39 0 0,0-1 0 0 0,1 1-1 0 0,0 0 1 0 0,1-1 0 0 0,-1 1-1 0 0,1-1 1 0 0,3 7 0 0 0,14 32 536 0 0,-10-20-452 0 0,1 0 0 0 0,1-1 0 0 0,2-1 0 0 0,0 0 0 0 0,1 0 0 0 0,21 23 0 0 0,-34-44-175 0 0,0-1 0 0 0,0 1 0 0 0,1-1 0 0 0,-1 1 0 0 0,0-1 0 0 0,1 0-1 0 0,0 0 1 0 0,-1 0 0 0 0,1 1 0 0 0,0-1 0 0 0,-1-1 0 0 0,1 1 0 0 0,0 0-1 0 0,0 0 1 0 0,0-1 0 0 0,0 1 0 0 0,0-1 0 0 0,0 0 0 0 0,-1 1 0 0 0,1-1 0 0 0,0 0-1 0 0,0 0 1 0 0,0 0 0 0 0,0 0 0 0 0,0-1 0 0 0,0 1 0 0 0,0-1 0 0 0,0 1-1 0 0,0-1 1 0 0,0 1 0 0 0,0-1 0 0 0,-1 0 0 0 0,1 0 0 0 0,0 0 0 0 0,0 0-1 0 0,-1 0 1 0 0,1 0 0 0 0,-1-1 0 0 0,1 1 0 0 0,1-3 0 0 0,2-1-19 0 0,-1-1 1 0 0,1 0 0 0 0,-1 1-1 0 0,-1-2 1 0 0,1 1-1 0 0,-1 0 1 0 0,0-1 0 0 0,-1 1-1 0 0,4-15 1 0 0,-3 7-37 0 0,-1 0 0 0 0,-1 0 0 0 0,0-1-1 0 0,-1 1 1 0 0,-1 0 0 0 0,0-1 0 0 0,-1 1 0 0 0,0 0 0 0 0,-1 0 0 0 0,-1 0 0 0 0,-9-23 0 0 0,9 26 55 0 0,-1 1 1 0 0,-1-1-1 0 0,1 1 1 0 0,-2 0-1 0 0,1 1 0 0 0,-2-1 1 0 0,1 1-1 0 0,-1 1 1 0 0,0 0-1 0 0,-1 0 1 0 0,0 0-1 0 0,0 1 1 0 0,-1 0-1 0 0,-17-8 0 0 0,26 14 2 0 0,0 0-1 0 0,0 1 0 0 0,0-1 0 0 0,0 1 0 0 0,-1-1 0 0 0,1 1 0 0 0,0 0 0 0 0,0 0 1 0 0,-1-1-1 0 0,1 1 0 0 0,0 0 0 0 0,-1 0 0 0 0,1 0 0 0 0,0 0 0 0 0,0 0 0 0 0,-1 1 1 0 0,1-1-1 0 0,0 0 0 0 0,-1 1 0 0 0,1-1 0 0 0,0 0 0 0 0,0 1 0 0 0,0 0 1 0 0,-2 0-1 0 0,1 1 0 0 0,0 0 1 0 0,0 0 0 0 0,1 0-1 0 0,-1 0 1 0 0,1 0 0 0 0,-1 0-1 0 0,1 0 1 0 0,0 1 0 0 0,0-1-1 0 0,0 0 1 0 0,-1 5 0 0 0,-1 5 10 0 0,0 0 0 0 0,1 0 0 0 0,-1 22 1 0 0,3-33-21 0 0,-1 20-246 0 0,1 53-494 0 0,1-67-208 0 0,1 0 1 0 0,-1 0 0 0 0,1-1-1 0 0,0 1 1 0 0,5 8 0 0 0,-3-5-1251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58.099"/>
    </inkml:context>
    <inkml:brush xml:id="br0">
      <inkml:brushProperty name="width" value="0.035" units="cm"/>
      <inkml:brushProperty name="height" value="0.035" units="cm"/>
    </inkml:brush>
  </inkml:definitions>
  <inkml:trace contextRef="#ctx0" brushRef="#br0">6 366 9589 0 0,'-2'20'456'0'0,"0"0"1"0"0,1 1 0 0 0,2 32-1 0 0,-1-52-428 0 0,1 0 0 0 0,-1 0 0 0 0,0 0 1 0 0,0 0-1 0 0,1 0 0 0 0,-1 0 0 0 0,0 0 0 0 0,1 0 0 0 0,-1 0 0 0 0,1 0 1 0 0,-1 0-1 0 0,1 0 0 0 0,-1-1 0 0 0,1 1 0 0 0,0 0 0 0 0,0 0 0 0 0,-1 0 1 0 0,1-1-1 0 0,0 1 0 0 0,0 0 0 0 0,0-1 0 0 0,0 1 0 0 0,-1-1 0 0 0,1 1 1 0 0,0-1-1 0 0,0 0 0 0 0,0 1 0 0 0,0-1 0 0 0,0 0 0 0 0,1 1 0 0 0,-1-1 1 0 0,0 0-1 0 0,0 0 0 0 0,0 0 0 0 0,0 0 0 0 0,0 0 0 0 0,0 0 0 0 0,0 0 1 0 0,0-1-1 0 0,0 1 0 0 0,0 0 0 0 0,0 0 0 0 0,0-1 0 0 0,1 0 0 0 0,2 0-16 0 0,-1 0 0 0 0,1-1 0 0 0,-1 1 0 0 0,1-1 0 0 0,-1 0-1 0 0,0 0 1 0 0,1-1 0 0 0,-1 1 0 0 0,5-6 0 0 0,-4 2-44 0 0,0-1 0 0 0,0 0 0 0 0,-1 0 0 0 0,0 0 0 0 0,0 0 0 0 0,0-1 0 0 0,-1 1 0 0 0,0-1 0 0 0,0-9 0 0 0,3-28 990 0 0,-4 3 3773 0 0,-1 41-4725 0 0,0 1 1 0 0,0-1-1 0 0,0 1 1 0 0,1-1-1 0 0,-1 1 1 0 0,0 0-1 0 0,0-1 1 0 0,1 1-1 0 0,-1-1 1 0 0,0 1-1 0 0,0 0 1 0 0,1-1-1 0 0,-1 1 1 0 0,0 0-1 0 0,1 0 1 0 0,-1-1-1 0 0,0 1 1 0 0,1 0-1 0 0,-1-1 1 0 0,1 1-1 0 0,-1 0 1 0 0,0 0-1 0 0,1 0 0 0 0,-1 0 1 0 0,1-1-1 0 0,-1 1 1 0 0,1 0-1 0 0,-1 0 1 0 0,0 0-1 0 0,1 0 1 0 0,-1 0-1 0 0,1 0 1 0 0,-1 0-1 0 0,1 0 1 0 0,-1 0-1 0 0,1 0 1 0 0,-1 1-1 0 0,1-1 1 0 0,-1 0-1 0 0,0 0 1 0 0,1 0-1 0 0,-1 0 1 0 0,1 1-1 0 0,-1-1 1 0 0,0 0-1 0 0,1 0 0 0 0,-1 1 1 0 0,0-1-1 0 0,1 1 1 0 0,31 16 27 0 0,-23-11-7 0 0,-3-4-16 0 0,-1 1 0 0 0,1-1 0 0 0,-1 0 0 0 0,1 0 0 0 0,0-1 1 0 0,-1 1-1 0 0,1-1 0 0 0,0-1 0 0 0,0 1 0 0 0,0-1 0 0 0,0 0 0 0 0,0 0 1 0 0,0-1-1 0 0,11-2 0 0 0,-14 2-11 0 0,1-1-1 0 0,-1 1 1 0 0,0-1 0 0 0,1 0 0 0 0,-1 0 0 0 0,0 0-1 0 0,0-1 1 0 0,-1 1 0 0 0,1-1 0 0 0,0 1 0 0 0,-1-1-1 0 0,1 0 1 0 0,-1 0 0 0 0,0 0 0 0 0,0 0 0 0 0,0-1 0 0 0,-1 1-1 0 0,1 0 1 0 0,-1-1 0 0 0,0 1 0 0 0,0-1 0 0 0,0 0-1 0 0,0 1 1 0 0,0-1 0 0 0,-1-5 0 0 0,2-3 146 0 0,-1-1 1 0 0,0 1-1 0 0,-1-1 1 0 0,0 1-1 0 0,-1-1 1 0 0,-1 1-1 0 0,0-1 1 0 0,0 1-1 0 0,-8-22 1 0 0,6 26-18 0 0,0-1 1 0 0,0 1 0 0 0,-1 0 0 0 0,0 0 0 0 0,-1 0 0 0 0,1 1-1 0 0,-2 0 1 0 0,1 0 0 0 0,-1 1 0 0 0,0-1 0 0 0,0 2 0 0 0,0-1-1 0 0,-1 1 1 0 0,-8-5 0 0 0,-10 5-736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59.061"/>
    </inkml:context>
    <inkml:brush xml:id="br0">
      <inkml:brushProperty name="width" value="0.035" units="cm"/>
      <inkml:brushProperty name="height" value="0.035" units="cm"/>
    </inkml:brush>
  </inkml:definitions>
  <inkml:trace contextRef="#ctx0" brushRef="#br0">106 211 5308 0 0,'-66'-21'9335'0'0,"64"21"-9161"0"0,1-1 0 0 0,-1 1 1 0 0,0 1-1 0 0,0-1 1 0 0,1 0-1 0 0,-1 0 0 0 0,0 1 1 0 0,1-1-1 0 0,-1 1 0 0 0,0-1 1 0 0,1 1-1 0 0,-3 1 1 0 0,2 1-56 0 0,0-1 0 0 0,0 1 0 0 0,1 0 0 0 0,0 0 1 0 0,-1-1-1 0 0,1 1 0 0 0,0 0 0 0 0,0 1 0 0 0,0-1 1 0 0,1 0-1 0 0,-1 0 0 0 0,1 0 0 0 0,0 0 0 0 0,0 0 1 0 0,0 1-1 0 0,0-1 0 0 0,0 0 0 0 0,1 0 0 0 0,0 4 1 0 0,19 66 1388 0 0,-17-63-1262 0 0,0 1-81 0 0,1-1 1 0 0,0 1-1 0 0,1-1 0 0 0,0 0 1 0 0,0 0-1 0 0,1-1 1 0 0,1 1-1 0 0,-1-1 0 0 0,1-1 1 0 0,1 1-1 0 0,0-1 1 0 0,0 0-1 0 0,1-1 0 0 0,-1 0 1 0 0,2-1-1 0 0,11 8 1 0 0,-20-14-148 0 0,1 1 0 0 0,-1-1 0 0 0,0 1 0 0 0,0-1 0 0 0,1 1 1 0 0,-1-1-1 0 0,0 0 0 0 0,1 0 0 0 0,-1 0 0 0 0,0 0 0 0 0,0 0 1 0 0,1 0-1 0 0,-1 0 0 0 0,0 0 0 0 0,1 0 0 0 0,-1 0 0 0 0,0-1 1 0 0,1 1-1 0 0,-1-1 0 0 0,0 1 0 0 0,0-1 0 0 0,0 1 1 0 0,0-1-1 0 0,2-1 0 0 0,0 0-6 0 0,-1-1 0 0 0,1 1-1 0 0,-1-1 1 0 0,0 0 0 0 0,0 1 0 0 0,0-1 0 0 0,0 0 0 0 0,-1 0-1 0 0,3-5 1 0 0,0-3-31 0 0,0 0 1 0 0,-1-1-1 0 0,0 1 0 0 0,1-19 0 0 0,-3 19 11 0 0,-1-1 0 0 0,0 0-1 0 0,-1 0 1 0 0,0 1 0 0 0,-4-14 0 0 0,4 20 23 0 0,0 1 1 0 0,0-1-1 0 0,0 1 1 0 0,-1 0-1 0 0,0-1 1 0 0,1 1-1 0 0,-2 0 1 0 0,1 0 0 0 0,0 1-1 0 0,-1-1 1 0 0,0 0-1 0 0,0 1 1 0 0,0-1-1 0 0,0 1 1 0 0,0 0-1 0 0,-6-3 1 0 0,9 5-13 0 0,0 1 0 0 0,0 0 0 0 0,-1 0 0 0 0,1 0 0 0 0,0-1 0 0 0,-1 1 0 0 0,1 0 1 0 0,0 0-1 0 0,0 0 0 0 0,-1 0 0 0 0,1-1 0 0 0,0 1 0 0 0,-1 0 0 0 0,1 0 0 0 0,0 0 0 0 0,-1 0 0 0 0,1 0 0 0 0,0 0 0 0 0,-1 0 0 0 0,1 0 0 0 0,0 0 1 0 0,-1 0-1 0 0,1 0 0 0 0,0 0 0 0 0,-1 0 0 0 0,1 0 0 0 0,0 1 0 0 0,0-1 0 0 0,-1 0 0 0 0,1 0 0 0 0,0 0 0 0 0,-1 0 0 0 0,1 0 0 0 0,0 1 0 0 0,0-1 1 0 0,-1 0-1 0 0,1 0 0 0 0,0 1 0 0 0,0-1 0 0 0,-1 0 0 0 0,1 0 0 0 0,0 1 0 0 0,0 17 16 0 0,12 19-37 0 0,-8-32 19 0 0,0-1-1 0 0,-1 0 0 0 0,1 0 1 0 0,1 0-1 0 0,-1 0 1 0 0,0-1-1 0 0,1 0 0 0 0,0 0 1 0 0,0 0-1 0 0,0 0 1 0 0,0-1-1 0 0,0 0 0 0 0,1 0 1 0 0,-1 0-1 0 0,0-1 1 0 0,1 0-1 0 0,-1 0 1 0 0,1 0-1 0 0,0 0 0 0 0,-1-1 1 0 0,1 0-1 0 0,0-1 1 0 0,-1 1-1 0 0,1-1 0 0 0,-1 0 1 0 0,1 0-1 0 0,-1-1 1 0 0,1 1-1 0 0,-1-1 0 0 0,0 0 1 0 0,0-1-1 0 0,0 1 1 0 0,0-1-1 0 0,0 0 0 0 0,0-1 1 0 0,-1 1-1 0 0,0-1 1 0 0,0 0-1 0 0,0 0 0 0 0,0 0 1 0 0,0 0-1 0 0,5-10 1 0 0,-5 9-15 0 0,-1-1 0 0 0,1-1 0 0 0,-1 1 0 0 0,-1 0 0 0 0,1-1 0 0 0,-1 0 0 0 0,0 1 0 0 0,-1-1 0 0 0,1 0 0 0 0,-1 0 0 0 0,-1 0 0 0 0,1 0 0 0 0,-1 0 0 0 0,-1 0 0 0 0,1 0 1 0 0,-1 0-1 0 0,0 0 0 0 0,-1 1 0 0 0,1-1 0 0 0,-1 0 0 0 0,-1 1 0 0 0,1-1 0 0 0,-1 1 0 0 0,0 0 0 0 0,-1-1 0 0 0,0 2 0 0 0,0-1 0 0 0,0 0 0 0 0,0 1 0 0 0,-1 0 0 0 0,0 0 0 0 0,-8-7 1 0 0,11 11 9 0 0,-7-8-5 0 0,-1 1 1 0 0,0 0-1 0 0,0 0 0 0 0,-1 1 0 0 0,0 0 0 0 0,0 1 0 0 0,-15-6 1 0 0,23 12-138 0 0,2 1-1418 0 0,0 0 1403 0 0,0 0 0 0 0,1 0 0 0 0,-1 0 1 0 0,1 0-1 0 0,-1 0 0 0 0,1 0 0 0 0,-1 0 0 0 0,1 0 0 0 0,-1 0 1 0 0,1 0-1 0 0,0 0 0 0 0,0 0 0 0 0,-1 0 0 0 0,1 0 1 0 0,0 0-1 0 0,0 0 0 0 0,0 1 0 0 0,0-1 0 0 0,0 0 1 0 0,1 0-1 0 0,-1 0 0 0 0,0 0 0 0 0,0 0 0 0 0,1 0 0 0 0,-1 0 1 0 0,1 0-1 0 0,-1 0 0 0 0,1 0 0 0 0,-1 0 0 0 0,1 0 1 0 0,-1 0-1 0 0,1 0 0 0 0,1 1 0 0 0,2 2-587 0 0,0 0 0 0 0,0-1 0 0 0,0 1 0 0 0,0-1-1 0 0,1 0 1 0 0,9 5 0 0 0,-3-1-1474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1:59.416"/>
    </inkml:context>
    <inkml:brush xml:id="br0">
      <inkml:brushProperty name="width" value="0.035" units="cm"/>
      <inkml:brushProperty name="height" value="0.035" units="cm"/>
    </inkml:brush>
  </inkml:definitions>
  <inkml:trace contextRef="#ctx0" brushRef="#br0">61 356 7701 0 0,'0'0'614'0'0,"19"-12"630"0"0,-13 1-1006 0 0,-1-1 0 0 0,0 0 0 0 0,-1 1 0 0 0,0-1 0 0 0,-1-1 0 0 0,3-22 0 0 0,4-13 240 0 0,-7 36-199 0 0,0 0 0 0 0,-1 0 0 0 0,-1 0 0 0 0,0 0-1 0 0,0 0 1 0 0,-3-24 0 0 0,2 32-127 0 0,-1 1 0 0 0,0-1-1 0 0,1 0 1 0 0,-1 0 0 0 0,0 1-1 0 0,-1-1 1 0 0,1 1 0 0 0,-1-1-1 0 0,1 1 1 0 0,-1-1 0 0 0,0 1 0 0 0,-1 0-1 0 0,1 0 1 0 0,0 0 0 0 0,-1 0-1 0 0,0 0 1 0 0,1 1 0 0 0,-1-1-1 0 0,0 1 1 0 0,0-1 0 0 0,-1 1 0 0 0,1 0-1 0 0,0 1 1 0 0,-7-4 0 0 0,8 5-103 0 0,0-1 1 0 0,0 0-1 0 0,0 1 1 0 0,0-1 0 0 0,0 1-1 0 0,0 0 1 0 0,0-1 0 0 0,-1 1-1 0 0,1 0 1 0 0,0 0 0 0 0,0 1-1 0 0,0-1 1 0 0,0 0-1 0 0,0 1 1 0 0,0-1 0 0 0,0 1-1 0 0,0 0 1 0 0,0-1 0 0 0,0 1-1 0 0,0 0 1 0 0,0 0-1 0 0,-2 2 1 0 0,2 0-15 0 0,-1-1 0 0 0,1 1 0 0 0,1-1 0 0 0,-1 1 0 0 0,0 0-1 0 0,0 0 1 0 0,1-1 0 0 0,0 1 0 0 0,0 0 0 0 0,-1 1 0 0 0,2-1 0 0 0,-1 0 0 0 0,0 4 0 0 0,-1 2 47 0 0,1 0 1 0 0,1 0 0 0 0,0 0 0 0 0,0 1-1 0 0,1-1 1 0 0,0 0 0 0 0,0 0 0 0 0,1 0-1 0 0,4 11 1 0 0,0-6 29 0 0,1 0 0 0 0,1 0 1 0 0,0-1-1 0 0,1 0 0 0 0,14 17 0 0 0,-19-26-93 0 0,-1 0-1 0 0,1 0 1 0 0,0 0-1 0 0,0-1 1 0 0,0 1-1 0 0,0-1 1 0 0,0 0-1 0 0,1 0 1 0 0,0-1 0 0 0,-1 1-1 0 0,1-1 1 0 0,0 0-1 0 0,0 0 1 0 0,0 0-1 0 0,0-1 1 0 0,1 0 0 0 0,-1 0-1 0 0,0 0 1 0 0,7-1-1 0 0,-8-1-132 0 0,-1 0 0 0 0,0 0-1 0 0,0 0 1 0 0,1 0 0 0 0,-1-1 0 0 0,0 1-1 0 0,0-1 1 0 0,-1 0 0 0 0,1 0 0 0 0,0 0-1 0 0,-1-1 1 0 0,1 1 0 0 0,-1 0 0 0 0,4-6-1 0 0,31-46-2928 0 0,-26 37 1634 0 0,5-7-695 0 0,0 0-314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0.314"/>
    </inkml:context>
    <inkml:brush xml:id="br0">
      <inkml:brushProperty name="width" value="0.035" units="cm"/>
      <inkml:brushProperty name="height" value="0.035" units="cm"/>
    </inkml:brush>
  </inkml:definitions>
  <inkml:trace contextRef="#ctx0" brushRef="#br0">101 473 6469 0 0,'0'-1'305'0'0,"0"1"1"0"0,-1-1 0 0 0,1 1 0 0 0,0-1-1 0 0,-1 1 1 0 0,1-1 0 0 0,0 1-1 0 0,0-1 1 0 0,0 1 0 0 0,-1-1 0 0 0,1 1-1 0 0,0-1 1 0 0,0 1 0 0 0,0-1 0 0 0,0 1-1 0 0,0-1 1 0 0,0 1 0 0 0,0-1 0 0 0,0 1-1 0 0,0-1 1 0 0,0 1 0 0 0,1-2 0 0 0,3-1 2 0 0,0-1 0 0 0,-1 0 1 0 0,1 0-1 0 0,-1 0 1 0 0,0 0-1 0 0,1-1 1 0 0,-2 1-1 0 0,1-1 0 0 0,-1 0 1 0 0,1 0-1 0 0,2-8 1 0 0,14-66 1065 0 0,-8 31-1206 0 0,-8 34-167 0 0,0-1 0 0 0,0 0 0 0 0,-1 0 0 0 0,-1 1-1 0 0,0-2 1 0 0,-2 1 0 0 0,1 0 0 0 0,-2 1 0 0 0,-3-16 0 0 0,4 24 3 0 0,0 0 1 0 0,0 1 0 0 0,-1 0 0 0 0,0-1 0 0 0,0 1 0 0 0,-1 0 0 0 0,1 0 0 0 0,-1 0 0 0 0,0 0 0 0 0,-1 0 0 0 0,1 1 0 0 0,-1-1 0 0 0,0 1 0 0 0,0 0 0 0 0,0 0-1 0 0,-1 1 1 0 0,1-1 0 0 0,-1 1 0 0 0,0 0 0 0 0,0 0 0 0 0,0 1 0 0 0,0-1 0 0 0,0 1 0 0 0,-1 0 0 0 0,1 1 0 0 0,-10-3 0 0 0,13 4-2 0 0,1 0 0 0 0,-1 0 0 0 0,1 0-1 0 0,-1 0 1 0 0,1 0 0 0 0,-1 0 0 0 0,1 0 0 0 0,0 1 0 0 0,-1-1 0 0 0,1 0 0 0 0,-1 1 0 0 0,1-1 0 0 0,0 1 0 0 0,-1 0 0 0 0,1-1 0 0 0,0 1 0 0 0,0 0 0 0 0,-1 0 0 0 0,1 0-1 0 0,0 0 1 0 0,-2 2 0 0 0,1 0-1 0 0,-1 1 0 0 0,1-1-1 0 0,0 1 1 0 0,0 0 0 0 0,0-1 0 0 0,0 1-1 0 0,-2 7 1 0 0,0 6-17 0 0,1 0 0 0 0,-3 30-1 0 0,6-45 14 0 0,-1 13 1 0 0,0 0 0 0 0,1 0 1 0 0,1 0-1 0 0,1-1 0 0 0,0 1 0 0 0,1 0 0 0 0,1-1 0 0 0,0 1 0 0 0,0-1 0 0 0,2 0 0 0 0,0 0 0 0 0,0-1 0 0 0,1 0 0 0 0,1 0 0 0 0,0 0 0 0 0,1-1 0 0 0,1-1 0 0 0,-1 1 0 0 0,2-2 0 0 0,-1 1 0 0 0,2-1 0 0 0,-1-1 0 0 0,1 0 0 0 0,24 13 0 0 0,-33-20-61 0 0,0-1-1 0 0,-1 1 0 0 0,1-1 0 0 0,0 1 0 0 0,0-1 1 0 0,1 0-1 0 0,-1-1 0 0 0,0 1 0 0 0,0 0 1 0 0,0-1-1 0 0,0 0 0 0 0,1 1 0 0 0,-1-1 0 0 0,0-1 1 0 0,0 1-1 0 0,1 0 0 0 0,-1-1 0 0 0,0 0 0 0 0,0 1 1 0 0,0-1-1 0 0,0 0 0 0 0,0-1 0 0 0,0 1 1 0 0,0-1-1 0 0,0 1 0 0 0,0-1 0 0 0,-1 0 0 0 0,1 0 1 0 0,-1 0-1 0 0,1 0 0 0 0,-1 0 0 0 0,0-1 0 0 0,2-2 1 0 0,5-6-937 0 0,-2 0 1 0 0,1-1-1 0 0,-2 0 0 0 0,1-1 1 0 0,-2 1-1 0 0,7-21 1 0 0,-5 10-849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0.746"/>
    </inkml:context>
    <inkml:brush xml:id="br0">
      <inkml:brushProperty name="width" value="0.035" units="cm"/>
      <inkml:brushProperty name="height" value="0.035" units="cm"/>
    </inkml:brush>
  </inkml:definitions>
  <inkml:trace contextRef="#ctx0" brushRef="#br0">14 217 7749 0 0,'0'0'192'0'0,"-13"-17"2389"0"0,13 19-2527 0 0,-1 0-1 0 0,1 1 0 0 0,0-1 1 0 0,0 0-1 0 0,0 0 0 0 0,1 1 1 0 0,-1-1-1 0 0,0 0 0 0 0,1 0 1 0 0,0 0-1 0 0,-1 1 0 0 0,1-1 0 0 0,0 0 1 0 0,1 2-1 0 0,17 33 270 0 0,-17-34-279 0 0,3 7 165 0 0,1-1 1 0 0,0 0-1 0 0,0-1 0 0 0,0 0 0 0 0,1 0 1 0 0,1 0-1 0 0,12 10 0 0 0,-18-16-77 0 0,-1-2-115 0 0,0 1 0 0 0,1 0 0 0 0,-1 0 0 0 0,1-1 1 0 0,-1 1-1 0 0,0 0 0 0 0,1-1 0 0 0,-1 0 1 0 0,1 1-1 0 0,-1-1 0 0 0,1 0 0 0 0,-1 0 1 0 0,1 0-1 0 0,-1 0 0 0 0,1 0 0 0 0,-1 0 0 0 0,1 0 1 0 0,-1 0-1 0 0,1-1 0 0 0,-1 1 0 0 0,1 0 1 0 0,-1-1-1 0 0,1 1 0 0 0,1-2 0 0 0,-1-2-11 0 0,0 1 0 0 0,0-1 0 0 0,0 0 0 0 0,0 0 0 0 0,0 0 0 0 0,-1-1 0 0 0,0 1 0 0 0,0 0 0 0 0,0-1 0 0 0,0 1 0 0 0,-1 0 0 0 0,0-1 0 0 0,0 1 0 0 0,0-1 0 0 0,-1-4 0 0 0,-9-72 63 0 0,8 73-57 0 0,-8-35 66 0 0,-19-52 0 0 0,14 49-39 0 0,14 44-100 0 0,-1-3-881 0 0,-1 1-2951 0 0,3 6 2261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1.090"/>
    </inkml:context>
    <inkml:brush xml:id="br0">
      <inkml:brushProperty name="width" value="0.035" units="cm"/>
      <inkml:brushProperty name="height" value="0.035" units="cm"/>
    </inkml:brush>
  </inkml:definitions>
  <inkml:trace contextRef="#ctx0" brushRef="#br0">100 120 6245 0 0,'1'-2'32'0'0,"-1"0"1"0"0,1 0 0 0 0,0 0 0 0 0,0 0-1 0 0,-1 0 1 0 0,0 0 0 0 0,1 0 0 0 0,-1 0 0 0 0,0 0-1 0 0,0 0 1 0 0,0 0 0 0 0,0 0 0 0 0,0 0-1 0 0,0 0 1 0 0,-1 0 0 0 0,1 0 0 0 0,0 0 0 0 0,-1 0-1 0 0,0 0 1 0 0,0 0 0 0 0,1 1 0 0 0,-1-1-1 0 0,0 0 1 0 0,0 0 0 0 0,-1 1 0 0 0,1-1 0 0 0,-2-1-1 0 0,-40-50 2591 0 0,35 44 451 0 0,-2 8-2776 0 0,9 1-289 0 0,0-1-1 0 0,0 1 0 0 0,0 0 0 0 0,0 0 0 0 0,0 0 0 0 0,0 0 0 0 0,0 0 1 0 0,0 0-1 0 0,1 0 0 0 0,-1 0 0 0 0,0 0 0 0 0,0 0 0 0 0,0 0 0 0 0,0 1 0 0 0,0-1 1 0 0,0 0-1 0 0,1 1 0 0 0,-1-1 0 0 0,0 1 0 0 0,0-1 0 0 0,0 1 0 0 0,1-1 1 0 0,-1 1-1 0 0,0-1 0 0 0,1 1 0 0 0,-1 0 0 0 0,0-1 0 0 0,1 1 0 0 0,-1 0 0 0 0,1-1 1 0 0,-1 1-1 0 0,1 0 0 0 0,-1 0 0 0 0,1 0 0 0 0,0 0 0 0 0,-1-1 0 0 0,1 1 1 0 0,0 0-1 0 0,0 0 0 0 0,0 0 0 0 0,-1 0 0 0 0,1 1 0 0 0,-1 7 20 0 0,1 0-1 0 0,0-1 1 0 0,0 1 0 0 0,0 0-1 0 0,1-1 1 0 0,1 1 0 0 0,-1-1-1 0 0,1 1 1 0 0,1-1-1 0 0,-1 0 1 0 0,7 13 0 0 0,-1-3-9 0 0,2 0 1 0 0,-1-1 0 0 0,25 32 0 0 0,-34-48-31 0 0,1-1-1 0 0,-1 1 1 0 0,0-1-1 0 0,1 1 1 0 0,-1-1 0 0 0,1 1-1 0 0,-1-1 1 0 0,0 0-1 0 0,1 1 1 0 0,-1-1 0 0 0,1 0-1 0 0,-1 1 1 0 0,1-1-1 0 0,-1 0 1 0 0,1 0 0 0 0,-1 1-1 0 0,1-1 1 0 0,0 0-1 0 0,-1 0 1 0 0,1 0 0 0 0,-1 0-1 0 0,1 0 1 0 0,-1 1-1 0 0,1-1 1 0 0,0 0 0 0 0,-1-1-1 0 0,1 1 1 0 0,-1 0-1 0 0,1 0 1 0 0,0 0 0 0 0,-1 0-1 0 0,2-1 1 0 0,13-16-33 0 0,2-30 137 0 0,-16 47-95 0 0,2-11 61 0 0,0-1 0 0 0,-1 1 0 0 0,0 0 0 0 0,0 0 0 0 0,-1-1 0 0 0,-1 1 0 0 0,0-1 0 0 0,-1 1 0 0 0,-3-19 0 0 0,4 27 1200 0 0,-1-7-1077 0 0,9 25-127 0 0,-1-4-215 0 0,1 0 0 0 0,0 0 0 0 0,1-1-1 0 0,0-1 1 0 0,0 1 0 0 0,1-1 0 0 0,0-1 0 0 0,1 0-1 0 0,0 0 1 0 0,0-1 0 0 0,14 6 0 0 0,-23-13-69 0 0,0 0 1 0 0,0 1 0 0 0,0-1 0 0 0,0 0 0 0 0,0-1 0 0 0,0 1 0 0 0,0 0 0 0 0,0 0 0 0 0,0-1-1 0 0,0 1 1 0 0,0-1 0 0 0,-1 0 0 0 0,1 0 0 0 0,0 0 0 0 0,0 0 0 0 0,0 0 0 0 0,-1 0-1 0 0,1 0 1 0 0,2-3 0 0 0,7-5-1477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1.431"/>
    </inkml:context>
    <inkml:brush xml:id="br0">
      <inkml:brushProperty name="width" value="0.035" units="cm"/>
      <inkml:brushProperty name="height" value="0.035" units="cm"/>
    </inkml:brush>
  </inkml:definitions>
  <inkml:trace contextRef="#ctx0" brushRef="#br0">51 19 8357 0 0,'-16'-11'917'0'0,"-9"3"4776"0"0,25 8-5568 0 0,0 0-1 0 0,-1 0 1 0 0,1 0 0 0 0,0 0 0 0 0,-1 0-1 0 0,1 0 1 0 0,-1 0 0 0 0,1 0-1 0 0,0 0 1 0 0,-1 1 0 0 0,1-1 0 0 0,0 0-1 0 0,-1 0 1 0 0,1 0 0 0 0,0 0 0 0 0,-1 1-1 0 0,1-1 1 0 0,0 0 0 0 0,-1 0 0 0 0,1 1-1 0 0,0-1 1 0 0,0 0 0 0 0,-1 0 0 0 0,1 1-1 0 0,0-1 1 0 0,0 0 0 0 0,0 1 0 0 0,-1-1-1 0 0,1 0 1 0 0,0 1 0 0 0,0-1 0 0 0,0 0-1 0 0,0 1 1 0 0,0 0 0 0 0,9 24-308 0 0,-1-14 564 0 0,20 34 248 0 0,2-2-1 0 0,2 0 1 0 0,37 37-1 0 0,-64-75-757 0 0,1 0-1 0 0,-1-1 0 0 0,1 0 0 0 0,0 0 1 0 0,0 0-1 0 0,1-1 0 0 0,-1 0 0 0 0,8 2 1 0 0,-11-4-218 0 0,-1 0 1 0 0,0 0-1 0 0,1 0 1 0 0,-1-1-1 0 0,1 0 1 0 0,-1 1-1 0 0,0-1 1 0 0,1 0-1 0 0,-1 0 1 0 0,1 0-1 0 0,-1 0 1 0 0,1-1 0 0 0,-1 1-1 0 0,1-1 1 0 0,-1 0-1 0 0,0 1 1 0 0,1-1-1 0 0,-1 0 1 0 0,0 0-1 0 0,0 0 1 0 0,1-1-1 0 0,-1 1 1 0 0,0-1-1 0 0,0 1 1 0 0,-1-1 0 0 0,3-2-1 0 0,3-5-1963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1.758"/>
    </inkml:context>
    <inkml:brush xml:id="br0">
      <inkml:brushProperty name="width" value="0.035" units="cm"/>
      <inkml:brushProperty name="height" value="0.035" units="cm"/>
    </inkml:brush>
  </inkml:definitions>
  <inkml:trace contextRef="#ctx0" brushRef="#br0">36 140 7701 0 0,'0'-4'420'0'0,"0"1"1"0"0,-1-1 0 0 0,0 1 0 0 0,0-1-1 0 0,0 1 1 0 0,0-1 0 0 0,0 1-1 0 0,-1 0 1 0 0,1 0 0 0 0,-1 0-1 0 0,0 0 1 0 0,0 0 0 0 0,0 0 0 0 0,-1 0-1 0 0,-3-3 1 0 0,6 5-396 0 0,0 1 0 0 0,0 0 0 0 0,-1 0 0 0 0,1 0 0 0 0,0 0 0 0 0,0 0 0 0 0,0-1 0 0 0,0 1 0 0 0,-1 0 0 0 0,1 0 0 0 0,0 0 1 0 0,0 0-1 0 0,-1 0 0 0 0,1 0 0 0 0,0 0 0 0 0,0 0 0 0 0,-1 0 0 0 0,1 0 0 0 0,0 0 0 0 0,0 0 0 0 0,0 0 0 0 0,-1 0 0 0 0,1 0 0 0 0,0 0 0 0 0,0 0 0 0 0,-1 0 0 0 0,1 0 0 0 0,0 0 0 0 0,0 0 0 0 0,-1 0 0 0 0,1 0 0 0 0,0 1 0 0 0,0-1 0 0 0,0 0 1 0 0,-1 0-1 0 0,1 0 0 0 0,0 0 0 0 0,0 0 0 0 0,0 1 0 0 0,0-1 0 0 0,0 0 0 0 0,-1 1 0 0 0,1 12 597 0 0,7 13 91 0 0,-2-15-506 0 0,0 0 0 0 0,1 0 0 0 0,0-1 0 0 0,1 0 1 0 0,0 0-1 0 0,0-1 0 0 0,1 0 0 0 0,0 0 0 0 0,1-1 1 0 0,-1 0-1 0 0,2 0 0 0 0,13 8 0 0 0,-21-15-218 0 0,0 0 0 0 0,0 0 0 0 0,0-1 0 0 0,1 1 0 0 0,-1-1 0 0 0,0 1 0 0 0,0-1 1 0 0,1 0-1 0 0,-1 0 0 0 0,0 0 0 0 0,1 0 0 0 0,-1 0 0 0 0,0 0 0 0 0,1-1 0 0 0,-1 1 0 0 0,0-1 0 0 0,0 0 0 0 0,1 1 0 0 0,-1-1 0 0 0,0 0 0 0 0,0 0 0 0 0,0-1 0 0 0,0 1 0 0 0,0 0 0 0 0,0-1 0 0 0,0 1 0 0 0,-1-1 1 0 0,1 1-1 0 0,-1-1 0 0 0,1 0 0 0 0,-1 0 0 0 0,1 0 0 0 0,-1 0 0 0 0,0 0 0 0 0,0 0 0 0 0,0 0 0 0 0,0 0 0 0 0,0 0 0 0 0,0-5 0 0 0,4-4-135 0 0,-2 0 0 0 0,0-1 0 0 0,0 1 0 0 0,-1-1 0 0 0,-1 0 0 0 0,1-15 0 0 0,-3 10 174 0 0,-1-1-1 0 0,0 0 1 0 0,-1 1 0 0 0,-7-20 0 0 0,10 35 112 0 0,0-10 164 0 0,32 64-113 0 0,-29-46-299 0 0,-1-1-1 0 0,1 1 1 0 0,0-1-1 0 0,0 0 1 0 0,0 1-1 0 0,1-1 1 0 0,0-1-1 0 0,0 1 1 0 0,0 0-1 0 0,1-1 1 0 0,-1 0-1 0 0,1 0 1 0 0,0-1-1 0 0,10 7 1 0 0,-13-10-161 0 0,0 1 1 0 0,0-1-1 0 0,-1 0 1 0 0,1 0-1 0 0,0 0 1 0 0,0 0-1 0 0,0 0 1 0 0,-1 0-1 0 0,1 0 1 0 0,0-1 0 0 0,0 1-1 0 0,-1-1 1 0 0,1 1-1 0 0,0-1 1 0 0,-1 0-1 0 0,1 1 1 0 0,-1-1-1 0 0,1 0 1 0 0,-1 0-1 0 0,1 0 1 0 0,-1 0-1 0 0,1 0 1 0 0,-1-1 0 0 0,0 1-1 0 0,0 0 1 0 0,0-1-1 0 0,0 1 1 0 0,2-3-1 0 0,6-6-1624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2.157"/>
    </inkml:context>
    <inkml:brush xml:id="br0">
      <inkml:brushProperty name="width" value="0.035" units="cm"/>
      <inkml:brushProperty name="height" value="0.035" units="cm"/>
    </inkml:brush>
  </inkml:definitions>
  <inkml:trace contextRef="#ctx0" brushRef="#br0">35 31 8169 0 0,'1'-2'137'0'0,"-1"1"0"0"0,0 0 1 0 0,0 0-1 0 0,-1-1 0 0 0,1 1 1 0 0,0 0-1 0 0,0 0 0 0 0,-1-1 1 0 0,1 1-1 0 0,0 0 0 0 0,-1 0 1 0 0,1 0-1 0 0,-1 0 1 0 0,0-1-1 0 0,1 1 0 0 0,-1 0 1 0 0,0 0-1 0 0,0 0 0 0 0,1 0 1 0 0,-1 1-1 0 0,0-1 0 0 0,0 0 1 0 0,0 0-1 0 0,0 0 0 0 0,0 1 1 0 0,0-1-1 0 0,-2 0 0 0 0,2 1-42 0 0,0 1 0 0 0,0-1 0 0 0,0 1-1 0 0,0-1 1 0 0,0 1 0 0 0,0 0 0 0 0,0 0 0 0 0,0-1-1 0 0,0 1 1 0 0,1 0 0 0 0,-1 0 0 0 0,0 0 0 0 0,1 0-1 0 0,-1 0 1 0 0,0 0 0 0 0,1 0 0 0 0,-1 0-1 0 0,1 0 1 0 0,0 0 0 0 0,-1 0 0 0 0,1 0 0 0 0,0 0-1 0 0,0 1 1 0 0,-1-1 0 0 0,1 0 0 0 0,0 0 0 0 0,0 0-1 0 0,0 0 1 0 0,0 0 0 0 0,1 2 0 0 0,-2 10 142 0 0,1 0 1 0 0,0-1 0 0 0,1 1-1 0 0,0 0 1 0 0,1 0 0 0 0,1-1 0 0 0,0 1-1 0 0,0-1 1 0 0,9 18 0 0 0,-12-29-261 0 0,0-1 1 0 0,0 1 0 0 0,0-1 0 0 0,1 1 0 0 0,-1 0-1 0 0,0-1 1 0 0,1 1 0 0 0,-1-1 0 0 0,0 1 0 0 0,1-1-1 0 0,-1 1 1 0 0,1-1 0 0 0,-1 1 0 0 0,1-1 0 0 0,-1 1-1 0 0,1-1 1 0 0,-1 0 0 0 0,1 1 0 0 0,-1-1 0 0 0,1 0-1 0 0,0 0 1 0 0,-1 1 0 0 0,1-1 0 0 0,-1 0 0 0 0,1 0-1 0 0,0 0 1 0 0,-1 0 0 0 0,1 0 0 0 0,0 1 0 0 0,0-2-1 0 0,13-13-450 0 0,0-25-182 0 0,-13 32 627 0 0,0 0 1 0 0,0 0-1 0 0,-1 0 1 0 0,0 0 0 0 0,0 0-1 0 0,-1 0 1 0 0,-2-12-1 0 0,2 18 754 0 0,1 0-715 0 0,0 1 0 0 0,1 0 0 0 0,-1 0-1 0 0,0 0 1 0 0,0 0 0 0 0,0 0-1 0 0,0 0 1 0 0,0 0 0 0 0,0-1 0 0 0,0 1-1 0 0,0 0 1 0 0,0 0 0 0 0,0 0-1 0 0,0 0 1 0 0,0 0 0 0 0,1 0 0 0 0,-1 0-1 0 0,0 0 1 0 0,0 0 0 0 0,0 0-1 0 0,0 0 1 0 0,0-1 0 0 0,0 1-1 0 0,0 0 1 0 0,1 0 0 0 0,-1 0 0 0 0,0 0-1 0 0,0 0 1 0 0,0 0 0 0 0,0 0-1 0 0,0 0 1 0 0,0 0 0 0 0,0 0 0 0 0,1 0-1 0 0,-1 0 1 0 0,0 0 0 0 0,0 0-1 0 0,0 0 1 0 0,0 0 0 0 0,0 1-1 0 0,0-1 1 0 0,1 0 0 0 0,-1 0 0 0 0,0 0-1 0 0,0 0 1 0 0,0 0 0 0 0,0 0-1 0 0,0 0 1 0 0,0 0 0 0 0,0 0 0 0 0,0 0-1 0 0,0 0 1 0 0,1 1 0 0 0,-1-1-1 0 0,0 0 1 0 0,0 0 0 0 0,0 0 0 0 0,0 0-1 0 0,0 0 1 0 0,0 0 0 0 0,0 0-1 0 0,0 1 1 0 0,0-1 0 0 0,0 0 0 0 0,0 0-1 0 0,2 3-26 0 0,41 49 514 0 0,-41-50-574 0 0,0 0 0 0 0,0 0 0 0 0,0 0 0 0 0,0 0 0 0 0,0-1 0 0 0,0 1 0 0 0,1 0 0 0 0,-1-1 0 0 0,1 0 0 0 0,-1 0 0 0 0,1 0 0 0 0,-1 0 0 0 0,1 0 0 0 0,-1 0 0 0 0,1 0 1 0 0,0-1-1 0 0,-1 1 0 0 0,1-1 0 0 0,0 0 0 0 0,5 0 0 0 0,-7-1-146 0 0,1-1 1 0 0,0 1 0 0 0,-1 0-1 0 0,1-1 1 0 0,-1 1 0 0 0,1 0-1 0 0,-1-1 1 0 0,0 0 0 0 0,0 1 0 0 0,0-1-1 0 0,0 0 1 0 0,0 0 0 0 0,0 0-1 0 0,0 0 1 0 0,0 0 0 0 0,-1 1-1 0 0,1-1 1 0 0,-1 0 0 0 0,1-1-1 0 0,-1 1 1 0 0,0 0 0 0 0,0-2-1 0 0,3-53-5239 0 0,-3 50 4720 0 0,0-8-423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2.745"/>
    </inkml:context>
    <inkml:brush xml:id="br0">
      <inkml:brushProperty name="width" value="0.035" units="cm"/>
      <inkml:brushProperty name="height" value="0.035" units="cm"/>
    </inkml:brush>
  </inkml:definitions>
  <inkml:trace contextRef="#ctx0" brushRef="#br0">67 357 2988 0 0,'-65'-217'5423'0'0,"64"214"-4392"0"0,2-17 7150 0 0,4 29-6540 0 0,7 19-630 0 0,5 5 101 0 0,16 46 1 0 0,-21-47-1169 0 0,28 51 1 0 0,-34-72-11105 0 0,-16-45 7697 0 0,14 24 2948 0 0,-3 9 641 0 0,0 0 0 0 0,1 0 0 0 0,-1 0 0 0 0,0 0 0 0 0,1 1 0 0 0,-1-1-1 0 0,1 1 1 0 0,-1-1 0 0 0,1 1 0 0 0,-1-1 0 0 0,1 1 0 0 0,-1 0 0 0 0,1 0 0 0 0,-1 0 0 0 0,1 0-1 0 0,-1 0 1 0 0,1 0 0 0 0,-1 0 0 0 0,2 1 0 0 0,-1-1-68 0 0,0 0 0 0 0,0 1 1 0 0,-1-1-1 0 0,1 0 0 0 0,0 0 0 0 0,-1 0 1 0 0,1 0-1 0 0,0 0 0 0 0,0-1 0 0 0,-1 1 1 0 0,1-1-1 0 0,0 1 0 0 0,-1-1 0 0 0,1 1 1 0 0,0-1-1 0 0,-1 0 0 0 0,1 0 0 0 0,-1 0 1 0 0,0 0-1 0 0,1 0 0 0 0,-1 0 1 0 0,0 0-1 0 0,2-2 0 0 0,6-11 377 0 0,0-1 0 0 0,-2 0-1 0 0,0 0 1 0 0,0-1 0 0 0,-2 0 0 0 0,0 0 0 0 0,4-22 0 0 0,-3 4 892 0 0,-2-1 0 0 0,1-54 0 0 0,-5 87-28 0 0,-3-5-777 0 0,3 7-477 0 0,0-1-1 0 0,0 0 1 0 0,0 1-1 0 0,0-1 1 0 0,0 0-1 0 0,0 1 1 0 0,0-1-1 0 0,-1 0 1 0 0,1 1-1 0 0,0-1 1 0 0,0 1-1 0 0,-1-1 1 0 0,1 0-1 0 0,-1 1 1 0 0,1-1-1 0 0,0 1 1 0 0,-1-1-1 0 0,1 1 1 0 0,-1-1-1 0 0,1 1 1 0 0,-1-1-1 0 0,1 1 1 0 0,-1-1-1 0 0,0 1 1 0 0,1 0-1 0 0,-1-1 1 0 0,1 1-1 0 0,-1 0 0 0 0,0 0 1 0 0,1 0-1 0 0,-1-1 1 0 0,0 1-1 0 0,1 0 1 0 0,-1 0-1 0 0,0 0 1 0 0,0 0-1 0 0,1 0 1 0 0,-1 0-1 0 0,0 0 1 0 0,1 0-1 0 0,-1 0 1 0 0,0 1-1 0 0,1-1 1 0 0,-1 0-1 0 0,0 0 1 0 0,1 1-1 0 0,-1-1 1 0 0,1 0-1 0 0,-1 1 1 0 0,0-1-1 0 0,1 0 1 0 0,-1 1-1 0 0,1-1 1 0 0,-1 1-1 0 0,1-1 1 0 0,-1 1-1 0 0,0 0 1 0 0,-3 3 60 0 0,0 0 0 0 0,0 0 0 0 0,0 1 1 0 0,1 0-1 0 0,0-1 0 0 0,0 1 0 0 0,0 1 0 0 0,0-1 1 0 0,1 0-1 0 0,0 0 0 0 0,0 1 0 0 0,0 0 0 0 0,1-1 1 0 0,-1 1-1 0 0,1 0 0 0 0,1-1 0 0 0,-1 1 0 0 0,1 0 1 0 0,0 0-1 0 0,1 9 0 0 0,2 2 86 0 0,0 0 0 0 0,1 0 1 0 0,1 0-1 0 0,1-1 0 0 0,10 23 0 0 0,-16-38-197 0 0,1 1 0 0 0,0-1 0 0 0,-1 1 0 0 0,1-1 0 0 0,0 0 0 0 0,0 1 0 0 0,0-1 0 0 0,0 0 0 0 0,0 0 0 0 0,0 1 0 0 0,0-1-1 0 0,0 0 1 0 0,1 0 0 0 0,-1 0 0 0 0,0 0 0 0 0,0-1 0 0 0,1 1 0 0 0,-1 0 0 0 0,1 0 0 0 0,-1-1 0 0 0,1 1 0 0 0,-1-1 0 0 0,1 0 0 0 0,-1 1 0 0 0,1-1 0 0 0,0 0 0 0 0,-1 0 0 0 0,1 0 0 0 0,-1 0 0 0 0,1 0 0 0 0,0 0-1 0 0,-1 0 1 0 0,1 0 0 0 0,-1-1 0 0 0,1 1 0 0 0,-1-1 0 0 0,1 1 0 0 0,-1-1 0 0 0,1 0 0 0 0,-1 1 0 0 0,1-1 0 0 0,1-2 0 0 0,2 0-818 0 0,0 0-1 0 0,0-1 1 0 0,-1 0 0 0 0,0 0-1 0 0,0 0 1 0 0,0 0 0 0 0,0 0-1 0 0,0-1 1 0 0,-1 0 0 0 0,4-7 0 0 0,-1-1-2377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3.972"/>
    </inkml:context>
    <inkml:brush xml:id="br0">
      <inkml:brushProperty name="width" value="0.035" units="cm"/>
      <inkml:brushProperty name="height" value="0.035" units="cm"/>
    </inkml:brush>
  </inkml:definitions>
  <inkml:trace contextRef="#ctx0" brushRef="#br0">118 337 7473 0 0,'-60'-70'1892'0'0,"17"28"7377"0"0,43 41-9215 0 0,-1 1 0 0 0,1 0-1 0 0,-1 0 1 0 0,1 0-1 0 0,0 0 1 0 0,-1 0 0 0 0,1-1-1 0 0,-1 1 1 0 0,1 0-1 0 0,-1 0 1 0 0,1 0 0 0 0,0 0-1 0 0,-1 0 1 0 0,1 0-1 0 0,-1 0 1 0 0,1 1 0 0 0,-1-1-1 0 0,1 0 1 0 0,0 0-1 0 0,-1 0 1 0 0,1 0 0 0 0,-1 0-1 0 0,1 1 1 0 0,0-1-1 0 0,-1 0 1 0 0,1 0 0 0 0,0 1-1 0 0,-1-1 1 0 0,1 0-1 0 0,0 1 1 0 0,-1-1 0 0 0,1 1-1 0 0,-1 4 75 0 0,1 0-1 0 0,0 1 1 0 0,0-1-1 0 0,0 1 1 0 0,1-1-1 0 0,-1 0 1 0 0,1 0-1 0 0,1 1 0 0 0,2 8 1 0 0,23 50 506 0 0,-21-52-483 0 0,33 73 554 0 0,83 131 0 0 0,-122-216-707 0 0,0 0 1 0 0,0 0-1 0 0,0 1 1 0 0,0-1-1 0 0,0 0 1 0 0,0 0-1 0 0,0 0 1 0 0,0 0-1 0 0,0 0 1 0 0,0 0 0 0 0,1 1-1 0 0,-1-1 1 0 0,0 0-1 0 0,0 0 1 0 0,0 0-1 0 0,0 0 1 0 0,0 0-1 0 0,0 0 1 0 0,0 0-1 0 0,0 0 1 0 0,1 0-1 0 0,-1 1 1 0 0,0-1-1 0 0,0 0 1 0 0,0 0-1 0 0,0 0 1 0 0,0 0-1 0 0,1 0 1 0 0,-1 0-1 0 0,0 0 1 0 0,0 0-1 0 0,0 0 1 0 0,0 0-1 0 0,0 0 1 0 0,1 0-1 0 0,-1 0 1 0 0,0 0-1 0 0,0 0 1 0 0,0 0-1 0 0,0 0 1 0 0,0 0-1 0 0,0 0 1 0 0,1 0-1 0 0,-1-1 1 0 0,0 1-1 0 0,0 0 1 0 0,0 0 0 0 0,0 0-1 0 0,0 0 1 0 0,0 0-1 0 0,1 0 1 0 0,-1 0-1 0 0,0 0 1 0 0,0 0-1 0 0,0-1 1 0 0,0 1-1 0 0,0 0 1 0 0,0 0-1 0 0,0 0 1 0 0,0 0-1 0 0,0 0 1 0 0,0 0-1 0 0,0-1 1 0 0,0 1-1 0 0,0 0 1 0 0,0 0-1 0 0,0 0 1 0 0,0-1-1 0 0,3-18-30 0 0,-2-23-5 0 0,-4 16 43 0 0,-2-1 0 0 0,0 1 1 0 0,-2-1-1 0 0,-1 1 0 0 0,-1 1 0 0 0,-1 0 1 0 0,-1 0-1 0 0,-1 1 0 0 0,-1 0 0 0 0,-1 1 0 0 0,-1 1 1 0 0,-1 0-1 0 0,-23-22 0 0 0,36 41 191 0 0,-2-6 76 0 0,10 15-32 0 0,181 204 629 0 0,-182-204-858 0 0,1-1 0 0 0,0-1-1 0 0,0 1 1 0 0,1-1 0 0 0,-1 0 0 0 0,1 0-1 0 0,0-1 1 0 0,0 1 0 0 0,0-1 0 0 0,9 3 0 0 0,-13-6-23 0 0,0 1 1 0 0,0-1 0 0 0,0 1-1 0 0,0-1 1 0 0,0 0 0 0 0,0 1 0 0 0,1-1-1 0 0,-1 0 1 0 0,0 0 0 0 0,0-1 0 0 0,0 1-1 0 0,0 0 1 0 0,0-1 0 0 0,0 1-1 0 0,0-1 1 0 0,0 0 0 0 0,0 0 0 0 0,0 1-1 0 0,-1-1 1 0 0,1-1 0 0 0,0 1 0 0 0,0 0-1 0 0,-1 0 1 0 0,1 0 0 0 0,-1-1 0 0 0,1 1-1 0 0,-1-1 1 0 0,1 0 0 0 0,-1 1-1 0 0,0-1 1 0 0,0 0 0 0 0,0 0 0 0 0,0 1-1 0 0,0-1 1 0 0,0 0 0 0 0,-1 0 0 0 0,2-4-1 0 0,4-18-35 0 0,0-1 0 0 0,-2 0-1 0 0,0 0 1 0 0,-2-1-1 0 0,-1 1 1 0 0,-1 0 0 0 0,-1-1-1 0 0,-1 1 1 0 0,-1 0-1 0 0,-2 0 1 0 0,0 0 0 0 0,-2 1-1 0 0,0 0 1 0 0,-2 0-1 0 0,-1 0 1 0 0,-19-34 0 0 0,210 277 4419 0 0,-158-197-4453 0 0,-2 2-1 0 0,-1 0 1 0 0,-1 2 0 0 0,16 27-1 0 0,-34-51-832 0 0,1 1-249 0 0,6 10-10155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4.344"/>
    </inkml:context>
    <inkml:brush xml:id="br0">
      <inkml:brushProperty name="width" value="0.035" units="cm"/>
      <inkml:brushProperty name="height" value="0.035" units="cm"/>
    </inkml:brush>
  </inkml:definitions>
  <inkml:trace contextRef="#ctx0" brushRef="#br0">16 18 11901 0 0,'0'0'8454'0'0,"-16"-17"-6258"0"0,16 20-2015 0 0,0 0 0 0 0,0 1-1 0 0,1-1 1 0 0,-1 0 0 0 0,1 1 0 0 0,-1-1 0 0 0,1 0 0 0 0,0 1 0 0 0,1-1 0 0 0,2 6 0 0 0,-2-2 70 0 0,7 19 311 0 0,2 12 182 0 0,2-1-1 0 0,1 0 1 0 0,2-1-1 0 0,37 62 1 0 0,-51-94-745 0 0,1-1-1 0 0,-1 1 1 0 0,1-1 0 0 0,0 1-1 0 0,0-1 1 0 0,0 0 0 0 0,1 0-1 0 0,-1 0 1 0 0,1-1 0 0 0,-1 1-1 0 0,1-1 1 0 0,0 0 0 0 0,0 0-1 0 0,0 0 1 0 0,0-1 0 0 0,0 1-1 0 0,0-1 1 0 0,1 0 0 0 0,-1 0-1 0 0,0 0 1 0 0,1-1 0 0 0,-1 0-1 0 0,1 0 1 0 0,-1 0 0 0 0,0 0-1 0 0,1-1 1 0 0,-1 1 0 0 0,0-1-1 0 0,1 0 1 0 0,-1 0 0 0 0,0-1-1 0 0,0 1 1 0 0,7-5 0 0 0,0 0-471 0 0,-1-1 1 0 0,1 0-1 0 0,-1 0 1 0 0,-1-1-1 0 0,0-1 0 0 0,0 0 1 0 0,-1 0-1 0 0,0 0 1 0 0,0-1-1 0 0,10-18 1 0 0,13-39-6882 0 0,-24 47 4211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5.257"/>
    </inkml:context>
    <inkml:brush xml:id="br0">
      <inkml:brushProperty name="width" value="0.035" units="cm"/>
      <inkml:brushProperty name="height" value="0.035" units="cm"/>
    </inkml:brush>
  </inkml:definitions>
  <inkml:trace contextRef="#ctx0" brushRef="#br0">15 241 10365 0 0,'-15'-30'2224'0'0,"15"30"-2105"0"0,1 0 1 0 0,-1-1 0 0 0,1 1 0 0 0,-1 0 0 0 0,1 0-1 0 0,-1 0 1 0 0,1 0 0 0 0,-1 0 0 0 0,0 0 0 0 0,1 0-1 0 0,-1 0 1 0 0,1 0 0 0 0,-1 0 0 0 0,1 0-1 0 0,-1 0 1 0 0,1 1 0 0 0,-1-1 0 0 0,0 0 0 0 0,1 0-1 0 0,-1 0 1 0 0,1 1 0 0 0,-1-1 0 0 0,0 0 0 0 0,1 0-1 0 0,-1 1 1 0 0,0-1 0 0 0,1 0 0 0 0,-1 1-1 0 0,0-1 1 0 0,0 0 0 0 0,1 1 0 0 0,-1 0 0 0 0,32 27 3134 0 0,-14-9-4131 0 0,16 20 1255 0 0,1 2 22 0 0,79 71-1 0 0,-112-110-399 0 0,0-1 0 0 0,0 1 0 0 0,0-1 0 0 0,1 1 0 0 0,-1-1 0 0 0,0 0 0 0 0,1 0 0 0 0,-1 0 0 0 0,1 0 0 0 0,-1 0 0 0 0,6 1 0 0 0,-7-2 2 0 0,0 0 0 0 0,0 0 0 0 0,0 0 0 0 0,0-1 0 0 0,-1 1 0 0 0,1 0 0 0 0,0 0 0 0 0,0-1 0 0 0,0 1 0 0 0,0 0 0 0 0,0-1-1 0 0,0 1 1 0 0,0-1 0 0 0,0 1 0 0 0,-1-1 0 0 0,1 1 0 0 0,0-1 0 0 0,0 0 0 0 0,-1 1 0 0 0,1-1 0 0 0,0 0 0 0 0,0 0 0 0 0,1-3 1 0 0,0-1 0 0 0,-1 1 0 0 0,1 0 0 0 0,-1 0 0 0 0,0-1 0 0 0,0 1 0 0 0,0-1 0 0 0,-1 1 0 0 0,0-1 0 0 0,1 1 0 0 0,-1-1 0 0 0,-1-5 0 0 0,-4-17 116 0 0,0 1 1 0 0,-2-1 0 0 0,-1 1-1 0 0,-1 0 1 0 0,-1 1 0 0 0,-2 0-1 0 0,0 1 1 0 0,-1 0-1 0 0,-28-36 1 0 0,39 57 322 0 0,-9-16-118 0 0,9 18-254 0 0,15 14-17 0 0,13 12-14 0 0,-13-11-38 0 0,0-1 0 0 0,1-1 0 0 0,1 0 0 0 0,0 0-1 0 0,0-2 1 0 0,1 0 0 0 0,0 0 0 0 0,1-2 0 0 0,28 12 0 0 0,-30-17-12 0 0,-10-1 10 0 0,1 0 1 0 0,-1-1-1 0 0,1 0 0 0 0,0 0 0 0 0,-1 0 0 0 0,1-1 1 0 0,9 0-1 0 0,-13-1-1 0 0,0 1 0 0 0,0-1 0 0 0,0 0 1 0 0,0 0-1 0 0,0 0 0 0 0,0 0 0 0 0,0 0 0 0 0,0 0 0 0 0,-1-1 1 0 0,1 1-1 0 0,-1-1 0 0 0,1 1 0 0 0,-1-1 0 0 0,1 1 0 0 0,-1-1 1 0 0,0 0-1 0 0,0 0 0 0 0,0 0 0 0 0,0 1 0 0 0,0-1 0 0 0,0 0 1 0 0,0 0-1 0 0,-1 0 0 0 0,2-5 0 0 0,-1 0 0 0 0,1 0 1 0 0,-1 0-1 0 0,0 0 0 0 0,-1 0 0 0 0,0 0 1 0 0,0 0-1 0 0,0 0 0 0 0,-1 0 1 0 0,0 0-1 0 0,-1 0 0 0 0,1 0 0 0 0,-5-10 1 0 0,-3-6 49 0 0,-1 0-1 0 0,-16-25 1 0 0,16 30-24 0 0,21 31 0 0 0,0-1 1 0 0,1 0-1 0 0,26 20 0 0 0,-17-15 10 0 0,-17-13-29 0 0,0-1 0 0 0,0 0 1 0 0,1 0-1 0 0,0 0 0 0 0,-1-1 0 0 0,1 1 0 0 0,0-1 1 0 0,0-1-1 0 0,1 1 0 0 0,-1-1 0 0 0,0 1 0 0 0,0-1 1 0 0,1-1-1 0 0,-1 1 0 0 0,1-1 0 0 0,5 0 0 0 0,-7-1-184 0 0,0 1-1 0 0,0-1 1 0 0,0 0-1 0 0,-1 0 0 0 0,1 0 1 0 0,0-1-1 0 0,-1 1 1 0 0,1-1-1 0 0,5-4 0 0 0,-5 4-398 0 0,-1-1-1 0 0,0 1 0 0 0,0-1 0 0 0,-1 0 1 0 0,1 0-1 0 0,0 0 0 0 0,-1 0 0 0 0,0-1 1 0 0,0 1-1 0 0,3-7 0 0 0,1-4-2200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5.677"/>
    </inkml:context>
    <inkml:brush xml:id="br0">
      <inkml:brushProperty name="width" value="0.035" units="cm"/>
      <inkml:brushProperty name="height" value="0.035" units="cm"/>
    </inkml:brush>
  </inkml:definitions>
  <inkml:trace contextRef="#ctx0" brushRef="#br0">39 110 11105 0 0,'-1'-1'214'0'0,"-1"1"-1"0"0,1 0 1 0 0,-1 0 0 0 0,1 0-1 0 0,-1 1 1 0 0,1-1 0 0 0,0 0-1 0 0,-1 0 1 0 0,1 1 0 0 0,-1-1-1 0 0,1 1 1 0 0,-1-1 0 0 0,1 1-1 0 0,0 0 1 0 0,0 0 0 0 0,-1-1-1 0 0,1 1 1 0 0,0 0 0 0 0,0 0-1 0 0,0 0 1 0 0,0 0 0 0 0,0 0-1 0 0,0 1 1 0 0,0-1 0 0 0,0 0-1 0 0,0 0 1 0 0,1 1 0 0 0,-1-1-1 0 0,0 0 1 0 0,1 1 0 0 0,-1-1-1 0 0,1 1 1 0 0,-1 2 0 0 0,1 0-78 0 0,0 0 0 0 0,0 0 0 0 0,0 0 1 0 0,0 0-1 0 0,1 1 0 0 0,0-1 0 0 0,0 0 1 0 0,0 0-1 0 0,0 0 0 0 0,1 0 0 0 0,-1 0 0 0 0,5 5 1 0 0,-4-5-175 0 0,0 0 1 0 0,1 0-1 0 0,0 0 1 0 0,0 0-1 0 0,0 0 1 0 0,0-1-1 0 0,0 1 1 0 0,1-1-1 0 0,0 0 1 0 0,0 0-1 0 0,6 3 1 0 0,-9-5 58 0 0,1 0 0 0 0,0 0-1 0 0,0-1 1 0 0,0 1 0 0 0,0-1 0 0 0,-1 1 0 0 0,1-1-1 0 0,0 0 1 0 0,0 1 0 0 0,0-1 0 0 0,0 0-1 0 0,0 0 1 0 0,0-1 0 0 0,0 1 0 0 0,0 0 0 0 0,0-1-1 0 0,-1 1 1 0 0,1-1 0 0 0,0 1 0 0 0,0-1 0 0 0,0 0-1 0 0,-1 0 1 0 0,1 0 0 0 0,0 0 0 0 0,-1 0 0 0 0,1 0-1 0 0,-1 0 1 0 0,3-3 0 0 0,0 0-28 0 0,0-1 1 0 0,0 0-1 0 0,-1 0 0 0 0,1-1 1 0 0,-1 1-1 0 0,0-1 0 0 0,0 1 1 0 0,-1-1-1 0 0,0 0 0 0 0,0 0 1 0 0,0 0-1 0 0,-1 0 0 0 0,0-1 1 0 0,0 1-1 0 0,0 0 0 0 0,-1-1 1 0 0,0 1-1 0 0,0 0 1 0 0,-1 0-1 0 0,1-1 0 0 0,-3-5 1 0 0,2 7 6 0 0,0-1 1 0 0,-1 1 0 0 0,1 0-1 0 0,-1 0 1 0 0,-1 0 0 0 0,1 0 0 0 0,-1 1-1 0 0,0-1 1 0 0,0 0 0 0 0,0 1-1 0 0,0 0 1 0 0,-1 0 0 0 0,1 0-1 0 0,-1 0 1 0 0,0 1 0 0 0,-1-1 0 0 0,1 1-1 0 0,-1 0 1 0 0,1 0 0 0 0,-1 1-1 0 0,0-1 1 0 0,0 1 0 0 0,0 0-1 0 0,-10-2 1 0 0,14 4 1 0 0,0-1-1 0 0,0 1 1 0 0,0 0-1 0 0,0 0 0 0 0,0 0 1 0 0,0 0-1 0 0,0 0 1 0 0,0 0-1 0 0,0 0 1 0 0,0 1-1 0 0,0-1 1 0 0,0 0-1 0 0,0 0 1 0 0,0 1-1 0 0,0-1 0 0 0,0 1 1 0 0,0-1-1 0 0,0 1 1 0 0,0-1-1 0 0,0 1 1 0 0,0-1-1 0 0,1 1 1 0 0,-1 0-1 0 0,0-1 1 0 0,0 1-1 0 0,1 0 0 0 0,-1 0 1 0 0,1 0-1 0 0,-2 1 1 0 0,1 1 9 0 0,-1 1 0 0 0,1-1-1 0 0,0 1 1 0 0,0-1 0 0 0,0 1 0 0 0,1 0 0 0 0,-1 0 0 0 0,1 6 0 0 0,0 2-356 0 0,0 1 0 0 0,1 0 0 0 0,1-1 0 0 0,4 17 0 0 0,11 3-5273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6.293"/>
    </inkml:context>
    <inkml:brush xml:id="br0">
      <inkml:brushProperty name="width" value="0.035" units="cm"/>
      <inkml:brushProperty name="height" value="0.035" units="cm"/>
    </inkml:brush>
  </inkml:definitions>
  <inkml:trace contextRef="#ctx0" brushRef="#br0">13 13 9065 0 0,'0'0'289'0'0,"-12"-12"6051"0"0,12 14-6261 0 0,0 0 1 0 0,0 0-1 0 0,0 0 1 0 0,0 0-1 0 0,0 0 0 0 0,0 0 1 0 0,1 0-1 0 0,-1 0 1 0 0,1 0-1 0 0,0 0 0 0 0,-1 0 1 0 0,1-1-1 0 0,0 1 0 0 0,0 0 1 0 0,0 0-1 0 0,0-1 1 0 0,2 3-1 0 0,23 32 486 0 0,-25-36-545 0 0,85 96 858 0 0,15 19-462 0 0,-89-99-590 0 0,-17-20-154 0 0,-28-22 208 0 0,20 19 122 0 0,0 1 1 0 0,-1 0-1 0 0,1 1 1 0 0,-18-4-1 0 0,28 8-3 0 0,0 0 1 0 0,0 0-1 0 0,0 0 0 0 0,0 1 0 0 0,0-1 0 0 0,0 1 0 0 0,0 0 0 0 0,0 0 1 0 0,-1 0-1 0 0,1 0 0 0 0,0 0 0 0 0,0 1 0 0 0,0 0 0 0 0,0-1 1 0 0,0 1-1 0 0,0 0 0 0 0,0 0 0 0 0,0 1 0 0 0,0-1 0 0 0,1 1 1 0 0,-1-1-1 0 0,0 1 0 0 0,1 0 0 0 0,-1 0 0 0 0,-2 3 0 0 0,3-1 3 0 0,1 0 1 0 0,-1 1-1 0 0,1-1 0 0 0,0 0 0 0 0,0 1 0 0 0,0 0 0 0 0,1-1 0 0 0,-1 1 0 0 0,1-1 0 0 0,0 1 0 0 0,1-1 1 0 0,-1 1-1 0 0,1-1 0 0 0,0 1 0 0 0,0-1 0 0 0,0 1 0 0 0,3 5 0 0 0,-1 0-2 0 0,1 0 0 0 0,1 0 0 0 0,-1-1-1 0 0,1 1 1 0 0,1-1 0 0 0,8 11 0 0 0,-7-13 14 0 0,-1 0 1 0 0,1 0-1 0 0,0-1 1 0 0,0 0-1 0 0,1-1 1 0 0,0 0-1 0 0,14 8 0 0 0,-19-12-8 0 0,1 1 1 0 0,-1-1-1 0 0,0 1 0 0 0,1-1 0 0 0,-1 0 0 0 0,1-1 0 0 0,0 1 1 0 0,-1-1-1 0 0,1 1 0 0 0,0-1 0 0 0,-1 0 0 0 0,1 0 0 0 0,0-1 0 0 0,-1 1 1 0 0,1-1-1 0 0,-1 0 0 0 0,1 0 0 0 0,-1 0 0 0 0,1 0 0 0 0,-1-1 0 0 0,0 1 1 0 0,5-4-1 0 0,10-7-366 0 0,-1-1 1 0 0,-1-1-1 0 0,-1-1 1 0 0,0 0 0 0 0,16-21-1 0 0,-15 14-2522 0 0,24-43 0 0 0,-29 42 768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6.681"/>
    </inkml:context>
    <inkml:brush xml:id="br0">
      <inkml:brushProperty name="width" value="0.035" units="cm"/>
      <inkml:brushProperty name="height" value="0.035" units="cm"/>
    </inkml:brush>
  </inkml:definitions>
  <inkml:trace contextRef="#ctx0" brushRef="#br0">66 150 9157 0 0,'0'0'3011'0'0,"3"24"-1988"0"0,-3-24-1017 0 0,-1 1 0 0 0,1-1 0 0 0,0 1 0 0 0,0 0 0 0 0,0-1 0 0 0,0 1 0 0 0,0 0 0 0 0,1-1 0 0 0,-1 1 1 0 0,0-1-1 0 0,0 1 0 0 0,0 0 0 0 0,0-1 0 0 0,1 1 0 0 0,-1-1 0 0 0,0 1 0 0 0,1-1 0 0 0,-1 1 0 0 0,0-1 0 0 0,1 1 1 0 0,-1-1-1 0 0,0 1 0 0 0,1-1 0 0 0,-1 1 0 0 0,1-1 0 0 0,-1 0 0 0 0,1 1 0 0 0,-1-1 0 0 0,1 0 0 0 0,-1 1 1 0 0,1-1-1 0 0,0 0 0 0 0,-1 0 0 0 0,1 0 0 0 0,-1 1 0 0 0,2-1 0 0 0,15-19 47 0 0,-13 10-64 0 0,1 0 0 0 0,-1 0 0 0 0,-1-1 0 0 0,4-14 1 0 0,-7 20 83 0 0,1-1 0 0 0,-1 1 1 0 0,0 0-1 0 0,0 0 1 0 0,-1 0-1 0 0,1 0 0 0 0,-1-1 1 0 0,0 1-1 0 0,0 0 1 0 0,0 0-1 0 0,-1 0 0 0 0,1 0 1 0 0,-1 1-1 0 0,0-1 1 0 0,0 0-1 0 0,0 1 0 0 0,-1-1 1 0 0,1 1-1 0 0,-1 0 1 0 0,0 0-1 0 0,0 0 0 0 0,0 0 1 0 0,0 0-1 0 0,0 0 1 0 0,-1 1-1 0 0,1 0 0 0 0,-1 0 1 0 0,0 0-1 0 0,1 0 1 0 0,-1 0-1 0 0,0 1 0 0 0,0 0 1 0 0,-7-2-1 0 0,9 3-25 0 0,1 0 1 0 0,-1 0-1 0 0,1 0 0 0 0,-1 0 1 0 0,1 0-1 0 0,0 0 1 0 0,-1 0-1 0 0,1 1 0 0 0,-1-1 1 0 0,1 0-1 0 0,0 1 0 0 0,-1-1 1 0 0,1 1-1 0 0,0 0 0 0 0,-1-1 1 0 0,1 1-1 0 0,0 0 0 0 0,0 0 1 0 0,0 0-1 0 0,-1 0 0 0 0,1 0 1 0 0,0 0-1 0 0,0 0 0 0 0,1 0 1 0 0,-1 0-1 0 0,0 0 0 0 0,0 1 1 0 0,0-1-1 0 0,1 0 0 0 0,-1 1 1 0 0,1-1-1 0 0,-1 0 0 0 0,1 1 1 0 0,0-1-1 0 0,-1 1 0 0 0,1-1 1 0 0,0 1-1 0 0,0-1 0 0 0,0 3 1 0 0,-1 4 77 0 0,0 0 0 0 0,0 0 1 0 0,1 0-1 0 0,1 0 0 0 0,1 13 1 0 0,1-9 50 0 0,0-1 0 0 0,1 1 0 0 0,1-1 0 0 0,0 1 1 0 0,0-1-1 0 0,1-1 0 0 0,1 1 0 0 0,13 16 0 0 0,-15-20-125 0 0,1 0 0 0 0,1 0 0 0 0,0 0-1 0 0,-1-1 1 0 0,2 0 0 0 0,-1-1 0 0 0,1 1 0 0 0,0-1 0 0 0,0-1-1 0 0,0 0 1 0 0,1 0 0 0 0,10 3 0 0 0,-16-6-157 0 0,0 0-1 0 0,0-1 1 0 0,0 0-1 0 0,-1 1 1 0 0,1-1 0 0 0,0 0-1 0 0,0-1 1 0 0,0 1 0 0 0,0 0-1 0 0,-1-1 1 0 0,1 1-1 0 0,0-1 1 0 0,0 0 0 0 0,-1 0-1 0 0,1 0 1 0 0,-1-1 0 0 0,1 1-1 0 0,-1 0 1 0 0,1-1-1 0 0,-1 0 1 0 0,0 1 0 0 0,0-1-1 0 0,0 0 1 0 0,3-3 0 0 0,0-2-994 0 0,1 0 1 0 0,-1-1-1 0 0,0 1 1 0 0,-1-1-1 0 0,0 0 1 0 0,4-12-1 0 0,-2 5-1042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7.031"/>
    </inkml:context>
    <inkml:brush xml:id="br0">
      <inkml:brushProperty name="width" value="0.035" units="cm"/>
      <inkml:brushProperty name="height" value="0.035" units="cm"/>
    </inkml:brush>
  </inkml:definitions>
  <inkml:trace contextRef="#ctx0" brushRef="#br0">104 124 6833 0 0,'-4'-11'189'0'0,"0"0"1"0"0,0 0 0 0 0,-1 1 0 0 0,0 0 0 0 0,-9-14-1 0 0,11 20 390 0 0,-1-1 0 0 0,0 1 0 0 0,0 0 0 0 0,0 1 0 0 0,0-1 0 0 0,0 1 0 0 0,-10-6 0 0 0,12 8 703 0 0,2 0-1157 0 0,0 1 0 0 0,0-1 0 0 0,-1 1 1 0 0,1-1-1 0 0,0 1 0 0 0,0-1 0 0 0,-1 1 1 0 0,1-1-1 0 0,0 1 0 0 0,-1 0 0 0 0,1-1 1 0 0,-1 1-1 0 0,1 0 0 0 0,0-1 1 0 0,-1 1-1 0 0,1 0 0 0 0,-1-1 0 0 0,1 1 1 0 0,-1 0-1 0 0,1 0 0 0 0,-1 0 0 0 0,1-1 1 0 0,-1 1-1 0 0,1 0 0 0 0,-1 0 0 0 0,1 0 1 0 0,-1 0-1 0 0,0 0 0 0 0,1 0 0 0 0,-1 0 1 0 0,1 0-1 0 0,-1 0 0 0 0,1 0 1 0 0,-1 0-1 0 0,1 1 0 0 0,-1-1 0 0 0,1 0 1 0 0,-1 0-1 0 0,1 0 0 0 0,-1 1 0 0 0,1-1 1 0 0,-1 0-1 0 0,1 0 0 0 0,-1 1 0 0 0,1-1 1 0 0,0 1-1 0 0,-1-1 0 0 0,1 0 0 0 0,0 1 1 0 0,-1-1-1 0 0,1 1 0 0 0,-1 0 0 0 0,1 0-15 0 0,-1 1-1 0 0,1 0 1 0 0,0 0-1 0 0,-1 0 0 0 0,1-1 1 0 0,0 1-1 0 0,0 0 0 0 0,0 0 1 0 0,0 0-1 0 0,0-1 1 0 0,1 1-1 0 0,-1 0 0 0 0,1 0 1 0 0,0 2-1 0 0,18 34 937 0 0,1 0-1 0 0,3-2 0 0 0,28 38 1 0 0,15 22-229 0 0,-46-64-2091 0 0,37 45 0 0 0,-56-75-14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7.386"/>
    </inkml:context>
    <inkml:brush xml:id="br0">
      <inkml:brushProperty name="width" value="0.035" units="cm"/>
      <inkml:brushProperty name="height" value="0.035" units="cm"/>
    </inkml:brush>
  </inkml:definitions>
  <inkml:trace contextRef="#ctx0" brushRef="#br0">68 130 10417 0 0,'-7'-17'66'0'0,"1"5"429"0"0,0-2-1 0 0,0 1 1 0 0,2-1-1 0 0,0 1 0 0 0,-4-22 7406 0 0,4 23-6448 0 0,1 18-1349 0 0,0 0 0 0 0,0 0 0 0 0,1 1-1 0 0,0-1 1 0 0,0 0 0 0 0,0 1 0 0 0,1-1-1 0 0,0 1 1 0 0,-1 9 0 0 0,1 63-14 0 0,1-78-111 0 0,0 1-1 0 0,0-1 1 0 0,0 0 0 0 0,0 0-1 0 0,0 0 1 0 0,1 0-1 0 0,-1 1 1 0 0,0-1 0 0 0,1 0-1 0 0,-1 0 1 0 0,1 0-1 0 0,-1 0 1 0 0,1 0-1 0 0,0 0 1 0 0,-1 0 0 0 0,1 0-1 0 0,0 0 1 0 0,-1 0-1 0 0,1-1 1 0 0,0 1 0 0 0,0 0-1 0 0,0 0 1 0 0,0-1-1 0 0,0 1 1 0 0,0-1 0 0 0,0 1-1 0 0,0 0 1 0 0,0-1-1 0 0,0 0 1 0 0,0 1 0 0 0,0-1-1 0 0,1 0 1 0 0,-1 0-1 0 0,0 1 1 0 0,0-1 0 0 0,0 0-1 0 0,0 0 1 0 0,1 0-1 0 0,-1 0 1 0 0,0-1 0 0 0,0 1-1 0 0,0 0 1 0 0,2-1-1 0 0,7-1 9 0 0,0-1 0 0 0,-1-1-1 0 0,1 0 1 0 0,11-5-1 0 0,2-2-3 0 0,-20 11 351 0 0,23 8-214 0 0,-23-6-151 0 0,1-1 0 0 0,-1 1 0 0 0,1 0 0 0 0,-1 0 0 0 0,1 0-1 0 0,-1 0 1 0 0,0 1 0 0 0,0-1 0 0 0,0 1 0 0 0,-1 0 0 0 0,1 0 0 0 0,0 0 0 0 0,-1 0-1 0 0,0 0 1 0 0,0 1 0 0 0,0-1 0 0 0,0 1 0 0 0,0-1 0 0 0,-1 1 0 0 0,0-1 0 0 0,0 1 0 0 0,0 0-1 0 0,0 0 1 0 0,0 0 0 0 0,-1 0 0 0 0,1 0 0 0 0,-1-1 0 0 0,0 1 0 0 0,-1 0 0 0 0,1 0-1 0 0,0 0 1 0 0,-1 0 0 0 0,0 0 0 0 0,0 0 0 0 0,0-1 0 0 0,-1 1 0 0 0,1 0 0 0 0,-1-1 0 0 0,0 1-1 0 0,-2 3 1 0 0,-5 6-1799 0 0,-1 0-1 0 0,0 0 0 0 0,-20 18 1 0 0,18-19-737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7.868"/>
    </inkml:context>
    <inkml:brush xml:id="br0">
      <inkml:brushProperty name="width" value="0.035" units="cm"/>
      <inkml:brushProperty name="height" value="0.035" units="cm"/>
    </inkml:brush>
  </inkml:definitions>
  <inkml:trace contextRef="#ctx0" brushRef="#br0">87 215 5929 0 0,'-5'0'387'0'0,"0"0"0"0"0,0 0 0 0 0,0-1 0 0 0,0 0 0 0 0,0 1 0 0 0,0-2 0 0 0,0 1 0 0 0,0 0 0 0 0,1-1 0 0 0,-1 0 0 0 0,1 0 0 0 0,-8-5 0 0 0,11 6-212 0 0,-1-1 0 0 0,1 1 0 0 0,-1-1 0 0 0,1 0 1 0 0,0 0-1 0 0,-1 0 0 0 0,1 0 0 0 0,0 0 1 0 0,0 0-1 0 0,1 0 0 0 0,-1 0 0 0 0,0 0 1 0 0,1 0-1 0 0,-1 0 0 0 0,1 0 0 0 0,-1-1 0 0 0,1 1 1 0 0,0 0-1 0 0,0 0 0 0 0,0-1 0 0 0,1 1 1 0 0,-1 0-1 0 0,0 0 0 0 0,1 0 0 0 0,-1-1 0 0 0,1 1 1 0 0,0 0-1 0 0,0 0 0 0 0,0 0 0 0 0,0 0 1 0 0,1-2-1 0 0,2-4 192 0 0,0-1 0 0 0,1 1-1 0 0,0 0 1 0 0,1 0 0 0 0,-1 1 0 0 0,2-1 0 0 0,-1 1 0 0 0,1 0-1 0 0,0 1 1 0 0,0 0 0 0 0,0 0 0 0 0,1 1 0 0 0,0-1 0 0 0,0 2 0 0 0,1-1-1 0 0,-1 1 1 0 0,1 1 0 0 0,15-5 0 0 0,-17 6-273 0 0,0 1 0 0 0,0 0 0 0 0,0 0 0 0 0,0 1 0 0 0,0 0 0 0 0,0 0 0 0 0,0 1 0 0 0,0-1 0 0 0,0 2-1 0 0,0-1 1 0 0,-1 1 0 0 0,1 0 0 0 0,0 0 0 0 0,-1 1 0 0 0,1 0 0 0 0,-1 0 0 0 0,0 0 0 0 0,0 1 0 0 0,0 0 0 0 0,0 0 0 0 0,-1 1 0 0 0,0 0 0 0 0,0-1 0 0 0,0 2 0 0 0,7 9 0 0 0,-7-8-82 0 0,-1 1 1 0 0,-1-1 0 0 0,1 1-1 0 0,-1-1 1 0 0,-1 1-1 0 0,0 0 1 0 0,0 0 0 0 0,0 0-1 0 0,-1 1 1 0 0,0-1-1 0 0,0 0 1 0 0,-1 1 0 0 0,0-1-1 0 0,-1 0 1 0 0,0 0-1 0 0,0 1 1 0 0,-1-1 0 0 0,-4 13-1 0 0,-5 15-2142 0 0,-2 1 0 0 0,-29 55 0 0 0,34-77 507 0 0,-3 8-1183 0 0,-1-1-233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02:08.259"/>
    </inkml:context>
    <inkml:brush xml:id="br0">
      <inkml:brushProperty name="width" value="0.035" units="cm"/>
      <inkml:brushProperty name="height" value="0.035" units="cm"/>
    </inkml:brush>
  </inkml:definitions>
  <inkml:trace contextRef="#ctx0" brushRef="#br0">0 1 25430 0 0,'11'7'1148'0'0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49.498"/>
    </inkml:context>
    <inkml:brush xml:id="br0">
      <inkml:brushProperty name="width" value="0.035" units="cm"/>
      <inkml:brushProperty name="height" value="0.035" units="cm"/>
    </inkml:brush>
  </inkml:definitions>
  <inkml:trace contextRef="#ctx0" brushRef="#br0">179 36 8449 0 0,'0'0'219'0'0,"-25"-15"5621"0"0,22 14-5448 0 0,0 0 0 0 0,0 0-1 0 0,-1 0 1 0 0,1 1 0 0 0,-1-1 0 0 0,1 1 0 0 0,0 0 0 0 0,-1 0-1 0 0,1 0 1 0 0,-1 1 0 0 0,1-1 0 0 0,0 1 0 0 0,-1 0 0 0 0,1-1-1 0 0,-5 3 1 0 0,4 0-159 0 0,-1-1-1 0 0,1 1 1 0 0,-1 0-1 0 0,1 0 1 0 0,0 0-1 0 0,0 1 1 0 0,1-1-1 0 0,-1 1 1 0 0,-4 6-1 0 0,2-1-18 0 0,-1 1 1 0 0,2 0-1 0 0,-1 1 1 0 0,1 0-1 0 0,1-1 0 0 0,0 1 1 0 0,1 1-1 0 0,-4 14 1 0 0,6-12-118 0 0,-1-1 0 0 0,1 0 0 0 0,1 1 0 0 0,0-1 0 0 0,1 0 0 0 0,1 1 0 0 0,0-1 0 0 0,5 15 0 0 0,-7-25-88 0 0,1 0 0 0 0,0 0 0 0 0,0 0 0 0 0,0 0 0 0 0,0-1 0 0 0,0 1 0 0 0,1 0 0 0 0,0-1-1 0 0,-1 1 1 0 0,1 0 0 0 0,0-1 0 0 0,0 0 0 0 0,0 1 0 0 0,0-1 0 0 0,1 0 0 0 0,-1 0 0 0 0,1-1 0 0 0,-1 1 0 0 0,1 0 0 0 0,0-1-1 0 0,-1 1 1 0 0,1-1 0 0 0,0 0 0 0 0,0 0 0 0 0,0 0 0 0 0,0 0 0 0 0,0-1 0 0 0,0 1 0 0 0,0-1 0 0 0,0 0 0 0 0,0 0 0 0 0,0 0-1 0 0,1 0 1 0 0,-1 0 0 0 0,0-1 0 0 0,0 1 0 0 0,0-1 0 0 0,0 0 0 0 0,0 0 0 0 0,0 0 0 0 0,2-2 0 0 0,4-1-103 0 0,0 0-1 0 0,0-1 1 0 0,-1 0 0 0 0,0-1 0 0 0,0 0 0 0 0,-1 0 0 0 0,1-1-1 0 0,-1 0 1 0 0,11-14 0 0 0,-3 0-249 0 0,0 1-1 0 0,18-38 1 0 0,-29 48 374 0 0,1 0 0 0 0,-2 0 0 0 0,1-1 0 0 0,-1 1 1 0 0,-1-1-1 0 0,0 0 0 0 0,0-13 0 0 0,-1 20 32 0 0,-1 0 0 0 0,0-1 0 0 0,0 1 0 0 0,0 0-1 0 0,0 0 1 0 0,-1 0 0 0 0,1 0 0 0 0,-1 0 0 0 0,0 0 0 0 0,-1 0-1 0 0,1 0 1 0 0,-1 0 0 0 0,1 1 0 0 0,-1-1 0 0 0,0 0 0 0 0,-1 1 0 0 0,1 0-1 0 0,0-1 1 0 0,-1 1 0 0 0,0 0 0 0 0,-4-4 0 0 0,5 6 398 0 0,-13 2-905 0 0,0 0 131 0 0,1 1 0 0 0,-1 0 0 0 0,0 1 0 0 0,-21 8 0 0 0,27-8-179 0 0,1 1 1 0 0,0-1-1 0 0,1 1 1 0 0,-13 9 0 0 0,17-10-118 0 0,-1-1 1 0 0,1 1 0 0 0,0 0 0 0 0,0 0-1 0 0,0 1 1 0 0,1-1 0 0 0,-1 0 0 0 0,1 1 0 0 0,0 0-1 0 0,-3 4 1 0 0,1 6-2263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50.274"/>
    </inkml:context>
    <inkml:brush xml:id="br0">
      <inkml:brushProperty name="width" value="0.035" units="cm"/>
      <inkml:brushProperty name="height" value="0.035" units="cm"/>
    </inkml:brush>
  </inkml:definitions>
  <inkml:trace contextRef="#ctx0" brushRef="#br0">196 72 10265 0 0,'0'0'638'0'0,"-1"-3"-193"0"0,-1-2-279 0 0,-1 0 0 0 0,1 0 0 0 0,-1 0 0 0 0,0 1 0 0 0,-1-1 0 0 0,1 1 0 0 0,-1 0 0 0 0,0 0 0 0 0,0 0 0 0 0,0 0 1 0 0,-7-4-1 0 0,9 6-39 0 0,0 1 1 0 0,0 0 0 0 0,1 0 0 0 0,-1 0 0 0 0,0 0 0 0 0,0 0 0 0 0,0 0-1 0 0,0 1 1 0 0,-1-1 0 0 0,1 1 0 0 0,0-1 0 0 0,0 1 0 0 0,0 0 0 0 0,0 0-1 0 0,0 0 1 0 0,-1 0 0 0 0,1 0 0 0 0,0 0 0 0 0,0 0 0 0 0,0 1 0 0 0,0-1-1 0 0,0 1 1 0 0,0 0 0 0 0,0 0 0 0 0,0 0 0 0 0,0 0 0 0 0,0 0 0 0 0,0 0-1 0 0,0 0 1 0 0,1 0 0 0 0,-1 1 0 0 0,0-1 0 0 0,1 1 0 0 0,-3 2 0 0 0,-4 4 234 0 0,0 2 1 0 0,1-1 0 0 0,0 1-1 0 0,1 0 1 0 0,-1 1-1 0 0,2 0 1 0 0,0 0 0 0 0,0 0-1 0 0,1 0 1 0 0,0 1 0 0 0,1-1-1 0 0,1 1 1 0 0,0 0 0 0 0,0 0-1 0 0,1 0 1 0 0,0 0-1 0 0,2 0 1 0 0,-1 0 0 0 0,4 18-1 0 0,-3-23-269 0 0,0 3 11 0 0,1 0 0 0 0,0 0 0 0 0,1-1 0 0 0,0 1 0 0 0,7 16 0 0 0,-9-24-121 0 0,0-1 0 0 0,0 1 0 0 0,0-1 0 0 0,0 1 0 0 0,0-1 0 0 0,1 0 0 0 0,-1 0 0 0 0,0 1 0 0 0,1-1 0 0 0,-1 0 0 0 0,0 0 0 0 0,1 0 0 0 0,-1 0 0 0 0,1-1 0 0 0,0 1 0 0 0,-1 0 0 0 0,1-1 0 0 0,0 1 0 0 0,-1-1 0 0 0,1 1 0 0 0,0-1 0 0 0,0 0 0 0 0,-1 0 0 0 0,1 0 0 0 0,0 0 0 0 0,0 0 0 0 0,-1 0 0 0 0,1 0 0 0 0,0-1 0 0 0,0 1 0 0 0,-1-1 0 0 0,1 1 0 0 0,0-1 0 0 0,-1 0 0 0 0,1 1 0 0 0,-1-1 0 0 0,1 0 0 0 0,-1 0 0 0 0,1 0 0 0 0,1-2 0 0 0,8-4-286 0 0,0 0 0 0 0,-1-1 0 0 0,0 0-1 0 0,-1-1 1 0 0,0 1 0 0 0,0-2 0 0 0,-1 0-1 0 0,0 0 1 0 0,0 0 0 0 0,11-23 0 0 0,-15 26 316 0 0,-1-1 1 0 0,0 1-1 0 0,-1-1 1 0 0,1 0 0 0 0,-1 0-1 0 0,-1 0 1 0 0,0 0-1 0 0,0 0 1 0 0,0 0-1 0 0,-1 0 1 0 0,0 0 0 0 0,-1-1-1 0 0,0 1 1 0 0,0 0-1 0 0,-1 0 1 0 0,0 0 0 0 0,0 1-1 0 0,-5-12 1 0 0,6 17 36 0 0,0 0 0 0 0,0 0 0 0 0,0 0 0 0 0,-1-1 0 0 0,1 1 0 0 0,-1 0 0 0 0,0 1 0 0 0,1-1 0 0 0,-1 0 0 0 0,0 0-1 0 0,0 1 1 0 0,0-1 0 0 0,0 1 0 0 0,0 0 0 0 0,0-1 0 0 0,-1 1 0 0 0,1 0 0 0 0,0 0 0 0 0,-1 1 0 0 0,1-1 0 0 0,-1 0 0 0 0,1 1 0 0 0,-1 0 0 0 0,1-1 0 0 0,-1 1 0 0 0,1 0 0 0 0,-1 0 0 0 0,1 0 0 0 0,-1 1 0 0 0,1-1 0 0 0,-1 0 0 0 0,1 1 0 0 0,0 0 0 0 0,-1 0 0 0 0,1 0 0 0 0,0 0 0 0 0,-1 0 0 0 0,1 0 0 0 0,-3 2 0 0 0,-3 1-401 0 0,0 1 0 0 0,0 0 0 0 0,1 0 0 0 0,-11 9 0 0 0,-17 26-8063 0 0,29-31 5766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53.413"/>
    </inkml:context>
    <inkml:brush xml:id="br0">
      <inkml:brushProperty name="width" value="0.035" units="cm"/>
      <inkml:brushProperty name="height" value="0.035" units="cm"/>
    </inkml:brush>
  </inkml:definitions>
  <inkml:trace contextRef="#ctx0" brushRef="#br0">24 140 6245 0 0,'0'0'157'0'0,"-6"-15"8851"0"0,-9 80-7039 0 0,13-38 1423 0 0,2-25-3371 0 0,0-1 0 0 0,0 1 0 0 0,1 0 0 0 0,-1-1 1 0 0,0 1-1 0 0,1-1 0 0 0,0 1 0 0 0,-1-1 1 0 0,1 1-1 0 0,0-1 0 0 0,-1 0 0 0 0,1 1 1 0 0,0-1-1 0 0,0 0 0 0 0,0 1 0 0 0,1-1 0 0 0,-1 0 1 0 0,0 0-1 0 0,0 0 0 0 0,1 0 0 0 0,-1 0 1 0 0,0 0-1 0 0,1 0 0 0 0,-1-1 0 0 0,1 1 1 0 0,-1 0-1 0 0,1-1 0 0 0,-1 0 0 0 0,1 1 0 0 0,-1-1 1 0 0,1 0-1 0 0,0 1 0 0 0,-1-1 0 0 0,1 0 1 0 0,0 0-1 0 0,1-1 0 0 0,2 2 0 0 0,1-1 0 0 0,-1-1-1 0 0,0 1 1 0 0,1-1 0 0 0,-1 0 0 0 0,0 0 0 0 0,0-1-1 0 0,1 1 1 0 0,7-5 0 0 0,13-12-4 0 0,-1-1 0 0 0,-1-1 0 0 0,-2-1-1 0 0,1-1 1 0 0,-2-1 0 0 0,19-29 0 0 0,14-11-48 0 0,-53 61-73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55.666"/>
    </inkml:context>
    <inkml:brush xml:id="br0">
      <inkml:brushProperty name="width" value="0.035" units="cm"/>
      <inkml:brushProperty name="height" value="0.035" units="cm"/>
    </inkml:brush>
  </inkml:definitions>
  <inkml:trace contextRef="#ctx0" brushRef="#br0">580 12 5308 0 0,'-2'-1'360'0'0,"0"-1"-1"0"0,0 1 1 0 0,0 0-1 0 0,0 0 1 0 0,-1 0-1 0 0,1 0 0 0 0,0 0 1 0 0,-1 0-1 0 0,1 1 1 0 0,0-1-1 0 0,-1 1 0 0 0,1 0 1 0 0,-1-1-1 0 0,1 1 1 0 0,-5 1-1 0 0,3-1-165 0 0,-1 1 0 0 0,1 1 0 0 0,0-1 0 0 0,0 0 0 0 0,-1 1 0 0 0,1 0 0 0 0,0 0 0 0 0,-4 3 0 0 0,-7 6-356 0 0,0 1 0 0 0,0 1 0 0 0,-17 18-1 0 0,8-7 1221 0 0,-70 61-219 0 0,-83 77-21 0 0,164-150-849 0 0,-90 98-1091 0 0,101-108 693 0 0,-5 6-727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56.009"/>
    </inkml:context>
    <inkml:brush xml:id="br0">
      <inkml:brushProperty name="width" value="0.035" units="cm"/>
      <inkml:brushProperty name="height" value="0.035" units="cm"/>
    </inkml:brush>
  </inkml:definitions>
  <inkml:trace contextRef="#ctx0" brushRef="#br0">19 35 3920 0 0,'0'0'2967'0'0,"-7"-15"-342"0"0,-5-5-130 0 0,27 31-1218 0 0,27 34 909 0 0,-29-23-1299 0 0,-6-8-694 0 0,1-1 1 0 0,1 0-1 0 0,0 0 0 0 0,0-1 0 0 0,1 0 0 0 0,1-1 0 0 0,0 0 1 0 0,0 0-1 0 0,21 13 0 0 0,74 40-653 0 0,-60-40-7889 0 0,-44-23 6334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54.130"/>
    </inkml:context>
    <inkml:brush xml:id="br0">
      <inkml:brushProperty name="width" value="0.035" units="cm"/>
      <inkml:brushProperty name="height" value="0.035" units="cm"/>
    </inkml:brush>
  </inkml:definitions>
  <inkml:trace contextRef="#ctx0" brushRef="#br0">5 132 8261 0 0,'0'0'184'0'0,"1"-5"72"0"0,-1 4-298 0 0,4-6 577 0 0,-2-1-1 0 0,1 0 1 0 0,-1 0 0 0 0,-1 0-1 0 0,1 0 1 0 0,-2-1 0 0 0,1 1 0 0 0,-1-10-1 0 0,-3 18 776 0 0,-1 8-747 0 0,0 9 82 0 0,-5 62 2184 0 0,9-77-1443 0 0,2 1-1279 0 0,-1 0 1 0 0,1 0-1 0 0,0 0 1 0 0,1 0 0 0 0,-1-1-1 0 0,0 1 1 0 0,1-1-1 0 0,-1 0 1 0 0,4 3-1 0 0,-2-5-76 0 0,-1 0 0 0 0,0 0 0 0 0,1 0 0 0 0,-1 0 0 0 0,0 0 0 0 0,1-1 0 0 0,-1 0 0 0 0,0 0 0 0 0,0 0 0 0 0,0 0 0 0 0,0 0 0 0 0,0 0 0 0 0,0-1 0 0 0,0 0 1 0 0,0 1-1 0 0,0-1 0 0 0,-1 0 0 0 0,4-3 0 0 0,50-49-60 0 0,-43 40-39 0 0,17-25-185 0 0,-16 18-1599 0 0,4-1-5478 0 0,-10 14 4958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56.494"/>
    </inkml:context>
    <inkml:brush xml:id="br0">
      <inkml:brushProperty name="width" value="0.035" units="cm"/>
      <inkml:brushProperty name="height" value="0.035" units="cm"/>
    </inkml:brush>
  </inkml:definitions>
  <inkml:trace contextRef="#ctx0" brushRef="#br0">342 20 8493 0 0,'0'0'86'0'0,"-1"-1"1"0"0,1-1-1 0 0,-1 1 1 0 0,1-1 0 0 0,-1 1 0 0 0,0 0 0 0 0,0-1-1 0 0,0 1 1 0 0,1 0 0 0 0,-1 0 0 0 0,0 0 0 0 0,0 0-1 0 0,-1 0 1 0 0,1 0 0 0 0,-2-2 0 0 0,-1 4-31 0 0,1-1 1 0 0,0 1 0 0 0,0 0-1 0 0,-1 0 1 0 0,1 1-1 0 0,0-1 1 0 0,0 1 0 0 0,0-1-1 0 0,1 1 1 0 0,-1 0-1 0 0,0 0 1 0 0,1 0 0 0 0,-1 0-1 0 0,1 1 1 0 0,-1-1-1 0 0,1 1 1 0 0,0-1 0 0 0,0 1-1 0 0,1 0 1 0 0,-3 5-1 0 0,-31 64 192 0 0,34-70-242 0 0,-18 38 184 0 0,-2-1-1 0 0,-1-1 1 0 0,-3 0 0 0 0,-37 44-1 0 0,16-21-195 0 0,10-16-664 0 0,34-43 255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1:56.865"/>
    </inkml:context>
    <inkml:brush xml:id="br0">
      <inkml:brushProperty name="width" value="0.035" units="cm"/>
      <inkml:brushProperty name="height" value="0.035" units="cm"/>
    </inkml:brush>
  </inkml:definitions>
  <inkml:trace contextRef="#ctx0" brushRef="#br0">23 47 6065 0 0,'-6'-6'-166'0'0,"4"4"829"0"0,1 0 0 0 0,-1 0-1 0 0,1 0 1 0 0,-1 0 0 0 0,1 0 0 0 0,-1 0 0 0 0,1 0 0 0 0,0 0 0 0 0,0-1 0 0 0,0 1-1 0 0,0-3 1 0 0,2 4-539 0 0,1 0-1 0 0,0-1 0 0 0,0 1 1 0 0,0 0-1 0 0,0 0 0 0 0,0 0 1 0 0,0 0-1 0 0,1 0 1 0 0,-1 1-1 0 0,0-1 0 0 0,0 1 1 0 0,0-1-1 0 0,1 1 0 0 0,-1 0 1 0 0,0 0-1 0 0,1 0 0 0 0,-1 0 1 0 0,0 0-1 0 0,0 0 1 0 0,1 1-1 0 0,-1-1 0 0 0,0 1 1 0 0,4 1-1 0 0,53 18 1917 0 0,-27-4-1484 0 0,-1 1 0 0 0,44 31 0 0 0,-47-28-1820 0 0,0-2 1 0 0,54 25-1 0 0,-47-33-4061 0 0,-22-9 3076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1.008"/>
    </inkml:context>
    <inkml:brush xml:id="br0">
      <inkml:brushProperty name="width" value="0.035" units="cm"/>
      <inkml:brushProperty name="height" value="0.035" units="cm"/>
    </inkml:brush>
  </inkml:definitions>
  <inkml:trace contextRef="#ctx0" brushRef="#br0">139 75 12157 0 0,'-9'-24'260'0'0,"6"18"1004"0"0,-2-1 0 0 0,1 1 0 0 0,-1 1 0 0 0,0-1 0 0 0,-7-6 0 0 0,8 8-1065 0 0,3 3 66 0 0,-17-3 1629 0 0,17 6-1828 0 0,-1-1 0 0 0,1 1 0 0 0,0-1 0 0 0,0 1 0 0 0,0 0 0 0 0,0-1 0 0 0,0 1 0 0 0,0 0 0 0 0,0 0 0 0 0,1 0 0 0 0,-1-1 0 0 0,0 1 0 0 0,1 0 0 0 0,0 0 0 0 0,-1 0 0 0 0,1 0 0 0 0,0 0 0 0 0,0 2 0 0 0,1 47 621 0 0,0-34-372 0 0,-3 9-76 0 0,-1-1 1 0 0,-1 1-1 0 0,-11 41 0 0 0,-4 19-117 0 0,10-52 24 0 0,2-4-2300 0 0,5-7-7699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2.095"/>
    </inkml:context>
    <inkml:brush xml:id="br0">
      <inkml:brushProperty name="width" value="0.035" units="cm"/>
      <inkml:brushProperty name="height" value="0.035" units="cm"/>
    </inkml:brush>
  </inkml:definitions>
  <inkml:trace contextRef="#ctx0" brushRef="#br0">282 71 7105 0 0,'-15'-32'3686'0'0,"11"30"-3594"0"0,0 0 0 0 0,1 0 0 0 0,-1 0 0 0 0,0 0 0 0 0,0 1 0 0 0,0-1 0 0 0,0 1 0 0 0,-1 0 0 0 0,1 1 0 0 0,0-1 0 0 0,0 1 0 0 0,0 0 0 0 0,-1 0 0 0 0,1 0 0 0 0,0 0 0 0 0,0 1 0 0 0,-1-1 0 0 0,1 1 0 0 0,-8 3 0 0 0,5-1 134 0 0,-1-1 0 0 0,1 1 1 0 0,0 1-1 0 0,0-1 1 0 0,0 1-1 0 0,1 1 0 0 0,-1-1 1 0 0,1 1-1 0 0,0 0 0 0 0,-7 8 1 0 0,2 1 109 0 0,0 0 0 0 0,2 0 0 0 0,-1 1 0 0 0,2 0 0 0 0,0 1 0 0 0,1 0 0 0 0,0 0 0 0 0,1 1 0 0 0,1 0 0 0 0,1 0 0 0 0,1 0 0 0 0,0 0 0 0 0,1 0 0 0 0,0 1 0 0 0,2 22 0 0 0,0-37-331 0 0,1 0 0 0 0,-1 0 1 0 0,1 0-1 0 0,0 0 0 0 0,0 0 1 0 0,0 0-1 0 0,0 0 1 0 0,0 0-1 0 0,0-1 0 0 0,1 1 1 0 0,0 0-1 0 0,-1-1 0 0 0,1 1 1 0 0,4 3-1 0 0,-4-5-3 0 0,-1 1-1 0 0,1-1 1 0 0,0 0 0 0 0,0 0-1 0 0,0-1 1 0 0,-1 1-1 0 0,1 0 1 0 0,0-1-1 0 0,0 1 1 0 0,0-1 0 0 0,0 1-1 0 0,0-1 1 0 0,0 0-1 0 0,0 0 1 0 0,0 0 0 0 0,0 0-1 0 0,3 0 1 0 0,2-2-20 0 0,-1 0 0 0 0,1 0 0 0 0,-1 0 0 0 0,0-1 0 0 0,0 0 0 0 0,0 0 0 0 0,0 0 0 0 0,-1-1 0 0 0,1 0 0 0 0,-1 0 0 0 0,0-1 0 0 0,6-5 1 0 0,-1-1-183 0 0,0 0-1 0 0,0-1 1 0 0,-1 0 0 0 0,0 0 0 0 0,-1-1 0 0 0,-1 0 0 0 0,11-26 0 0 0,-14 27 180 0 0,-1 1-1 0 0,-1-1 1 0 0,0 0-1 0 0,0 0 1 0 0,-1 0-1 0 0,-1 0 1 0 0,0 0-1 0 0,0 0 1 0 0,-1 0-1 0 0,-4-16 1 0 0,4 21 20 0 0,0 0 1 0 0,-1 0-1 0 0,0 1 1 0 0,-1-1-1 0 0,1 1 0 0 0,-1-1 1 0 0,0 1-1 0 0,-1 0 0 0 0,1 0 1 0 0,-10-11-1 0 0,11 15 3 0 0,0 0-1 0 0,0 1 1 0 0,0-1 0 0 0,0 1-1 0 0,0 0 1 0 0,0 0 0 0 0,-1-1-1 0 0,1 1 1 0 0,0 1 0 0 0,-1-1-1 0 0,1 0 1 0 0,-1 1 0 0 0,1-1-1 0 0,-1 1 1 0 0,1-1 0 0 0,-1 1-1 0 0,1 0 1 0 0,-1 0 0 0 0,1 1-1 0 0,-1-1 1 0 0,1 0 0 0 0,-1 1-1 0 0,1-1 1 0 0,-1 1 0 0 0,1 0-1 0 0,0 0 1 0 0,-1 0 0 0 0,1 0-1 0 0,0 0 1 0 0,0 1 0 0 0,0-1-1 0 0,0 1 1 0 0,-3 2 0 0 0,-3 2-142 0 0,1-1 0 0 0,1 1 0 0 0,-1 1 0 0 0,1-1 0 0 0,0 1 0 0 0,1 0 0 0 0,-1 0 0 0 0,1 1 0 0 0,-6 13 0 0 0,7-12-721 0 0,0 0 0 0 0,1 1 0 0 0,0-1 0 0 0,0 1 0 0 0,1 0 0 0 0,0 0 0 0 0,1 0 0 0 0,0 13 0 0 0,1-9-851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2.563"/>
    </inkml:context>
    <inkml:brush xml:id="br0">
      <inkml:brushProperty name="width" value="0.035" units="cm"/>
      <inkml:brushProperty name="height" value="0.035" units="cm"/>
    </inkml:brush>
  </inkml:definitions>
  <inkml:trace contextRef="#ctx0" brushRef="#br0">140 98 8305 0 0,'0'0'2572'0'0,"-1"-1"-2486"0"0,0-1 0 0 0,-1 1 0 0 0,1 0 0 0 0,0 0 0 0 0,-1 0 0 0 0,1 0 0 0 0,-1 0 0 0 0,1 0 0 0 0,-1 0 0 0 0,1 0 0 0 0,-1 0-1 0 0,-2 0 1 0 0,2 1-38 0 0,-1-1 0 0 0,0 1 0 0 0,0 0 0 0 0,1 0 0 0 0,-1 0 0 0 0,0 0 0 0 0,0 1 1 0 0,1-1-1 0 0,-1 1 0 0 0,0-1 0 0 0,1 1 0 0 0,-1 0 0 0 0,1 0 0 0 0,-1 0 0 0 0,1 1 0 0 0,-1-1 0 0 0,1 0 0 0 0,0 1 0 0 0,-3 2 0 0 0,1 0 38 0 0,0 0 0 0 0,0 1-1 0 0,0 0 1 0 0,1-1 0 0 0,-1 1 0 0 0,1 1 0 0 0,0-1 0 0 0,-3 9 0 0 0,-1 6 30 0 0,1 1-1 0 0,1 0 1 0 0,-5 41 0 0 0,9-59-111 0 0,1 0 0 0 0,-1 0 0 0 0,1 0 0 0 0,0 0 0 0 0,1 0 0 0 0,-1 1 1 0 0,0-1-1 0 0,1 0 0 0 0,-1 0 0 0 0,1 0 0 0 0,0 0 0 0 0,0-1 0 0 0,1 1 1 0 0,-1 0-1 0 0,0 0 0 0 0,1-1 0 0 0,-1 1 0 0 0,1 0 0 0 0,0-1 0 0 0,0 0 1 0 0,0 1-1 0 0,4 2 0 0 0,-4-4-3 0 0,0 0 0 0 0,0 0 0 0 0,0 0 0 0 0,1-1 0 0 0,-1 1 0 0 0,0-1 0 0 0,0 1 0 0 0,0-1 0 0 0,1 0 0 0 0,-1 0 0 0 0,0 0 0 0 0,1 0 0 0 0,-1 0 0 0 0,0 0 0 0 0,0-1 0 0 0,1 1 0 0 0,-1-1 0 0 0,0 1 0 0 0,0-1 0 0 0,0 0 0 0 0,0 0 0 0 0,1 0 0 0 0,-1 0 0 0 0,-1 0 0 0 0,1-1 0 0 0,0 1 0 0 0,0 0 0 0 0,0-1 0 0 0,-1 0 0 0 0,1 1 0 0 0,1-3 0 0 0,3-2 7 0 0,11-10-12 0 0,-1 0 0 0 0,-1-1 1 0 0,-1-1-1 0 0,15-22 0 0 0,-25 33-1 0 0,0 1-1 0 0,-1-1 1 0 0,-1 0 0 0 0,1 0-1 0 0,-1 0 1 0 0,0-1 0 0 0,0 1-1 0 0,-1 0 1 0 0,0-1 0 0 0,0 1-1 0 0,-1-1 1 0 0,0 1 0 0 0,-1-1 0 0 0,1 1-1 0 0,-1-1 1 0 0,-4-13 0 0 0,4 16 12 0 0,0 0 1 0 0,-1 1-1 0 0,0-1 0 0 0,1 0 1 0 0,-2 1-1 0 0,1 0 1 0 0,0-1-1 0 0,-1 1 1 0 0,0 0-1 0 0,0 0 1 0 0,0 0-1 0 0,0 1 0 0 0,-1-1 1 0 0,1 1-1 0 0,-7-5 1 0 0,7 7-8 0 0,0 0 0 0 0,0-1-1 0 0,0 2 1 0 0,1-1 0 0 0,-1 0 0 0 0,0 1 0 0 0,0-1 0 0 0,-1 1 0 0 0,1 0 0 0 0,0 0 0 0 0,0 0 0 0 0,0 1-1 0 0,0-1 1 0 0,0 1 0 0 0,0-1 0 0 0,0 1 0 0 0,1 0 0 0 0,-1 0 0 0 0,0 0 0 0 0,0 1 0 0 0,0-1 0 0 0,1 1-1 0 0,-1-1 1 0 0,1 1 0 0 0,-1 0 0 0 0,-2 3 0 0 0,-2 1-214 0 0,0 0 1 0 0,1 1-1 0 0,-1 0 0 0 0,2-1 0 0 0,-9 13 1 0 0,2 5-3412 0 0,11-22 1887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2.952"/>
    </inkml:context>
    <inkml:brush xml:id="br0">
      <inkml:brushProperty name="width" value="0.035" units="cm"/>
      <inkml:brushProperty name="height" value="0.035" units="cm"/>
    </inkml:brush>
  </inkml:definitions>
  <inkml:trace contextRef="#ctx0" brushRef="#br0">136 64 9209 0 0,'0'0'3095'0'0,"2"-20"-2253"0"0,-4-16 545 0 0,-1 28-153 0 0,-2 31-555 0 0,-2 17 296 0 0,-3 0 0 0 0,-1 0 0 0 0,-29 66 1 0 0,20-57-460 0 0,-10 41-197 0 0,23-59-2723 0 0,4-3-3722 0 0,5-17 3627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3.304"/>
    </inkml:context>
    <inkml:brush xml:id="br0">
      <inkml:brushProperty name="width" value="0.035" units="cm"/>
      <inkml:brushProperty name="height" value="0.035" units="cm"/>
    </inkml:brush>
  </inkml:definitions>
  <inkml:trace contextRef="#ctx0" brushRef="#br0">411 429 13229 0 0,'0'0'1574'0'0,"4"1"-798"0"0,22 6 1747 0 0,-24-7-2380 0 0,-1 1-1 0 0,0-1 0 0 0,0 1 0 0 0,0-1 0 0 0,0 1 0 0 0,0 0 1 0 0,-1-1-1 0 0,1 1 0 0 0,0 0 0 0 0,0 0 0 0 0,0-1 0 0 0,0 1 1 0 0,-1 0-1 0 0,1 0 0 0 0,0 0 0 0 0,-1 0 0 0 0,1 0 0 0 0,-1 0 1 0 0,1 0-1 0 0,-1 0 0 0 0,0 0 0 0 0,1 0 0 0 0,-1 0 0 0 0,0 2 1 0 0,0-1 212 0 0,-9 5-1000 0 0</inkml:trace>
  <inkml:trace contextRef="#ctx0" brushRef="#br0" timeOffset="1">97 26 14009 0 0,'-15'0'32'0'0,"3"0"72"0"0,-2-2 36 0 0,-1-3 108 0 0,1 0 112 0 0,2-2 548 0 0,-2 0 465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7.434"/>
    </inkml:context>
    <inkml:brush xml:id="br0">
      <inkml:brushProperty name="width" value="0.035" units="cm"/>
      <inkml:brushProperty name="height" value="0.035" units="cm"/>
    </inkml:brush>
  </inkml:definitions>
  <inkml:trace contextRef="#ctx0" brushRef="#br0">83 59 8073 0 0,'2'0'118'0'0,"-1"-1"1"0"0,0 1 0 0 0,0 0 0 0 0,0-1-1 0 0,0 1 1 0 0,0-1 0 0 0,0 1 0 0 0,0-1-1 0 0,0 1 1 0 0,0-1 0 0 0,0 0-1 0 0,-1 0 1 0 0,1 1 0 0 0,0-1 0 0 0,0 0-1 0 0,-1 0 1 0 0,1 0 0 0 0,0 0-1 0 0,-1 0 1 0 0,1 0 0 0 0,-1 0 0 0 0,1 0-1 0 0,-1 0 1 0 0,0 0 0 0 0,1 0 0 0 0,-1 0-1 0 0,0 0 1 0 0,0 0 0 0 0,1 0-1 0 0,-1-1 1 0 0,0 1 0 0 0,0 0 0 0 0,0 0-1 0 0,-1-2 1 0 0,1 2-50 0 0,0 0-1 0 0,-1 0 1 0 0,1 0 0 0 0,0 0-1 0 0,0 0 1 0 0,-1 1 0 0 0,1-1-1 0 0,-1 0 1 0 0,1 0 0 0 0,-1 0-1 0 0,1 1 1 0 0,-1-1 0 0 0,1 0-1 0 0,-1 0 1 0 0,0 1 0 0 0,1-1-1 0 0,-1 1 1 0 0,0-1-1 0 0,1 0 1 0 0,-1 1 0 0 0,0-1-1 0 0,0 1 1 0 0,0 0 0 0 0,0-1-1 0 0,0 1 1 0 0,1 0 0 0 0,-1 0-1 0 0,0-1 1 0 0,0 1 0 0 0,0 0-1 0 0,0 0 1 0 0,0 0 0 0 0,0 0-1 0 0,0 0 1 0 0,0 0 0 0 0,0 0-1 0 0,0 0 1 0 0,1 1 0 0 0,-1-1-1 0 0,0 0 1 0 0,0 0-1 0 0,0 1 1 0 0,0-1 0 0 0,0 1-1 0 0,1-1 1 0 0,-2 1 0 0 0,-3 2 43 0 0,1-1-1 0 0,0 1 1 0 0,0 0 0 0 0,0 0 0 0 0,1 0 0 0 0,-1 0-1 0 0,1 1 1 0 0,-1-1 0 0 0,1 1 0 0 0,0 0 0 0 0,1 0-1 0 0,-1 0 1 0 0,1 0 0 0 0,0 1 0 0 0,-1-1 0 0 0,2 1 0 0 0,-1-1-1 0 0,1 1 1 0 0,-2 8 0 0 0,-1 9 328 0 0,2-1 0 0 0,0 1-1 0 0,2 26 1 0 0,0-36-349 0 0,-1-10-78 0 0,1-1-1 0 0,0 1 1 0 0,0 0-1 0 0,0-1 1 0 0,0 1 0 0 0,0 0-1 0 0,0-1 1 0 0,1 1-1 0 0,-1 0 1 0 0,1-1 0 0 0,-1 1-1 0 0,1-1 1 0 0,-1 1-1 0 0,1-1 1 0 0,0 1 0 0 0,0-1-1 0 0,0 1 1 0 0,0-1-1 0 0,0 0 1 0 0,0 1 0 0 0,0-1-1 0 0,0 0 1 0 0,0 0-1 0 0,1 0 1 0 0,1 2 0 0 0,-1-3-5 0 0,1 1 0 0 0,-1-1 0 0 0,0 0 0 0 0,1 0 0 0 0,-1 1 0 0 0,0-1 1 0 0,1-1-1 0 0,-1 1 0 0 0,0 0 0 0 0,0-1 0 0 0,1 1 0 0 0,-1-1 0 0 0,0 1 1 0 0,0-1-1 0 0,4-2 0 0 0,3-1-12 0 0,0-1 0 0 0,-1 0 0 0 0,0-1 0 0 0,0 1 0 0 0,0-2 1 0 0,0 1-1 0 0,8-11 0 0 0,-11 10-40 0 0,0 0 0 0 0,0 0 1 0 0,-1 0-1 0 0,0-1 0 0 0,-1 1 1 0 0,0-1-1 0 0,0 0 0 0 0,0 0 0 0 0,1-13 1 0 0,-3 16 31 0 0,-1 1 1 0 0,1-1 0 0 0,-1 1 0 0 0,0-1-1 0 0,-1 0 1 0 0,1 1 0 0 0,-1-1-1 0 0,0 1 1 0 0,0-1 0 0 0,0 1-1 0 0,-1-1 1 0 0,1 1 0 0 0,-1 0-1 0 0,0 0 1 0 0,0 0 0 0 0,-1 0-1 0 0,1 0 1 0 0,-1 0 0 0 0,-4-4-1 0 0,6 6 13 0 0,-1 0-1 0 0,0 0 1 0 0,0 1 0 0 0,0-1-1 0 0,0 0 1 0 0,0 1-1 0 0,-1 0 1 0 0,1-1-1 0 0,0 1 1 0 0,-1 0-1 0 0,1 0 1 0 0,0 0-1 0 0,-1 0 1 0 0,0 1-1 0 0,1-1 1 0 0,-1 1-1 0 0,1 0 1 0 0,-1-1-1 0 0,0 1 1 0 0,1 0-1 0 0,-1 0 1 0 0,1 1-1 0 0,-1-1 1 0 0,0 1 0 0 0,1-1-1 0 0,-1 1 1 0 0,1 0-1 0 0,-1 0 1 0 0,1 0-1 0 0,0 0 1 0 0,-1 0-1 0 0,1 0 1 0 0,0 1-1 0 0,0-1 1 0 0,0 1-1 0 0,-2 2 1 0 0,-1 0 0 0 0,1 0 0 0 0,0 0 0 0 0,0 1 0 0 0,0-1 0 0 0,0 1 0 0 0,1 0 0 0 0,0 0 0 0 0,0 0 1 0 0,0 0-1 0 0,1 1 0 0 0,0-1 0 0 0,0 1 0 0 0,0 0 0 0 0,1 0 0 0 0,-2 6 0 0 0,3-4-4 0 0,-2 3 19 0 0,2 0 1 0 0,-1-1-1 0 0,1 1 1 0 0,1 0-1 0 0,3 18 1 0 0,-4-28-20 0 0,1 1 0 0 0,-1 0 0 0 0,1-1 0 0 0,0 1 0 0 0,-1-1 0 0 0,1 1 0 0 0,0 0 0 0 0,0-1 0 0 0,0 0 0 0 0,0 1 0 0 0,0-1 0 0 0,1 0 1 0 0,-1 1-1 0 0,0-1 0 0 0,1 0 0 0 0,-1 0 0 0 0,0 0 0 0 0,1 0 0 0 0,-1 0 0 0 0,1 0 0 0 0,0-1 0 0 0,-1 1 0 0 0,1 0 0 0 0,0-1 0 0 0,-1 0 0 0 0,1 1 0 0 0,0-1 0 0 0,0 0 1 0 0,-1 0-1 0 0,1 1 0 0 0,0-2 0 0 0,0 1 0 0 0,-1 0 0 0 0,1 0 0 0 0,0 0 0 0 0,0-1 0 0 0,-1 1 0 0 0,1-1 0 0 0,0 1 0 0 0,-1-1 0 0 0,1 0 0 0 0,2-2 0 0 0,1 1-51 0 0,-1 0-1 0 0,1-1 0 0 0,-1 0 0 0 0,0 0 0 0 0,1 0 0 0 0,-2-1 0 0 0,1 1 0 0 0,0-1 0 0 0,-1 0 0 0 0,1 0 0 0 0,-1 0 1 0 0,0-1-1 0 0,-1 1 0 0 0,1-1 0 0 0,3-8 0 0 0,-4 10 50 0 0,-1-1 1 0 0,0 1-1 0 0,0 0 1 0 0,0-1 0 0 0,0 1-1 0 0,0-1 1 0 0,0 1-1 0 0,-1-1 1 0 0,0 0-1 0 0,0 1 1 0 0,0-1-1 0 0,0 1 1 0 0,0-1-1 0 0,-1 0 1 0 0,0 1-1 0 0,1-1 1 0 0,-1 1-1 0 0,-1 0 1 0 0,1-1-1 0 0,0 1 1 0 0,-1 0-1 0 0,0 0 1 0 0,-3-5-1 0 0,5 7 3 0 0,-1-1-1 0 0,0 1 0 0 0,0 0 1 0 0,0 0-1 0 0,0 0 1 0 0,0 0-1 0 0,0 0 0 0 0,0 1 1 0 0,-1-1-1 0 0,1 0 0 0 0,0 0 1 0 0,0 1-1 0 0,-1-1 1 0 0,1 1-1 0 0,0-1 0 0 0,-1 1 1 0 0,1 0-1 0 0,0-1 1 0 0,-1 1-1 0 0,1 0 0 0 0,-1 0 1 0 0,1 0-1 0 0,0 0 0 0 0,-1 0 1 0 0,1 0-1 0 0,-2 1 1 0 0,1 0-1 0 0,-1 0 0 0 0,1 0 0 0 0,0 0 0 0 0,0 1 0 0 0,0-1 0 0 0,0 1 0 0 0,1 0 1 0 0,-1-1-1 0 0,0 1 0 0 0,1 0 0 0 0,-1 0 0 0 0,1 0 0 0 0,-2 4 0 0 0,-2 3 5 0 0,0 0-1 0 0,1 1 0 0 0,0 0 0 0 0,1 0 1 0 0,-4 19-1 0 0,6-22-55 0 0,0 0 0 0 0,1 1 0 0 0,0-1 0 0 0,0 0 0 0 0,1 0 0 0 0,-1 1 0 0 0,4 8 0 0 0,-4-16-183 0 0,1 1 212 0 0,-1-1 0 0 0,1 1 1 0 0,-1-1-1 0 0,1 1 0 0 0,-1-1 1 0 0,1 0-1 0 0,0 1 0 0 0,-1-1 1 0 0,1 0-1 0 0,-1 0 0 0 0,1 1 1 0 0,0-1-1 0 0,-1 0 0 0 0,1 0 1 0 0,0 0-1 0 0,-1 0 0 0 0,1 0 1 0 0,0 0-1 0 0,-1 0 0 0 0,1 0 1 0 0,0 0-1 0 0,-1 0 1 0 0,1 0-1 0 0,0-1 0 0 0,-1 1 1 0 0,1 0-1 0 0,0 0 0 0 0,-1-1 1 0 0,1 1-1 0 0,20-9-375 0 0,-17 7 326 0 0,-1-1 0 0 0,0 0 0 0 0,0-1 0 0 0,0 1 0 0 0,0 0 0 0 0,0-1 0 0 0,-1 0 0 0 0,0 1 0 0 0,1-1 1 0 0,-1 0-1 0 0,-1 0 0 0 0,1-1 0 0 0,-1 1 0 0 0,1 0 0 0 0,-1 0 0 0 0,0-6 0 0 0,0 8-14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8.445"/>
    </inkml:context>
    <inkml:brush xml:id="br0">
      <inkml:brushProperty name="width" value="0.035" units="cm"/>
      <inkml:brushProperty name="height" value="0.035" units="cm"/>
    </inkml:brush>
  </inkml:definitions>
  <inkml:trace contextRef="#ctx0" brushRef="#br0">74 28 8169 0 0,'0'0'3913'0'0,"-17"10"-3203"0"0,10-3-410 0 0,0-1 0 0 0,0 1 0 0 0,0 0 0 0 0,1 1-1 0 0,-9 14 1 0 0,14-20-182 0 0,1-1-105 0 0,-1 0-1 0 0,1-1 0 0 0,0 1 0 0 0,0 0 0 0 0,0 0 1 0 0,0 0-1 0 0,0-1 0 0 0,1 1 0 0 0,-1 0 1 0 0,0 0-1 0 0,0 0 0 0 0,0-1 0 0 0,1 1 0 0 0,-1 0 1 0 0,0 0-1 0 0,1-1 0 0 0,-1 1 0 0 0,1 0 1 0 0,-1-1-1 0 0,1 1 0 0 0,-1-1 0 0 0,1 1 0 0 0,0 0 1 0 0,1 0-7 0 0,0 0 0 0 0,0 0 0 0 0,1 0 0 0 0,-1-1 0 0 0,0 1-1 0 0,0-1 1 0 0,1 0 0 0 0,-1 1 0 0 0,0-1 0 0 0,1 0 0 0 0,-1 0 0 0 0,0 0 0 0 0,1-1 0 0 0,-1 1 0 0 0,0-1 0 0 0,1 1 0 0 0,-1-1 0 0 0,0 0 0 0 0,0 0 0 0 0,3-1 0 0 0,-1 0-6 0 0,0-1 1 0 0,1 1-1 0 0,-1-1 1 0 0,0 0-1 0 0,-1 0 1 0 0,1-1 0 0 0,-1 1-1 0 0,1-1 1 0 0,4-6-1 0 0,-7 8-2 0 0,1-1 0 0 0,0 1 0 0 0,-1-1 0 0 0,0 1 0 0 0,1-1 0 0 0,-1 1 0 0 0,0-1 0 0 0,0 0 0 0 0,-1 0 0 0 0,1 0 0 0 0,-1 1-1 0 0,1-1 1 0 0,-1 0 0 0 0,0 0 0 0 0,0-4 0 0 0,-1 6 3 0 0,1-1-1 0 0,-1 1 0 0 0,1-1 1 0 0,-1 0-1 0 0,0 1 1 0 0,0-1-1 0 0,0 1 0 0 0,0 0 1 0 0,0-1-1 0 0,0 1 1 0 0,0 0-1 0 0,0 0 0 0 0,0-1 1 0 0,-1 1-1 0 0,1 0 1 0 0,0 0-1 0 0,-1 0 0 0 0,1 1 1 0 0,-1-1-1 0 0,1 0 1 0 0,-1 0-1 0 0,1 1 0 0 0,-1-1 1 0 0,0 1-1 0 0,1 0 1 0 0,-1-1-1 0 0,-3 1 0 0 0,2 0-4 0 0,0 0-1 0 0,0 0 0 0 0,0 0 0 0 0,0 1 1 0 0,1-1-1 0 0,-1 1 0 0 0,0 0 1 0 0,0 0-1 0 0,0 0 0 0 0,1 0 0 0 0,-1 1 1 0 0,0-1-1 0 0,1 0 0 0 0,-1 1 1 0 0,1 0-1 0 0,0 0 0 0 0,-1 0 0 0 0,1 0 1 0 0,0 0-1 0 0,0 0 0 0 0,0 0 0 0 0,1 1 1 0 0,-1-1-1 0 0,0 1 0 0 0,-1 4 1 0 0,0-3 6 0 0,1 1 0 0 0,0-1 1 0 0,0 1-1 0 0,0-1 0 0 0,0 1 1 0 0,1 0-1 0 0,0 0 0 0 0,0-1 1 0 0,0 1-1 0 0,0 0 1 0 0,1 0-1 0 0,0 0 0 0 0,0 0 1 0 0,2 10-1 0 0,-2-15-3 0 0,0 1 1 0 0,0 0-1 0 0,0 0 0 0 0,1 0 0 0 0,-1-1 1 0 0,0 1-1 0 0,1 0 0 0 0,-1 0 0 0 0,0-1 1 0 0,1 1-1 0 0,-1 0 0 0 0,1-1 0 0 0,-1 1 1 0 0,1-1-1 0 0,0 1 0 0 0,-1 0 0 0 0,1-1 1 0 0,0 0-1 0 0,-1 1 0 0 0,1-1 0 0 0,0 1 1 0 0,-1-1-1 0 0,1 0 0 0 0,0 1 0 0 0,0-1 1 0 0,-1 0-1 0 0,1 0 0 0 0,0 1 0 0 0,0-1 1 0 0,0 0-1 0 0,1 0 0 0 0,0-1-6 0 0,1 1 0 0 0,-1-1 0 0 0,0 1 0 0 0,1-1 0 0 0,-1 0 0 0 0,0 0 0 0 0,1 0 1 0 0,-1-1-1 0 0,0 1 0 0 0,3-3 0 0 0,1 0-8 0 0,-1 0 0 0 0,0-1 0 0 0,0 0 1 0 0,0 0-1 0 0,-1 0 0 0 0,0-1 0 0 0,5-7 0 0 0,-8 10 16 0 0,0 1 0 0 0,0-1 1 0 0,-1 0-1 0 0,1 0 0 0 0,-1 0 0 0 0,1 0 0 0 0,-1 0 0 0 0,0 0 0 0 0,0 1 0 0 0,-1-1 0 0 0,1 0 0 0 0,-1 0 0 0 0,1 0 0 0 0,-1 0 0 0 0,0 0 0 0 0,0 1 0 0 0,0-1 0 0 0,-2-3 1 0 0,3 5-2 0 0,-1 0 0 0 0,0 0 1 0 0,0 0-1 0 0,1 0 0 0 0,-1 0 1 0 0,0 1-1 0 0,0-1 0 0 0,0 0 1 0 0,0 0-1 0 0,0 0 0 0 0,0 1 1 0 0,0-1-1 0 0,0 1 0 0 0,-1-1 1 0 0,1 1-1 0 0,0-1 1 0 0,0 1-1 0 0,0-1 0 0 0,-1 1 1 0 0,1 0-1 0 0,0 0 0 0 0,0 0 1 0 0,-1 0-1 0 0,1 0 0 0 0,0 0 1 0 0,0 0-1 0 0,-1 0 0 0 0,1 0 1 0 0,0 1-1 0 0,0-1 0 0 0,0 0 1 0 0,-1 1-1 0 0,1-1 1 0 0,0 1-1 0 0,0-1 0 0 0,0 1 1 0 0,0 0-1 0 0,0-1 0 0 0,0 1 1 0 0,0 0-1 0 0,0 0 0 0 0,-1 1 1 0 0,-3 3 8 0 0,0-1 1 0 0,1 1-1 0 0,-1 0 1 0 0,1 0-1 0 0,-6 11 1 0 0,9-15-10 0 0,0 0 0 0 0,1 0 1 0 0,-1 0-1 0 0,0 0 0 0 0,1 0 1 0 0,-1 0-1 0 0,1 0 0 0 0,-1 0 0 0 0,1 0 1 0 0,0 0-1 0 0,-1 0 0 0 0,1 0 1 0 0,0 0-1 0 0,0 0 0 0 0,-1 1 1 0 0,1-1-1 0 0,0 0 0 0 0,0 0 0 0 0,0 0 1 0 0,1 0-1 0 0,-1 0 0 0 0,0 0 1 0 0,0 1-1 0 0,1-1 0 0 0,-1 0 1 0 0,0 0-1 0 0,1 0 0 0 0,-1 0 0 0 0,1 0 1 0 0,0 0-1 0 0,-1 0 0 0 0,1 0 1 0 0,0 0-1 0 0,-1-1 0 0 0,1 1 1 0 0,0 0-1 0 0,0 0 0 0 0,0-1 0 0 0,0 1 1 0 0,1 1-1 0 0,0-2-2 0 0,0 0 1 0 0,0 0-1 0 0,-1 0 1 0 0,1 0-1 0 0,0 0 1 0 0,0 0-1 0 0,-1 0 1 0 0,1-1-1 0 0,0 1 0 0 0,0 0 1 0 0,-1-1-1 0 0,1 0 1 0 0,-1 1-1 0 0,1-1 1 0 0,0 0-1 0 0,-1 0 1 0 0,1 0-1 0 0,-1 0 0 0 0,0 0 1 0 0,1 0-1 0 0,-1 0 1 0 0,0-1-1 0 0,0 1 1 0 0,0 0-1 0 0,0-1 1 0 0,0 1-1 0 0,1-2 0 0 0,-1 2 2 0 0,0 0-1 0 0,0 0 1 0 0,-1 0-1 0 0,1 0 1 0 0,0 0-1 0 0,0 0 1 0 0,-1 0-1 0 0,1 0 0 0 0,-1 0 1 0 0,1 0-1 0 0,-1 0 1 0 0,0 0-1 0 0,1 0 1 0 0,-1 0-1 0 0,0-1 1 0 0,0 1-1 0 0,0 0 0 0 0,1 0 1 0 0,-1 0-1 0 0,-1 0 1 0 0,1-1-1 0 0,0 1 1 0 0,0 0-1 0 0,0 0 0 0 0,-1 0 1 0 0,1 0-1 0 0,0 0 1 0 0,-1-1-1 0 0,1 1 1 0 0,-1 0-1 0 0,1 0 1 0 0,-1 0-1 0 0,0 0 0 0 0,1 0 1 0 0,-1 1-1 0 0,0-1 1 0 0,0 0-1 0 0,-1-1 1 0 0,2 2-1 0 0,-1-1 1 0 0,0 1-1 0 0,1 0 1 0 0,-1 0-1 0 0,0 0 1 0 0,1-1-1 0 0,-1 1 1 0 0,0 0-1 0 0,1 0 1 0 0,-1 0-1 0 0,0 0 1 0 0,1 0-1 0 0,-1 0 1 0 0,0 1-1 0 0,0-1 1 0 0,1 0-1 0 0,-1 0 1 0 0,0 0-1 0 0,1 1 1 0 0,-1-1-1 0 0,1 0 1 0 0,-1 0-1 0 0,0 1 1 0 0,1-1-1 0 0,-1 1 1 0 0,1-1-1 0 0,-1 1 1 0 0,1-1-1 0 0,-1 1 1 0 0,1-1-1 0 0,-1 1 1 0 0,1-1 0 0 0,0 1-1 0 0,-1-1 1 0 0,1 1-1 0 0,0 0 1 0 0,-1-1-1 0 0,1 1 1 0 0,0 1-1 0 0,-7 24-12 0 0,6-24-75 0 0,3 10-7283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09.420"/>
    </inkml:context>
    <inkml:brush xml:id="br0">
      <inkml:brushProperty name="width" value="0.035" units="cm"/>
      <inkml:brushProperty name="height" value="0.035" units="cm"/>
    </inkml:brush>
  </inkml:definitions>
  <inkml:trace contextRef="#ctx0" brushRef="#br0">258 53 5044 0 0,'0'0'193'0'0,"-21"-37"5030"0"0,17 35-5074 0 0,0 0 1 0 0,0 0-1 0 0,0 0 1 0 0,0 0 0 0 0,0 1-1 0 0,0 0 1 0 0,0 0-1 0 0,0 0 1 0 0,0 0 0 0 0,-1 1-1 0 0,1 0 1 0 0,0-1-1 0 0,0 2 1 0 0,-1-1 0 0 0,1 0-1 0 0,0 1 1 0 0,0 0-1 0 0,-1 0 1 0 0,1 0 0 0 0,0 0-1 0 0,-5 3 1 0 0,3-1 5 0 0,1 0 1 0 0,-1 0 0 0 0,1 0 0 0 0,-1 1-1 0 0,1-1 1 0 0,0 2 0 0 0,0-1-1 0 0,1 0 1 0 0,-1 1 0 0 0,1 0 0 0 0,0 0-1 0 0,1 0 1 0 0,-5 7 0 0 0,1 1 168 0 0,1 1-1 0 0,1-1 1 0 0,0 1 0 0 0,1 0 0 0 0,0 1-1 0 0,2-1 1 0 0,-1 1 0 0 0,2-1-1 0 0,0 1 1 0 0,0 0 0 0 0,1-1 0 0 0,1 1-1 0 0,5 25 1 0 0,-6-37-295 0 0,1 0 0 0 0,0 0 0 0 0,-1 0 0 0 0,1 0-1 0 0,0 0 1 0 0,0 0 0 0 0,1 0 0 0 0,-1 0 0 0 0,1-1 0 0 0,-1 1-1 0 0,1 0 1 0 0,0-1 0 0 0,0 0 0 0 0,0 1 0 0 0,0-1 0 0 0,0 0-1 0 0,1 0 1 0 0,-1 0 0 0 0,1 0 0 0 0,-1-1 0 0 0,1 1 0 0 0,0 0 0 0 0,-1-1-1 0 0,1 0 1 0 0,0 0 0 0 0,0 0 0 0 0,0 0 0 0 0,0 0 0 0 0,0-1-1 0 0,0 1 1 0 0,0-1 0 0 0,5 0 0 0 0,-2-1-23 0 0,1 0 1 0 0,-1 0-1 0 0,0-1 1 0 0,0 1-1 0 0,0-2 1 0 0,0 1 0 0 0,0 0-1 0 0,0-1 1 0 0,-1 0-1 0 0,1-1 1 0 0,-1 1-1 0 0,0-1 1 0 0,0 0-1 0 0,6-7 1 0 0,-3 4-16 0 0,-1-1 0 0 0,0 1 1 0 0,-1-2-1 0 0,1 1 0 0 0,-1-1 1 0 0,-1 0-1 0 0,0 0 0 0 0,5-12 1 0 0,-9 15 3 0 0,1 0 0 0 0,-1 0 1 0 0,0 0-1 0 0,0 0 0 0 0,-1 0 0 0 0,1 0 1 0 0,-1 0-1 0 0,-1 0 0 0 0,1 0 1 0 0,-1 0-1 0 0,0 0 0 0 0,-1 0 0 0 0,1 0 1 0 0,-1 0-1 0 0,-5-9 0 0 0,3 3 4 0 0,-1 0 0 0 0,-1 1 0 0 0,0 0 0 0 0,-1-1 0 0 0,0 2 0 0 0,-10-13-1 0 0,14 21 10 0 0,1 0 0 0 0,0 0 0 0 0,0 0 0 0 0,-1 0-1 0 0,1 0 1 0 0,-1 1 0 0 0,0-1 0 0 0,1 1-1 0 0,-1 0 1 0 0,0 0 0 0 0,0 0 0 0 0,0 0 0 0 0,0 0-1 0 0,0 0 1 0 0,0 1 0 0 0,0 0 0 0 0,0-1-1 0 0,0 1 1 0 0,0 0 0 0 0,0 1 0 0 0,0-1-1 0 0,0 0 1 0 0,0 1 0 0 0,0 0 0 0 0,0-1 0 0 0,0 1-1 0 0,0 1 1 0 0,1-1 0 0 0,-1 0 0 0 0,0 1-1 0 0,0-1 1 0 0,-2 3 0 0 0,-4 2 11 0 0,1 1-1 0 0,0-1 1 0 0,0 1 0 0 0,0 1 0 0 0,1 0-1 0 0,0 0 1 0 0,1 0 0 0 0,0 1 0 0 0,0 0-1 0 0,1 0 1 0 0,0 0 0 0 0,0 1-1 0 0,1 0 1 0 0,0-1 0 0 0,1 2 0 0 0,0-1-1 0 0,1 0 1 0 0,0 1 0 0 0,1-1 0 0 0,0 1-1 0 0,1 20 1 0 0,0-29-22 0 0,0 1 0 0 0,0-1-1 0 0,0 0 1 0 0,0 1 0 0 0,1-1 0 0 0,-1 0 0 0 0,1 0 0 0 0,-1 0-1 0 0,1 1 1 0 0,0-1 0 0 0,0 0 0 0 0,0 0 0 0 0,0 0-1 0 0,0 0 1 0 0,1 0 0 0 0,-1 0 0 0 0,0-1 0 0 0,1 1-1 0 0,0 0 1 0 0,-1-1 0 0 0,4 3 0 0 0,-2-3-87 0 0,-1 0 0 0 0,0-1 1 0 0,1 1-1 0 0,-1-1 0 0 0,0 0 0 0 0,1 1 0 0 0,-1-1 1 0 0,1 0-1 0 0,-1 0 0 0 0,0 0 0 0 0,1-1 1 0 0,-1 1-1 0 0,1-1 0 0 0,-1 1 0 0 0,0-1 0 0 0,5-2 1 0 0,3-2-599 0 0,1 0 0 0 0,0-1 0 0 0,-1 0 0 0 0,0-1 0 0 0,-1 0 0 0 0,15-15 0 0 0,-15 13 376 0 0,-1 0 0 0 0,0-1 0 0 0,0 0 0 0 0,-1 0-1 0 0,-1 0 1 0 0,8-16 0 0 0,-12 22 314 0 0,0 0 1 0 0,-1 0-1 0 0,1-1 0 0 0,-1 1 0 0 0,0 0 0 0 0,0-1 0 0 0,-1 1 1 0 0,1 0-1 0 0,-1-1 0 0 0,0 1 0 0 0,0-1 0 0 0,0 1 1 0 0,-1 0-1 0 0,0-1 0 0 0,0 1 0 0 0,0 0 0 0 0,0-1 0 0 0,0 1 1 0 0,-1 0-1 0 0,0 0 0 0 0,-4-7 0 0 0,4 9 23 0 0,1-1 0 0 0,-1 1 0 0 0,0 0 0 0 0,1 0-1 0 0,-1 0 1 0 0,0 0 0 0 0,-1 0 0 0 0,1 0 0 0 0,0 0 0 0 0,0 1-1 0 0,-1-1 1 0 0,1 1 0 0 0,-1-1 0 0 0,0 1 0 0 0,1 0 0 0 0,-1 0-1 0 0,0 0 1 0 0,1 1 0 0 0,-1-1 0 0 0,0 1 0 0 0,-4-1 0 0 0,3 1 17 0 0,0 1 1 0 0,-1 0 0 0 0,1 0 0 0 0,0 0-1 0 0,0 0 1 0 0,0 0 0 0 0,0 1 0 0 0,0 0 0 0 0,0 0-1 0 0,0 0 1 0 0,1 0 0 0 0,-7 6 0 0 0,3-3-172 0 0,0 1 0 0 0,1 0 0 0 0,0 0 0 0 0,0 1 0 0 0,0 0 0 0 0,1 0 0 0 0,0 0 0 0 0,1 1 0 0 0,-1-1 0 0 0,2 1 0 0 0,-1 0 0 0 0,1 0 0 0 0,-3 11 1 0 0,4-4-2853 0 0,-2-3 1174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0.218"/>
    </inkml:context>
    <inkml:brush xml:id="br0">
      <inkml:brushProperty name="width" value="0.035" units="cm"/>
      <inkml:brushProperty name="height" value="0.035" units="cm"/>
    </inkml:brush>
  </inkml:definitions>
  <inkml:trace contextRef="#ctx0" brushRef="#br0">267 60 7701 0 0,'0'-3'258'0'0,"-1"1"0"0"0,1-1 0 0 0,-1 0 0 0 0,1 1 1 0 0,-1-1-1 0 0,0 1 0 0 0,0-1 0 0 0,0 1 0 0 0,0-1 0 0 0,0 1 1 0 0,0 0-1 0 0,-1 0 0 0 0,1-1 0 0 0,-1 1 0 0 0,0 0 0 0 0,1 0 1 0 0,-1 1-1 0 0,0-1 0 0 0,0 0 0 0 0,0 0 0 0 0,-1 1 1 0 0,1 0-1 0 0,0-1 0 0 0,-1 1 0 0 0,1 0 0 0 0,0 0 0 0 0,-1 0 1 0 0,1 0-1 0 0,-1 1 0 0 0,0-1 0 0 0,1 1 0 0 0,-1-1 0 0 0,1 1 1 0 0,-1 0-1 0 0,-3 0 0 0 0,1 1-56 0 0,1-1 0 0 0,-1 1 0 0 0,0 1 0 0 0,0-1 1 0 0,0 1-1 0 0,1-1 0 0 0,-1 1 0 0 0,1 1 0 0 0,-1-1 0 0 0,1 1 0 0 0,0-1 0 0 0,0 1 1 0 0,0 0-1 0 0,1 1 0 0 0,-1-1 0 0 0,1 1 0 0 0,-6 6 0 0 0,-81 139 2538 0 0,88-146-2509 0 0,-19 34-1577 0 0,16-17-2890 0 0,5-20 3927 0 0,-1 1-1 0 0,1-1 1 0 0,0 1-1 0 0,0-1 1 0 0,0 1 0 0 0,0-1-1 0 0,0 1 1 0 0,1-1-1 0 0,-1 1 1 0 0,0-1 0 0 0,0 1-1 0 0,0-1 1 0 0,0 1-1 0 0,1-1 1 0 0,-1 1 0 0 0,0-1-1 0 0,0 1 1 0 0,1-1-1 0 0,-1 1 1 0 0,0-1 0 0 0,1 0-1 0 0,-1 1 1 0 0,0-1-1 0 0,1 1 1 0 0,0-1 0 0 0,2 2-1920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0.577"/>
    </inkml:context>
    <inkml:brush xml:id="br0">
      <inkml:brushProperty name="width" value="0.035" units="cm"/>
      <inkml:brushProperty name="height" value="0.035" units="cm"/>
    </inkml:brush>
  </inkml:definitions>
  <inkml:trace contextRef="#ctx0" brushRef="#br0">24 4 6557 0 0,'0'0'8498'0'0,"0"0"-8200"0"0,-1-1 0 0 0,0 1 0 0 0,0-1 1 0 0,0 1-1 0 0,0 0 0 0 0,0-1 0 0 0,0 1 0 0 0,0 0 1 0 0,1 0-1 0 0,-1 0 0 0 0,0 0 0 0 0,0 0 1 0 0,0 0-1 0 0,0 0 0 0 0,0 0 0 0 0,-2 0 1 0 0,2 2-211 0 0,1-1 1 0 0,-1 0-1 0 0,0 1 1 0 0,0-1-1 0 0,1 1 1 0 0,-1-1 0 0 0,1 1-1 0 0,-1-1 1 0 0,1 1-1 0 0,0-1 1 0 0,-1 1-1 0 0,1-1 1 0 0,0 1 0 0 0,0 0-1 0 0,0-1 1 0 0,1 1-1 0 0,-1-1 1 0 0,0 1-1 0 0,0-1 1 0 0,1 1 0 0 0,-1-1-1 0 0,1 1 1 0 0,-1-1-1 0 0,1 1 1 0 0,0-1-1 0 0,0 1 1 0 0,-1-1 0 0 0,1 0-1 0 0,2 3 1 0 0,1 2 180 0 0,1 0 1 0 0,-1 0-1 0 0,1 0 0 0 0,0 0 1 0 0,6 5-1 0 0,0-3 12 0 0,1-1-1 0 0,0 0 1 0 0,0-1-1 0 0,0 0 1 0 0,1 0-1 0 0,0-2 1 0 0,0 1-1 0 0,21 3 1 0 0,40 4-1150 0 0,-3-5-7140 0 0,-56-5 4876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3.444"/>
    </inkml:context>
    <inkml:brush xml:id="br0">
      <inkml:brushProperty name="width" value="0.035" units="cm"/>
      <inkml:brushProperty name="height" value="0.035" units="cm"/>
    </inkml:brush>
  </inkml:definitions>
  <inkml:trace contextRef="#ctx0" brushRef="#br0">30 112 5000 0 0,'-29'6'19734'0'0,"44"-5"-19478"0"0,15-2 61 0 0,0-2 0 0 0,-1 0 0 0 0,37-10 0 0 0,-1-3-2801 0 0,-42 10 623 0 0,-23 6 1843 0 0,1 0-1 0 0,0 0 1 0 0,-1 0-1 0 0,1 0 0 0 0,-1 0 1 0 0,1 0-1 0 0,-1 0 1 0 0,1 0-1 0 0,-1 0 0 0 0,1-1 1 0 0,-1 1-1 0 0,1 0 0 0 0,-1 0 1 0 0,1-1-1 0 0,-1 1 1 0 0,1 0-1 0 0,-1 0 0 0 0,0-1 1 0 0,1 1-1 0 0,-1-1 1 0 0,1 1-1 0 0,-1 0 0 0 0,0-1 1 0 0,0 1-1 0 0,1-1 1 0 0,-1 1-1 0 0,0-1 0 0 0,1 1 1 0 0,-1 0-1 0 0,0-1 1 0 0,0 1-1 0 0,0-1 0 0 0,0 0 1 0 0,0 1-1 0 0,1-1 1 0 0,-1 1-1 0 0,0-1 0 0 0,0 1 1 0 0,0-1-1 0 0,0 1 1 0 0,0-1-1 0 0,-1 1 0 0 0,1-1 1 0 0,0 1-1 0 0,0-1 1 0 0,0 1-1 0 0,0-1 0 0 0,0 1 1 0 0,-1-1-1 0 0,1 1 1 0 0,0-1-1 0 0,-1 1 0 0 0,1-1 1 0 0,0 1-1 0 0,-1 0 1 0 0,1-1-1 0 0,-1 0 0 0 0,-30-25 80 0 0,20 17 159 0 0,10 9-167 0 0,1-1-1 0 0,-1 1 1 0 0,1 0-1 0 0,-1 0 0 0 0,1-1 1 0 0,0 1-1 0 0,-1-1 1 0 0,1 1-1 0 0,-1 0 0 0 0,1-1 1 0 0,0 1-1 0 0,-1-1 1 0 0,1 1-1 0 0,0-1 1 0 0,-1 1-1 0 0,1 0 0 0 0,0-1 1 0 0,0 0-1 0 0,0 1 1 0 0,0-1-1 0 0,-1 1 1 0 0,1-1-1 0 0,0 1 0 0 0,0-1 1 0 0,0 1-1 0 0,0-1 1 0 0,0 1-1 0 0,0-1 0 0 0,0 1 1 0 0,0-1-1 0 0,0 1 1 0 0,1-1-1 0 0,-1 0 1 0 0,18-2 1192 0 0,-13 3-1099 0 0,0 1-1 0 0,0 0 1 0 0,0 0 0 0 0,0 0-1 0 0,-1 1 1 0 0,10 3-1 0 0,-12-3 3 0 0,-1-1-163 0 0,0-1 0 0 0,0 1 0 0 0,0 0 1 0 0,0 0-1 0 0,-1 0 0 0 0,1 0 0 0 0,0 0 1 0 0,0 0-1 0 0,-1 0 0 0 0,1 0 1 0 0,-1 0-1 0 0,1 0 0 0 0,-1 0 0 0 0,1 1 1 0 0,-1-1-1 0 0,0 0 0 0 0,1 0 0 0 0,-1 0 1 0 0,0 2-1 0 0,5 24-256 0 0,-5-22 144 0 0,0-1 0 0 0,0 1 0 0 0,0-1 0 0 0,-1 0 0 0 0,1 1 0 0 0,-1-1 0 0 0,0 0 0 0 0,-1 1 0 0 0,1-1 0 0 0,-1 0 0 0 0,1 0 0 0 0,-1 0 0 0 0,0 0 0 0 0,-5 5 0 0 0,5-5-750 0 0,-1-1 1 0 0,0 0-1 0 0,-1 0 1 0 0,1 0-1 0 0,-1 0 1 0 0,1-1-1 0 0,-1 1 1 0 0,0-1-1 0 0,-4 2 1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4.614"/>
    </inkml:context>
    <inkml:brush xml:id="br0">
      <inkml:brushProperty name="width" value="0.035" units="cm"/>
      <inkml:brushProperty name="height" value="0.035" units="cm"/>
    </inkml:brush>
  </inkml:definitions>
  <inkml:trace contextRef="#ctx0" brushRef="#br0">87 80 6557 0 0,'-5'0'785'0'0,"1"-1"0"0"0,0 0 1 0 0,0 0-1 0 0,0 0 1 0 0,0 0-1 0 0,0 0 0 0 0,0-1 1 0 0,0 0-1 0 0,1 0 1 0 0,-1 0-1 0 0,-5-4 0 0 0,8 5-381 0 0,1-1-251 0 0,0 0 0 0 0,1-1 0 0 0,-1 1 0 0 0,0 0 0 0 0,1 0 0 0 0,-1 0 0 0 0,1 0 0 0 0,0 0 0 0 0,0 0 0 0 0,0 0 0 0 0,2-3 0 0 0,-1 2-85 0 0,1 0 0 0 0,-1 1 0 0 0,1-1 0 0 0,0 1 0 0 0,0 0 0 0 0,0 0 0 0 0,1 0 0 0 0,-1 0 0 0 0,0 0 0 0 0,1 1 0 0 0,-1 0 0 0 0,1-1 0 0 0,-1 1 0 0 0,1 1 0 0 0,0-1 0 0 0,-1 0 0 0 0,1 1 0 0 0,0 0 0 0 0,0 0 0 0 0,-1 0 0 0 0,1 0-1 0 0,0 1 1 0 0,-1-1 0 0 0,1 1 0 0 0,5 1 0 0 0,-7 0-47 0 0,1-1-1 0 0,-1 0 1 0 0,0 0-1 0 0,1 1 0 0 0,-1 0 1 0 0,0-1-1 0 0,0 1 0 0 0,0 0 1 0 0,0 0-1 0 0,0 0 1 0 0,0 0-1 0 0,0 0 0 0 0,-1 1 1 0 0,1-1-1 0 0,-1 1 1 0 0,1-1-1 0 0,-1 1 0 0 0,0-1 1 0 0,0 1-1 0 0,0-1 1 0 0,-1 1-1 0 0,1 0 0 0 0,-1 0 1 0 0,1-1-1 0 0,-1 1 0 0 0,0 0 1 0 0,0 0-1 0 0,0 0 1 0 0,0-1-1 0 0,-1 1 0 0 0,1 0 1 0 0,-1 0-1 0 0,0-1 1 0 0,-1 6-1 0 0,-2-2-12 0 0,1 1 0 0 0,-1 0 1 0 0,0 0-1 0 0,0-1 0 0 0,-1 0 0 0 0,0 0 1 0 0,0 0-1 0 0,-1-1 0 0 0,1 0 0 0 0,-1 0 1 0 0,0 0-1 0 0,-11 6 0 0 0,0 2-14 0 0,16-12-54 0 0,-6 1-278 0 0,17-5 258 0 0,-5 1 126 0 0,0-1 0 0 0,0 1 0 0 0,1 0 1 0 0,-1 1-1 0 0,0 0 0 0 0,1-1 0 0 0,-1 1 1 0 0,1 1-1 0 0,0-1 0 0 0,-1 1 0 0 0,10 1 1 0 0,-13-1-26 0 0,1 1 0 0 0,-1 0 0 0 0,1-1 0 0 0,-1 1 0 0 0,1 0 1 0 0,-1 0-1 0 0,0 0 0 0 0,0 1 0 0 0,1-1 0 0 0,-1 0 1 0 0,0 1-1 0 0,0-1 0 0 0,0 1 0 0 0,0 0 0 0 0,-1 0 0 0 0,1 0 1 0 0,0 0-1 0 0,-1 0 0 0 0,0 0 0 0 0,1 0 0 0 0,-1 0 1 0 0,0 1-1 0 0,0-1 0 0 0,0 0 0 0 0,0 1 0 0 0,0-1 0 0 0,0 6 1 0 0,-1-5-11 0 0,0 0 0 0 0,-1 0 0 0 0,1 0 0 0 0,-1 1 0 0 0,1-1 0 0 0,-1 0 0 0 0,0 0 0 0 0,0 0 0 0 0,0 0 0 0 0,-1 0 0 0 0,1 0 0 0 0,-1 0 0 0 0,0-1 0 0 0,1 1-1 0 0,-1-1 1 0 0,-1 1 0 0 0,1-1 0 0 0,0 1 0 0 0,0-1 0 0 0,-1 0 0 0 0,1 0 0 0 0,-1 0 0 0 0,0-1 0 0 0,-3 2 0 0 0,-7 6-59 0 0,0-1-1 0 0,-1-1 0 0 0,-23 9 1 0 0,-7-4-1680 0 0,41-12 1194 0 0,1 0 1 0 0,0 1-1 0 0,0-1 1 0 0,0 0-1 0 0,0 0 1 0 0,0-1-1 0 0,0 1 1 0 0,-1 0 0 0 0,1-1-1 0 0,0 1 1 0 0,0-1-1 0 0,0 0 1 0 0,0 0-1 0 0,0 1 1 0 0,0-1-1 0 0,1-1 1 0 0,-1 1-1 0 0,-2-2 1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5.109"/>
    </inkml:context>
    <inkml:brush xml:id="br0">
      <inkml:brushProperty name="width" value="0.035" units="cm"/>
      <inkml:brushProperty name="height" value="0.035" units="cm"/>
    </inkml:brush>
  </inkml:definitions>
  <inkml:trace contextRef="#ctx0" brushRef="#br0">1 81 6649 0 0,'0'0'5571'0'0,"0"-20"-4390"0"0,0 17-1075 0 0,0 1 1 0 0,0-1-1 0 0,1 1 1 0 0,-1-1-1 0 0,1 0 1 0 0,-1 1-1 0 0,1-1 1 0 0,0 1-1 0 0,0 0 1 0 0,0-1 0 0 0,0 1-1 0 0,1 0 1 0 0,-1 0-1 0 0,0-1 1 0 0,1 1-1 0 0,0 0 1 0 0,-1 0-1 0 0,1 1 1 0 0,0-1-1 0 0,0 0 1 0 0,0 1 0 0 0,0-1-1 0 0,0 1 1 0 0,1-1-1 0 0,-1 1 1 0 0,0 0-1 0 0,1 0 1 0 0,-1 0-1 0 0,1 0 1 0 0,-1 1-1 0 0,1-1 1 0 0,-1 1-1 0 0,1-1 1 0 0,4 1 0 0 0,-3 0 1833 0 0,18 15-1549 0 0,-20-14-383 0 0,0 1 0 0 0,1 0 1 0 0,-1 0-1 0 0,0 0 0 0 0,0 1 0 0 0,-1-1 0 0 0,1 0 0 0 0,0 1 0 0 0,-1-1 0 0 0,1 1 1 0 0,-1 0-1 0 0,0-1 0 0 0,0 1 0 0 0,0 0 0 0 0,0 0 0 0 0,0 0 0 0 0,-1-1 1 0 0,0 1-1 0 0,1 0 0 0 0,-1 0 0 0 0,0 0 0 0 0,0 0 0 0 0,0 0 0 0 0,-1 0 0 0 0,1 0 1 0 0,-2 3-1 0 0,0 0-2 0 0,0-1 0 0 0,-1 1 0 0 0,0-1 0 0 0,0 0 0 0 0,0 0 0 0 0,-1 0 0 0 0,0 0 0 0 0,0 0 0 0 0,0-1 0 0 0,0 0 0 0 0,-9 7 0 0 0,-7 4-693 0 0,28-25 256 0 0,30-23 220 0 0,-36 31 1254 0 0,-1 2-1027 0 0,-1-1 1 0 0,1 1-1 0 0,-1-1 0 0 0,1 1 0 0 0,-1-1 0 0 0,1 1 1 0 0,-1 0-1 0 0,1-1 0 0 0,-1 1 0 0 0,1 0 1 0 0,0 0-1 0 0,-1-1 0 0 0,1 1 0 0 0,-1 0 1 0 0,1 0-1 0 0,0 0 0 0 0,-1 0 0 0 0,1 0 0 0 0,0 0 1 0 0,-1 0-1 0 0,1 0 0 0 0,0 0 0 0 0,-1 0 1 0 0,1 0-1 0 0,0 0 0 0 0,-1 1 0 0 0,1-1 0 0 0,0 1 1 0 0,21 4 112 0 0,-20-4-104 0 0,0 0-1 0 0,1 0 1 0 0,-1 0 0 0 0,0 0-1 0 0,0 0 1 0 0,0 1 0 0 0,0-1-1 0 0,0 1 1 0 0,0 0-1 0 0,0-1 1 0 0,-1 1 0 0 0,1 0-1 0 0,-1 0 1 0 0,1 0-1 0 0,-1 0 1 0 0,0 0 0 0 0,1 1-1 0 0,-1-1 1 0 0,0 0 0 0 0,-1 0-1 0 0,1 1 1 0 0,0-1-1 0 0,-1 1 1 0 0,1-1 0 0 0,-1 1-1 0 0,0-1 1 0 0,1 0 0 0 0,-1 1-1 0 0,-1-1 1 0 0,1 1-1 0 0,0-1 1 0 0,-1 1 0 0 0,0 4-1 0 0,-2-2-17 0 0,1 0 1 0 0,-1 0-1 0 0,0 0 0 0 0,0 0 0 0 0,0-1 1 0 0,-1 1-1 0 0,0-1 0 0 0,0 1 0 0 0,0-1 0 0 0,0-1 1 0 0,-1 1-1 0 0,1-1 0 0 0,-1 1 0 0 0,-6 2 1 0 0,-19 8-2238 0 0,7-10-6560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5.516"/>
    </inkml:context>
    <inkml:brush xml:id="br0">
      <inkml:brushProperty name="width" value="0.035" units="cm"/>
      <inkml:brushProperty name="height" value="0.035" units="cm"/>
    </inkml:brush>
  </inkml:definitions>
  <inkml:trace contextRef="#ctx0" brushRef="#br0">36 0 14645 0 0,'0'0'6844'0'0,"-10"8"-6400"0"0,3-2-2885 0 0,-6 4 1577 0 0,7-7-3597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5.947"/>
    </inkml:context>
    <inkml:brush xml:id="br0">
      <inkml:brushProperty name="width" value="0.035" units="cm"/>
      <inkml:brushProperty name="height" value="0.035" units="cm"/>
    </inkml:brush>
  </inkml:definitions>
  <inkml:trace contextRef="#ctx0" brushRef="#br0">82 209 6425 0 0,'0'-4'223'0'0,"-5"-38"412"0"0,2 31-120 0 0,1 0 1 0 0,1 1 0 0 0,0-1 0 0 0,1 0-1 0 0,0 0 1 0 0,0 0 0 0 0,1 0 0 0 0,1 0-1 0 0,-1 0 1 0 0,6-15 0 0 0,-6 24-415 0 0,0 1 1 0 0,0-1-1 0 0,-1 0 0 0 0,1 1 1 0 0,1-1-1 0 0,-1 1 0 0 0,0-1 1 0 0,0 1-1 0 0,0 0 0 0 0,1-1 1 0 0,-1 1-1 0 0,1 0 0 0 0,-1 0 1 0 0,1 0-1 0 0,-1 0 0 0 0,1 0 1 0 0,0 0-1 0 0,-1 1 0 0 0,1-1 1 0 0,0 0-1 0 0,0 1 0 0 0,-1-1 1 0 0,5 1-1 0 0,-5 0-38 0 0,0 0 0 0 0,0 0 0 0 0,0 0 0 0 0,1 0 0 0 0,-1 0 0 0 0,0 1 0 0 0,0-1 0 0 0,0 1 0 0 0,1-1 0 0 0,-1 1 0 0 0,0-1 0 0 0,0 1 0 0 0,0-1 0 0 0,0 1 0 0 0,0 0 0 0 0,0 0 0 0 0,0 0 0 0 0,0-1 0 0 0,-1 1 0 0 0,1 0 0 0 0,0 0 0 0 0,0 0 0 0 0,-1 0 0 0 0,1 0 0 0 0,-1 0 0 0 0,1 1 0 0 0,-1-1 0 0 0,1 0 0 0 0,-1 0 0 0 0,0 0 0 0 0,1 0 0 0 0,-1 1 0 0 0,0 0 0 0 0,1 4 17 0 0,-1 0 0 0 0,0 0 1 0 0,0 0-1 0 0,-1 0 1 0 0,1 0-1 0 0,-1 0 0 0 0,-1-1 1 0 0,1 1-1 0 0,-1 0 1 0 0,0-1-1 0 0,0 1 1 0 0,-1-1-1 0 0,0 1 0 0 0,1-1 1 0 0,-2 0-1 0 0,-6 9 1 0 0,-3 6-26 0 0,12-19-59 0 0,1 0-1 0 0,-1-1 1 0 0,1 1 0 0 0,-1 0 0 0 0,1-1 0 0 0,-1 1 0 0 0,1 0-1 0 0,0 0 1 0 0,0 0 0 0 0,-1-1 0 0 0,1 1 0 0 0,0 0 0 0 0,0 0 0 0 0,0 0-1 0 0,0 0 1 0 0,0 0 0 0 0,0-1 0 0 0,0 1 0 0 0,0 0 0 0 0,0 0-1 0 0,1 0 1 0 0,-1 0 0 0 0,0-1 0 0 0,0 1 0 0 0,1 0 0 0 0,-1 0 0 0 0,1-1-1 0 0,-1 1 1 0 0,1 0 0 0 0,-1 0 0 0 0,1-1 0 0 0,-1 1 0 0 0,1-1-1 0 0,-1 1 1 0 0,1 0 0 0 0,0-1 0 0 0,-1 1 0 0 0,1-1 0 0 0,0 1-1 0 0,-1-1 1 0 0,1 0 0 0 0,0 1 0 0 0,0-1 0 0 0,0 0 0 0 0,-1 1 0 0 0,1-1-1 0 0,0 0 1 0 0,0 0 0 0 0,0 0 0 0 0,1 0 0 0 0,56 7 536 0 0,-36-5-395 0 0,-18-2-80 0 0,0 1 0 0 0,-1 0 0 0 0,1 0 0 0 0,0 1 0 0 0,-1-1 0 0 0,0 1 0 0 0,1 0 0 0 0,-1 0 0 0 0,4 3 0 0 0,-6-4-16 0 0,0 0 1 0 0,0 0-1 0 0,0 0 0 0 0,0 0 1 0 0,0 0-1 0 0,0 0 0 0 0,-1 0 0 0 0,1 1 1 0 0,0-1-1 0 0,-1 0 0 0 0,1 1 1 0 0,-1-1-1 0 0,1 0 0 0 0,-1 1 1 0 0,0-1-1 0 0,1 1 0 0 0,-1 2 1 0 0,-1 1 44 0 0,0 0 0 0 0,0 0 0 0 0,0 0 0 0 0,-1-1 0 0 0,0 1 0 0 0,0 0 0 0 0,0 0 0 0 0,-1-1 1 0 0,1 0-1 0 0,-1 1 0 0 0,0-1 0 0 0,-4 4 0 0 0,1-1-88 0 0,0 0 0 0 0,-1-1 0 0 0,1 0-1 0 0,-2 0 1 0 0,1-1 0 0 0,0 1 0 0 0,-1-2 0 0 0,0 1 0 0 0,-1-1 0 0 0,-10 4-1 0 0,-36 11-1918 0 0,3-6-3675 0 0,46-12 4642 0 0,2 0-1060 0 0,-5-1-110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6.332"/>
    </inkml:context>
    <inkml:brush xml:id="br0">
      <inkml:brushProperty name="width" value="0.035" units="cm"/>
      <inkml:brushProperty name="height" value="0.035" units="cm"/>
    </inkml:brush>
  </inkml:definitions>
  <inkml:trace contextRef="#ctx0" brushRef="#br0">117 45 12157 0 0,'0'0'6646'0'0,"6"-18"-3088"0"0,10-9-1124 0 0,-11 29-1886 0 0,-6 18-257 0 0,-5 7-97 0 0,-1 0 0 0 0,-1-1-1 0 0,-1 0 1 0 0,-2 0 0 0 0,-17 30-1 0 0,17-36-150 0 0,1 0 0 0 0,0 2-1 0 0,1-1 1 0 0,2 1 0 0 0,0 0-1 0 0,1 0 1 0 0,1 1 0 0 0,-2 39-1 0 0,6-50-323 0 0,0 25-3558 0 0,7-21-6901 0 0,0-12 8225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6.719"/>
    </inkml:context>
    <inkml:brush xml:id="br0">
      <inkml:brushProperty name="width" value="0.035" units="cm"/>
      <inkml:brushProperty name="height" value="0.035" units="cm"/>
    </inkml:brush>
  </inkml:definitions>
  <inkml:trace contextRef="#ctx0" brushRef="#br0">551 587 14965 0 0,'-23'26'490'0'0,"-22"3"5108"0"0,35-24-3953 0 0,8-4 225 0 0</inkml:trace>
  <inkml:trace contextRef="#ctx0" brushRef="#br0" timeOffset="1">82 82 11701 0 0,'-9'-4'493'0'0,"2"0"1"0"0,-1-1-1 0 0,0 0 1 0 0,1-1-1 0 0,0 0 0 0 0,0 0 1 0 0,1 0-1 0 0,-7-8 0 0 0,12 12 1190 0 0,-4-8-725 0 0,2 4-1939 0 0,5-1-3654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17.432"/>
    </inkml:context>
    <inkml:brush xml:id="br0">
      <inkml:brushProperty name="width" value="0.035" units="cm"/>
      <inkml:brushProperty name="height" value="0.035" units="cm"/>
    </inkml:brush>
  </inkml:definitions>
  <inkml:trace contextRef="#ctx0" brushRef="#br0">253 15 7197 0 0,'-21'19'6463'0'0,"21"-19"-6376"0"0,0 1-1 0 0,0-1 1 0 0,1 0-1 0 0,-1 1 0 0 0,0-1 1 0 0,0 0-1 0 0,0 0 1 0 0,0 1-1 0 0,0-1 1 0 0,1 0-1 0 0,-1 1 0 0 0,0-1 1 0 0,0 0-1 0 0,1 0 1 0 0,-1 0-1 0 0,0 1 1 0 0,0-1-1 0 0,1 0 0 0 0,-1 0 1 0 0,0 0-1 0 0,1 0 1 0 0,-1 1-1 0 0,0-1 1 0 0,0 0-1 0 0,1 0 0 0 0,-1 0 1 0 0,0 0-1 0 0,1 0 1 0 0,-1 0-1 0 0,0 0 1 0 0,1 0-1 0 0,-1 0 0 0 0,0 0 1 0 0,1 0-1 0 0,-1 0 1 0 0,0 0-1 0 0,1 0 1 0 0,-1 0-1 0 0,1 0 0 0 0,57-9 2478 0 0,-41 6-1587 0 0,122-20 1533 0 0,-137 23-2437 0 0,16-5 328 0 0,-32 11-390 0 0,-2 0 0 0 0,1-1 0 0 0,0-1 0 0 0,-1-1 0 0 0,-21 3 0 0 0,0 0 51 0 0,-29 6 62 0 0,22-5 106 0 0,1 1 0 0 0,0 3 0 0 0,-48 19 0 0 0,88-29-73 0 0,-26 14-1476 0 0,28-15 1206 0 0,1 0 0 0 0,0 0-1 0 0,-1 1 1 0 0,1-1-1 0 0,-1 0 1 0 0,1 0 0 0 0,0 1-1 0 0,-1-1 1 0 0,1 0-1 0 0,0 1 1 0 0,-1-1 0 0 0,1 0-1 0 0,0 1 1 0 0,0-1-1 0 0,-1 0 1 0 0,1 1 0 0 0,0-1-1 0 0,0 1 1 0 0,0-1 0 0 0,-1 1-1 0 0,1-1 1 0 0,0 0-1 0 0,0 1 1 0 0,0-1 0 0 0,0 1-1 0 0,0-1 1 0 0,0 1-1 0 0,0-1 1 0 0,0 1 0 0 0,0-1-1 0 0,0 1 1 0 0,0-1-1 0 0,0 1 1 0 0,0-1 0 0 0,1 0-1 0 0,-1 1 1 0 0,0-1 0 0 0,0 1-1 0 0,0-1 1 0 0,1 0-1 0 0,-1 1 1 0 0,0-1 0 0 0,0 1-1 0 0,1-1 1 0 0,-1 0-1 0 0,0 1 1 0 0,1-1 0 0 0,-1 0-1 0 0,1 0 1 0 0,-1 1-1 0 0,0-1 1 0 0,1 0 0 0 0,-1 0-1 0 0,1 1 1 0 0,-1-1 0 0 0,0 0-1 0 0,1 0 1 0 0,-1 0-1 0 0,1 0 1 0 0,-1 0 0 0 0,1 0-1 0 0,0 0 1 0 0,12 4-2947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3.248"/>
    </inkml:context>
    <inkml:brush xml:id="br0">
      <inkml:brushProperty name="width" value="0.035" units="cm"/>
      <inkml:brushProperty name="height" value="0.035" units="cm"/>
    </inkml:brush>
  </inkml:definitions>
  <inkml:trace contextRef="#ctx0" brushRef="#br0">262 12 3660 0 0,'-53'-2'4043'0'0,"44"1"-3390"0"0,0 0-1 0 0,0 1 0 0 0,0 1 0 0 0,0-1 0 0 0,1 2 0 0 0,-1-1 1 0 0,-12 4-1 0 0,15-2-396 0 0,1-1 0 0 0,0 1 0 0 0,0 0 0 0 0,1 0 0 0 0,-1 0 0 0 0,0 1-1 0 0,1 0 1 0 0,0 0 0 0 0,0 0 0 0 0,0 0 0 0 0,1 1 0 0 0,-1-1 0 0 0,-3 8 0 0 0,-2 3 204 0 0,0 1 0 0 0,1 0 1 0 0,1 0-1 0 0,0 0 0 0 0,-8 34 0 0 0,13-43-417 0 0,1-1 1 0 0,0 1-1 0 0,0 0 0 0 0,0 0 1 0 0,1 0-1 0 0,0 0 0 0 0,1-1 0 0 0,-1 1 1 0 0,1 0-1 0 0,0 0 0 0 0,1-1 1 0 0,0 1-1 0 0,0-1 0 0 0,0 1 1 0 0,1-1-1 0 0,0 0 0 0 0,0 0 1 0 0,7 9-1 0 0,-9-13-42 0 0,1 0 1 0 0,0 0-1 0 0,0 0 1 0 0,0 0-1 0 0,0 0 1 0 0,0-1-1 0 0,1 1 1 0 0,-1 0-1 0 0,0-1 1 0 0,1 0-1 0 0,-1 0 1 0 0,1 1-1 0 0,0-1 1 0 0,-1-1 0 0 0,1 1-1 0 0,0 0 1 0 0,-1-1-1 0 0,1 1 1 0 0,3-1-1 0 0,-1 0 3 0 0,0-1-1 0 0,0 1 1 0 0,0-1-1 0 0,0-1 1 0 0,0 1-1 0 0,0 0 1 0 0,0-1-1 0 0,0 0 1 0 0,8-5-1 0 0,0-1-40 0 0,-1-1 0 0 0,0 0 0 0 0,0 0 0 0 0,0-2 0 0 0,19-22 0 0 0,-24 24-64 0 0,0 1 1 0 0,-1-2 0 0 0,1 1 0 0 0,-2-1 0 0 0,0 0 0 0 0,0 0-1 0 0,-1 0 1 0 0,5-16 0 0 0,-7 18 72 0 0,-1 1 1 0 0,0-1-1 0 0,-1 0 0 0 0,0 1 0 0 0,0-1 1 0 0,0 0-1 0 0,-1 0 0 0 0,0 1 0 0 0,-1-1 0 0 0,1 1 1 0 0,-2-1-1 0 0,1 1 0 0 0,-4-8 0 0 0,5 12 38 0 0,-1-1-1 0 0,1 1 0 0 0,-1 0 1 0 0,1 0-1 0 0,-1 0 0 0 0,0 0 1 0 0,-1 0-1 0 0,1 0 0 0 0,0 1 1 0 0,-1-1-1 0 0,1 1 0 0 0,-1 0 1 0 0,0-1-1 0 0,0 1 0 0 0,0 0 1 0 0,0 1-1 0 0,0-1 0 0 0,-6-2 1 0 0,6 4-23 0 0,0-1 1 0 0,0 1-1 0 0,0 0 0 0 0,0 0 1 0 0,0 0-1 0 0,0 1 1 0 0,0-1-1 0 0,0 1 1 0 0,0-1-1 0 0,0 1 1 0 0,0 0-1 0 0,0 0 1 0 0,0 1-1 0 0,1-1 0 0 0,-1 0 1 0 0,0 1-1 0 0,1 0 1 0 0,-1 0-1 0 0,1-1 1 0 0,0 1-1 0 0,-1 1 1 0 0,-2 2-1 0 0,-2 3-396 0 0,1 0-1 0 0,-1 1 1 0 0,2-1-1 0 0,-1 1 0 0 0,1 0 1 0 0,0 0-1 0 0,1 1 1 0 0,-3 10-1 0 0,-9 47-5548 0 0,14-54 4274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3.619"/>
    </inkml:context>
    <inkml:brush xml:id="br0">
      <inkml:brushProperty name="width" value="0.035" units="cm"/>
      <inkml:brushProperty name="height" value="0.035" units="cm"/>
    </inkml:brush>
  </inkml:definitions>
  <inkml:trace contextRef="#ctx0" brushRef="#br0">167 24 9157 0 0,'0'0'1435'0'0,"-1"-3"-1296"0"0,-1 1 1 0 0,0-1 0 0 0,0 1-1 0 0,0-1 1 0 0,0 1-1 0 0,0 0 1 0 0,0 0 0 0 0,-4-3-1 0 0,5 6-118 0 0,0-1 0 0 0,0 1-1 0 0,0-1 1 0 0,0 1 0 0 0,0-1-1 0 0,0 1 1 0 0,0 0 0 0 0,0-1-1 0 0,0 1 1 0 0,0 0-1 0 0,1 0 1 0 0,-1 0 0 0 0,0 0-1 0 0,0 0 1 0 0,1 0 0 0 0,-1 0-1 0 0,1 0 1 0 0,-1 0 0 0 0,1 0-1 0 0,-1 0 1 0 0,1 0-1 0 0,-1 2 1 0 0,-7 31 68 0 0,5-21-29 0 0,-3 6-47 0 0,-1-1 1 0 0,-1 0 0 0 0,-1 0-1 0 0,-1-1 1 0 0,0 0 0 0 0,-1 0-1 0 0,-1-1 1 0 0,-18 18-1 0 0,28-32-253 0 0,-3 4-664 0 0,2-3-2603 0 0,-1 3 1973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4.006"/>
    </inkml:context>
    <inkml:brush xml:id="br0">
      <inkml:brushProperty name="width" value="0.035" units="cm"/>
      <inkml:brushProperty name="height" value="0.035" units="cm"/>
    </inkml:brush>
  </inkml:definitions>
  <inkml:trace contextRef="#ctx0" brushRef="#br0">18 18 5929 0 0,'0'0'928'0'0,"-5"-17"3973"0"0,5 17-4794 0 0,-1 0 0 0 0,0 0 0 0 0,1 1-1 0 0,-1-1 1 0 0,1 0 0 0 0,-1 1 0 0 0,0-1 0 0 0,1 0-1 0 0,-1 1 1 0 0,1-1 0 0 0,-1 1 0 0 0,1-1-1 0 0,-1 1 1 0 0,1-1 0 0 0,-1 1 0 0 0,1-1-1 0 0,-1 1 1 0 0,1-1 0 0 0,0 1 0 0 0,-1 0-1 0 0,1-1 1 0 0,0 1 0 0 0,0-1 0 0 0,-1 1 0 0 0,1 0-1 0 0,0-1 1 0 0,0 1 0 0 0,0 0 0 0 0,0-1-1 0 0,0 1 1 0 0,0 0 0 0 0,0 0 0 0 0,0-1-1 0 0,0 2 1 0 0,0-1 6 0 0,0 0 1 0 0,0 1-1 0 0,0-1 0 0 0,0 0 0 0 0,1 0 1 0 0,-1 1-1 0 0,0-1 0 0 0,1 0 0 0 0,-1 0 0 0 0,1 0 1 0 0,-1 1-1 0 0,1-1 0 0 0,-1 0 0 0 0,1 0 1 0 0,0 0-1 0 0,-1 0 0 0 0,1 0 0 0 0,0 0 1 0 0,0 0-1 0 0,2 1 0 0 0,1 0-59 0 0,1 0 0 0 0,0 0-1 0 0,0 0 1 0 0,0-1 0 0 0,0 0 0 0 0,0 0 0 0 0,0 0 0 0 0,1-1-1 0 0,-1 0 1 0 0,0 0 0 0 0,0 0 0 0 0,8-1 0 0 0,40-13-7033 0 0,-44 11 4766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4.657"/>
    </inkml:context>
    <inkml:brush xml:id="br0">
      <inkml:brushProperty name="width" value="0.035" units="cm"/>
      <inkml:brushProperty name="height" value="0.035" units="cm"/>
    </inkml:brush>
  </inkml:definitions>
  <inkml:trace contextRef="#ctx0" brushRef="#br0">95 37 11553 0 0,'-43'10'5401'0'0,"10"-3"388"0"0,15-1-5925 0 0,82-11 3394 0 0,-9-5-2961 0 0,100-33 1 0 0,-152 42-459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5.108"/>
    </inkml:context>
    <inkml:brush xml:id="br0">
      <inkml:brushProperty name="width" value="0.035" units="cm"/>
      <inkml:brushProperty name="height" value="0.035" units="cm"/>
    </inkml:brush>
  </inkml:definitions>
  <inkml:trace contextRef="#ctx0" brushRef="#br0">174 23 9157 0 0,'-18'-22'2243'0'0,"13"22"-1993"0"0,1 0 0 0 0,-1 0 0 0 0,1 0 0 0 0,-1 1 0 0 0,1-1 0 0 0,0 1 0 0 0,-1 0 0 0 0,1 1 0 0 0,0-1 0 0 0,0 1 0 0 0,-1 0 0 0 0,1 0 0 0 0,1 0 0 0 0,-1 1 0 0 0,-6 4 0 0 0,4-1 61 0 0,-1 0 1 0 0,1 0 0 0 0,1 0 0 0 0,-1 1-1 0 0,1 0 1 0 0,0 0 0 0 0,-7 16 0 0 0,7-12-146 0 0,0 0 1 0 0,1 0-1 0 0,0 0 0 0 0,1 1 1 0 0,0 0-1 0 0,1-1 1 0 0,0 1-1 0 0,1 0 1 0 0,0 0-1 0 0,1 0 0 0 0,1 0 1 0 0,1 16-1 0 0,-1-26-161 0 0,-1 1 0 0 0,1-1 1 0 0,0 1-1 0 0,0-1 0 0 0,0 1 0 0 0,0-1 0 0 0,0 0 0 0 0,0 0 1 0 0,1 1-1 0 0,-1-1 0 0 0,1 0 0 0 0,-1 0 0 0 0,1 0 0 0 0,0-1 1 0 0,0 1-1 0 0,0 0 0 0 0,0-1 0 0 0,0 1 0 0 0,0-1 0 0 0,0 0 1 0 0,0 1-1 0 0,1-1 0 0 0,-1 0 0 0 0,1 0 0 0 0,-1-1 0 0 0,0 1 1 0 0,1 0-1 0 0,-1-1 0 0 0,1 0 0 0 0,0 1 0 0 0,-1-1 0 0 0,1 0 1 0 0,-1 0-1 0 0,1-1 0 0 0,-1 1 0 0 0,1 0 0 0 0,3-2 0 0 0,0 1-47 0 0,0-1 0 0 0,0 0 0 0 0,0 0 0 0 0,0-1 0 0 0,0 0 0 0 0,0 0-1 0 0,0 0 1 0 0,-1-1 0 0 0,0 1 0 0 0,1-1 0 0 0,-2-1 0 0 0,1 1-1 0 0,0-1 1 0 0,4-6 0 0 0,-8 10 21 0 0,0 0 0 0 0,0 0 0 0 0,0 0 0 0 0,0 0 0 0 0,0 0 0 0 0,0-1-1 0 0,0 1 1 0 0,0 0 0 0 0,-1 0 0 0 0,1-1 0 0 0,-1 1 0 0 0,1-1 0 0 0,-1 1 0 0 0,1 0 0 0 0,-1-1 0 0 0,0 1-1 0 0,0-1 1 0 0,1 1 0 0 0,-1-1 0 0 0,0 1 0 0 0,-1-1 0 0 0,1 1 0 0 0,0-1 0 0 0,0 1 0 0 0,-1-1 0 0 0,1 1-1 0 0,0-1 1 0 0,-1 1 0 0 0,0 0 0 0 0,1-1 0 0 0,-1 1 0 0 0,0 0 0 0 0,1-1 0 0 0,-1 1 0 0 0,-2-1 0 0 0,1 0-14 0 0,0 1 0 0 0,-1 0 1 0 0,1 0-1 0 0,-1 1 1 0 0,1-1-1 0 0,-1 0 1 0 0,1 1-1 0 0,-1-1 0 0 0,0 1 1 0 0,1 0-1 0 0,-1 0 1 0 0,0 0-1 0 0,1 0 1 0 0,-1 1-1 0 0,1-1 1 0 0,-1 1-1 0 0,0 0 0 0 0,1-1 1 0 0,0 1-1 0 0,-5 2 1 0 0,-18 11-1821 0 0,16-5-4586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5.551"/>
    </inkml:context>
    <inkml:brush xml:id="br0">
      <inkml:brushProperty name="width" value="0.035" units="cm"/>
      <inkml:brushProperty name="height" value="0.035" units="cm"/>
    </inkml:brush>
  </inkml:definitions>
  <inkml:trace contextRef="#ctx0" brushRef="#br0">124 31 8401 0 0,'0'-1'96'0'0,"0"-1"0"0"0,0 1-1 0 0,-1 0 1 0 0,1-1 0 0 0,0 1 0 0 0,-1 0 0 0 0,1-1 0 0 0,0 1 0 0 0,-1 0 0 0 0,0 0 0 0 0,1 0 0 0 0,-1-1-1 0 0,0 1 1 0 0,1 0 0 0 0,-1 0 0 0 0,0 0 0 0 0,0 0 0 0 0,0 0 0 0 0,0 0 0 0 0,0 1 0 0 0,0-1 0 0 0,0 0-1 0 0,0 0 1 0 0,-1 1 0 0 0,1-1 0 0 0,0 1 0 0 0,0-1 0 0 0,-1 1 0 0 0,1-1 0 0 0,0 1 0 0 0,0 0-1 0 0,-1 0 1 0 0,1-1 0 0 0,0 1 0 0 0,-1 0 0 0 0,1 0 0 0 0,0 0 0 0 0,-1 1 0 0 0,1-1 0 0 0,0 0 0 0 0,-3 1-1 0 0,1 0-3 0 0,1 0 0 0 0,-1 0 0 0 0,0 0-1 0 0,1 1 1 0 0,-1-1 0 0 0,0 1 0 0 0,1-1-1 0 0,0 1 1 0 0,-1 0 0 0 0,1 0-1 0 0,0 0 1 0 0,0 0 0 0 0,0 1 0 0 0,0-1-1 0 0,1 1 1 0 0,-1-1 0 0 0,1 1 0 0 0,-3 4-1 0 0,-5 21 266 0 0,1 0 0 0 0,1 0-1 0 0,2 0 1 0 0,-4 54 0 0 0,9-81-346 0 0,0 1 0 0 0,0-1 0 0 0,0 1 0 0 0,0-1 1 0 0,0 1-1 0 0,0-1 0 0 0,0 1 0 0 0,0-1 0 0 0,1 1 1 0 0,-1-1-1 0 0,1 0 0 0 0,-1 1 0 0 0,1-1 0 0 0,-1 0 0 0 0,1 1 1 0 0,0-1-1 0 0,0 0 0 0 0,0 0 0 0 0,-1 1 0 0 0,1-1 0 0 0,0 0 1 0 0,0 0-1 0 0,1 0 0 0 0,-1 0 0 0 0,0 0 0 0 0,2 0 0 0 0,-1 0-5 0 0,1 0-1 0 0,-1-1 0 0 0,0 0 0 0 0,1 0 0 0 0,-1 0 0 0 0,1 0 0 0 0,-1 0 0 0 0,1 0 0 0 0,-1 0 0 0 0,1-1 0 0 0,-1 1 1 0 0,0-1-1 0 0,1 0 0 0 0,2-1 0 0 0,9-4-45 0 0,1-2 0 0 0,-1 1 0 0 0,20-16 1 0 0,-32 21 26 0 0,11-10 528 0 0,-9 3-2231 0 0,-8 7-3754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5.939"/>
    </inkml:context>
    <inkml:brush xml:id="br0">
      <inkml:brushProperty name="width" value="0.035" units="cm"/>
      <inkml:brushProperty name="height" value="0.035" units="cm"/>
    </inkml:brush>
  </inkml:definitions>
  <inkml:trace contextRef="#ctx0" brushRef="#br0">43 1 19078 0 0,'0'11'188'0'0,"-2"-1"36"0"0,-3 0-4 0 0,-2-1-24 0 0,0-2-176 0 0,-4-2-464 0 0,0 0-2965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12:26.384"/>
    </inkml:context>
    <inkml:brush xml:id="br0">
      <inkml:brushProperty name="width" value="0.035" units="cm"/>
      <inkml:brushProperty name="height" value="0.035" units="cm"/>
    </inkml:brush>
  </inkml:definitions>
  <inkml:trace contextRef="#ctx0" brushRef="#br0">1 92 14381 0 0,'2'-5'94'0'0,"4"-12"1418"0"0,7-18 3708 0 0,-6 17-5923 0 0,-7 17 710 0 0,0 1 0 0 0,0-1 1 0 0,0 0-1 0 0,1 0 0 0 0,-1 1 0 0 0,0-1 1 0 0,0 0-1 0 0,0 1 0 0 0,1-1 0 0 0,-1 0 1 0 0,0 1-1 0 0,1-1 0 0 0,-1 1 0 0 0,1-1 1 0 0,-1 0-1 0 0,0 1 0 0 0,1-1 0 0 0,-1 1 1 0 0,1-1-1 0 0,-1 1 0 0 0,1-1 0 0 0,0 1 1 0 0,-1 0-1 0 0,1-1 0 0 0,0 1 1 0 0,-1 0-1 0 0,1-1 0 0 0,-1 1 0 0 0,1 0 1 0 0,0 0-1 0 0,0 0 0 0 0,-1 0 0 0 0,1-1 1 0 0,0 1-1 0 0,-1 0 0 0 0,1 0 0 0 0,0 0 1 0 0,0 1-1 0 0,-1-1 0 0 0,1 0 0 0 0,0 0 1 0 0,-1 0-1 0 0,1 0 0 0 0,0 1 0 0 0,-1-1 1 0 0,1 0-1 0 0,0 1 0 0 0,-1-1 0 0 0,1 0 1 0 0,-1 1-1 0 0,1-1 0 0 0,-1 1 0 0 0,1-1 1 0 0,0 1-1 0 0,-1-1 0 0 0,0 1 0 0 0,1-1 1 0 0,-1 1-1 0 0,1-1 0 0 0,-1 1 0 0 0,0 0 1 0 0,1-1-1 0 0,-1 1 0 0 0,1 1 0 0 0,15 40 371 0 0,-15-37-820 0 0,-1 0-1 0 0,0 0 0 0 0,0 1 1 0 0,-1-1-1 0 0,0 0 1 0 0,0 0-1 0 0,0 0 1 0 0,0 1-1 0 0,-1-1 0 0 0,0 0 1 0 0,-5 9-1 0 0,-5 18-302 0 0,12-32 722 0 0,0 0 1 0 0,0 0-1 0 0,0 0 1 0 0,1 1-1 0 0,-1-1 1 0 0,0 0-1 0 0,0 0 1 0 0,0 0-1 0 0,0 0 1 0 0,0 1-1 0 0,0-1 1 0 0,1 0-1 0 0,-1 0 1 0 0,0 0-1 0 0,0 0 1 0 0,0 0-1 0 0,0 1 1 0 0,1-1-1 0 0,-1 0 1 0 0,0 0-1 0 0,0 0 1 0 0,0 0-1 0 0,1 0 1 0 0,-1 0-1 0 0,0 0 1 0 0,0 0-1 0 0,0 0 1 0 0,1 0-1 0 0,-1 0 1 0 0,0 0-1 0 0,0 0 1 0 0,0 0-1 0 0,1 0 1 0 0,-1 0-1 0 0,0 0 1 0 0,0 0-1 0 0,0 0 1 0 0,1 0-1 0 0,-1 0 1 0 0,0 0-1 0 0,0 0 1 0 0,0 0-1 0 0,1-1 1 0 0,-1 1-1 0 0,0 0 1 0 0,0 0-1 0 0,0 0 1 0 0,0 0-1 0 0,0 0 1 0 0,1-1-1 0 0,18-6-177 0 0,-6 2 620 0 0,-12 5-370 0 0,0-1 1 0 0,-1 1-1 0 0,1 0 0 0 0,0 0 0 0 0,0 0 0 0 0,0 0 0 0 0,0 0 1 0 0,0 0-1 0 0,0 0 0 0 0,0 1 0 0 0,-1-1 0 0 0,1 0 0 0 0,0 0 1 0 0,0 1-1 0 0,0-1 0 0 0,0 0 0 0 0,-1 1 0 0 0,1-1 0 0 0,0 1 1 0 0,0-1-1 0 0,-1 1 0 0 0,1-1 0 0 0,0 1 0 0 0,-1 0 0 0 0,1-1 1 0 0,0 1-1 0 0,-1 0 0 0 0,1-1 0 0 0,-1 1 0 0 0,1 0 0 0 0,-1 0 1 0 0,1 1-1 0 0,-1 1 164 0 0,0-1 0 0 0,1 1-1 0 0,-1-1 1 0 0,0 1 0 0 0,0 0 0 0 0,-1-1 0 0 0,1 1 0 0 0,-1-1 0 0 0,1 1-1 0 0,-1-1 1 0 0,-2 5 0 0 0,1 0 270 0 0,-1 0 0 0 0,-1 0 0 0 0,1-1-1 0 0,-1 1 1 0 0,0-1 0 0 0,-1 0 0 0 0,1 0 0 0 0,-11 9-1 0 0,10-10 1196 0 0,-17 11-17956 0 0,17-13 14423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6:33.404"/>
    </inkml:context>
    <inkml:brush xml:id="br0">
      <inkml:brushProperty name="width" value="0.035" units="cm"/>
      <inkml:brushProperty name="height" value="0.035" units="cm"/>
      <inkml:brushProperty name="color" value="#E71224"/>
    </inkml:brush>
  </inkml:definitions>
  <inkml:trace contextRef="#ctx0" brushRef="#br0">42 1 10757 0 0,'2'27'-64'0'0,"-2"-2"-244"0"0,-7-3-132 0 0,-4-4-16 0 0,-3-5-256 0 0,2-3-768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3.649"/>
    </inkml:context>
    <inkml:brush xml:id="br0">
      <inkml:brushProperty name="width" value="0.035" units="cm"/>
      <inkml:brushProperty name="height" value="0.035" units="cm"/>
      <inkml:brushProperty name="color" value="#E71224"/>
    </inkml:brush>
  </inkml:definitions>
  <inkml:trace contextRef="#ctx0" brushRef="#br0">667 37 9349 0 0,'1'-1'189'0'0,"-1"-1"-1"0"0,0 1 1 0 0,0 0 0 0 0,0-1-1 0 0,0 1 1 0 0,0 0 0 0 0,0-1 0 0 0,0 1-1 0 0,0 0 1 0 0,-1 0 0 0 0,1-1-1 0 0,0 1 1 0 0,-1 0 0 0 0,1 0-1 0 0,-1 0 1 0 0,1-1 0 0 0,-1 1 0 0 0,0 0-1 0 0,1 0 1 0 0,-1 0 0 0 0,0 0-1 0 0,0 0 1 0 0,0 0 0 0 0,0 0 0 0 0,0 1-1 0 0,0-1 1 0 0,0 0 0 0 0,0 0-1 0 0,-2 0 1 0 0,1 0 1076 0 0,-5 1-366 0 0,3-1-692 0 0,0 1 1 0 0,0 0-1 0 0,0 0 1 0 0,0 0-1 0 0,-1 1 1 0 0,1-1-1 0 0,0 1 1 0 0,0 0-1 0 0,0 0 1 0 0,0 0-1 0 0,0 1 1 0 0,0 0-1 0 0,1-1 1 0 0,-1 1-1 0 0,0 0 1 0 0,1 1-1 0 0,0-1 1 0 0,-1 1-1 0 0,-2 3 1 0 0,-34 32 614 0 0,-62 77 1 0 0,10-10-859 0 0,57-64 199 0 0,-51 75 0 0 0,-9 11 199 0 0,-3-10-732 0 0,96-114-50 0 0,-4-7-7096 0 0,6 4 7385 0 0,0 0 1 0 0,-1 0 0 0 0,1 0-1 0 0,0 0 1 0 0,0 0-1 0 0,-1 0 1 0 0,1 0 0 0 0,0 0-1 0 0,0 0 1 0 0,-1 0-1 0 0,1 1 1 0 0,0-1-1 0 0,0 0 1 0 0,0 0 0 0 0,-1 0-1 0 0,1 0 1 0 0,0 1-1 0 0,0-1 1 0 0,0 0 0 0 0,0 0-1 0 0,-1 0 1 0 0,1 1-1 0 0,0-1 1 0 0,0 0 0 0 0,0 0-1 0 0,0 1 1 0 0,0-14-2279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4.063"/>
    </inkml:context>
    <inkml:brush xml:id="br0">
      <inkml:brushProperty name="width" value="0.035" units="cm"/>
      <inkml:brushProperty name="height" value="0.035" units="cm"/>
      <inkml:brushProperty name="color" value="#E71224"/>
    </inkml:brush>
  </inkml:definitions>
  <inkml:trace contextRef="#ctx0" brushRef="#br0">44 41 8681 0 0,'0'0'7854'0'0,"-21"-11"-5256"0"0,1-10-637 0 0,18 12-319 0 0,19 13-965 0 0,-9 0-427 0 0,-1 0 0 0 0,1 0 0 0 0,-1 1 0 0 0,0 0 0 0 0,0 0 0 0 0,-1 1 0 0 0,1-1 0 0 0,-1 2 0 0 0,10 12 0 0 0,2 7 870 0 0,22 41 1 0 0,-28-45-611 0 0,0-1 1 0 0,2 0-1 0 0,22 26 0 0 0,7-6 63 0 0,2-2 0 0 0,71 49 0 0 0,14 9-670 0 0,-118-85-356 0 0,5 3-4944 0 0,-7-7-7091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4.658"/>
    </inkml:context>
    <inkml:brush xml:id="br0">
      <inkml:brushProperty name="width" value="0.035" units="cm"/>
      <inkml:brushProperty name="height" value="0.035" units="cm"/>
      <inkml:brushProperty name="color" value="#E71224"/>
    </inkml:brush>
  </inkml:definitions>
  <inkml:trace contextRef="#ctx0" brushRef="#br0">206 232 10169 0 0,'3'-7'211'0'0,"0"-1"0"0"0,0-1-1 0 0,0 1 1 0 0,-1 0 0 0 0,2-15 0 0 0,-4 15 361 0 0,2 1-1 0 0,-1-1 1 0 0,1 1 0 0 0,0-1 0 0 0,1 1 0 0 0,0 0-1 0 0,7-14 1 0 0,-5 13 110 0 0,1 1 0 0 0,0-1 0 0 0,1 1 0 0 0,-1 1 0 0 0,1-1 0 0 0,13-9 0 0 0,-13 11-458 0 0,1 1 0 0 0,-1 0 0 0 0,1 0 0 0 0,-1 0 0 0 0,1 1 0 0 0,0 0 0 0 0,0 1 0 0 0,1 0 0 0 0,-1 0 1 0 0,0 1-1 0 0,1 0 0 0 0,15 0 0 0 0,-19 1-161 0 0,0 1 0 0 0,1-1-1 0 0,-1 1 1 0 0,0 1 0 0 0,1-1 0 0 0,-1 1 0 0 0,0 0 0 0 0,0 0 0 0 0,0 0 0 0 0,-1 1 0 0 0,1-1-1 0 0,0 1 1 0 0,-1 0 0 0 0,0 1 0 0 0,6 4 0 0 0,-4-1-11 0 0,-1-1 0 0 0,1 1 0 0 0,-1 0 0 0 0,0 1 1 0 0,-1-1-1 0 0,0 1 0 0 0,0 0 0 0 0,-1 0 0 0 0,3 9 0 0 0,-2-6-29 0 0,-1 0-1 0 0,-1 0 1 0 0,0 0-1 0 0,0 0 1 0 0,-1 0-1 0 0,-1 0 1 0 0,0 0-1 0 0,0 1 1 0 0,-1-1-1 0 0,-1 0 1 0 0,0 0-1 0 0,0 0 1 0 0,-1 0-1 0 0,0 0 1 0 0,-6 11-1 0 0,-11 9 10 0 0,-1 0 0 0 0,-1-2 0 0 0,-2 0-1 0 0,-1-2 1 0 0,-41 35 0 0 0,61-57-4 0 0,-1 0 0 0 0,1-1 0 0 0,-1 0 0 0 0,0-1 0 0 0,-1 1 0 0 0,1-1 0 0 0,0-1 0 0 0,-14 5 0 0 0,19-7-23 0 0,0 1 0 0 0,-1-1 0 0 0,1 0 0 0 0,0 0 0 0 0,0 0 0 0 0,0 0 0 0 0,0 0 0 0 0,0 0 0 0 0,-1 0 0 0 0,1 0 0 0 0,0 0 0 0 0,0 0 0 0 0,0-1 0 0 0,0 1 0 0 0,0-1 0 0 0,0 1 0 0 0,0-1 0 0 0,0 1 0 0 0,0-1 0 0 0,0 1 0 0 0,0-1 0 0 0,-2-1 0 0 0,2 0-11 0 0,1 0 1 0 0,-1 0-1 0 0,0 1 0 0 0,1-1 1 0 0,-1 0-1 0 0,1 0 0 0 0,-1 0 1 0 0,1 0-1 0 0,0 0 0 0 0,0 0 1 0 0,0 0-1 0 0,0 0 0 0 0,0 0 1 0 0,0 0-1 0 0,1 0 0 0 0,-1 0 1 0 0,1 0-1 0 0,0-2 0 0 0,0 0 1 0 0,0 1 0 0 0,0 0-1 0 0,0 0 1 0 0,0-1-1 0 0,0 1 1 0 0,1 0 0 0 0,-1 0-1 0 0,1 0 1 0 0,0 1-1 0 0,0-1 1 0 0,0 0-1 0 0,1 1 1 0 0,-1-1 0 0 0,0 1-1 0 0,1 0 1 0 0,0 0-1 0 0,-1 0 1 0 0,1 0 0 0 0,0 0-1 0 0,0 0 1 0 0,0 1-1 0 0,0-1 1 0 0,1 1 0 0 0,-1 0-1 0 0,0 0 1 0 0,0 0-1 0 0,1 1 1 0 0,-1-1 0 0 0,0 1-1 0 0,5 0 1 0 0,-1 0 72 0 0,0 0 1 0 0,0 1-1 0 0,-1 0 1 0 0,1 0 0 0 0,0 1-1 0 0,0 0 1 0 0,-1 0-1 0 0,1 1 1 0 0,-1-1-1 0 0,0 1 1 0 0,1 1-1 0 0,-1-1 1 0 0,9 9-1 0 0,-5-5 136 0 0,0 2 0 0 0,-1 0 0 0 0,0 0 0 0 0,-1 0 0 0 0,0 1 0 0 0,0 1-1 0 0,-1-1 1 0 0,0 1 0 0 0,-1 0 0 0 0,5 14 0 0 0,-8-17-136 0 0,-1 0 1 0 0,0 0 0 0 0,0 0-1 0 0,-1 0 1 0 0,0 0 0 0 0,-1 1-1 0 0,0-1 1 0 0,0 0-1 0 0,-1 0 1 0 0,1 1 0 0 0,-2-1-1 0 0,1 0 1 0 0,-1 0 0 0 0,-1 0-1 0 0,0 0 1 0 0,-6 13-1 0 0,3-11-141 0 0,0 1 0 0 0,-1 0 0 0 0,0-1-1 0 0,-1-1 1 0 0,-1 1 0 0 0,1-1-1 0 0,-1-1 1 0 0,-1 1 0 0 0,1-2 0 0 0,-1 1-1 0 0,-1-1 1 0 0,0-1 0 0 0,0 0-1 0 0,0 0 1 0 0,0-1 0 0 0,-1-1-1 0 0,0 0 1 0 0,0 0 0 0 0,-21 3 0 0 0,3-2-1247 0 0,-1 0 0 0 0,-49-1 0 0 0,-54-9-6994 0 0,87 0 4960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5.959"/>
    </inkml:context>
    <inkml:brush xml:id="br0">
      <inkml:brushProperty name="width" value="0.035" units="cm"/>
      <inkml:brushProperty name="height" value="0.035" units="cm"/>
      <inkml:brushProperty name="color" value="#E71224"/>
    </inkml:brush>
  </inkml:definitions>
  <inkml:trace contextRef="#ctx0" brushRef="#br0">10 141 11653 0 0,'0'0'2767'0'0,"-9"19"111"0"0,10-18-2778 0 0,1-1 1 0 0,-1 0 0 0 0,1 0 0 0 0,-1 0 0 0 0,1 0-1 0 0,-1 0 1 0 0,1 0 0 0 0,-1 0 0 0 0,1 0 0 0 0,-1 0 0 0 0,1-1-1 0 0,-1 1 1 0 0,1-1 0 0 0,-1 1 0 0 0,0-1 0 0 0,1 0-1 0 0,1 0 1 0 0,33-18 637 0 0,-19 10-412 0 0,167-69 995 0 0,-149 66-1479 0 0,1 1 0 0 0,0 2 0 0 0,47-7 0 0 0,-79 15-472 0 0,1 1 0 0 0,-1-1 0 0 0,0 1 0 0 0,1 0 1 0 0,-1 0-1 0 0,1 1 0 0 0,-1-1 0 0 0,0 1 0 0 0,1 0 0 0 0,-1 0 1 0 0,0 0-1 0 0,7 4 0 0 0,-9-4 490 0 0,-1 0 0 0 0,-1 0 0 0 0,1 0 0 0 0,0 0 0 0 0,0 0 0 0 0,0 1 0 0 0,0-1 0 0 0,-1 0 0 0 0,1 1 0 0 0,-1-1 0 0 0,1 0 0 0 0,-1 1 0 0 0,1-1 0 0 0,-1 0 0 0 0,0 1 0 0 0,0-1 0 0 0,0 1 0 0 0,0-1 0 0 0,0 1-1 0 0,0-1 1 0 0,0 1 0 0 0,0-1 0 0 0,0 0 0 0 0,-1 1 0 0 0,1-1 0 0 0,-1 1 0 0 0,1-1 0 0 0,-1 0 0 0 0,1 1 0 0 0,-1-1 0 0 0,0 0 0 0 0,1 0 0 0 0,-1 1 0 0 0,0-1 0 0 0,0 0 0 0 0,-1 1 0 0 0,-9 12-212 0 0,-1 0 1 0 0,0-1-1 0 0,-1 0 1 0 0,0-1-1 0 0,-1-1 0 0 0,-1 0 1 0 0,-25 15-1 0 0,-18 14 1648 0 0,-153 128 5938 0 0,208-166-6494 0 0,3-1-556 0 0,-1 0 0 0 0,1-1 0 0 0,-1 1 0 0 0,1 0 1 0 0,-1 0-1 0 0,1 0 0 0 0,0 0 0 0 0,-1-1 1 0 0,1 1-1 0 0,0 0 0 0 0,0 0 0 0 0,0 0 0 0 0,0 0 1 0 0,0 0-1 0 0,0 0 0 0 0,0 0 0 0 0,0 0 0 0 0,0-1 1 0 0,0 1-1 0 0,0 0 0 0 0,0 0 0 0 0,1 0 0 0 0,-1 0 1 0 0,0 0-1 0 0,1 0 0 0 0,-1-1 0 0 0,1 1 1 0 0,-1 0-1 0 0,1 0 0 0 0,-1-1 0 0 0,2 2 0 0 0,0-1-20 0 0,0 0 0 0 0,0 0 0 0 0,0 0 0 0 0,0 0 0 0 0,0 0 0 0 0,1-1-1 0 0,-1 1 1 0 0,0-1 0 0 0,1 1 0 0 0,-1-1 0 0 0,0 0 0 0 0,4 0 0 0 0,13-1 9 0 0,0-1 0 0 0,28-5 0 0 0,-36 5 356 0 0,36-7-1644 0 0,79-26 1 0 0,-101 26-2029 0 0,-1-1 1 0 0,35-21-1 0 0,-43 21 715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6.335"/>
    </inkml:context>
    <inkml:brush xml:id="br0">
      <inkml:brushProperty name="width" value="0.035" units="cm"/>
      <inkml:brushProperty name="height" value="0.035" units="cm"/>
      <inkml:brushProperty name="color" value="#E71224"/>
    </inkml:brush>
  </inkml:definitions>
  <inkml:trace contextRef="#ctx0" brushRef="#br0">100 182 9589 0 0,'-7'-2'187'0'0,"0"-1"0"0"0,0 0 1 0 0,0 0-1 0 0,1-1 0 0 0,-1 0 0 0 0,1 0 1 0 0,0-1-1 0 0,1 1 0 0 0,-1-1 0 0 0,1 0 0 0 0,0-1 1 0 0,-8-10-1 0 0,11 14-51 0 0,1 0 0 0 0,-1-1 0 0 0,1 1 1 0 0,0-1-1 0 0,0 1 0 0 0,0-1 0 0 0,0 0 0 0 0,0 1 1 0 0,1-1-1 0 0,-1 0 0 0 0,1 0 0 0 0,-1 1 0 0 0,1-1 0 0 0,0 0 1 0 0,0 0-1 0 0,1 0 0 0 0,-1 1 0 0 0,0-1 0 0 0,1 0 1 0 0,0 1-1 0 0,-1-1 0 0 0,1 0 0 0 0,0 1 0 0 0,1-1 1 0 0,-1 1-1 0 0,0-1 0 0 0,1 1 0 0 0,-1 0 0 0 0,1-1 0 0 0,0 1 1 0 0,0 0-1 0 0,0 0 0 0 0,0 0 0 0 0,0 0 0 0 0,4-2 1 0 0,0 0 63 0 0,-1 1 1 0 0,1 0 0 0 0,0 0 0 0 0,0 1 0 0 0,0 0 0 0 0,0 0 0 0 0,1 0 0 0 0,-1 1 0 0 0,0-1 0 0 0,1 2 0 0 0,-1-1 0 0 0,1 1 0 0 0,-1 0-1 0 0,0 0 1 0 0,1 1 0 0 0,-1-1 0 0 0,1 2 0 0 0,-1-1 0 0 0,0 1 0 0 0,0 0 0 0 0,1 0 0 0 0,-2 0 0 0 0,10 6 0 0 0,4 1 50 0 0,-1 1 0 0 0,0 1 0 0 0,-1 1 0 0 0,0 0 1 0 0,30 30-1 0 0,-33-28-166 0 0,0 1 1 0 0,-1 1-1 0 0,-1 0 1 0 0,-1 0-1 0 0,0 2 0 0 0,-1-1 1 0 0,-1 1-1 0 0,0 0 1 0 0,-2 1-1 0 0,0 0 1 0 0,5 25-1 0 0,-9-30-68 0 0,-1 0 1 0 0,-1 0-1 0 0,0 0 1 0 0,-1 0-1 0 0,0 0 0 0 0,-1 0 1 0 0,-1 0-1 0 0,0 0 0 0 0,-1 0 1 0 0,0-1-1 0 0,-1 1 1 0 0,-1-1-1 0 0,0 0 0 0 0,-1 0 1 0 0,0 0-1 0 0,-15 20 1 0 0,4-9-586 0 0,-2-1 1 0 0,0 0 0 0 0,-1-2-1 0 0,-2-1 1 0 0,-41 32-1 0 0,40-36-1686 0 0,-1-1-1 0 0,-1-1 0 0 0,-35 15 0 0 0,34-20-284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7.090"/>
    </inkml:context>
    <inkml:brush xml:id="br0">
      <inkml:brushProperty name="width" value="0.035" units="cm"/>
      <inkml:brushProperty name="height" value="0.035" units="cm"/>
      <inkml:brushProperty name="color" value="#E71224"/>
    </inkml:brush>
  </inkml:definitions>
  <inkml:trace contextRef="#ctx0" brushRef="#br0">70 62 8825 0 0,'-5'-15'735'0'0,"-7"-14"1584"0"0,2 12 4122 0 0,8 20-6149 0 0,1 1 0 0 0,0 0 0 0 0,0 0 0 0 0,0-1 0 0 0,0 1 0 0 0,1 0 0 0 0,-1 0-1 0 0,1 0 1 0 0,1 6 0 0 0,-5 211 3742 0 0,7 214-890 0 0,3-349-2850 0 0,-3-1-1 0 0,-4 1 1 0 0,-15 98-1 0 0,13-168-1044 0 0,0 0 0 0 0,-11 29-1 0 0,13-43-509 0 0,-4 8-1734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7.879"/>
    </inkml:context>
    <inkml:brush xml:id="br0">
      <inkml:brushProperty name="width" value="0.035" units="cm"/>
      <inkml:brushProperty name="height" value="0.035" units="cm"/>
      <inkml:brushProperty name="color" value="#E71224"/>
    </inkml:brush>
  </inkml:definitions>
  <inkml:trace contextRef="#ctx0" brushRef="#br0">128 93 11953 0 0,'-1'-6'177'0'0,"0"0"-1"0"0,0 1 1 0 0,-1-1 0 0 0,0 0-1 0 0,0 1 1 0 0,-1 0 0 0 0,1-1-1 0 0,-1 1 1 0 0,0 0-1 0 0,-1 1 1 0 0,1-1 0 0 0,-1 0-1 0 0,-4-4 1 0 0,6 8 1453 0 0,-32-12 2722 0 0,33 14-4296 0 0,0 0 0 0 0,-1 0-1 0 0,2 1 1 0 0,-1-1 0 0 0,0 1 0 0 0,0-1 0 0 0,0 0 0 0 0,1 1 0 0 0,-1-1 0 0 0,0 1-1 0 0,1 0 1 0 0,-1-1 0 0 0,1 1 0 0 0,0-1 0 0 0,0 1 0 0 0,0 0 0 0 0,0-1-1 0 0,0 3 1 0 0,2 36 485 0 0,-1-28-339 0 0,7 101 406 0 0,-5 1 0 0 0,-5-1 0 0 0,-5 0 0 0 0,-27 144 0 0 0,33-253-602 0 0,-2 8 1 0 0,0 0 1 0 0,1 1 0 0 0,0-1 0 0 0,1 1-1 0 0,1-1 1 0 0,-1 1 0 0 0,5 24 0 0 0,-4-37-9 0 0,1 0 0 0 0,-1-1-1 0 0,1 1 1 0 0,-1 0 0 0 0,1 0 0 0 0,0 0 0 0 0,-1 0 0 0 0,1 0 0 0 0,-1-1 0 0 0,1 1 0 0 0,-1 0 0 0 0,1 0 0 0 0,-1-1 0 0 0,1 1 0 0 0,-1 0 0 0 0,1-1 0 0 0,-1 1 0 0 0,1-1-1 0 0,-1 1 1 0 0,0 0 0 0 0,1-1 0 0 0,-1 1 0 0 0,1-1 0 0 0,-1 1 0 0 0,0-1 0 0 0,0 0 0 0 0,1 1 0 0 0,-1-1 0 0 0,0 1 0 0 0,0-1 0 0 0,0 1 0 0 0,0-1 0 0 0,1 0 0 0 0,13-25-32 0 0,87-219-313 0 0,-53 124 134 0 0,-45 114 202 0 0,0-1 0 0 0,1 1 1 0 0,0-1-1 0 0,1 1 0 0 0,0 0 1 0 0,0 1-1 0 0,0-1 0 0 0,1 1 0 0 0,-1 0 1 0 0,2 0-1 0 0,7-5 0 0 0,-12 9 17 0 0,1 0-1 0 0,0 1 0 0 0,0-1 1 0 0,0 1-1 0 0,0 0 0 0 0,0 0 1 0 0,0 0-1 0 0,0 0 0 0 0,0 1 0 0 0,0-1 1 0 0,0 1-1 0 0,1 0 0 0 0,-1 0 1 0 0,0 0-1 0 0,0 0 0 0 0,0 0 1 0 0,0 1-1 0 0,0-1 0 0 0,1 1 1 0 0,-1 0-1 0 0,0 0 0 0 0,0 0 1 0 0,-1 1-1 0 0,1-1 0 0 0,0 0 1 0 0,0 1-1 0 0,-1 0 0 0 0,1 0 1 0 0,-1 0-1 0 0,1 0 0 0 0,-1 0 1 0 0,3 4-1 0 0,3 3 94 0 0,0 1 0 0 0,-1 0 0 0 0,0 0 0 0 0,0 1 1 0 0,-1-1-1 0 0,-1 2 0 0 0,0-1 0 0 0,0 1 0 0 0,-1-1 0 0 0,3 16 0 0 0,3 21 187 0 0,4 60-1 0 0,-11-82-289 0 0,-7 68-704 0 0,4-92 96 0 0,-2 10-2131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8:38.254"/>
    </inkml:context>
    <inkml:brush xml:id="br0">
      <inkml:brushProperty name="width" value="0.035" units="cm"/>
      <inkml:brushProperty name="height" value="0.035" units="cm"/>
      <inkml:brushProperty name="color" value="#E71224"/>
    </inkml:brush>
  </inkml:definitions>
  <inkml:trace contextRef="#ctx0" brushRef="#br0">1 307 10957 0 0,'0'0'3432'0'0,"1"-5"-2463"0"0,12-48 2429 0 0,-13 46-3268 0 0,1 0 0 0 0,0 0 0 0 0,1 1 0 0 0,-1-1 0 0 0,1 0 0 0 0,0 1 0 0 0,1-1 0 0 0,0 1 0 0 0,0 0 0 0 0,0 0 0 0 0,8-10 0 0 0,-10 15-94 0 0,-1 0-1 0 0,1 1 1 0 0,0-1 0 0 0,0 0 0 0 0,0 0-1 0 0,0 1 1 0 0,0-1 0 0 0,1 1 0 0 0,-1-1-1 0 0,0 1 1 0 0,0-1 0 0 0,0 1 0 0 0,0 0-1 0 0,1 0 1 0 0,-1-1 0 0 0,0 1 0 0 0,0 0-1 0 0,0 0 1 0 0,1 0 0 0 0,-1 0 0 0 0,0 1-1 0 0,0-1 1 0 0,0 0 0 0 0,1 0 0 0 0,0 1-1 0 0,1 1 56 0 0,1-1 0 0 0,-1 1 0 0 0,0 0-1 0 0,0 0 1 0 0,0 0 0 0 0,0 0 0 0 0,0 1-1 0 0,4 3 1 0 0,1 3 156 0 0,-1 1 0 0 0,1-1 0 0 0,-2 1 0 0 0,8 14 0 0 0,-10-16-185 0 0,-1 1-1 0 0,0-1 0 0 0,0 1 0 0 0,-1 0 0 0 0,-1-1 0 0 0,1 1 0 0 0,-1 0 0 0 0,-1 0 0 0 0,0 0 0 0 0,0 0 0 0 0,-1 0 0 0 0,0 0 0 0 0,0 0 1 0 0,-1 0-1 0 0,0 0 0 0 0,-1-1 0 0 0,0 1 0 0 0,0-1 0 0 0,-1 1 0 0 0,0-1 0 0 0,0-1 0 0 0,-1 1 0 0 0,0 0 0 0 0,0-1 0 0 0,-1 0 0 0 0,0 0 1 0 0,-8 6-1 0 0,14-12-59 0 0,-1 0 1 0 0,1-1 0 0 0,0 1 0 0 0,-1-1 0 0 0,1 1-1 0 0,-1-1 1 0 0,1 1 0 0 0,-1-1 0 0 0,1 0 0 0 0,-1 1-1 0 0,1-1 1 0 0,-1 1 0 0 0,1-1 0 0 0,-1 0 0 0 0,0 1-1 0 0,1-1 1 0 0,-1 0 0 0 0,0 0 0 0 0,1 0-1 0 0,-1 0 1 0 0,1 1 0 0 0,-1-1 0 0 0,0 0 0 0 0,1 0-1 0 0,-1 0 1 0 0,0 0 0 0 0,1 0 0 0 0,-1 0 0 0 0,-1-1-1 0 0,-1-17-3 0 0,13-28-17 0 0,7 7 39 0 0,2 2 0 0 0,2 1 1 0 0,1 0-1 0 0,1 1 0 0 0,53-57 1 0 0,-64 79-280 0 0,1 0 1 0 0,1 2-1 0 0,0-1 0 0 0,0 2 1 0 0,1 0-1 0 0,23-12 1 0 0,31-20-6737 0 0,-51 29 3880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07.728"/>
    </inkml:context>
    <inkml:brush xml:id="br0">
      <inkml:brushProperty name="width" value="0.035" units="cm"/>
      <inkml:brushProperty name="height" value="0.035" units="cm"/>
      <inkml:brushProperty name="color" value="#E71224"/>
    </inkml:brush>
  </inkml:definitions>
  <inkml:trace contextRef="#ctx0" brushRef="#br0">28 69 7473 0 0,'0'0'779'0'0,"-17"-11"9392"0"0,6 5-6343 0 0,18 8-3449 0 0,39 2-284 0 0,-22-9-82 0 0,0 0 1 0 0,-1-2 0 0 0,42-18-1 0 0,-27 10-36 0 0,-36 15 584 0 0,-2 0-548 0 0,1 0 1 0 0,-1 0 0 0 0,0 0-1 0 0,0 1 1 0 0,0-1 0 0 0,1 0-1 0 0,-1 0 1 0 0,0 1-1 0 0,0-1 1 0 0,0 0 0 0 0,0 1-1 0 0,0-1 1 0 0,0 0-1 0 0,0 1 1 0 0,1-1 0 0 0,-1 0-1 0 0,0 0 1 0 0,0 1 0 0 0,0-1-1 0 0,0 0 1 0 0,0 1-1 0 0,0-1 1 0 0,-1 0 0 0 0,1 1-1 0 0,0-1 1 0 0,0 0 0 0 0,0 0-1 0 0,0 1 1 0 0,0-1-1 0 0,0 0 1 0 0,0 1 0 0 0,-1-1-1 0 0,1 0 1 0 0,0 0 0 0 0,0 1-1 0 0,0-1 1 0 0,-1 0-1 0 0,1 0 1 0 0,0 0 0 0 0,0 1-1 0 0,-1-1 1 0 0,1 0-1 0 0,0 0 1 0 0,-21 19 245 0 0,-26 13-18 0 0,33-23-179 0 0,1 1 0 0 0,1 0 0 0 0,-19 18 0 0 0,29-26-26 0 0,-13 11-446 0 0,3-4 70 0 0,27-13 39 0 0,11-7-166 0 0,0-1 0 0 0,43-27 0 0 0,-67 38 1150 0 0,2 5-541 0 0,0 1-238 0 0,-6 6-4480 0 0,1-10 4445 0 0,0 0-1 0 0,0 0 1 0 0,1 1 0 0 0,-1-1-1 0 0,0 1 1 0 0,1-1 0 0 0,-1 0-1 0 0,1 1 1 0 0,0-1 0 0 0,0 1-1 0 0,-1-1 1 0 0,1 1 0 0 0,0-1-1 0 0,0 1 1 0 0,0-1-1 0 0,1 1 1 0 0,-1-1 0 0 0,0 1-1 0 0,0-1 1 0 0,1 1 0 0 0,-1-1-1 0 0,1 0 1 0 0,-1 1 0 0 0,1-1-1 0 0,0 1 1 0 0,0-1 0 0 0,-1 0-1 0 0,1 0 1 0 0,0 0 0 0 0,0 1-1 0 0,0-1 1 0 0,0 0 0 0 0,0 0-1 0 0,1 0 1 0 0,-1 0 0 0 0,0-1-1 0 0,0 1 1 0 0,1 0 0 0 0,-1 0-1 0 0,3 0 1 0 0,24 2-2320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09.091"/>
    </inkml:context>
    <inkml:brush xml:id="br0">
      <inkml:brushProperty name="width" value="0.035" units="cm"/>
      <inkml:brushProperty name="height" value="0.035" units="cm"/>
      <inkml:brushProperty name="color" value="#E71224"/>
    </inkml:brush>
  </inkml:definitions>
  <inkml:trace contextRef="#ctx0" brushRef="#br0">1 1 9685 0 0,'-1'2'10283'0'0,"7"2"-8771"0"0,83-10-1438 0 0,-86 6 71 0 0,1-1-61 0 0,30 2 151 0 0,-33-1-230 0 0,-1 0-1 0 0,0 0 1 0 0,0 0 0 0 0,0 1 0 0 0,1-1 0 0 0,-1 0-1 0 0,0 0 1 0 0,0 0 0 0 0,0 0 0 0 0,0 1 0 0 0,1-1-1 0 0,-1 0 1 0 0,0 0 0 0 0,0 0 0 0 0,0 1 0 0 0,0-1-1 0 0,0 0 1 0 0,0 0 0 0 0,0 1 0 0 0,0-1 0 0 0,0 0-1 0 0,0 0 1 0 0,0 1 0 0 0,0-1 0 0 0,0 0 0 0 0,0 0-1 0 0,0 0 1 0 0,0 1 0 0 0,0-1 0 0 0,0 0 0 0 0,0 0-1 0 0,0 1 1 0 0,0-1 0 0 0,0 0 0 0 0,0 0 0 0 0,0 1-1 0 0,0-1 1 0 0,0 0 0 0 0,-1 0 0 0 0,-16 18 151 0 0,-50 38 482 0 0,65-54-423 0 0,2-2-400 0 0,-1 0 172 0 0,1 0 0 0 0,0 1 0 0 0,0-1 0 0 0,-1 0-1 0 0,1 0 1 0 0,0 0 0 0 0,-1 1 0 0 0,1-1 0 0 0,0 0-1 0 0,0 0 1 0 0,0 1 0 0 0,-1-1 0 0 0,1 0 0 0 0,0 0 0 0 0,0 1-1 0 0,0-1 1 0 0,0 0 0 0 0,-1 1 0 0 0,1-1 0 0 0,0 0-1 0 0,0 1 1 0 0,0-1 0 0 0,0 0 0 0 0,0 1 0 0 0,0-1 0 0 0,0 0-1 0 0,0 1 1 0 0,0-1 0 0 0,0 0 0 0 0,0 1 0 0 0,0-1 0 0 0,0 0-1 0 0,0 1 1 0 0,0-1 0 0 0,0 0 0 0 0,1 1 0 0 0,-1-1-1 0 0,0 0 1 0 0,0 1 0 0 0,1-1 0 0 0,10 15-523 0 0,-5-15 387 0 0,-1 0 0 0 0,1 0 0 0 0,0 0 1 0 0,0-1-1 0 0,0 0 0 0 0,-1 0 0 0 0,1 0 0 0 0,0-1 0 0 0,-1 0 0 0 0,0 0 0 0 0,1 0 1 0 0,-1-1-1 0 0,0 1 0 0 0,0-1 0 0 0,5-5 0 0 0,16-5-133 0 0,-24 11 2242 0 0,4-4-769 0 0,-6 4-524 0 0,-7 4-192 0 0,-13 8 40 0 0,1 1-1 0 0,0 2 0 0 0,0-1 0 0 0,2 2 0 0 0,0 1 0 0 0,0 0 0 0 0,-16 20 0 0 0,32-34-514 0 0,0-1-1 0 0,0 1 1 0 0,0 0 0 0 0,0 0 0 0 0,0 1 0 0 0,1-1-1 0 0,-1 0 1 0 0,0 0 0 0 0,0 0 0 0 0,1 0-1 0 0,-1 1 1 0 0,1-1 0 0 0,-1 0 0 0 0,1 1-1 0 0,-1-1 1 0 0,1 0 0 0 0,0 1 0 0 0,0-1 0 0 0,0 1-1 0 0,-1-1 1 0 0,1 0 0 0 0,1 1 0 0 0,-1-1-1 0 0,0 1 1 0 0,0-1 0 0 0,0 0 0 0 0,1 1-1 0 0,-1-1 1 0 0,1 0 0 0 0,-1 1 0 0 0,1-1 0 0 0,0 0-1 0 0,-1 0 1 0 0,1 0 0 0 0,0 1 0 0 0,0-1-1 0 0,0 0 1 0 0,0 0 0 0 0,-1 0 0 0 0,2 0 0 0 0,-1 0-1 0 0,0-1 1 0 0,0 1 0 0 0,0 0 0 0 0,0 0-1 0 0,1-1 1 0 0,-1 1 0 0 0,2 0 0 0 0,2 1-202 0 0,0 0 0 0 0,0-1 0 0 0,1 1 0 0 0,-1-1 1 0 0,0 0-1 0 0,1-1 0 0 0,-1 1 0 0 0,0-1 0 0 0,1 0 1 0 0,-1 0-1 0 0,9-2 0 0 0,-2-1-488 0 0,38-13-2114 0 0,-48 15 1998 0 0,10-10-7414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46.581"/>
    </inkml:context>
    <inkml:brush xml:id="br0">
      <inkml:brushProperty name="width" value="0.035" units="cm"/>
      <inkml:brushProperty name="height" value="0.035" units="cm"/>
      <inkml:brushProperty name="color" value="#E71224"/>
    </inkml:brush>
  </inkml:definitions>
  <inkml:trace contextRef="#ctx0" brushRef="#br0">157 234 4780 0 0,'0'0'917'0'0,"1"-6"-495"0"0,0-5 473 0 0,-1 0 1 0 0,0 0-1 0 0,0 0 0 0 0,-1 0 0 0 0,-1 0 1 0 0,-3-14-1 0 0,3 18-364 0 0,0 0 0 0 0,0 0 0 0 0,-1 0 0 0 0,0 1 0 0 0,-1-1 0 0 0,-4-6 0 0 0,-18-13-1691 0 0,25 25 1165 0 0,0 1 1 0 0,0-1-1 0 0,-1 0 1 0 0,1 0-1 0 0,0 1 1 0 0,-1-1-1 0 0,1 1 0 0 0,0-1 1 0 0,-1 1-1 0 0,1 0 1 0 0,-1-1-1 0 0,1 1 1 0 0,-1 0-1 0 0,1 0 1 0 0,0 0-1 0 0,-1 0 1 0 0,1 0-1 0 0,-1 1 1 0 0,1-1-1 0 0,-1 0 1 0 0,1 1-1 0 0,0-1 1 0 0,-1 1-1 0 0,1-1 1 0 0,0 1-1 0 0,-1-1 0 0 0,1 1 1 0 0,-1 1-1 0 0,-1 1 13 0 0,0 0 0 0 0,0 0 0 0 0,0 0 0 0 0,1 0-1 0 0,0 1 1 0 0,-1-1 0 0 0,1 1 0 0 0,1-1-1 0 0,-1 1 1 0 0,-1 4 0 0 0,-3 12 94 0 0,0 0-1 0 0,-5 39 1 0 0,11-58-111 0 0,-4 28 53 0 0,1 1-1 0 0,1 39 0 0 0,2-61-51 0 0,1 0-1 0 0,0 0 1 0 0,0 0 0 0 0,0 0 0 0 0,1-1 0 0 0,0 1-1 0 0,1 0 1 0 0,-1-1 0 0 0,2 0 0 0 0,-1 1 0 0 0,1-1-1 0 0,0-1 1 0 0,10 14 0 0 0,-13-18-2 0 0,1 0 1 0 0,-1-1-1 0 0,1 1 0 0 0,-1 0 1 0 0,1-1-1 0 0,0 1 0 0 0,0-1 0 0 0,-1 1 1 0 0,1-1-1 0 0,0 0 0 0 0,0 0 0 0 0,1 0 1 0 0,-1 0-1 0 0,0 0 0 0 0,0 0 1 0 0,0-1-1 0 0,1 1 0 0 0,-1-1 0 0 0,0 1 1 0 0,0-1-1 0 0,1 0 0 0 0,-1 0 1 0 0,0 0-1 0 0,1 0 0 0 0,-1-1 0 0 0,0 1 1 0 0,1-1-1 0 0,-1 1 0 0 0,0-1 1 0 0,0 0-1 0 0,0 1 0 0 0,1-1 0 0 0,-1 0 1 0 0,0-1-1 0 0,0 1 0 0 0,0 0 0 0 0,-1-1 1 0 0,1 1-1 0 0,0-1 0 0 0,0 1 1 0 0,-1-1-1 0 0,1 0 0 0 0,1-3 0 0 0,6-6-104 0 0,-2 0-1 0 0,1-1 0 0 0,-2 0 0 0 0,1-1 0 0 0,7-23 0 0 0,-9 18 25 0 0,-1-1 0 0 0,0 0 1 0 0,-2 1-1 0 0,0-1 0 0 0,-1 0 0 0 0,-1 0 0 0 0,-1 0 0 0 0,-1 0 0 0 0,0 0 0 0 0,-2 0 0 0 0,0 1 0 0 0,-1 0 0 0 0,0-1 0 0 0,-11-19 0 0 0,16 35 81 0 0,-2 0 1 0 0,1 0-1 0 0,0 1 0 0 0,0-1 1 0 0,-1 1-1 0 0,0-1 0 0 0,1 1 1 0 0,-1-1-1 0 0,0 1 0 0 0,0 0 1 0 0,0 0-1 0 0,0 0 0 0 0,-1 0 1 0 0,1 0-1 0 0,-1 1 0 0 0,1-1 1 0 0,-1 1-1 0 0,1-1 0 0 0,-1 1 1 0 0,0 0-1 0 0,1 0 0 0 0,-1 0 0 0 0,-6 0 1 0 0,6 1-19 0 0,1 0-1 0 0,-1 0 1 0 0,0 1 0 0 0,1-1 0 0 0,-1 1 0 0 0,0 0-1 0 0,1-1 1 0 0,-1 1 0 0 0,1 0 0 0 0,-1 1 0 0 0,1-1-1 0 0,-1 0 1 0 0,1 1 0 0 0,0 0 0 0 0,0-1 0 0 0,0 1-1 0 0,0 0 1 0 0,0 0 0 0 0,0 0 0 0 0,1 0-1 0 0,-1 0 1 0 0,0 1 0 0 0,1-1 0 0 0,0 0 0 0 0,-1 1-1 0 0,0 2 1 0 0,-9 22-1384 0 0,1 0-1 0 0,-11 44 1 0 0,14-43-295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47.042"/>
    </inkml:context>
    <inkml:brush xml:id="br0">
      <inkml:brushProperty name="width" value="0.035" units="cm"/>
      <inkml:brushProperty name="height" value="0.035" units="cm"/>
      <inkml:brushProperty name="color" value="#E71224"/>
    </inkml:brush>
  </inkml:definitions>
  <inkml:trace contextRef="#ctx0" brushRef="#br0">159 34 7473 0 0,'0'0'215'0'0,"-15"-9"227"0"0,12 7-383 0 0,1 1 1 0 0,-1 0-1 0 0,0 0 0 0 0,1 0 1 0 0,-1 0-1 0 0,0 1 0 0 0,0-1 1 0 0,0 1-1 0 0,1-1 0 0 0,-1 1 1 0 0,0 0-1 0 0,0 0 0 0 0,0 1 1 0 0,0-1-1 0 0,1 0 0 0 0,-1 1 1 0 0,0 0-1 0 0,0-1 0 0 0,1 1 1 0 0,-1 1-1 0 0,0-1 0 0 0,-3 2 1 0 0,2 0 49 0 0,1 0 1 0 0,-1 1 0 0 0,0 0-1 0 0,1 0 1 0 0,0 0 0 0 0,0 0 0 0 0,0 0-1 0 0,0 0 1 0 0,1 1 0 0 0,-1 0-1 0 0,-2 7 1 0 0,-3 12 482 0 0,2 1 0 0 0,0 0 0 0 0,-4 48 0 0 0,9-69-522 0 0,0 4 79 0 0,-3 51 500 0 0,3-56-625 0 0,1 1 0 0 0,0-1 0 0 0,0 1 1 0 0,1-1-1 0 0,-1 1 0 0 0,1-1 1 0 0,0 1-1 0 0,0-1 0 0 0,0 0 1 0 0,0 1-1 0 0,0-1 0 0 0,3 5 1 0 0,-3-7-25 0 0,0-1 0 0 0,0 0 0 0 0,0 1 0 0 0,0-1 0 0 0,-1 0 0 0 0,1 0 1 0 0,0 0-1 0 0,0 0 0 0 0,0 0 0 0 0,0 0 0 0 0,0 0 0 0 0,-1 0 0 0 0,1 0 1 0 0,0 0-1 0 0,0 0 0 0 0,0-1 0 0 0,0 1 0 0 0,0 0 0 0 0,-1-1 0 0 0,1 1 0 0 0,0 0 1 0 0,0-1-1 0 0,-1 1 0 0 0,1-1 0 0 0,0 1 0 0 0,-1-1 0 0 0,1 0 0 0 0,0 1 1 0 0,-1-1-1 0 0,1 0 0 0 0,26-24-77 0 0,-24 21 45 0 0,7-8-145 0 0,0 0-1 0 0,-1-1 1 0 0,-1 1-1 0 0,0-2 1 0 0,-1 1 0 0 0,-1-1-1 0 0,0 0 1 0 0,0 0-1 0 0,-1-1 1 0 0,-1 0 0 0 0,-1 0-1 0 0,0 0 1 0 0,-1 0 0 0 0,-1 0-1 0 0,0 0 1 0 0,-1-1-1 0 0,-2-17 1 0 0,2 31 179 0 0,1 1 1 0 0,-1-1-1 0 0,0 1 1 0 0,-1-1-1 0 0,1 0 0 0 0,0 1 1 0 0,0-1-1 0 0,-1 1 1 0 0,1-1-1 0 0,-1 1 0 0 0,1-1 1 0 0,-1 1-1 0 0,0-1 0 0 0,1 1 1 0 0,-1-1-1 0 0,0 1 1 0 0,0 0-1 0 0,0-1 0 0 0,0 1 1 0 0,0 0-1 0 0,0 0 1 0 0,-1 0-1 0 0,1 0 0 0 0,0 0 1 0 0,-1 0-1 0 0,1 0 1 0 0,0 0-1 0 0,-1 1 0 0 0,1-1 1 0 0,-1 0-1 0 0,1 1 1 0 0,-1 0-1 0 0,1-1 0 0 0,-1 1 1 0 0,0 0-1 0 0,1-1 0 0 0,-1 1 1 0 0,1 0-1 0 0,-1 0 1 0 0,0 0-1 0 0,1 1 0 0 0,-1-1 1 0 0,1 0-1 0 0,-1 1 1 0 0,0-1-1 0 0,1 0 0 0 0,-3 2 1 0 0,0 0-10 0 0,0 0 1 0 0,1 0-1 0 0,-1 0 1 0 0,1 0-1 0 0,-1 1 1 0 0,1-1-1 0 0,0 1 1 0 0,0 0-1 0 0,0 0 0 0 0,0 0 1 0 0,1 1-1 0 0,-1-1 1 0 0,1 0-1 0 0,0 1 1 0 0,0 0-1 0 0,0-1 1 0 0,1 1-1 0 0,-3 6 1 0 0,-7 64-2919 0 0,11-72 1571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47.726"/>
    </inkml:context>
    <inkml:brush xml:id="br0">
      <inkml:brushProperty name="width" value="0.035" units="cm"/>
      <inkml:brushProperty name="height" value="0.035" units="cm"/>
      <inkml:brushProperty name="color" value="#E71224"/>
    </inkml:brush>
  </inkml:definitions>
  <inkml:trace contextRef="#ctx0" brushRef="#br0">155 135 4696 0 0,'0'0'2694'0'0,"-14"-20"36"0"0,5 4-1924 0 0,6 11-524 0 0,1 1 1 0 0,-1-1-1 0 0,0 0 1 0 0,-1 1-1 0 0,1-1 1 0 0,-1 1-1 0 0,1 0 1 0 0,-1 0-1 0 0,0 1 1 0 0,-1-1-1 0 0,1 1 1 0 0,-7-4-1 0 0,10 7-240 0 0,-1-1-1 0 0,1 1 1 0 0,-1-1-1 0 0,0 1 1 0 0,1 0-1 0 0,-1-1 1 0 0,0 1-1 0 0,1 0 1 0 0,-1 0-1 0 0,0 0 1 0 0,1 0-1 0 0,-1 1 1 0 0,0-1-1 0 0,1 0 1 0 0,-1 1-1 0 0,0-1 1 0 0,1 1-1 0 0,-1-1 1 0 0,1 1-1 0 0,-1 0 1 0 0,1 0-1 0 0,-1 0 1 0 0,1 0-1 0 0,0 0 1 0 0,-1 0-1 0 0,1 0 1 0 0,0 0-1 0 0,0 0 1 0 0,0 1-1 0 0,0-1 1 0 0,0 0 0 0 0,-1 3-1 0 0,-2 1 51 0 0,1 0 0 0 0,0 0 0 0 0,0 1 0 0 0,1-1 0 0 0,0 1 0 0 0,-4 10 0 0 0,3 16 292 0 0,1 0 1 0 0,1 0-1 0 0,5 44 0 0 0,-4-65-323 0 0,0-8-56 0 0,0 1 0 0 0,1 0 1 0 0,-1-1-1 0 0,1 1 1 0 0,0-1-1 0 0,0 1 0 0 0,0-1 1 0 0,1 1-1 0 0,-1-1 0 0 0,1 0 1 0 0,-1 0-1 0 0,1 1 1 0 0,3 3-1 0 0,-3-6-13 0 0,-1 0 1 0 0,0 0-1 0 0,1 0 1 0 0,-1 0-1 0 0,1 0 0 0 0,0 0 1 0 0,-1 0-1 0 0,1 0 1 0 0,0 0-1 0 0,0-1 1 0 0,-1 1-1 0 0,1-1 0 0 0,0 0 1 0 0,0 1-1 0 0,0-1 1 0 0,-1 0-1 0 0,1 0 1 0 0,0 0-1 0 0,0 0 0 0 0,0 0 1 0 0,0-1-1 0 0,0 1 1 0 0,-1 0-1 0 0,1-1 0 0 0,0 1 1 0 0,3-3-1 0 0,3 0-36 0 0,-1-1 1 0 0,1-1-1 0 0,-1 1 0 0 0,0-1 0 0 0,0 0 0 0 0,0-1 0 0 0,-1 0 0 0 0,0 0 0 0 0,0 0 1 0 0,0-1-1 0 0,-1 0 0 0 0,0 0 0 0 0,-1 0 0 0 0,1-1 0 0 0,-1 1 0 0 0,-1-1 0 0 0,1 0 0 0 0,-1 0 1 0 0,2-10-1 0 0,-2 8 31 0 0,-1 0-1 0 0,0 0 1 0 0,0-1 0 0 0,-1 1 0 0 0,0 0 0 0 0,-1-1-1 0 0,0 1 1 0 0,-1-1 0 0 0,0 1 0 0 0,-1-1 0 0 0,0 1-1 0 0,0 0 1 0 0,-1 0 0 0 0,-1 0 0 0 0,-8-18 0 0 0,11 26 15 0 0,1 0 1 0 0,-1 0 0 0 0,0 1 0 0 0,0-1 0 0 0,0 0 0 0 0,0 0 0 0 0,-1 1 0 0 0,1-1 0 0 0,0 0 0 0 0,-1 1-1 0 0,1-1 1 0 0,-1 1 0 0 0,1 0 0 0 0,-1 0 0 0 0,0-1 0 0 0,0 1 0 0 0,1 0 0 0 0,-1 0 0 0 0,0 1-1 0 0,0-1 1 0 0,0 0 0 0 0,0 1 0 0 0,0-1 0 0 0,0 1 0 0 0,0-1 0 0 0,0 1 0 0 0,0 0 0 0 0,0 0 0 0 0,0 0-1 0 0,-1 0 1 0 0,1 0 0 0 0,0 1 0 0 0,0-1 0 0 0,0 1 0 0 0,0-1 0 0 0,0 1 0 0 0,0 0 0 0 0,0 0 0 0 0,1-1-1 0 0,-4 3 1 0 0,1 0 2 0 0,0 1 0 0 0,0-1 0 0 0,1 0-1 0 0,-1 1 1 0 0,1 0 0 0 0,0 0 0 0 0,0 0 0 0 0,0 0-1 0 0,0 1 1 0 0,1-1 0 0 0,0 1 0 0 0,0 0 0 0 0,0-1-1 0 0,0 1 1 0 0,-1 10 0 0 0,-1 38-803 0 0,16-17-4710 0 0,-4-22 3440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48.163"/>
    </inkml:context>
    <inkml:brush xml:id="br0">
      <inkml:brushProperty name="width" value="0.035" units="cm"/>
      <inkml:brushProperty name="height" value="0.035" units="cm"/>
      <inkml:brushProperty name="color" value="#E71224"/>
    </inkml:brush>
  </inkml:definitions>
  <inkml:trace contextRef="#ctx0" brushRef="#br0">175 93 6785 0 0,'0'0'113'0'0,"-2"-3"52"0"0,-2-3-63 0 0,-34-48 933 0 0,36 52-991 0 0,0-1 0 0 0,0 1 1 0 0,0 0-1 0 0,0 0 1 0 0,0 0-1 0 0,0 0 1 0 0,-1 0-1 0 0,1 0 1 0 0,-1 1-1 0 0,1-1 1 0 0,-1 1-1 0 0,1 0 0 0 0,-1 0 1 0 0,0 0-1 0 0,0 0 1 0 0,0 0-1 0 0,0 0 1 0 0,-3 0-1 0 0,4 2-18 0 0,1-1 0 0 0,-1 1 0 0 0,0 0 0 0 0,1 0 0 0 0,-1 0 0 0 0,0 0 0 0 0,1 0 0 0 0,-1 0 0 0 0,1 0 0 0 0,0 0 0 0 0,-1 0 0 0 0,1 1-1 0 0,0-1 1 0 0,0 1 0 0 0,0-1 0 0 0,0 1 0 0 0,0-1 0 0 0,0 1 0 0 0,0 0 0 0 0,0-1 0 0 0,0 4 0 0 0,-14 44 405 0 0,12-37-283 0 0,-5 14 205 0 0,1-3-191 0 0,1 0-1 0 0,-5 31 1 0 0,11-49-168 0 0,-1-1 0 0 0,1 1 0 0 0,-1 0 1 0 0,1-1-1 0 0,1 1 0 0 0,-1-1 1 0 0,1 1-1 0 0,-1-1 0 0 0,1 1 1 0 0,0-1-1 0 0,1 0 0 0 0,-1 1 1 0 0,1-1-1 0 0,0 0 0 0 0,0 0 1 0 0,0 0-1 0 0,1 0 0 0 0,4 5 1 0 0,-6-8 2 0 0,0 0 1 0 0,1 0-1 0 0,-1 0 1 0 0,0-1-1 0 0,1 1 1 0 0,-1 0 0 0 0,1-1-1 0 0,-1 1 1 0 0,1-1-1 0 0,-1 1 1 0 0,1-1-1 0 0,-1 0 1 0 0,1 0-1 0 0,0 0 1 0 0,-1 0 0 0 0,1 0-1 0 0,-1 0 1 0 0,1 0-1 0 0,-1 0 1 0 0,1-1-1 0 0,0 1 1 0 0,-1 0 0 0 0,1-1-1 0 0,-1 0 1 0 0,0 1-1 0 0,1-1 1 0 0,-1 0-1 0 0,1 0 1 0 0,-1 1-1 0 0,0-1 1 0 0,0 0 0 0 0,1-1-1 0 0,-1 1 1 0 0,0 0-1 0 0,0 0 1 0 0,0 0-1 0 0,1-2 1 0 0,5-5 46 0 0,0 0 0 0 0,-1 0 0 0 0,0-1 0 0 0,6-11 0 0 0,-6 7-26 0 0,-1 0 0 0 0,0 0 1 0 0,-1-1-1 0 0,0 0 0 0 0,-1 0 0 0 0,0 0 0 0 0,-2 0 0 0 0,1 0 1 0 0,-2 0-1 0 0,0-1 0 0 0,0 1 0 0 0,-2 0 0 0 0,0 0 1 0 0,-3-14-1 0 0,5 27 1 0 0,0 1 1 0 0,0-1-1 0 0,0 1 0 0 0,0-1 1 0 0,0 1-1 0 0,-1-1 1 0 0,1 1-1 0 0,0-1 0 0 0,0 1 1 0 0,0-1-1 0 0,0 1 1 0 0,-1-1-1 0 0,1 1 0 0 0,0 0 1 0 0,0-1-1 0 0,-1 1 1 0 0,1-1-1 0 0,0 1 0 0 0,-1 0 1 0 0,1-1-1 0 0,0 1 1 0 0,-1 0-1 0 0,1 0 0 0 0,-1-1 1 0 0,1 1-1 0 0,-1 0 1 0 0,1 0-1 0 0,0-1 0 0 0,-1 1 1 0 0,1 0-1 0 0,-1 0 1 0 0,1 0-1 0 0,-1 0 0 0 0,1 0 1 0 0,-1 0-1 0 0,0 0 1 0 0,-14 14 233 0 0,-5 24-177 0 0,11-14-135 0 0,-11 49 1 0 0,12-31-3451 0 0,8-40 2017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48.601"/>
    </inkml:context>
    <inkml:brush xml:id="br0">
      <inkml:brushProperty name="width" value="0.035" units="cm"/>
      <inkml:brushProperty name="height" value="0.035" units="cm"/>
      <inkml:brushProperty name="color" value="#E71224"/>
    </inkml:brush>
  </inkml:definitions>
  <inkml:trace contextRef="#ctx0" brushRef="#br0">165 0 7657 0 0,'-13'7'60'0'0,"0"1"0"0"0,1 1 1 0 0,0 0-1 0 0,0 1 0 0 0,1 0 1 0 0,0 0-1 0 0,1 1 0 0 0,-14 19 1 0 0,18-21 118 0 0,0 1 1 0 0,1 0-1 0 0,0 0 1 0 0,0 1-1 0 0,1-1 1 0 0,1 1-1 0 0,0 0 1 0 0,0 0 0 0 0,1 0-1 0 0,0 1 1 0 0,1-1-1 0 0,0 12 1 0 0,1-21-173 0 0,0-1-1 0 0,0 1 1 0 0,-1-1 0 0 0,1 1 0 0 0,0-1 0 0 0,0 1 0 0 0,1-1 0 0 0,-1 1 0 0 0,0-1 0 0 0,0 0-1 0 0,1 1 1 0 0,-1-1 0 0 0,1 1 0 0 0,-1-1 0 0 0,1 0 0 0 0,-1 1 0 0 0,1-1 0 0 0,0 0-1 0 0,0 0 1 0 0,0 1 0 0 0,0-1 0 0 0,0 0 0 0 0,0 0 0 0 0,0 0 0 0 0,0 0 0 0 0,0 0 0 0 0,0 0-1 0 0,0 0 1 0 0,1-1 0 0 0,1 2 0 0 0,-1-2-1 0 0,0-1 0 0 0,0 1 0 0 0,0-1 0 0 0,0 1 0 0 0,0-1 0 0 0,-1 0 0 0 0,1 0 0 0 0,0 0 0 0 0,0 0 0 0 0,-1 0-1 0 0,1 0 1 0 0,-1 0 0 0 0,1-1 0 0 0,-1 1 0 0 0,1 0 0 0 0,-1-1 0 0 0,0 1 0 0 0,0-1 0 0 0,1 0 0 0 0,-1 1 0 0 0,0-1 0 0 0,-1 0 0 0 0,1 0 0 0 0,1-2 0 0 0,4-11 188 0 0,0 0 0 0 0,-1 0 0 0 0,-1 0 0 0 0,0-1 0 0 0,-1 0 0 0 0,-1 1 0 0 0,0-1 0 0 0,-2-31 0 0 0,0 45 410 0 0,-5-11 1149 0 0,0 0-473 0 0,5 12-1276 0 0,0 1 0 0 0,-1 0 0 0 0,1 0 0 0 0,0 0 0 0 0,-1 0 0 0 0,1 0 0 0 0,0 0 0 0 0,-1-1 0 0 0,1 1 0 0 0,0 0 1 0 0,-1 0-1 0 0,1 0 0 0 0,-1 0 0 0 0,1 0 0 0 0,0 0 0 0 0,-1 0 0 0 0,1 1 0 0 0,0-1 0 0 0,-1 0 0 0 0,1 0 0 0 0,-1 0 1 0 0,1 0-1 0 0,0 0 0 0 0,-1 1 0 0 0,1-1 0 0 0,0 0 0 0 0,0 0 0 0 0,-1 0 0 0 0,1 1 0 0 0,0-1 0 0 0,-1 0 1 0 0,1 1-1 0 0,0-1 0 0 0,0 0 0 0 0,0 0 0 0 0,-1 1 0 0 0,1-1 0 0 0,0 1 0 0 0,-7 8-249 0 0,1 0 0 0 0,1 0 1 0 0,-1 0-1 0 0,2 1 0 0 0,-1 0 0 0 0,1-1 0 0 0,-3 14 0 0 0,6-21-1052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5.965"/>
    </inkml:context>
    <inkml:brush xml:id="br0">
      <inkml:brushProperty name="width" value="0.035" units="cm"/>
      <inkml:brushProperty name="height" value="0.035" units="cm"/>
      <inkml:brushProperty name="color" value="#E71224"/>
    </inkml:brush>
    <inkml:context xml:id="ctx1">
      <inkml:inkSource xml:id="inkSrc1">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1" timeString="2024-10-20T13:51:55.966"/>
    </inkml:context>
  </inkml:definitions>
  <inkml:trace contextRef="#ctx0" brushRef="#br0">74 0 10513 0 0,'-3'1'116'0'0,"-45"6"-88"0"0,27-8 3012 0 0,19 1-4709 0 0</inkml:trace>
  <inkml:trace contextRef="#ctx1" brushRef="#br0">79 360 16650,'0'24'0,"0"-2"-16,-2-2-12</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28.819"/>
    </inkml:context>
    <inkml:brush xml:id="br0">
      <inkml:brushProperty name="width" value="0.035" units="cm"/>
      <inkml:brushProperty name="height" value="0.035" units="cm"/>
      <inkml:brushProperty name="color" value="#E71224"/>
    </inkml:brush>
  </inkml:definitions>
  <inkml:trace contextRef="#ctx0" brushRef="#br0">39 385 8781 0 0,'-38'19'5082'0'0,"38"-20"-5013"0"0,-1 0 0 0 0,1 0 0 0 0,0 0 0 0 0,0 0 1 0 0,0 0-1 0 0,0 0 0 0 0,0 0 0 0 0,0 0 0 0 0,0 0 1 0 0,1 0-1 0 0,-1 0 0 0 0,0 0 0 0 0,0 0 0 0 0,1 0 1 0 0,-1 0-1 0 0,1 0 0 0 0,-1 0 0 0 0,1 0 0 0 0,-1 0 1 0 0,1 0-1 0 0,-1 0 0 0 0,2 0 0 0 0,14-22 722 0 0,-16 23-763 0 0,16-18 722 0 0,0 1 0 0 0,32-26 0 0 0,15-15 159 0 0,-34 26-765 0 0,0 2 0 0 0,2 2 0 0 0,1 0-1 0 0,66-42 1 0 0,-84 62-922 0 0,21-12 300 0 0,-22 16-3682 0 0,-2 2-3985 0 0,-3 2 6707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29.179"/>
    </inkml:context>
    <inkml:brush xml:id="br0">
      <inkml:brushProperty name="width" value="0.035" units="cm"/>
      <inkml:brushProperty name="height" value="0.035" units="cm"/>
      <inkml:brushProperty name="color" value="#E71224"/>
    </inkml:brush>
  </inkml:definitions>
  <inkml:trace contextRef="#ctx0" brushRef="#br0">187 1 7285 0 0,'0'0'4276'0'0,"-16"12"-2764"0"0,11-8-1329 0 0,1 0-1 0 0,0 0 1 0 0,-1 1 0 0 0,2 0-1 0 0,-1-1 1 0 0,1 1 0 0 0,-1 1-1 0 0,1-1 1 0 0,1 0 0 0 0,-1 1-1 0 0,1-1 1 0 0,0 1 0 0 0,0 0-1 0 0,0 0 1 0 0,1 0-1 0 0,-1 9 1 0 0,0 14 613 0 0,0 0 0 0 0,4 39-1 0 0,0-12-106 0 0,-9 130 409 0 0,4-162-1171 0 0,-2 0 1 0 0,0 0-1 0 0,-1 0 0 0 0,-2-1 1 0 0,-16 38-1 0 0,-11-8-5466 0 0,34-51 4383 0 0,-15 12-3649 0 0,6-7 3054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29.545"/>
    </inkml:context>
    <inkml:brush xml:id="br0">
      <inkml:brushProperty name="width" value="0.035" units="cm"/>
      <inkml:brushProperty name="height" value="0.035" units="cm"/>
      <inkml:brushProperty name="color" value="#E71224"/>
    </inkml:brush>
  </inkml:definitions>
  <inkml:trace contextRef="#ctx0" brushRef="#br0">36 197 7981 0 0,'0'0'2668'0'0,"-35"17"18"0"0,35-17-2667 0 0,0 0-1 0 0,0 0 1 0 0,0 0-1 0 0,0 1 0 0 0,0-1 1 0 0,0 0-1 0 0,0 0 1 0 0,0 0-1 0 0,0 0 1 0 0,0 0-1 0 0,0 1 1 0 0,0-1-1 0 0,0 0 1 0 0,0 0-1 0 0,0 0 0 0 0,0 0 1 0 0,0 0-1 0 0,0 1 1 0 0,0-1-1 0 0,1 0 1 0 0,-1 0-1 0 0,0 0 1 0 0,0 0-1 0 0,0 0 0 0 0,0 0 1 0 0,0 1-1 0 0,0-1 1 0 0,0 0-1 0 0,1 0 1 0 0,-1 0-1 0 0,0 0 1 0 0,0 0-1 0 0,0 0 1 0 0,0 0-1 0 0,0 0 0 0 0,0 0 1 0 0,1 0-1 0 0,-1 0 1 0 0,0 0-1 0 0,0 0 1 0 0,0 0-1 0 0,0 0 1 0 0,1 0-1 0 0,-1 0 0 0 0,0 0 1 0 0,0 0-1 0 0,0 0 1 0 0,0 0-1 0 0,0 0 1 0 0,1 0-1 0 0,-1 0 1 0 0,0 0-1 0 0,16-4 526 0 0,12-6 16 0 0,93-73-868 0 0,-48 30-2407 0 0,9-4-3019 0 0,-67 46 4354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0.622"/>
    </inkml:context>
    <inkml:brush xml:id="br0">
      <inkml:brushProperty name="width" value="0.035" units="cm"/>
      <inkml:brushProperty name="height" value="0.035" units="cm"/>
      <inkml:brushProperty name="color" value="#E71224"/>
    </inkml:brush>
  </inkml:definitions>
  <inkml:trace contextRef="#ctx0" brushRef="#br0">287 64 10513 0 0,'-11'-19'413'0'0,"10"18"-1385"0"0,-18-30 4820 0 0,14 18-296 0 0,16 18-1728 0 0,-7-2-1763 0 0,0 2 0 0 0,-1-1 1 0 0,1 0-1 0 0,-1 1 0 0 0,0 0 0 0 0,0-1 1 0 0,0 1-1 0 0,-1 0 0 0 0,0 1 1 0 0,0-1-1 0 0,0 0 0 0 0,0 1 0 0 0,-1-1 1 0 0,0 0-1 0 0,0 1 0 0 0,0 10 0 0 0,0 13 34 0 0,-2-1 0 0 0,-3 31-1 0 0,2-37-33 0 0,-9 126 221 0 0,-15 140-176 0 0,26-258-1446 0 0,4-30 980 0 0,0-14 216 0 0,-1-3 94 0 0,-2-1-1 0 0,0 0 0 0 0,-1 0 0 0 0,-1 1 0 0 0,0-1 1 0 0,-1 1-1 0 0,-1-1 0 0 0,-1 1 0 0 0,-8-24 0 0 0,10 38 52 0 0,1 0 1 0 0,-1 0-1 0 0,0 0 0 0 0,0 0 0 0 0,0 0 0 0 0,0 0 0 0 0,-1 1 0 0 0,1-1 0 0 0,-1 1 0 0 0,1 0 0 0 0,-1-1 0 0 0,0 1 1 0 0,0 0-1 0 0,0 1 0 0 0,0-1 0 0 0,0 1 0 0 0,-1-1 0 0 0,1 1 0 0 0,0 0 0 0 0,-1 0 0 0 0,1 0 0 0 0,-1 0 0 0 0,1 1 0 0 0,-1 0 1 0 0,1-1-1 0 0,-1 1 0 0 0,1 1 0 0 0,-1-1 0 0 0,1 0 0 0 0,-1 1 0 0 0,-4 1 0 0 0,1-1 42 0 0,1 1 0 0 0,-1 0 0 0 0,0 0 0 0 0,1 1 0 0 0,-1 0 0 0 0,1 0 0 0 0,0 0 0 0 0,0 1 0 0 0,0 0-1 0 0,1 0 1 0 0,-1 1 0 0 0,1-1 0 0 0,0 1 0 0 0,-8 10 0 0 0,5 1 37 0 0,0 0 1 0 0,1 1-1 0 0,0 0 1 0 0,2 0-1 0 0,0 1 0 0 0,1-1 1 0 0,0 1-1 0 0,2 0 1 0 0,0 0-1 0 0,1 0 0 0 0,1 23 1 0 0,0-38-76 0 0,0 1 0 0 0,0 0 0 0 0,1-1 1 0 0,-1 1-1 0 0,1 0 0 0 0,0-1 0 0 0,0 1 1 0 0,0-1-1 0 0,0 1 0 0 0,1-1 0 0 0,-1 1 0 0 0,1-1 1 0 0,0 0-1 0 0,0 0 0 0 0,0 0 0 0 0,0 0 0 0 0,1 0 1 0 0,-1 0-1 0 0,1-1 0 0 0,0 1 0 0 0,-1-1 0 0 0,1 0 1 0 0,0 1-1 0 0,1-1 0 0 0,-1-1 0 0 0,6 4 0 0 0,-3-4-10 0 0,0 0 0 0 0,0 0-1 0 0,0-1 1 0 0,0 0 0 0 0,0 0-1 0 0,0 0 1 0 0,0-1 0 0 0,0 0 0 0 0,0 0-1 0 0,0 0 1 0 0,-1-1 0 0 0,1 0-1 0 0,0 0 1 0 0,-1 0 0 0 0,10-6-1 0 0,24-13-597 0 0,0-3 0 0 0,-1-1 0 0 0,-2-2 0 0 0,-1-1 0 0 0,-1-2 0 0 0,-1-1 0 0 0,40-50 0 0 0,-66 71 751 0 0,0-1 0 0 0,0-1 0 0 0,-1 1 0 0 0,0-1 1 0 0,-1 0-1 0 0,0 0 0 0 0,-1-1 0 0 0,0 1 0 0 0,-1-1 0 0 0,-1 0 0 0 0,0 0 1 0 0,-1 0-1 0 0,0-15 0 0 0,-1 26-117 0 0,0 1 0 0 0,0-1 1 0 0,0 1-1 0 0,-1-1 0 0 0,1 1 1 0 0,-1-1-1 0 0,1 1 0 0 0,-1-1 0 0 0,1 1 1 0 0,-1-1-1 0 0,0 1 0 0 0,0 0 0 0 0,0 0 1 0 0,1-1-1 0 0,-1 1 0 0 0,-1 0 1 0 0,1 0-1 0 0,0 0 0 0 0,0 0 0 0 0,0 0 1 0 0,0 0-1 0 0,-1 0 0 0 0,1 1 0 0 0,0-1 1 0 0,-1 0-1 0 0,1 1 0 0 0,-1-1 1 0 0,1 1-1 0 0,-1-1 0 0 0,1 1 0 0 0,-1 0 1 0 0,1-1-1 0 0,-1 1 0 0 0,1 0 0 0 0,-1 0 1 0 0,1 0-1 0 0,-1 0 0 0 0,-2 1 1 0 0,1-1 0 0 0,-1 0 1 0 0,0 1-1 0 0,1-1 1 0 0,-1 1-1 0 0,0 0 1 0 0,1 0-1 0 0,-1 0 1 0 0,1 1-1 0 0,-1-1 1 0 0,1 1-1 0 0,0 0 1 0 0,0-1-1 0 0,-1 2 1 0 0,1-1 0 0 0,-3 3-1 0 0,-3 10 124 0 0,0 0 0 0 0,1 1 1 0 0,1 0-1 0 0,0 0 0 0 0,2 0 0 0 0,-7 27 0 0 0,5-17 71 0 0,2-10-122 0 0,2 0 1 0 0,0 0 0 0 0,1 0 0 0 0,-1 25 0 0 0,3-36-106 0 0,0 0 0 0 0,0 1 0 0 0,1-1 0 0 0,-1 1 0 0 0,1-1 0 0 0,0 1 0 0 0,1-1 0 0 0,-1 0 0 0 0,1 0 0 0 0,0 0 0 0 0,0 0 0 0 0,1 0 0 0 0,-1 0 0 0 0,1 0 0 0 0,0-1 1 0 0,6 7-1 0 0,-8-10-19 0 0,1-1 0 0 0,-1 1 0 0 0,0 0 0 0 0,1 0 0 0 0,0 0 1 0 0,-1-1-1 0 0,1 1 0 0 0,-1-1 0 0 0,1 1 0 0 0,0-1 0 0 0,-1 0 1 0 0,1 0-1 0 0,0 0 0 0 0,-1 0 0 0 0,1 0 0 0 0,0 0 0 0 0,-1 0 1 0 0,1 0-1 0 0,0 0 0 0 0,-1-1 0 0 0,1 1 0 0 0,0-1 0 0 0,-1 1 1 0 0,1-1-1 0 0,-1 0 0 0 0,3-1 0 0 0,38-27-463 0 0,-33 22 270 0 0,42-36-814 0 0,-2-1 0 0 0,69-83-1 0 0,-108 115 1065 0 0,-5 5 13 0 0,1 0 1 0 0,-2 0-1 0 0,1-1 0 0 0,5-12 1 0 0,-1 3 510 0 0,-8 14 1305 0 0,-1 3-1865 0 0,0 0 1 0 0,0 0-1 0 0,0-1 0 0 0,0 1 0 0 0,-1 0 0 0 0,1-1 1 0 0,0 1-1 0 0,0 0 0 0 0,0 0 0 0 0,0-1 1 0 0,-1 1-1 0 0,1 0 0 0 0,0 0 0 0 0,0 0 0 0 0,0-1 1 0 0,-1 1-1 0 0,1 0 0 0 0,0 0 0 0 0,0 0 0 0 0,-1 0 1 0 0,1-1-1 0 0,0 1 0 0 0,0 0 0 0 0,-1 0 1 0 0,1 0-1 0 0,0 0 0 0 0,-1 0 0 0 0,1 0 0 0 0,0 0 1 0 0,0 0-1 0 0,-1 0 0 0 0,1 0 0 0 0,0 0 0 0 0,-1 0 1 0 0,1 0-1 0 0,0 0 0 0 0,-1 0 0 0 0,1 0 1 0 0,-1 0-1 0 0,-7 16-14 0 0,0 1 0 0 0,1-1 0 0 0,1 1 0 0 0,0 1 0 0 0,1-1 1 0 0,1 1-1 0 0,1 0 0 0 0,0 0 0 0 0,2 0 0 0 0,0 18 0 0 0,0-34 11 0 0,1-1-1 0 0,0 0 1 0 0,0 1 0 0 0,0-1-1 0 0,0 1 1 0 0,0-1-1 0 0,0 1 1 0 0,0-1 0 0 0,1 1-1 0 0,-1-1 1 0 0,0 0-1 0 0,1 1 1 0 0,-1-1-1 0 0,1 1 1 0 0,0-1 0 0 0,-1 0-1 0 0,1 0 1 0 0,0 1-1 0 0,0-1 1 0 0,0 0 0 0 0,0 0-1 0 0,0 0 1 0 0,1 2-1 0 0,0-3-13 0 0,-1 0 0 0 0,0 0 0 0 0,1 0 0 0 0,-1 0 0 0 0,1 0 0 0 0,-1 0-1 0 0,0 0 1 0 0,1 0 0 0 0,-1-1 0 0 0,0 1 0 0 0,1 0 0 0 0,-1-1-1 0 0,0 1 1 0 0,0-1 0 0 0,0 0 0 0 0,1 1 0 0 0,-1-1 0 0 0,0 0 0 0 0,2-1-1 0 0,6-6-152 0 0,1 0-1 0 0,-2 0 0 0 0,1-1 1 0 0,8-11-1 0 0,83-109-855 0 0,-99 127 1120 0 0,14-2 1145 0 0,-14 11-1033 0 0,-1-1-1 0 0,1 1 1 0 0,-1 0 0 0 0,0-1-1 0 0,-1 1 1 0 0,1 0-1 0 0,-3 9 1 0 0,1-8 93 0 0,1 0 0 0 0,0 0 1 0 0,0 0-1 0 0,1 1 0 0 0,0-1 1 0 0,2 12-1 0 0,-2-19-612 0 0,1 0 1 0 0,-1 0-1 0 0,1 0 0 0 0,-1 0 1 0 0,1 0-1 0 0,-1 1 0 0 0,1-1 1 0 0,0 0-1 0 0,-1 0 0 0 0,1-1 1 0 0,0 1-1 0 0,0 0 0 0 0,0 0 1 0 0,-1 0-1 0 0,1 0 0 0 0,0-1 1 0 0,0 1-1 0 0,0 0 1 0 0,0-1-1 0 0,1 1 0 0 0,-1-1 1 0 0,0 1-1 0 0,0-1 0 0 0,0 0 1 0 0,0 1-1 0 0,1-1 0 0 0,1 0 1 0 0,31 0-2837 0 0,-33-1 2985 0 0,5 1-1666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1.479"/>
    </inkml:context>
    <inkml:brush xml:id="br0">
      <inkml:brushProperty name="width" value="0.035" units="cm"/>
      <inkml:brushProperty name="height" value="0.035" units="cm"/>
      <inkml:brushProperty name="color" value="#E71224"/>
    </inkml:brush>
  </inkml:definitions>
  <inkml:trace contextRef="#ctx0" brushRef="#br0">32 374 9541 0 0,'0'0'5176'0'0,"-5"1"-4144"0"0,-20 14 2749 0 0,25-14-3747 0 0,0-1 1 0 0,0 0 0 0 0,0 0-1 0 0,0 0 1 0 0,0 1 0 0 0,-1-1-1 0 0,1 0 1 0 0,0 0-1 0 0,0 1 1 0 0,0-1 0 0 0,0 0-1 0 0,0 0 1 0 0,0 1 0 0 0,0-1-1 0 0,0 0 1 0 0,0 0 0 0 0,0 1-1 0 0,0-1 1 0 0,0 0-1 0 0,0 0 1 0 0,0 1 0 0 0,0-1-1 0 0,0 0 1 0 0,0 0 0 0 0,0 1-1 0 0,0-1 1 0 0,0 0 0 0 0,0 0-1 0 0,0 1 1 0 0,1-1-1 0 0,-1 0 1 0 0,0 0 0 0 0,0 1-1 0 0,0-1 1 0 0,0 0 0 0 0,1 0-1 0 0,-1 0 1 0 0,0 1 0 0 0,0-1-1 0 0,0 0 1 0 0,1 0-1 0 0,-1 0 1 0 0,0 0 0 0 0,1 0-1 0 0,2 2 40 0 0,1-1 0 0 0,0 0 0 0 0,0-1 0 0 0,0 1 0 0 0,-1-1 0 0 0,1 0 0 0 0,0 0 0 0 0,0 0 0 0 0,0 0 0 0 0,0-1 0 0 0,4-1 0 0 0,77-18 944 0 0,138-55 0 0 0,-68 20-827 0 0,-63 26-295 0 0,9-2-1082 0 0,-2-3 1 0 0,157-79 0 0 0,-254 112 1064 0 0,0 0 0 0 0,0-1 0 0 0,-1 1 0 0 0,1 0 0 0 0,-1-1 0 0 0,1 1 0 0 0,-1-1 0 0 0,0 0 0 0 0,1 1 0 0 0,-1-1 0 0 0,0 0 0 0 0,0 0 0 0 0,0 0 0 0 0,0-2 0 0 0,-1 4-34 0 0,1-1-1 0 0,-1 1 0 0 0,0-1 1 0 0,0 0-1 0 0,0 1 1 0 0,0-1-1 0 0,0 0 0 0 0,0 1 1 0 0,0-1-1 0 0,0 1 0 0 0,0-1 1 0 0,0 0-1 0 0,-1 1 1 0 0,1-1-1 0 0,0 1 0 0 0,0-1 1 0 0,-1 0-1 0 0,1 1 0 0 0,0-1 1 0 0,0 1-1 0 0,-1-1 1 0 0,1 1-1 0 0,-1-1 0 0 0,1 1 1 0 0,-1-1-1 0 0,1 1 0 0 0,0 0 1 0 0,-1-1-1 0 0,1 1 1 0 0,-1 0-1 0 0,0-1 0 0 0,1 1 1 0 0,-1 0-1 0 0,1-1 0 0 0,-1 1 1 0 0,1 0-1 0 0,-1 0 1 0 0,0 0-1 0 0,1 0 0 0 0,-1 0 1 0 0,0 0-1 0 0,1 0 0 0 0,-1 0 1 0 0,1 0-1 0 0,-1 0 1 0 0,0 0-1 0 0,1 0 0 0 0,-1 0 1 0 0,0 0-1 0 0,-17 0-2142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5.960"/>
    </inkml:context>
    <inkml:brush xml:id="br0">
      <inkml:brushProperty name="width" value="0.035" units="cm"/>
      <inkml:brushProperty name="height" value="0.035" units="cm"/>
      <inkml:brushProperty name="color" value="#E71224"/>
    </inkml:brush>
  </inkml:definitions>
  <inkml:trace contextRef="#ctx0" brushRef="#br0">41 325 9157 0 0,'0'0'3793'0'0,"-5"0"-3460"0"0,1 0 0 0 0,0 0 0 0 0,-1 0-1 0 0,1-1 1 0 0,-1 1 0 0 0,-6-3 0 0 0,10 2-269 0 0,1 0 1 0 0,0 0-1 0 0,-1 0 0 0 0,1 0 0 0 0,0-1 0 0 0,0 1 1 0 0,0 0-1 0 0,0 0 0 0 0,0 0 0 0 0,0 0 1 0 0,0 0-1 0 0,0-1 0 0 0,0 1 0 0 0,1 0 1 0 0,-1 0-1 0 0,0 0 0 0 0,1 0 0 0 0,-1 0 1 0 0,1 0-1 0 0,-1 0 0 0 0,1 0 0 0 0,0 0 1 0 0,-1 0-1 0 0,1 0 0 0 0,0 0 0 0 0,0 0 0 0 0,-1 1 1 0 0,3-2-1 0 0,28-27 934 0 0,-26 25-790 0 0,49-38 1117 0 0,88-50 0 0 0,29-21-4051 0 0,-165 108 1034 0 0,0 0 1357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6.319"/>
    </inkml:context>
    <inkml:brush xml:id="br0">
      <inkml:brushProperty name="width" value="0.035" units="cm"/>
      <inkml:brushProperty name="height" value="0.035" units="cm"/>
      <inkml:brushProperty name="color" value="#E71224"/>
    </inkml:brush>
  </inkml:definitions>
  <inkml:trace contextRef="#ctx0" brushRef="#br0">162 1 9109 0 0,'-1'3'26'0'0,"-6"11"377"0"0,1 1-1 0 0,0 0 1 0 0,1 0 0 0 0,1 0-1 0 0,1 0 1 0 0,0 1-1 0 0,0 0 1 0 0,2-1 0 0 0,0 1-1 0 0,2 20 1 0 0,1-3 10 0 0,-1 1 0 0 0,-2 0 1 0 0,-1 0-1 0 0,-2 0 0 0 0,-8 33 0 0 0,-30 86-1739 0 0,38-142 839 0 0,-1 1 1 0 0,0 0-1 0 0,-1-1 1 0 0,-7 12-1 0 0,-9 4-3510 0 0,12-16 2503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6.678"/>
    </inkml:context>
    <inkml:brush xml:id="br0">
      <inkml:brushProperty name="width" value="0.035" units="cm"/>
      <inkml:brushProperty name="height" value="0.035" units="cm"/>
      <inkml:brushProperty name="color" value="#E71224"/>
    </inkml:brush>
  </inkml:definitions>
  <inkml:trace contextRef="#ctx0" brushRef="#br0">0 872 9445 0 0,'0'0'3100'0'0,"15"-25"-1692"0"0,0 15-1150 0 0,0 2-1 0 0,0 0 0 0 0,1 0 0 0 0,17-4 0 0 0,36-19-781 0 0,-50 20-576 0 0,0-1 1 0 0,-1-1 0 0 0,0-1-1 0 0,-1-1 1 0 0,24-24 0 0 0,-25 20-519 0 0</inkml:trace>
  <inkml:trace contextRef="#ctx0" brushRef="#br0" timeOffset="1">644 14 10709 0 0,'-2'-1'525'0'0,"0"-1"-1"0"0,0 1 1 0 0,0 0 0 0 0,0-1-1 0 0,0 1 1 0 0,-1 0 0 0 0,1 0-1 0 0,0 0 1 0 0,-1 1 0 0 0,1-1-1 0 0,-1 0 1 0 0,-4 0 0 0 0,6 1-436 0 0,-1 1-1 0 0,1-1 1 0 0,0 0 0 0 0,0 0 0 0 0,0 0 0 0 0,-1 1 0 0 0,1-1 0 0 0,0 1 0 0 0,0-1 0 0 0,0 1 0 0 0,0-1-1 0 0,0 1 1 0 0,0 0 0 0 0,0 0 0 0 0,0-1 0 0 0,0 1 0 0 0,0 0 0 0 0,0 0 0 0 0,-1 1 0 0 0,1 1-62 0 0,-1 1 1 0 0,0-1 0 0 0,1 0 0 0 0,0 1-1 0 0,-1-1 1 0 0,1 1 0 0 0,1-1 0 0 0,-1 1-1 0 0,0-1 1 0 0,1 1 0 0 0,0 0-1 0 0,0-1 1 0 0,0 1 0 0 0,0 0 0 0 0,1-1-1 0 0,0 5 1 0 0,6 58 376 0 0,-2 1 0 0 0,-4-1-1 0 0,-14 131 1 0 0,13-192-401 0 0,-31 189-53 0 0,7-59-3938 0 0,24-124 2386 0 0,0-9 316 0 0,0 3-4069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7.038"/>
    </inkml:context>
    <inkml:brush xml:id="br0">
      <inkml:brushProperty name="width" value="0.035" units="cm"/>
      <inkml:brushProperty name="height" value="0.035" units="cm"/>
      <inkml:brushProperty name="color" value="#E71224"/>
    </inkml:brush>
  </inkml:definitions>
  <inkml:trace contextRef="#ctx0" brushRef="#br0">116 70 11253 0 0,'-10'-45'869'0'0,"-5"22"4346"0"0,15 23-5196 0 0,0 0 0 0 0,-1 0 1 0 0,1 0-1 0 0,0-1 0 0 0,0 1 0 0 0,0 0 0 0 0,-1 0 1 0 0,1 0-1 0 0,0 0 0 0 0,0 0 0 0 0,-1 0 0 0 0,1-1 1 0 0,0 1-1 0 0,0 0 0 0 0,-1 0 0 0 0,1 0 0 0 0,0 0 1 0 0,0 0-1 0 0,-1 0 0 0 0,1 0 0 0 0,0 0 0 0 0,0 0 1 0 0,-1 0-1 0 0,1 0 0 0 0,0 0 0 0 0,0 0 0 0 0,-1 1 1 0 0,1-1-1 0 0,0 0 0 0 0,0 0 0 0 0,-1 0 0 0 0,1 0 1 0 0,0 0-1 0 0,0 0 0 0 0,0 1 0 0 0,-1-1 0 0 0,1 0 1 0 0,0 0-1 0 0,0 0 0 0 0,0 1 0 0 0,0-1 0 0 0,-1 0 1 0 0,1 0-1 0 0,0 0 0 0 0,0 1 0 0 0,-6 17 566 0 0,3 20 163 0 0,1 56-25 0 0,-5 0 0 0 0,-33 159-1 0 0,25-166-4495 0 0,10-53-3117 0 0,3-22 4625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7.405"/>
    </inkml:context>
    <inkml:brush xml:id="br0">
      <inkml:brushProperty name="width" value="0.035" units="cm"/>
      <inkml:brushProperty name="height" value="0.035" units="cm"/>
      <inkml:brushProperty name="color" value="#E71224"/>
    </inkml:brush>
  </inkml:definitions>
  <inkml:trace contextRef="#ctx0" brushRef="#br0">32 43 6921 0 0,'0'0'4707'0'0,"-7"-38"-3180"0"0,7 38-1512 0 0,-1 0-1 0 0,1-1 1 0 0,0 1-1 0 0,-1 0 0 0 0,1-1 1 0 0,-1 1-1 0 0,1 0 1 0 0,0 0-1 0 0,-1 0 1 0 0,1-1-1 0 0,-1 1 0 0 0,1 0 1 0 0,-1 0-1 0 0,1 0 1 0 0,-1 0-1 0 0,1 0 1 0 0,-1 0-1 0 0,1 0 1 0 0,-1 0-1 0 0,1 0 0 0 0,0 0 1 0 0,-1 0-1 0 0,1 0 1 0 0,-1 0-1 0 0,1 0 1 0 0,-2 0-1 0 0,-8 0-5536 0 0,8-1 4028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8.101"/>
    </inkml:context>
    <inkml:brush xml:id="br0">
      <inkml:brushProperty name="width" value="0.035" units="cm"/>
      <inkml:brushProperty name="height" value="0.035" units="cm"/>
      <inkml:brushProperty name="color" value="#E71224"/>
    </inkml:brush>
  </inkml:definitions>
  <inkml:trace contextRef="#ctx0" brushRef="#br0">128 13 8073 0 0,'0'0'172'0'0,"-16"-3"828"0"0,10 2-402 0 0,0 1 0 0 0,0 0 1 0 0,0 0-1 0 0,1 0 0 0 0,-1 0 1 0 0,0 1-1 0 0,0 0 0 0 0,0 0 0 0 0,1 1 1 0 0,-11 3-1 0 0,14-3-522 0 0,-1 0 0 0 0,1 0 0 0 0,-1 0 0 0 0,1 0 0 0 0,0 0 0 0 0,0 0 0 0 0,0 1 0 0 0,0-1 0 0 0,1 1 0 0 0,-1-1 0 0 0,0 1 0 0 0,1 0 0 0 0,0 0 0 0 0,0 0 0 0 0,0-1 0 0 0,0 1 0 0 0,0 0 0 0 0,1 0 0 0 0,-1 1 0 0 0,1-1 0 0 0,0 0 0 0 0,0 4 0 0 0,-3 20 485 0 0,1-7 155 0 0,1 1 0 0 0,3 37-1 0 0,-2-53-672 0 0,1-1 1 0 0,-1 0-1 0 0,1 0 0 0 0,0 0 0 0 0,0 0 0 0 0,1 0 0 0 0,-1 0 0 0 0,1 0 0 0 0,0-1 0 0 0,0 1 0 0 0,0 0 0 0 0,0-1 0 0 0,1 1 0 0 0,-1-1 1 0 0,1 0-1 0 0,0 0 0 0 0,0 0 0 0 0,0 0 0 0 0,7 4 0 0 0,-9-7-70 0 0,1 1 0 0 0,-1-1 0 0 0,1 0 0 0 0,0 1 0 0 0,-1-1 0 0 0,1 0 1 0 0,0 0-1 0 0,-1 0 0 0 0,1 0 0 0 0,0 0 0 0 0,-1 0 0 0 0,1-1 0 0 0,-1 1 0 0 0,1-1 0 0 0,0 1 0 0 0,-1-1 0 0 0,1 1 0 0 0,-1-1 1 0 0,1 0-1 0 0,1-1 0 0 0,29-20-553 0 0,-26 17 405 0 0,5-5 69 0 0,0-2 0 0 0,-1 0-1 0 0,0 0 1 0 0,-1 0 0 0 0,0-1 0 0 0,-1-1 0 0 0,0 1 0 0 0,-2-1 0 0 0,1-1 0 0 0,5-20 0 0 0,6-8 413 0 0,-17 41 256 0 0,10-8-183 0 0,-13 25-333 0 0,0-4-34 0 0,1 1 1 0 0,0-1 0 0 0,2 24-1 0 0,-1-33-16 0 0,0 1-1 0 0,0-1 1 0 0,1 0-1 0 0,-1 1 1 0 0,1-1-1 0 0,0 0 1 0 0,-1 0-1 0 0,1 0 1 0 0,0 0-1 0 0,0 1 1 0 0,0-1-1 0 0,1 0 1 0 0,-1-1-1 0 0,1 1 1 0 0,-1 0-1 0 0,1 0 1 0 0,-1-1-1 0 0,1 1 1 0 0,0 0-1 0 0,0-1 1 0 0,0 0-1 0 0,0 1 1 0 0,0-1-1 0 0,0 0 1 0 0,0 0-1 0 0,3 1 1 0 0,-2-2-17 0 0,0 1 0 0 0,1 0 1 0 0,-1-1-1 0 0,0 0 0 0 0,1 0 1 0 0,-1 0-1 0 0,0 0 0 0 0,1 0 0 0 0,-1-1 1 0 0,0 0-1 0 0,0 1 0 0 0,1-1 1 0 0,-1 0-1 0 0,0-1 0 0 0,0 1 0 0 0,0-1 1 0 0,0 1-1 0 0,0-1 0 0 0,0 0 0 0 0,-1 0 1 0 0,1 0-1 0 0,-1 0 0 0 0,1 0 1 0 0,2-4-1 0 0,7-9 21 0 0,-1 1 0 0 0,0-1 0 0 0,13-25 1 0 0,3-4 486 0 0,-27 43-456 0 0,1 0 0 0 0,-1 0 0 0 0,1 0 0 0 0,0 0 0 0 0,-1 0 0 0 0,1 0 0 0 0,0 0 0 0 0,-1 1 0 0 0,1-1 0 0 0,0 0 0 0 0,0 0 0 0 0,0 0 0 0 0,0 1 0 0 0,0-1 0 0 0,0 1 0 0 0,0-1 0 0 0,0 0 0 0 0,0 1 0 0 0,0 0 0 0 0,0-1 0 0 0,0 1 0 0 0,1 0 0 0 0,-1-1 0 0 0,0 1 0 0 0,2 0 0 0 0,-2 1-4 0 0,0 0 0 0 0,0-1 1 0 0,0 1-1 0 0,0 0 0 0 0,0 0 0 0 0,0 0 0 0 0,0 0 1 0 0,-1 0-1 0 0,1 0 0 0 0,0 0 0 0 0,0 0 0 0 0,-1 1 1 0 0,1-1-1 0 0,-1 0 0 0 0,1 0 0 0 0,-1 0 0 0 0,0 1 1 0 0,1 1-1 0 0,2 14 231 0 0,0-1 0 0 0,0 28 0 0 0,-2-34-65 0 0,-1 3-17 0 0,0 0 0 0 0,0 0 0 0 0,-1 0 0 0 0,-1 0 0 0 0,0 0 0 0 0,-1 0 0 0 0,-1 0 0 0 0,-8 22 0 0 0,10-32-381 0 0,1 1 1 0 0,-1-1 0 0 0,0 1-1 0 0,0-1 1 0 0,-1 0 0 0 0,1 0-1 0 0,-1 0 1 0 0,0 0 0 0 0,1 0-1 0 0,-1-1 1 0 0,0 1 0 0 0,-1-1-1 0 0,1 0 1 0 0,-7 4 0 0 0,-1 1-1447 0 0,8-5 320 0 0,-7-1-1252 0 0,10-1 2433 0 0,-1 1 1 0 0,0-1-1 0 0,1 0 1 0 0,-1 1 0 0 0,1-1-1 0 0,-1 0 1 0 0,1 0 0 0 0,-1 0-1 0 0,0 0 1 0 0,1 0 0 0 0,-1 0-1 0 0,1 0 1 0 0,-1 0 0 0 0,0 0-1 0 0,1 0 1 0 0,-1 0 0 0 0,1 0-1 0 0,-1 0 1 0 0,1 0 0 0 0,-1 0-1 0 0,0-1 1 0 0,1 1 0 0 0,-1 0-1 0 0,1 0 1 0 0,-1-1 0 0 0,1 1-1 0 0,-1 0 1 0 0,1-1 0 0 0,-1 1-1 0 0,1 0 1 0 0,-1-1 0 0 0,1 1-1 0 0,0-1 1 0 0,-1 1 0 0 0,1-1-1 0 0,0 1 1 0 0,-1-1 0 0 0,1 1-1 0 0,0-1 1 0 0,-1 0 0 0 0,2-10-1843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49:38.817"/>
    </inkml:context>
    <inkml:brush xml:id="br0">
      <inkml:brushProperty name="width" value="0.035" units="cm"/>
      <inkml:brushProperty name="height" value="0.035" units="cm"/>
      <inkml:brushProperty name="color" value="#E71224"/>
    </inkml:brush>
  </inkml:definitions>
  <inkml:trace contextRef="#ctx0" brushRef="#br0">0 42 9733 0 0,'9'-24'1959'0'0,"-8"22"-1536"0"0,-1 1-1 0 0,1 0 1 0 0,0 0-1 0 0,0 0 1 0 0,0 0 0 0 0,0 0-1 0 0,0 0 1 0 0,0 0-1 0 0,0 0 1 0 0,0 0-1 0 0,0 0 1 0 0,0 1 0 0 0,0-1-1 0 0,1 0 1 0 0,-1 1-1 0 0,0-1 1 0 0,0 1 0 0 0,2-1-1 0 0,-1 1 0 0 0,0 0 0 0 0,0-1 0 0 0,0 1 0 0 0,0 1 0 0 0,0-1 1 0 0,0 0-1 0 0,-1 0 0 0 0,1 1 0 0 0,0-1 0 0 0,0 1 0 0 0,0 0 0 0 0,0-1 0 0 0,2 3 0 0 0,17 12-2232 0 0,-15-9 1905 0 0,-1 0 0 0 0,0 0 0 0 0,0 0-1 0 0,-1 1 1 0 0,0 0 0 0 0,0 0 0 0 0,0 0 0 0 0,-1 0 0 0 0,0 1-1 0 0,0-1 1 0 0,-1 1 0 0 0,0 0 0 0 0,-1 0 0 0 0,0 0-1 0 0,0 0 1 0 0,0 0 0 0 0,-1 0 0 0 0,-1 9 0 0 0,-8 66-1133 0 0,-10-8-3700 0 0,18-73 3733 0 0,-6 23-4898 0 0,-1-16 3249 0 0,3-25 2884 0 0,5-8-184 0 0,2-1 0 0 0,0 1 1 0 0,2 0-1 0 0,0 0 0 0 0,9-23 1 0 0,-9 30 314 0 0,1 0 1 0 0,12-26-1 0 0,-15 38-164 0 0,1 1-1 0 0,-1-1 0 0 0,1 0 0 0 0,1 1 1 0 0,-1 0-1 0 0,0 0 0 0 0,1 0 1 0 0,0 0-1 0 0,0 0 0 0 0,0 1 0 0 0,1-1 1 0 0,4-2-1 0 0,-7 5-114 0 0,0 0 0 0 0,1 0 1 0 0,-1 0-1 0 0,0 1 0 0 0,1-1 0 0 0,-1 1 0 0 0,1-1 1 0 0,-1 1-1 0 0,1 0 0 0 0,-1 0 0 0 0,1 0 0 0 0,-1 0 1 0 0,1 0-1 0 0,-1 1 0 0 0,1-1 0 0 0,-1 1 1 0 0,0-1-1 0 0,1 1 0 0 0,-1 0 0 0 0,0 0 0 0 0,1 0 1 0 0,-1 0-1 0 0,0 1 0 0 0,0-1 0 0 0,0 0 0 0 0,3 3 1 0 0,-2-1 128 0 0,1 1 1 0 0,0 0 0 0 0,-1-1-1 0 0,0 1 1 0 0,1 0 0 0 0,-2 0 0 0 0,1 1-1 0 0,0-1 1 0 0,-1 1 0 0 0,0-1-1 0 0,0 1 1 0 0,2 5 0 0 0,-3-2-126 0 0,1 0 0 0 0,1-1 0 0 0,0 1-1 0 0,0-1 1 0 0,0 0 0 0 0,9 13 0 0 0,-10-18-181 0 0,12 14-2695 0 0,-9-15 2701 0 0,-1-1 0 0 0,1 1 0 0 0,-1-1 0 0 0,1 1 0 0 0,-1-1 0 0 0,0 0 0 0 0,1-1 0 0 0,-1 1 0 0 0,1-1 0 0 0,-1 0 0 0 0,1 0-1 0 0,-1-1 1 0 0,0 1 0 0 0,0-1 0 0 0,0 0 0 0 0,0 0 0 0 0,0 0 0 0 0,0 0 0 0 0,0-1 0 0 0,-1 1 0 0 0,1-1 0 0 0,-1 0 0 0 0,0 0 0 0 0,6-8 0 0 0,6-6 66 0 0,0-2 0 0 0,-1 0 0 0 0,14-27 1 0 0,-26 43 2211 0 0,-1 2-2110 0 0,-1 0 0 0 0,1 0 0 0 0,0 1-1 0 0,-1-1 1 0 0,1 0 0 0 0,0 0 0 0 0,0 1 0 0 0,0-1-1 0 0,0 0 1 0 0,0 1 0 0 0,0-1 0 0 0,0 1-1 0 0,0-1 1 0 0,0 1 0 0 0,0 0 0 0 0,0-1 0 0 0,0 1-1 0 0,0 0 1 0 0,0 0 0 0 0,0-1 0 0 0,1 1-1 0 0,-1 0 1 0 0,0 0 0 0 0,0 1 0 0 0,0-1 0 0 0,0 0-1 0 0,0 0 1 0 0,0 0 0 0 0,0 1 0 0 0,0-1 0 0 0,0 0-1 0 0,0 1 1 0 0,0-1 0 0 0,0 1 0 0 0,1 0-1 0 0,22 24-707 0 0,-20-22 429 0 0,-1 0 0 0 0,1 0-1 0 0,0-1 1 0 0,0 1 0 0 0,0-1 0 0 0,0 0 0 0 0,6 3-1 0 0,-7-4 90 0 0,1-1 0 0 0,-1 1 0 0 0,0-1-1 0 0,1 1 1 0 0,-1-1 0 0 0,0 0 0 0 0,1-1 0 0 0,-1 1-1 0 0,1 0 1 0 0,-1-1 0 0 0,0 0 0 0 0,0 0 0 0 0,1 0-1 0 0,-1 0 1 0 0,0 0 0 0 0,0-1 0 0 0,0 1 0 0 0,0-1-1 0 0,0 0 1 0 0,-1 0 0 0 0,5-3 0 0 0,43-23-2573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0.921"/>
    </inkml:context>
    <inkml:brush xml:id="br0">
      <inkml:brushProperty name="width" value="0.035" units="cm"/>
      <inkml:brushProperty name="height" value="0.035" units="cm"/>
      <inkml:brushProperty name="color" value="#E71224"/>
    </inkml:brush>
  </inkml:definitions>
  <inkml:trace contextRef="#ctx0" brushRef="#br0">314 186 11401 0 0,'0'0'171'0'0,"-11"-11"1994"0"0,6 13-1803 0 0,0 0 0 0 0,1 0-1 0 0,-1 1 1 0 0,1-1-1 0 0,-1 1 1 0 0,1 0 0 0 0,0 0-1 0 0,0 0 1 0 0,0 1-1 0 0,1-1 1 0 0,-1 1 0 0 0,1 0-1 0 0,0 0 1 0 0,0 0 0 0 0,-4 8-1 0 0,-4 8 1367 0 0,2 1 1 0 0,-10 28-1 0 0,3-8-1704 0 0,11-29-201 0 0,0-2 0 0 0,-1 1 0 0 0,0 0 0 0 0,-1-1-1 0 0,0 0 1 0 0,-13 13 0 0 0,18-20-410 0 0,-31 17-3304 0 0,32-20 3870 0 0,0-1 0 0 0,0 1 0 0 0,1 0 0 0 0,-1-1 0 0 0,0 1 0 0 0,1-1 0 0 0,-1 1 0 0 0,0-1 0 0 0,1 0 0 0 0,-1 1 0 0 0,1-1 0 0 0,-1 1 0 0 0,1-1 0 0 0,-1 0 0 0 0,1 0 0 0 0,0 1 0 0 0,-1-1 0 0 0,1 0 0 0 0,0 0 0 0 0,-1 1 0 0 0,1-1 0 0 0,0 0 0 0 0,0 0 0 0 0,0 0 0 0 0,0 0 1 0 0,0 1-1 0 0,0-1 0 0 0,0 0 0 0 0,0-1 0 0 0,-1-28 69 0 0,1 29-75 0 0,-1-2 117 0 0,1 1-1 0 0,0 0 1 0 0,0-1-1 0 0,1 1 1 0 0,-1 0 0 0 0,0 0-1 0 0,1-1 1 0 0,-1 1-1 0 0,1 0 1 0 0,0 0-1 0 0,-1 0 1 0 0,1 0-1 0 0,0 0 1 0 0,1 0-1 0 0,-1 0 1 0 0,0 0-1 0 0,0 0 1 0 0,1 0-1 0 0,2-2 1 0 0,-2 3-23 0 0,0 0 0 0 0,1 0 0 0 0,-1 0 0 0 0,1 0 0 0 0,-1 0 0 0 0,1 0 0 0 0,-1 1 0 0 0,1 0 0 0 0,-1-1 1 0 0,1 1-1 0 0,-1 0 0 0 0,1 0 0 0 0,0 0 0 0 0,-1 0 0 0 0,1 1 0 0 0,-1-1 0 0 0,5 2 0 0 0,13 3 77 0 0,1-2 0 0 0,0 0 0 0 0,42 0 1 0 0,-53-4-731 0 0,1 0 1 0 0,-1 0-1 0 0,0-1 1 0 0,0-1-1 0 0,0 0 1 0 0,10-4-1 0 0,-18 7 400 0 0,-1-1 0 0 0,1 1-1 0 0,-1-1 1 0 0,0 1-1 0 0,1-1 1 0 0,-1 0 0 0 0,0 0-1 0 0,1 0 1 0 0,-1 0-1 0 0,0 1 1 0 0,0-2 0 0 0,0 1-1 0 0,1 0 1 0 0,-1 0-1 0 0,-1 0 1 0 0,1 0 0 0 0,0-1-1 0 0,0 1 1 0 0,0 0-1 0 0,-1-1 1 0 0,1 1 0 0 0,0-1-1 0 0,-1 1 1 0 0,1-3-1 0 0,-1 2 106 0 0,0 0-1 0 0,-1 0 0 0 0,1 0 0 0 0,-1 0 1 0 0,1 0-1 0 0,-1 0 0 0 0,0 0 0 0 0,0 1 1 0 0,0-1-1 0 0,0 0 0 0 0,0 1 0 0 0,0-1 1 0 0,0 0-1 0 0,-1 1 0 0 0,1-1 0 0 0,-3-1 1 0 0,-2-2 122 0 0,1 1 1 0 0,-1-1 0 0 0,0 1 0 0 0,-1 0 0 0 0,1 1 0 0 0,-1-1 0 0 0,1 1 0 0 0,-1 1 0 0 0,-14-4 0 0 0,21 6-39 0 0,-5-1 400 0 0,-1 0 0 0 0,1 0 1 0 0,-1 1-1 0 0,1 0 0 0 0,-1 0 0 0 0,1 1 1 0 0,-1 0-1 0 0,-9 2 0 0 0,13-2 1407 0 0,-1 0-1471 0 0,1 1 1 0 0,-1 0 0 0 0,1 0 0 0 0,0 1 0 0 0,0-1 0 0 0,0 0-1 0 0,0 1 1 0 0,1-1 0 0 0,-1 1 0 0 0,0-1 0 0 0,1 1 0 0 0,-1 3-1 0 0,1-6-344 0 0,1 1 0 0 0,-1 0 0 0 0,1-1 0 0 0,-1 1 0 0 0,1-1 0 0 0,0 1 0 0 0,-1 0 0 0 0,1-1 0 0 0,0 1 0 0 0,0 0 0 0 0,0-1 0 0 0,-1 1 0 0 0,1 0 0 0 0,0 0 0 0 0,0-1 0 0 0,0 1-1 0 0,0 0 1 0 0,0 0 0 0 0,0-1 0 0 0,0 1 0 0 0,0 0 0 0 0,1-1 0 0 0,-1 1 0 0 0,0 0 0 0 0,0-1 0 0 0,1 1 0 0 0,-1 0 0 0 0,0-1 0 0 0,1 1 0 0 0,-1 0 0 0 0,0-1 0 0 0,1 1 0 0 0,-1-1 0 0 0,1 1 0 0 0,-1-1-1 0 0,1 1 1 0 0,0-1 0 0 0,-1 1 0 0 0,1-1 0 0 0,-1 1 0 0 0,1-1 0 0 0,0 0 0 0 0,-1 1 0 0 0,1-1 0 0 0,0 0 0 0 0,-1 0 0 0 0,1 0 0 0 0,0 1 0 0 0,0-1 0 0 0,-1 0 0 0 0,1 0 0 0 0,0 0 0 0 0,-1 0 0 0 0,2 0-1 0 0,2-1-224 0 0,0 1 0 0 0,-1-1 0 0 0,1 0 0 0 0,-1 0 0 0 0,1-1 0 0 0,-1 1 0 0 0,1 0 0 0 0,-1-1 0 0 0,0 0 0 0 0,1 0 0 0 0,-1 0 0 0 0,4-4 0 0 0,-1 0-46 0 0,0 0-1 0 0,0-1 1 0 0,0 0 0 0 0,-1 0-1 0 0,0 0 1 0 0,0 0 0 0 0,-1-1-1 0 0,0 0 1 0 0,-1 1 0 0 0,4-11-1 0 0,-6 15 304 0 0,0 0 0 0 0,0 0-1 0 0,-1 0 1 0 0,1 0 0 0 0,-1 0-1 0 0,1 0 1 0 0,-1 0 0 0 0,0 0-1 0 0,0-1 1 0 0,-1 1-1 0 0,1 0 1 0 0,-1 0 0 0 0,1 0-1 0 0,-1 0 1 0 0,0 0 0 0 0,0 0-1 0 0,0 0 1 0 0,-1 0 0 0 0,1 0-1 0 0,-1 1 1 0 0,1-1 0 0 0,-1 1-1 0 0,0-1 1 0 0,0 1 0 0 0,0-1-1 0 0,0 1 1 0 0,-1 0 0 0 0,1 0-1 0 0,0 0 1 0 0,-1 0 0 0 0,-4-2-1 0 0,3 2 63 0 0,0 0 0 0 0,0 0 1 0 0,0 0-1 0 0,0 0 0 0 0,-1 1 0 0 0,1 0 0 0 0,-1 0 0 0 0,1 0 0 0 0,-1 0 0 0 0,1 1 0 0 0,-1 0 0 0 0,1-1 1 0 0,-1 2-1 0 0,1-1 0 0 0,-1 1 0 0 0,1-1 0 0 0,-1 1 0 0 0,1 0 0 0 0,-1 1 0 0 0,1-1 0 0 0,-8 5 1 0 0,3-1 110 0 0,0 1 0 0 0,1 0 0 0 0,0 1 0 0 0,0 0 0 0 0,0 0 1 0 0,1 0-1 0 0,-12 17 0 0 0,6-6 235 0 0,0 0 0 0 0,2 1 0 0 0,0 0 0 0 0,1 1 0 0 0,1 0 0 0 0,1 0 0 0 0,-7 26 0 0 0,13-37-372 0 0,-1-1 0 0 0,2 0-1 0 0,-1 1 1 0 0,1-1 0 0 0,1 1 0 0 0,-1-1 0 0 0,1 1-1 0 0,1-1 1 0 0,0 1 0 0 0,0-1 0 0 0,1 1 0 0 0,-1-1-1 0 0,2 0 1 0 0,-1 1 0 0 0,1-1 0 0 0,1 0 0 0 0,-1-1-1 0 0,2 1 1 0 0,-1-1 0 0 0,1 0 0 0 0,7 9 0 0 0,-9-12-60 0 0,1 0 0 0 0,0-1 1 0 0,1 0-1 0 0,-1 0 0 0 0,1 0 1 0 0,-1 0-1 0 0,1-1 0 0 0,0 1 1 0 0,0-1-1 0 0,0 0 0 0 0,0-1 1 0 0,0 0-1 0 0,11 2 1 0 0,-6-2-3 0 0,1 0 0 0 0,-1-1 0 0 0,1-1 0 0 0,-1 0 0 0 0,1 0 0 0 0,18-6 0 0 0,-12 2-195 0 0,1-1 0 0 0,-1 0 0 0 0,-1-2 0 0 0,1 0 0 0 0,-2 0 0 0 0,1-2 0 0 0,28-22 0 0 0,-32 21-93 0 0,-1 1-1 0 0,0-2 1 0 0,0 0-1 0 0,-1 0 1 0 0,-1-1-1 0 0,0 0 1 0 0,-1 0-1 0 0,0-1 1 0 0,-1 0-1 0 0,8-22 1 0 0,-12 24 263 0 0,0-1 0 0 0,-1 1 1 0 0,-1 0-1 0 0,1-1 0 0 0,-2 1 0 0 0,0-1 1 0 0,0 1-1 0 0,-1-1 0 0 0,-1 1 1 0 0,0 0-1 0 0,-1-1 0 0 0,0 1 1 0 0,-9-20-1 0 0,7 18 193 0 0,0 0-1 0 0,-2 0 1 0 0,0 0 0 0 0,0 1 0 0 0,-18-23-1 0 0,21 31-114 0 0,-1 0 0 0 0,0 1-1 0 0,0 0 1 0 0,0 0-1 0 0,0 0 1 0 0,-1 0-1 0 0,1 1 1 0 0,-1 0-1 0 0,0 0 1 0 0,0 1-1 0 0,0-1 1 0 0,-1 1 0 0 0,1 1-1 0 0,0-1 1 0 0,-1 1-1 0 0,-8-1 1 0 0,2 1-319 0 0,1 1 0 0 0,0 0 1 0 0,0 1-1 0 0,-1 0 1 0 0,1 0-1 0 0,0 2 0 0 0,0-1 1 0 0,0 2-1 0 0,-19 7 1 0 0,22-7-604 0 0,-1 1 1 0 0,1 1-1 0 0,0 0 1 0 0,0 0-1 0 0,1 0 1 0 0,0 1 0 0 0,-8 8-1 0 0,0 4-1612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2.270"/>
    </inkml:context>
    <inkml:brush xml:id="br0">
      <inkml:brushProperty name="width" value="0.035" units="cm"/>
      <inkml:brushProperty name="height" value="0.035" units="cm"/>
      <inkml:brushProperty name="color" value="#E71224"/>
    </inkml:brush>
  </inkml:definitions>
  <inkml:trace contextRef="#ctx0" brushRef="#br0">50 406 8921 0 0,'-4'0'132'0'0,"-10"-2"-36"0"0,-16-6 4152 0 0,28-1-2128 0 0,18-7-1442 0 0,107-72 3892 0 0,67-37-2458 0 0,-164 110-2019 0 0,47-18 0 0 0,-51 24-252 0 0,-1-1 0 0 0,1 0 0 0 0,36-26 0 0 0,-51 31 798 0 0,-4 3-1331 0 0,0 1 0 0 0,0-1 0 0 0,0 0 0 0 0,0 0 0 0 0,-1 0 0 0 0,1 0 0 0 0,0-1 0 0 0,-1 1 0 0 0,0-1 0 0 0,0 1 1 0 0,0-1-1 0 0,3-4 0 0 0,-6 6 639 0 0,0 1 0 0 0,0-1 0 0 0,0 1 0 0 0,1-1 1 0 0,-1 1-1 0 0,0-1 0 0 0,0 1 0 0 0,0-1 0 0 0,0 1 1 0 0,0 0-1 0 0,0-1 0 0 0,0 1 0 0 0,0 0 0 0 0,0 0 1 0 0,0 0-1 0 0,0 0 0 0 0,0 0 0 0 0,0 0 1 0 0,0 0-1 0 0,0 0 0 0 0,1 0 0 0 0,-1 0 0 0 0,0 0 1 0 0,0 1-1 0 0,0-1 0 0 0,0 0 0 0 0,0 1 0 0 0,0-1 1 0 0,0 1-1 0 0,0-1 0 0 0,0 1 0 0 0,0 0 0 0 0,-34 16-545 0 0,-76 63 1160 0 0,109-79 890 0 0,-1 1-855 0 0,-1 0-413 0 0,0 0 1 0 0,0 1-1 0 0,0 0 1 0 0,0 0 0 0 0,1 0-1 0 0,-1 0 1 0 0,1 0 0 0 0,0 1-1 0 0,0-1 1 0 0,0 1-1 0 0,1 0 1 0 0,-1 0 0 0 0,1 0-1 0 0,-3 7 1 0 0,2 0 202 0 0,0-1 0 0 0,1 1 0 0 0,0 0 0 0 0,0 1 0 0 0,1 14 0 0 0,-3 61 609 0 0,-3-1 0 0 0,-4 0 0 0 0,-44 162-1 0 0,32-189-2391 0 0,4-24-3212 0 0,18-33 3327 0 0,-4 5-974 0 0,-9 2-5095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2.628"/>
    </inkml:context>
    <inkml:brush xml:id="br0">
      <inkml:brushProperty name="width" value="0.035" units="cm"/>
      <inkml:brushProperty name="height" value="0.035" units="cm"/>
      <inkml:brushProperty name="color" value="#E71224"/>
    </inkml:brush>
  </inkml:definitions>
  <inkml:trace contextRef="#ctx0" brushRef="#br0">1 186 7933 0 0,'0'0'6126'0'0,"0"-3"-5879"0"0,1 1 1 0 0,-1-1 0 0 0,1 1 0 0 0,0 0-1 0 0,0-1 1 0 0,0 1 0 0 0,0 0-1 0 0,0 0 1 0 0,1 0 0 0 0,1-2 0 0 0,128-33 2600 0 0,-64 12-2622 0 0,29-13-1868 0 0,-74 29-658 0 0,-2-2 1 0 0,28-18-1 0 0,-33 19 64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3.058"/>
    </inkml:context>
    <inkml:brush xml:id="br0">
      <inkml:brushProperty name="width" value="0.035" units="cm"/>
      <inkml:brushProperty name="height" value="0.035" units="cm"/>
      <inkml:brushProperty name="color" value="#E71224"/>
    </inkml:brush>
  </inkml:definitions>
  <inkml:trace contextRef="#ctx0" brushRef="#br0">81 134 11553 0 0,'-38'-45'945'0'0,"37"43"-277"0"0,-12-13 4754 0 0,13 15-5377 0 0,0 0-1 0 0,-1-1 0 0 0,1 1 0 0 0,0 0 0 0 0,0 0 0 0 0,-1-1 1 0 0,1 1-1 0 0,0 0 0 0 0,0 0 0 0 0,-1 0 0 0 0,1 0 1 0 0,0-1-1 0 0,-1 1 0 0 0,1 0 0 0 0,0 0 0 0 0,0 0 1 0 0,-1 0-1 0 0,1 0 0 0 0,0 0 0 0 0,-1 0 0 0 0,1 0 1 0 0,0 0-1 0 0,-1 0 0 0 0,1 0 0 0 0,0 0 0 0 0,0 0 1 0 0,-1 0-1 0 0,1 0 0 0 0,0 0 0 0 0,-1 0 0 0 0,1 1 0 0 0,0-1 1 0 0,-1 0-1 0 0,1 0 0 0 0,0 0 0 0 0,0 0 0 0 0,-1 1 1 0 0,1-1-1 0 0,0 0 0 0 0,0 0 0 0 0,0 0 0 0 0,-1 1 1 0 0,1-1-1 0 0,0 0 0 0 0,0 0 0 0 0,0 1 0 0 0,0-1 1 0 0,-1 0-1 0 0,1 1 0 0 0,0-1 0 0 0,0 0 0 0 0,0 1 1 0 0,0-1-1 0 0,0 0 0 0 0,0 0 0 0 0,0 1 0 0 0,0-1 0 0 0,0 0 1 0 0,0 1-1 0 0,0-1 0 0 0,0 0 0 0 0,0 1 0 0 0,0-1 1 0 0,4 131 3687 0 0,-1-65-2442 0 0,-9 130 0 0 0,5-194-1404 0 0,-13 131-392 0 0,13-105-3792 0 0,0-1-4030 0 0,6-21 3735 0 0,4-7 2352 0 0</inkml:trace>
  <inkml:trace contextRef="#ctx0" brushRef="#br0" timeOffset="1">275 82 11353 0 0,'-6'-51'1308'0'0,"6"50"-1131"0"0,0-1 0 0 0,0 1-1 0 0,-1-1 1 0 0,1 1-1 0 0,-1 0 1 0 0,1-1-1 0 0,-1 1 1 0 0,0-1 0 0 0,1 1-1 0 0,-1 0 1 0 0,0 0-1 0 0,0-1 1 0 0,0 1-1 0 0,0 0 1 0 0,0 0 0 0 0,0 0-1 0 0,0 0 1 0 0,0 0-1 0 0,0 0 1 0 0,-1 1-1 0 0,1-1 1 0 0,0 0 0 0 0,-1 0-1 0 0,1 1 1 0 0,0-1-1 0 0,-1 1 1 0 0,1-1-1 0 0,-1 1 1 0 0,1 0 0 0 0,-1 0-1 0 0,-1-1 1 0 0,2 2-96 0 0,-1-1 0 0 0,1 1 1 0 0,-1 0-1 0 0,1-1 0 0 0,-1 1 1 0 0,1 0-1 0 0,0 0 0 0 0,-1 0 1 0 0,1 0-1 0 0,0 0 0 0 0,0 0 1 0 0,0 0-1 0 0,0 0 0 0 0,0 0 1 0 0,0 1-1 0 0,0-1 0 0 0,0 0 1 0 0,0 1-1 0 0,1-1 0 0 0,-1 1 1 0 0,0-1-1 0 0,1 1 0 0 0,-1-1 0 0 0,1 1 1 0 0,0-1-1 0 0,-1 1 0 0 0,1-1 1 0 0,0 3-1 0 0,-4 49 1116 0 0,4-49-1043 0 0,7 363 3493 0 0,-2-307-3263 0 0,0-5-3713 0 0,-5-53 2059 0 0,1 10-2787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3.820"/>
    </inkml:context>
    <inkml:brush xml:id="br0">
      <inkml:brushProperty name="width" value="0.035" units="cm"/>
      <inkml:brushProperty name="height" value="0.035" units="cm"/>
      <inkml:brushProperty name="color" value="#E71224"/>
    </inkml:brush>
  </inkml:definitions>
  <inkml:trace contextRef="#ctx0" brushRef="#br0">95 149 5885 0 0,'0'0'387'0'0,"-4"1"-22"0"0,-1 0-550 0 0,-18 3 3353 0 0,21-4-2519 0 0,-1 1 0 0 0,1-1 0 0 0,0 0 0 0 0,-1 0 1 0 0,1 0-1 0 0,0-1 0 0 0,0 1 0 0 0,-1 0 0 0 0,1-1 1 0 0,0 1-1 0 0,0-1 0 0 0,-1 0 0 0 0,1 0 1 0 0,-3-2 2224 0 0,-4-3-1542 0 0,4 4-714 0 0,1 16-317 0 0,1-1-97 0 0,1 0-1 0 0,1 1 1 0 0,0-1 0 0 0,1 0-1 0 0,2 25 1 0 0,-1-33-213 0 0,0 0-1 0 0,0 0 1 0 0,0 0 0 0 0,0 0-1 0 0,1 0 1 0 0,0 0-1 0 0,0 0 1 0 0,0 0 0 0 0,1-1-1 0 0,-1 1 1 0 0,1-1-1 0 0,0 0 1 0 0,1 0 0 0 0,-1 0-1 0 0,1 0 1 0 0,-1 0-1 0 0,7 4 1 0 0,-7-7-71 0 0,-1 0-1 0 0,1 0 1 0 0,-1 0 0 0 0,1-1 0 0 0,0 1-1 0 0,-1-1 1 0 0,1 1 0 0 0,0-1 0 0 0,0 0-1 0 0,0 0 1 0 0,-1 0 0 0 0,1 0 0 0 0,0 0 0 0 0,0-1-1 0 0,-1 1 1 0 0,1-1 0 0 0,0 0 0 0 0,-1 0-1 0 0,1 0 1 0 0,-1 0 0 0 0,1 0 0 0 0,-1-1-1 0 0,1 1 1 0 0,-1-1 0 0 0,4-3 0 0 0,2-1-169 0 0,-1 0 1 0 0,0 0-1 0 0,0-1 1 0 0,0 0-1 0 0,10-14 1 0 0,-6 4 276 0 0,-1-1-1 0 0,0 0 1 0 0,-2 0 0 0 0,0-1-1 0 0,-1 0 1 0 0,0 0 0 0 0,-2-1-1 0 0,0 1 1 0 0,-2-1 0 0 0,0 0-1 0 0,0-29 1 0 0,-3 46 537 0 0,-2-6-191 0 0,-2-3-45 0 0,4 12-323 0 0,-1 1 0 0 0,1-1 0 0 0,-1 0 0 0 0,1 0 0 0 0,0 0 0 0 0,-1 0 0 0 0,1 0 0 0 0,-1 0 0 0 0,1 1 0 0 0,0-1 0 0 0,-1 0-1 0 0,1 0 1 0 0,0 0 0 0 0,-1 1 0 0 0,1-1 0 0 0,0 0 0 0 0,-1 1 0 0 0,1-1 0 0 0,0 0 0 0 0,-1 1 0 0 0,1-1 0 0 0,0 0 0 0 0,0 1 0 0 0,0-1 0 0 0,-1 0 0 0 0,1 1 0 0 0,0-1 0 0 0,0 1-1 0 0,0-1 1 0 0,0 0 0 0 0,0 1 0 0 0,0-1 0 0 0,0 1 0 0 0,0 0 0 0 0,-6 15 337 0 0,2 0-1 0 0,0 0 0 0 0,1 1 1 0 0,1 0-1 0 0,-1 30 1 0 0,2-22 82 0 0,1-14-394 0 0,0 0 1 0 0,2-1-1 0 0,-1 1 0 0 0,1 0 1 0 0,1-1-1 0 0,4 12 1 0 0,-7-20-484 0 0,10 3-1106 0 0,-8-4 1202 0 0,-1 0 0 0 0,1 0 0 0 0,-1 0 0 0 0,1 0 0 0 0,-1-1 0 0 0,1 1 0 0 0,0-1 0 0 0,-1 1 0 0 0,1-1 1 0 0,0 1-1 0 0,0-1 0 0 0,-1 0 0 0 0,1 0 0 0 0,0 0 0 0 0,0 0 0 0 0,0 0 0 0 0,-1 0 0 0 0,1 0 0 0 0,0-1 0 0 0,0 1 0 0 0,-1-1 0 0 0,1 1 0 0 0,0-1 0 0 0,-1 0 0 0 0,1 0 0 0 0,-1 1 0 0 0,1-1 0 0 0,2-2 0 0 0,13-6-1721 0 0,0 0-114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4.191"/>
    </inkml:context>
    <inkml:brush xml:id="br0">
      <inkml:brushProperty name="width" value="0.035" units="cm"/>
      <inkml:brushProperty name="height" value="0.035" units="cm"/>
      <inkml:brushProperty name="color" value="#E71224"/>
    </inkml:brush>
  </inkml:definitions>
  <inkml:trace contextRef="#ctx0" brushRef="#br0">115 41 7425 0 0,'0'0'4505'0'0,"-12"-38"3083"0"0,11 38-7555 0 0,1-1-1 0 0,0 1 1 0 0,0 0-1 0 0,0 0 0 0 0,-1 0 1 0 0,1 0-1 0 0,0-1 0 0 0,0 1 1 0 0,0 0-1 0 0,-1 0 0 0 0,1 0 1 0 0,0 0-1 0 0,0 0 0 0 0,-1-1 1 0 0,1 1-1 0 0,0 0 1 0 0,0 0-1 0 0,-1 0 0 0 0,1 0 1 0 0,0 0-1 0 0,0 0 0 0 0,-1 0 1 0 0,1 0-1 0 0,0 0 0 0 0,0 0 1 0 0,-1 0-1 0 0,1 0 0 0 0,0 0 1 0 0,-1 0-1 0 0,1 0 1 0 0,0 1-1 0 0,0-1 0 0 0,0 0 1 0 0,-1 0-1 0 0,1 0 0 0 0,0 0 1 0 0,0 0-1 0 0,-1 1 0 0 0,1-1 1 0 0,0 0-1 0 0,0 0 0 0 0,0 0 1 0 0,-1 1-1 0 0,1-1 0 0 0,0 0 1 0 0,-2 18 522 0 0,7 26 130 0 0,-5-44-667 0 0,9 38 649 0 0,-5-26-308 0 0,-1 0 0 0 0,0 0 0 0 0,-1 0 0 0 0,-1 1 0 0 0,1 16 0 0 0,-2-26-387 0 0,-1 0-1 0 0,1 0 1 0 0,-1 0 0 0 0,1 1 0 0 0,-1-1 0 0 0,0 0-1 0 0,0 0 1 0 0,0 0 0 0 0,-1 0 0 0 0,1-1 0 0 0,-1 1-1 0 0,0 0 1 0 0,1-1 0 0 0,-1 1 0 0 0,-1-1 0 0 0,1 1-1 0 0,0-1 1 0 0,0 0 0 0 0,-1 0 0 0 0,1 0-1 0 0,-1 0 1 0 0,0 0 0 0 0,1-1 0 0 0,-1 1 0 0 0,0-1-1 0 0,-3 1 1 0 0,4 0-305 0 0,0-1 0 0 0,0 0 0 0 0,0 0 0 0 0,-1-1 0 0 0,1 1 0 0 0,0 0 0 0 0,0-1 0 0 0,0 1 0 0 0,-1-1 0 0 0,1 0 0 0 0,0 1 0 0 0,0-1 0 0 0,-1 0 0 0 0,1 0 0 0 0,0-1 0 0 0,-1 1 0 0 0,1 0 0 0 0,0-1 0 0 0,0 0 0 0 0,0 1 0 0 0,-1-1 0 0 0,1 0 0 0 0,0 0 0 0 0,0 0 0 0 0,-3-3 0 0 0,3 2 57 0 0,1-1 0 0 0,0 1 0 0 0,0-1 0 0 0,0 1 0 0 0,0-1 0 0 0,1 0 0 0 0,-1 1 0 0 0,1-1 0 0 0,-1 0 0 0 0,1 0 0 0 0,0 1 0 0 0,0-1 0 0 0,0 0 0 0 0,1 0 0 0 0,-1 1 0 0 0,1-1 0 0 0,-1 0 0 0 0,1 1 0 0 0,0-1 0 0 0,0 1 0 0 0,0-1 0 0 0,2-3 0 0 0,23-51-3886 0 0,-15 34 2742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5.037"/>
    </inkml:context>
    <inkml:brush xml:id="br0">
      <inkml:brushProperty name="width" value="0.035" units="cm"/>
      <inkml:brushProperty name="height" value="0.035" units="cm"/>
      <inkml:brushProperty name="color" value="#E71224"/>
    </inkml:brush>
  </inkml:definitions>
  <inkml:trace contextRef="#ctx0" brushRef="#br0">23 355 4780 0 0,'20'-43'1195'0'0,"19"-57"1"0"0,-10 0 4424 0 0,-26 86-3625 0 0,1 0 0 0 0,0 1 0 0 0,1 0 0 0 0,9-18 0 0 0,-12 29-476 0 0,6-9-532 0 0,2-2-108 0 0,-10 13-868 0 0,0 0-1 0 0,0-1 1 0 0,1 1 0 0 0,-1 0 0 0 0,0 0 0 0 0,1 0 0 0 0,-1 0 0 0 0,0 0 0 0 0,1 0 0 0 0,-1 0 0 0 0,0 0 0 0 0,0 0 0 0 0,1 0 0 0 0,-1 0-1 0 0,0 0 1 0 0,1 1 0 0 0,-1-1 0 0 0,0 0 0 0 0,0 0 0 0 0,1 0 0 0 0,-1 0 0 0 0,0 0 0 0 0,0 1 0 0 0,1-1 0 0 0,-1 0 0 0 0,0 0 0 0 0,0 0-1 0 0,1 1 1 0 0,-1-1 0 0 0,0 0 0 0 0,0 0 0 0 0,0 1 0 0 0,0-1 0 0 0,1 0 0 0 0,-1 0 0 0 0,0 1 0 0 0,0-1 0 0 0,0 0 0 0 0,0 1 0 0 0,0-1-1 0 0,0 0 1 0 0,0 0 0 0 0,0 1 0 0 0,0-1 0 0 0,0 0 0 0 0,0 1 0 0 0,0-1 0 0 0,0 1 0 0 0,5 17 169 0 0,-1 0-1 0 0,0 1 1 0 0,-2 0 0 0 0,0-1 0 0 0,-1 1 0 0 0,-1 0 0 0 0,0 0 0 0 0,-5 24-1 0 0,-6 22-242 0 0,-21 66 0 0 0,9-39-258 0 0,19-74-118 0 0,-19 71-2883 0 0,1-38-3894 0 0,21-48 6090 0 0,0-2 1025 0 0,1 0-1 0 0,0 0 0 0 0,-1 0 1 0 0,1 0-1 0 0,-1 0 1 0 0,1 0-1 0 0,-1 0 0 0 0,0 0 1 0 0,1 0-1 0 0,-1 0 1 0 0,0 0-1 0 0,0 0 0 0 0,1-1 1 0 0,-1 1-1 0 0,0 0 1 0 0,0 0-1 0 0,0-1 0 0 0,0 1 1 0 0,0-1-1 0 0,0 1 1 0 0,0-1-1 0 0,0 1 0 0 0,0-1 1 0 0,0 0-1 0 0,-1 1 0 0 0,1-1 1 0 0,0 0-1 0 0,0 0 1 0 0,0 0-1 0 0,0 0 0 0 0,0 0 1 0 0,0 0-1 0 0,-1 0 1 0 0,1 0-1 0 0,0-1 0 0 0,0 1 1 0 0,0 0-1 0 0,0-1 1 0 0,0 1-1 0 0,0-1 0 0 0,0 1 1 0 0,0-1-1 0 0,-2 0 1 0 0,0-4 91 0 0,0 0-1 0 0,0 0 1 0 0,1 0 0 0 0,-1 0 0 0 0,1 0 0 0 0,0 0 0 0 0,1-1 0 0 0,-1 1-1 0 0,1 0 1 0 0,0-1 0 0 0,0 0 0 0 0,1-8 0 0 0,2-75 1252 0 0,0 68-656 0 0,6-25 1925 0 0,-7 43-1494 0 0,10-13 441 0 0,-9 14-1385 0 0,0-1 0 0 0,0 1 1 0 0,0 0-1 0 0,0 0 0 0 0,1 0 1 0 0,-1 0-1 0 0,1 0 1 0 0,0 1-1 0 0,-1-1 0 0 0,1 1 1 0 0,0 0-1 0 0,0 0 0 0 0,0 0 1 0 0,0 0-1 0 0,0 0 0 0 0,0 1 1 0 0,0-1-1 0 0,0 1 0 0 0,0 0 1 0 0,0 0-1 0 0,0 0 1 0 0,0 0-1 0 0,0 0 0 0 0,0 1 1 0 0,0-1-1 0 0,0 1 0 0 0,0 0 1 0 0,0 0-1 0 0,4 2 0 0 0,1 2-62 0 0,0-1 0 0 0,-1 1 0 0 0,1 0 0 0 0,-1 1 0 0 0,-1 0 0 0 0,1 0 0 0 0,-1 0-1 0 0,0 1 1 0 0,8 12 0 0 0,-7-8-18 0 0,-1 0 0 0 0,0 1 1 0 0,8 22-1 0 0,-7-14-11 0 0,-6-17-72 0 0,2-2-1348 0 0,-1 1 1417 0 0,0-1-1 0 0,0 1 1 0 0,0-1-1 0 0,1 0 1 0 0,-1 1-1 0 0,1-1 1 0 0,-1-1 0 0 0,6 2-1 0 0,-6-2 20 0 0,1 0 0 0 0,0-1 0 0 0,-1 1 0 0 0,1-1 0 0 0,-1 0 0 0 0,1 1 0 0 0,-1-1-1 0 0,1-1 1 0 0,-1 1 0 0 0,1 0 0 0 0,-1 0 0 0 0,0-1 0 0 0,0 0 0 0 0,0 1 0 0 0,0-1 0 0 0,0 0 0 0 0,0 0 0 0 0,0 0 0 0 0,0 0 0 0 0,-1 0 0 0 0,1 0 0 0 0,0-4-1 0 0,6-7 3 0 0,-2 0 0 0 0,0-1-1 0 0,4-15 1 0 0,13-23 348 0 0,-22 50 512 0 0,2 0-807 0 0,0 2 0 0 0,-1-1 1 0 0,1 0-1 0 0,0 0 0 0 0,0 1 0 0 0,-1-1 0 0 0,1 1 1 0 0,0 0-1 0 0,0 0 0 0 0,0 0 0 0 0,-1 0 1 0 0,5 1-1 0 0,-3 0 11 0 0,-1 1 0 0 0,1-1-1 0 0,-1 0 1 0 0,1 1 0 0 0,-1 0 0 0 0,0 0 0 0 0,0 0 0 0 0,1 0-1 0 0,-2 0 1 0 0,1 1 0 0 0,0-1 0 0 0,0 1 0 0 0,-1 0 0 0 0,1 0 0 0 0,-1 0-1 0 0,0 0 1 0 0,0 0 0 0 0,0 0 0 0 0,0 0 0 0 0,-1 1 0 0 0,1-1-1 0 0,-1 1 1 0 0,0 0 0 0 0,1 3 0 0 0,0-5-136 0 0,0 1 0 0 0,0-1 0 0 0,0 0 0 0 0,0 0 0 0 0,0 0 1 0 0,1-1-1 0 0,-1 1 0 0 0,0-1 0 0 0,1 1 0 0 0,0-1 0 0 0,-1 0 0 0 0,1 0 0 0 0,5 2 0 0 0,-5-2 19 0 0,0 0-1 0 0,0 0 0 0 0,-1 0 1 0 0,1-1-1 0 0,0 1 1 0 0,0-1-1 0 0,0 1 0 0 0,0-1 1 0 0,0 0-1 0 0,0 0 1 0 0,0-1-1 0 0,0 1 1 0 0,0-1-1 0 0,-1 1 0 0 0,1-1 1 0 0,0 0-1 0 0,0 0 1 0 0,0 0-1 0 0,-1 0 0 0 0,1-1 1 0 0,-1 1-1 0 0,1-1 1 0 0,-1 0-1 0 0,5-3 0 0 0,-3 0 8 0 0,1-1 0 0 0,-1 0 0 0 0,0 0 0 0 0,-1 0 0 0 0,0-1 0 0 0,0 1 0 0 0,0-1 0 0 0,0 0 0 0 0,1-8 0 0 0,9-10 369 0 0,-13 25-267 0 0,1 0-1 0 0,-1 0 0 0 0,1-1 1 0 0,-1 1-1 0 0,1 0 0 0 0,-1 0 1 0 0,1 0-1 0 0,-1-1 0 0 0,1 1 1 0 0,-1 0-1 0 0,1 0 0 0 0,-1 0 1 0 0,1 0-1 0 0,-1 0 0 0 0,1 0 1 0 0,-1 0-1 0 0,1 0 0 0 0,-1 0 1 0 0,1 0-1 0 0,-1 0 0 0 0,1 1 1 0 0,-1-1-1 0 0,1 0 1 0 0,-1 0-1 0 0,1 0 0 0 0,-1 1 1 0 0,1-1-1 0 0,3 3 91 0 0,-1 0 0 0 0,0 0 0 0 0,0 1-1 0 0,-1-1 1 0 0,1 0 0 0 0,-1 1 0 0 0,0 0 0 0 0,3 4 0 0 0,-4-6-87 0 0,0-1 1 0 0,0 1 0 0 0,1 0 0 0 0,-1 0 0 0 0,1-1-1 0 0,0 1 1 0 0,-1-1 0 0 0,1 1 0 0 0,0-1-1 0 0,0 0 1 0 0,2 2 0 0 0,1-1-690 0 0,0 0-1 0 0,0 0 1 0 0,0 0 0 0 0,0-1-1 0 0,0 0 1 0 0,1 0 0 0 0,-1 0-1 0 0,0-1 1 0 0,6 0 0 0 0,-7 0-374 0 0,15-4-4802 0 0,-15 3 3848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5.956"/>
    </inkml:context>
    <inkml:brush xml:id="br0">
      <inkml:brushProperty name="width" value="0.035" units="cm"/>
      <inkml:brushProperty name="height" value="0.035" units="cm"/>
      <inkml:brushProperty name="color" value="#E71224"/>
    </inkml:brush>
  </inkml:definitions>
  <inkml:trace contextRef="#ctx0" brushRef="#br0">80 239 9929 0 0,'-5'-38'354'0'0,"-15"-77"597"0"0,-5 43 3714 0 0,24 70-1716 0 0,1 1-2877 0 0,0 1-1 0 0,0-1 1 0 0,0 1 0 0 0,0-1 0 0 0,-1 1 0 0 0,1-1 0 0 0,0 0 0 0 0,0 1-1 0 0,0 0 1 0 0,-1-1 0 0 0,1 1 0 0 0,0-1 0 0 0,-1 1 0 0 0,1-1 0 0 0,0 1-1 0 0,-1 0 1 0 0,1-1 0 0 0,-1 1 0 0 0,1-1 0 0 0,0 1 0 0 0,-1 0 0 0 0,1 0-1 0 0,-1-1 1 0 0,1 1 0 0 0,-1 0 0 0 0,1 0 0 0 0,-1 0 0 0 0,1-1 0 0 0,-1 1-1 0 0,0 0 1 0 0,1 0 0 0 0,-1 0 0 0 0,1 0 0 0 0,-1 0 0 0 0,1 0 0 0 0,-1 0-1 0 0,1 0 1 0 0,-1 0 0 0 0,1 0 0 0 0,-1 1 0 0 0,1-1 0 0 0,-1 0 0 0 0,1 0-1 0 0,-1 0 1 0 0,1 1 0 0 0,-1-1 0 0 0,1 0 0 0 0,-1 1 0 0 0,-1 6 205 0 0,0 0 1 0 0,0 0 0 0 0,1 0-1 0 0,0 0 1 0 0,1 0-1 0 0,0 0 1 0 0,0 1 0 0 0,2 12-1 0 0,13 64 1035 0 0,-10-65-1020 0 0,10 42 268 0 0,28 66-1 0 0,-26-81-592 0 0,-1 1-1 0 0,-3 1 0 0 0,9 53 0 0 0,-21-93-63 0 0,1 8-72 0 0,0 0 1 0 0,-1 0-1 0 0,-1 0 1 0 0,-1 17-1 0 0,0-26-334 0 0,0-1 0 0 0,-1 0 0 0 0,0 0-1 0 0,0 0 1 0 0,0 0 0 0 0,-1 0 0 0 0,0-1 0 0 0,0 1 0 0 0,0-1 0 0 0,-1 0 0 0 0,0 0-1 0 0,0 0 1 0 0,-8 8 0 0 0,11-12 321 0 0,0 0 0 0 0,0 0 0 0 0,0 0 0 0 0,0 0 0 0 0,0 0 0 0 0,-1 0-1 0 0,1 0 1 0 0,0 0 0 0 0,-1 0 0 0 0,1 0 0 0 0,-1-1 0 0 0,1 1 0 0 0,-1 0 0 0 0,1-1 0 0 0,-1 0 0 0 0,1 1 0 0 0,-1-1-1 0 0,1 0 1 0 0,-4 0 0 0 0,4 0 107 0 0,0 0-1 0 0,0-1 1 0 0,0 1-1 0 0,0-1 1 0 0,0 1-1 0 0,0-1 0 0 0,1 0 1 0 0,-1 1-1 0 0,0-1 1 0 0,0 0-1 0 0,0 0 1 0 0,1 0-1 0 0,-1 1 1 0 0,0-1-1 0 0,1 0 1 0 0,-1 0-1 0 0,1 0 0 0 0,-1 0 1 0 0,1 0-1 0 0,0 0 1 0 0,-1-2-1 0 0,-1-3-79 0 0,1-1 0 0 0,-1 1 0 0 0,1-1 0 0 0,1 0 0 0 0,0 0 0 0 0,0 1 0 0 0,1-14 0 0 0,4-1 131 0 0,0 0 1 0 0,1 1-1 0 0,1-1 0 0 0,1 1 0 0 0,1 0 0 0 0,1 1 0 0 0,17-25 1 0 0,-26 40 177 0 0,1 1 1 0 0,1 0 0 0 0,-1 0-1 0 0,0 0 1 0 0,1 0 0 0 0,-1 1 0 0 0,1-1-1 0 0,0 1 1 0 0,0-1 0 0 0,0 1 0 0 0,0 0-1 0 0,0 0 1 0 0,0 0 0 0 0,1 1 0 0 0,-1-1-1 0 0,1 1 1 0 0,-1 0 0 0 0,1 0-1 0 0,-1 0 1 0 0,1 0 0 0 0,0 1 0 0 0,0-1-1 0 0,-1 1 1 0 0,1 0 0 0 0,6 1 0 0 0,0 1 62 0 0,1 0 0 0 0,-1 1-1 0 0,0 1 1 0 0,0 0 0 0 0,0 0 0 0 0,18 12 0 0 0,-20-12-124 0 0,1-1-1 0 0,0 1 0 0 0,0-1 0 0 0,0-1 0 0 0,0 0 0 0 0,1 0 1 0 0,-1-1-1 0 0,1 0 0 0 0,-1 0 0 0 0,1-1 0 0 0,-1-1 0 0 0,1 0 1 0 0,-1 0-1 0 0,0 0 0 0 0,13-5 0 0 0,-16 5-94 0 0,1-1 1 0 0,0 0-1 0 0,-1-1 0 0 0,1 0 0 0 0,-1 0 1 0 0,0 0-1 0 0,0 0 0 0 0,0-1 0 0 0,0 0 1 0 0,-1-1-1 0 0,1 1 0 0 0,-1-1 0 0 0,0 0 1 0 0,-1 0-1 0 0,1-1 0 0 0,-1 1 0 0 0,0-1 1 0 0,0 0-1 0 0,-1 0 0 0 0,5-12 0 0 0,-4 3 111 0 0,0 1 0 0 0,-1-1 0 0 0,-1 1 0 0 0,-1-1 0 0 0,0 0 0 0 0,0 1 0 0 0,-2-1 0 0 0,0 0 0 0 0,-3-17 0 0 0,4 31-91 0 0,0 1 1 0 0,-1-1-1 0 0,1 1 0 0 0,0-1 0 0 0,0 1 1 0 0,0-1-1 0 0,-1 0 0 0 0,1 1 1 0 0,0-1-1 0 0,0 1 0 0 0,-1-1 1 0 0,1 1-1 0 0,-1 0 0 0 0,1-1 0 0 0,0 1 1 0 0,-1-1-1 0 0,1 1 0 0 0,-1 0 1 0 0,1-1-1 0 0,-1 1 0 0 0,1 0 1 0 0,-1-1-1 0 0,1 1 0 0 0,-1 0 0 0 0,1 0 1 0 0,-1 0-1 0 0,1 0 0 0 0,-1-1 1 0 0,0 1-1 0 0,1 0 0 0 0,-1 0 1 0 0,1 0-1 0 0,-1 0 0 0 0,1 0 0 0 0,-1 0 1 0 0,0 0-1 0 0,1 0 0 0 0,-1 1 1 0 0,1-1-1 0 0,-1 0 0 0 0,1 0 1 0 0,-1 0-1 0 0,1 1 0 0 0,-1-1 1 0 0,1 0-1 0 0,-1 0 0 0 0,1 1 0 0 0,-1-1 1 0 0,1 1-1 0 0,-1-1 0 0 0,1 0 1 0 0,-1 1-1 0 0,1-1 0 0 0,0 1 1 0 0,-1 0-1 0 0,-23 22 472 0 0,10 2 57 0 0,1 2 0 0 0,2-1 0 0 0,0 1 0 0 0,2 1 0 0 0,0 0 0 0 0,2 0 0 0 0,-4 40 0 0 0,10-62-427 0 0,0 0 1 0 0,0-1-1 0 0,1 1 0 0 0,-1 0 1 0 0,1-1-1 0 0,1 1 0 0 0,-1 0 0 0 0,1-1 1 0 0,0 1-1 0 0,3 9 0 0 0,-3-13-125 0 0,1 0 0 0 0,-1 0 0 0 0,0 0 0 0 0,1 0 0 0 0,-1 0 0 0 0,1 0 0 0 0,0-1 0 0 0,-1 1 0 0 0,1-1 0 0 0,0 1-1 0 0,0-1 1 0 0,0 0 0 0 0,0 1 0 0 0,0-1 0 0 0,0 0 0 0 0,1-1 0 0 0,-1 1 0 0 0,0 0 0 0 0,0-1 0 0 0,1 1 0 0 0,-1-1 0 0 0,0 1 0 0 0,1-1 0 0 0,-1 0-1 0 0,0 0 1 0 0,1 0 0 0 0,-1-1 0 0 0,5 0 0 0 0,0 1-152 0 0,0-1 0 0 0,1 0 0 0 0,-1-1 0 0 0,0 0 0 0 0,1 0 0 0 0,-1 0 0 0 0,0-1 0 0 0,-1 0 0 0 0,1 0 0 0 0,8-7 0 0 0,-5 3-215 0 0,-1-1 1 0 0,0 0-1 0 0,-1-1 0 0 0,0 0 0 0 0,11-17 1 0 0,38-40-1623 0 0,-45 54 1343 0 0,0-1 1 0 0,-1 0 0 0 0,0 0-1 0 0,-1-1 1 0 0,-1-1 0 0 0,0 0-1 0 0,7-17 1 0 0,-13 19 215 0 0,-2-8 6044 0 0,-5 4-2183 0 0,-2 12-7741 0 0,1 17-2548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0:26.355"/>
    </inkml:context>
    <inkml:brush xml:id="br0">
      <inkml:brushProperty name="width" value="0.035" units="cm"/>
      <inkml:brushProperty name="height" value="0.035" units="cm"/>
      <inkml:brushProperty name="color" value="#E71224"/>
    </inkml:brush>
  </inkml:definitions>
  <inkml:trace contextRef="#ctx0" brushRef="#br0">47 1 20186 0 0,'-16'6'-52'0'0,"2"-2"-16"0"0,-2 0-72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49.155"/>
    </inkml:context>
    <inkml:brush xml:id="br0">
      <inkml:brushProperty name="width" value="0.035" units="cm"/>
      <inkml:brushProperty name="height" value="0.035" units="cm"/>
      <inkml:brushProperty name="color" value="#E71224"/>
    </inkml:brush>
  </inkml:definitions>
  <inkml:trace contextRef="#ctx0" brushRef="#br0">182 113 7333 0 0,'-18'-15'619'0'0,"12"11"-174"0"0,-1 0 0 0 0,0 1 0 0 0,0 0 0 0 0,-1 1 0 0 0,1-1 0 0 0,-1 1 0 0 0,1 1 0 0 0,-1-1 0 0 0,-10 0 0 0 0,15 2-391 0 0,0 1 1 0 0,0-1 0 0 0,0 0 0 0 0,0 1-1 0 0,0-1 1 0 0,0 1 0 0 0,1 0 0 0 0,-1 0-1 0 0,0 0 1 0 0,1 1 0 0 0,-1-1 0 0 0,1 0-1 0 0,-1 1 1 0 0,1 0 0 0 0,0-1 0 0 0,-1 1-1 0 0,1 0 1 0 0,0 0 0 0 0,0 1-1 0 0,0-1 1 0 0,1 0 0 0 0,-1 1 0 0 0,0-1-1 0 0,1 1 1 0 0,0-1 0 0 0,-1 1 0 0 0,1-1-1 0 0,0 1 1 0 0,1 0 0 0 0,-2 3 0 0 0,-2 8 46 0 0,1 1-1 0 0,0-1 1 0 0,1 1 0 0 0,1-1 0 0 0,0 1 0 0 0,1 0 0 0 0,1 0 0 0 0,0-1 0 0 0,1 1 0 0 0,1-1 0 0 0,6 23-1 0 0,-9-36-105 0 0,1 1 0 0 0,-1 0-1 0 0,1-1 1 0 0,0 1-1 0 0,-1-1 1 0 0,1 1 0 0 0,0-1-1 0 0,0 1 1 0 0,0-1 0 0 0,0 1-1 0 0,0-1 1 0 0,0 0-1 0 0,1 1 1 0 0,-1-1 0 0 0,0 0-1 0 0,1 0 1 0 0,-1 0-1 0 0,0 0 1 0 0,1 0 0 0 0,-1 0-1 0 0,1-1 1 0 0,0 1-1 0 0,-1 0 1 0 0,1-1 0 0 0,0 1-1 0 0,-1-1 1 0 0,1 0 0 0 0,0 0-1 0 0,0 1 1 0 0,-1-1-1 0 0,1 0 1 0 0,0 0 0 0 0,-1-1-1 0 0,1 1 1 0 0,0 0-1 0 0,0 0 1 0 0,-1-1 0 0 0,1 1-1 0 0,0-1 1 0 0,-1 0-1 0 0,1 1 1 0 0,-1-1 0 0 0,1 0-1 0 0,-1 0 1 0 0,1 0 0 0 0,-1 0-1 0 0,3-2 1 0 0,3-3-204 0 0,-1 1 1 0 0,1-1-1 0 0,-1 0 0 0 0,0 0 1 0 0,0-1-1 0 0,-1 0 0 0 0,0 0 1 0 0,6-9-1 0 0,-7 5 140 0 0,0 1 1 0 0,-1 0-1 0 0,0-1 0 0 0,0 0 0 0 0,-1 0 0 0 0,0 1 0 0 0,-1-1 1 0 0,0 0-1 0 0,-1 0 0 0 0,0-1 0 0 0,-1 1 0 0 0,0 0 1 0 0,-1 1-1 0 0,0-1 0 0 0,-1 0 0 0 0,0 0 0 0 0,-1 1 0 0 0,0 0 1 0 0,0 0-1 0 0,-1 0 0 0 0,0 0 0 0 0,-8-10 0 0 0,12 19 105 0 0,0-1 0 0 0,0 0 1 0 0,0 1-1 0 0,0-1 0 0 0,0 1 0 0 0,0 0 0 0 0,-1-1 0 0 0,1 1 0 0 0,0 0 0 0 0,-1 0 0 0 0,1 0 0 0 0,-1 0 0 0 0,1 0 0 0 0,-1 0 0 0 0,0 0 0 0 0,1 1 0 0 0,-1-1 0 0 0,0 0 0 0 0,1 1 0 0 0,-1-1 0 0 0,-2 1 0 0 0,3 0-26 0 0,-1 1 0 0 0,1-1-1 0 0,0 1 1 0 0,-1-1 0 0 0,1 1-1 0 0,0-1 1 0 0,0 1-1 0 0,-1 0 1 0 0,1 0 0 0 0,0 0-1 0 0,0 0 1 0 0,0-1-1 0 0,0 2 1 0 0,0-1 0 0 0,0 0-1 0 0,1 0 1 0 0,-1 0 0 0 0,0 0-1 0 0,0 0 1 0 0,0 3-1 0 0,-2 2-58 0 0,0 1 0 0 0,1 0 0 0 0,-1 0 0 0 0,2 0-1 0 0,-1 1 1 0 0,1-1 0 0 0,0 0 0 0 0,0 12-1 0 0,10 41-2650 0 0,-5-41 1159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49.586"/>
    </inkml:context>
    <inkml:brush xml:id="br0">
      <inkml:brushProperty name="width" value="0.035" units="cm"/>
      <inkml:brushProperty name="height" value="0.035" units="cm"/>
      <inkml:brushProperty name="color" value="#E71224"/>
    </inkml:brush>
  </inkml:definitions>
  <inkml:trace contextRef="#ctx0" brushRef="#br0">81 1 7285 0 0,'-36'23'74'0'0,"29"-14"61"0"0,2 1-1 0 0,0 0 1 0 0,0 0 0 0 0,1 0 0 0 0,0 1 0 0 0,0-1 0 0 0,1 1-1 0 0,1 0 1 0 0,0 0 0 0 0,0 0 0 0 0,1 0 0 0 0,1 0 0 0 0,0 1 0 0 0,0-1-1 0 0,4 22 1 0 0,-4-32-137 0 0,1 0-1 0 0,-1 1 0 0 0,0-1 0 0 0,1 1 1 0 0,-1-1-1 0 0,1 1 0 0 0,-1-1 1 0 0,1 0-1 0 0,0 0 0 0 0,-1 1 0 0 0,1-1 1 0 0,0 0-1 0 0,0 0 0 0 0,0 0 1 0 0,0 1-1 0 0,0-1 0 0 0,0 0 1 0 0,0-1-1 0 0,0 1 0 0 0,0 0 0 0 0,2 1 1 0 0,-2-2-20 0 0,0 0 1 0 0,1 0 0 0 0,-1 0-1 0 0,0 0 1 0 0,0 0-1 0 0,0 0 1 0 0,1 0 0 0 0,-1 0-1 0 0,0-1 1 0 0,0 1 0 0 0,0 0-1 0 0,0-1 1 0 0,0 1-1 0 0,1-1 1 0 0,-1 1 0 0 0,0-1-1 0 0,0 1 1 0 0,0-1-1 0 0,1-1 1 0 0,3-2-76 0 0,-1 0-1 0 0,0-1 0 0 0,0 1 1 0 0,0-1-1 0 0,0 1 1 0 0,-1-1-1 0 0,0-1 1 0 0,5-8-1 0 0,-5 5 257 0 0,-1-1-1 0 0,1 1 1 0 0,-2-1-1 0 0,1 1 1 0 0,-1-1-1 0 0,-1 0 1 0 0,0 1-1 0 0,0-1 1 0 0,-3-16-1 0 0,3 24 616 0 0,-7-5 189 0 0,7 6-952 0 0,0 1 0 0 0,0 0 0 0 0,0-1 0 0 0,-1 1-1 0 0,1-1 1 0 0,0 1 0 0 0,0 0 0 0 0,0-1 0 0 0,0 1 0 0 0,-1 0 0 0 0,1-1 0 0 0,0 1 0 0 0,-1 0 0 0 0,1-1 0 0 0,0 1 0 0 0,0 0 0 0 0,-1 0-1 0 0,1-1 1 0 0,0 1 0 0 0,-1 0 0 0 0,1 0 0 0 0,0 0 0 0 0,-1-1 0 0 0,1 1 0 0 0,-1 0 0 0 0,1 0 0 0 0,0 0 0 0 0,-1 0 0 0 0,1 0 0 0 0,-1 0-1 0 0,1 0 1 0 0,0 0 0 0 0,-1 0 0 0 0,1 0 0 0 0,-1 0 0 0 0,1 0 0 0 0,0 0 0 0 0,-1 0 0 0 0,1 0 0 0 0,-1 1 0 0 0,1-1 0 0 0,0 0 0 0 0,-1 0-1 0 0,1 0 1 0 0,0 0 0 0 0,-1 1 0 0 0,1-1 0 0 0,0 0 0 0 0,-1 1 0 0 0,1-1 0 0 0,0 0 0 0 0,0 0 0 0 0,-1 1 0 0 0,1-1 0 0 0,0 0 0 0 0,0 1-1 0 0,-1-1 1 0 0,1 0 0 0 0,0 1 0 0 0,0-1 0 0 0,0 1 0 0 0,0-1 0 0 0,0 0 0 0 0,0 1 0 0 0,0 0 0 0 0,-4 4 70 0 0,1 1 0 0 0,1-1 0 0 0,-1 1 0 0 0,1 0 0 0 0,0 0 0 0 0,0 0 1 0 0,1 0-1 0 0,-1 0 0 0 0,2 0 0 0 0,-1 0 0 0 0,0 0 0 0 0,1 0 0 0 0,0 1 0 0 0,1-1 1 0 0,0 0-1 0 0,0 0 0 0 0,0 0 0 0 0,0 0 0 0 0,1 0 0 0 0,3 7 0 0 0,-5-12-97 0 0,1-1 0 0 0,-1 1 0 0 0,0 0 0 0 0,1-1 0 0 0,-1 1 0 0 0,1 0 0 0 0,0-1 0 0 0,-1 1 0 0 0,1-1 0 0 0,-1 1 0 0 0,1-1 0 0 0,0 1 0 0 0,0-1 0 0 0,-1 0 0 0 0,1 1 0 0 0,0-1-1 0 0,0 0 1 0 0,-1 1 0 0 0,1-1 0 0 0,0 0 0 0 0,0 0 0 0 0,0 0 0 0 0,-1 0 0 0 0,1 0 0 0 0,0 0 0 0 0,0 0 0 0 0,0 0 0 0 0,-1 0 0 0 0,1 0 0 0 0,0 0 0 0 0,0 0 0 0 0,0-1 0 0 0,-1 1 0 0 0,1 0 0 0 0,0-1 0 0 0,0 1 0 0 0,-1 0 0 0 0,1-1-1 0 0,0 1 1 0 0,-1-1 0 0 0,1 1 0 0 0,0-1 0 0 0,-1 1 0 0 0,1-1 0 0 0,-1 0 0 0 0,1 1 0 0 0,-1-1 0 0 0,1 0 0 0 0,-1 1 0 0 0,0-1 0 0 0,1 0 0 0 0,-1-1 0 0 0,4-2-389 0 0,-2-1-1 0 0,1 0 1 0 0,-1 0 0 0 0,1 0-1 0 0,-1 0 1 0 0,2-9 0 0 0,-2-4-1154 0 0,-1 1-95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1.631"/>
    </inkml:context>
    <inkml:brush xml:id="br0">
      <inkml:brushProperty name="width" value="0.035" units="cm"/>
      <inkml:brushProperty name="height" value="0.035" units="cm"/>
      <inkml:brushProperty name="color" value="#E71224"/>
    </inkml:brush>
  </inkml:definitions>
  <inkml:trace contextRef="#ctx0" brushRef="#br0">226 100 7609 0 0,'0'0'308'0'0,"-3"-3"-28"0"0,0 0-163 0 0,0 0-1 0 0,0 0 0 0 0,0 0 0 0 0,-1 0 1 0 0,1 1-1 0 0,-1-1 0 0 0,0 1 0 0 0,0 0 0 0 0,0 0 1 0 0,0 0-1 0 0,0 1 0 0 0,0-1 0 0 0,0 1 1 0 0,-1 0-1 0 0,1 0 0 0 0,0 1 0 0 0,-1-1 1 0 0,-8 1-1 0 0,8 1-43 0 0,0 0-1 0 0,0 0 1 0 0,1 1 0 0 0,-1 0 0 0 0,0-1 0 0 0,1 2 0 0 0,-1-1 0 0 0,1 0-1 0 0,0 1 1 0 0,0 0 0 0 0,0 0 0 0 0,0 0 0 0 0,0 0 0 0 0,1 1 0 0 0,-1 0-1 0 0,1-1 1 0 0,-4 7 0 0 0,-1 1-31 0 0,1 0 1 0 0,0 0-1 0 0,1 1 1 0 0,0 0-1 0 0,1 1 0 0 0,0-1 1 0 0,1 1-1 0 0,0 0 1 0 0,1 0-1 0 0,1 0 0 0 0,0 1 1 0 0,0-1-1 0 0,2 0 1 0 0,0 1-1 0 0,0-1 0 0 0,1 0 1 0 0,1 1-1 0 0,4 16 0 0 0,-6-27-45 0 0,0 0 0 0 0,1 0 0 0 0,0 0 0 0 0,0-1 0 0 0,0 1 0 0 0,0 0 0 0 0,0-1-1 0 0,0 1 1 0 0,1-1 0 0 0,-1 1 0 0 0,1-1 0 0 0,0 0 0 0 0,0 0 0 0 0,0 1-1 0 0,0-1 1 0 0,0-1 0 0 0,0 1 0 0 0,0 0 0 0 0,1 0 0 0 0,-1-1 0 0 0,1 1 0 0 0,-1-1-1 0 0,1 0 1 0 0,-1 0 0 0 0,1 0 0 0 0,0 0 0 0 0,0 0 0 0 0,0-1 0 0 0,-1 1-1 0 0,1-1 1 0 0,0 0 0 0 0,0 0 0 0 0,0 0 0 0 0,0 0 0 0 0,3-1 0 0 0,0 0-55 0 0,0-1 1 0 0,0 0-1 0 0,0 0 1 0 0,0-1-1 0 0,-1 0 0 0 0,1 0 1 0 0,-1 0-1 0 0,0 0 1 0 0,0-1-1 0 0,0 0 1 0 0,-1 0-1 0 0,1 0 1 0 0,-1-1-1 0 0,0 0 1 0 0,5-6-1 0 0,-3 0 119 0 0,0-1-1 0 0,0 1 1 0 0,-1-1 0 0 0,-1 0-1 0 0,0 0 1 0 0,0-1-1 0 0,-1 0 1 0 0,-1 1 0 0 0,0-1-1 0 0,-1 0 1 0 0,0-14-1 0 0,-1 10-107 0 0,-1-1 0 0 0,0 1 0 0 0,-2-1 0 0 0,0 1 0 0 0,0 0 0 0 0,-2 0 0 0 0,-10-27 0 0 0,14 42 64 0 0,0-1 0 0 0,-1 0-1 0 0,1 1 1 0 0,0-1-1 0 0,-1 1 1 0 0,1-1 0 0 0,-1 1-1 0 0,0 0 1 0 0,0 0-1 0 0,0 0 1 0 0,0 0-1 0 0,0 0 1 0 0,-1 0 0 0 0,1 0-1 0 0,0 1 1 0 0,-1-1-1 0 0,1 1 1 0 0,-5-2 0 0 0,4 2-1 0 0,1 1 0 0 0,0 0-1 0 0,-1 0 1 0 0,1-1 0 0 0,-1 2 0 0 0,1-1 0 0 0,0 0 0 0 0,-1 0 0 0 0,1 1 0 0 0,0-1 0 0 0,0 1 0 0 0,-1 0 0 0 0,1 0 0 0 0,0 0 0 0 0,0 0 0 0 0,0 0 0 0 0,0 0 0 0 0,-2 2 0 0 0,-1 1-34 0 0,1-1 0 0 0,0 1 0 0 0,0 0 0 0 0,0 1 0 0 0,0-1 0 0 0,1 0 0 0 0,0 1 0 0 0,0 0 0 0 0,0 0 0 0 0,0 0 0 0 0,1 0 0 0 0,0 0 0 0 0,0 0 0 0 0,0 1 1 0 0,1-1-1 0 0,0 1 0 0 0,0-1 0 0 0,0 7 0 0 0,1-5-353 0 0,1 1 0 0 0,1-1 0 0 0,-1 0 0 0 0,1 1-1 0 0,1-1 1 0 0,-1 0 0 0 0,5 9 0 0 0,-5-13 67 0 0,5 14-1228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2.093"/>
    </inkml:context>
    <inkml:brush xml:id="br0">
      <inkml:brushProperty name="width" value="0.035" units="cm"/>
      <inkml:brushProperty name="height" value="0.035" units="cm"/>
      <inkml:brushProperty name="color" value="#E71224"/>
    </inkml:brush>
  </inkml:definitions>
  <inkml:trace contextRef="#ctx0" brushRef="#br0">89 153 7473 0 0,'0'0'759'0'0,"-1"0"-715"0"0,0-1 1 0 0,0 1-1 0 0,0 0 0 0 0,0 0 0 0 0,1-1 1 0 0,-1 1-1 0 0,0 0 0 0 0,0 0 1 0 0,0 0-1 0 0,0 0 0 0 0,0 0 0 0 0,1 0 1 0 0,-1 0-1 0 0,0 0 0 0 0,0 0 1 0 0,0 0-1 0 0,0 1 0 0 0,0-1 0 0 0,0 0 1 0 0,1 1-1 0 0,-2-1 0 0 0,-3 4 15 0 0,-1 0 0 0 0,1-1 0 0 0,1 2 1 0 0,-1-1-1 0 0,1 0 0 0 0,-1 1 0 0 0,1 0 0 0 0,0 0 0 0 0,1 0 0 0 0,0 1 0 0 0,-1-1 0 0 0,2 1 0 0 0,-1 0 1 0 0,0-1-1 0 0,1 1 0 0 0,1 0 0 0 0,-1 1 0 0 0,1-1 0 0 0,0 0 0 0 0,0 0 0 0 0,0 1 0 0 0,1-1 0 0 0,0 0 1 0 0,0 1-1 0 0,1-1 0 0 0,0 0 0 0 0,3 12 0 0 0,-4-17-58 0 0,0 0 0 0 0,0 0 1 0 0,0 0-1 0 0,1 1 0 0 0,-1-1 0 0 0,0 0 1 0 0,0 0-1 0 0,1 0 0 0 0,-1 0 0 0 0,1 0 1 0 0,-1 0-1 0 0,1 0 0 0 0,0 0 0 0 0,-1 0 0 0 0,1 0 1 0 0,0 0-1 0 0,0-1 0 0 0,-1 1 0 0 0,1 0 1 0 0,0 0-1 0 0,0-1 0 0 0,0 1 0 0 0,0 0 1 0 0,0-1-1 0 0,0 1 0 0 0,0-1 0 0 0,0 1 1 0 0,2-1-1 0 0,-1 0-3 0 0,0 0 1 0 0,0-1 0 0 0,0 1 0 0 0,-1-1-1 0 0,1 1 1 0 0,0-1 0 0 0,0 0-1 0 0,-1 0 1 0 0,1 0 0 0 0,0 0-1 0 0,-1 0 1 0 0,1 0 0 0 0,-1 0 0 0 0,1-1-1 0 0,1-1 1 0 0,4-5-7 0 0,0-1-1 0 0,0 1 1 0 0,-1-1 0 0 0,11-19-1 0 0,-10 13 22 0 0,-1 0-1 0 0,0 0 0 0 0,-1-1 0 0 0,-1 0 1 0 0,-1 0-1 0 0,0 0 0 0 0,0 0 0 0 0,-2 0 0 0 0,0-1 1 0 0,-1 1-1 0 0,-1 0 0 0 0,0 0 0 0 0,-4-19 1 0 0,5 34-10 0 0,0 0 0 0 0,0 0 0 0 0,0 0 0 0 0,-1 0 0 0 0,1 0 0 0 0,0 0 0 0 0,0 0 0 0 0,-1 0 0 0 0,1 0 0 0 0,-1 0 0 0 0,1 0 0 0 0,-1 0 0 0 0,1 0 0 0 0,-1 0 0 0 0,1 1 0 0 0,-1-1 0 0 0,0 0 0 0 0,0 0 0 0 0,1 1 0 0 0,-1-1 1 0 0,0 0-1 0 0,0 1 0 0 0,0-1 0 0 0,0 0 0 0 0,0 1 0 0 0,0 0 0 0 0,0-1 0 0 0,0 1 0 0 0,0-1 0 0 0,0 1 0 0 0,0 0 0 0 0,0 0 0 0 0,0 0 0 0 0,0-1 0 0 0,0 1 0 0 0,0 0 0 0 0,0 0 0 0 0,0 1 0 0 0,0-1 0 0 0,0 0 0 0 0,0 0 0 0 0,0 0 0 0 0,0 1 0 0 0,0-1 0 0 0,0 0 1 0 0,0 1-1 0 0,0-1 0 0 0,0 1 0 0 0,0-1 0 0 0,0 1 0 0 0,-1 0 0 0 0,-1 2-5 0 0,-1 0 0 0 0,0-1 0 0 0,1 1 0 0 0,0 0 0 0 0,0 1 0 0 0,-1-1 0 0 0,2 0 0 0 0,-1 1 0 0 0,0 0 0 0 0,-1 4 0 0 0,-8 23-1814 0 0,8-17 499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2.525"/>
    </inkml:context>
    <inkml:brush xml:id="br0">
      <inkml:brushProperty name="width" value="0.035" units="cm"/>
      <inkml:brushProperty name="height" value="0.035" units="cm"/>
      <inkml:brushProperty name="color" value="#E71224"/>
    </inkml:brush>
  </inkml:definitions>
  <inkml:trace contextRef="#ctx0" brushRef="#br0">95 60 7889 0 0,'-2'-1'165'0'0,"-1"-1"1"0"0,0 1-1 0 0,1-1 1 0 0,-1 1-1 0 0,1-1 0 0 0,0 0 1 0 0,-1 0-1 0 0,1 0 1 0 0,-3-3-1 0 0,4 4 59 0 0,-1-1 0 0 0,0 0 0 0 0,0 0 0 0 0,1 1 0 0 0,-1-1 0 0 0,0 1-1 0 0,-1 0 1 0 0,1 0 0 0 0,0 0 0 0 0,-3-2 0 0 0,4 4-229 0 0,0-1 1 0 0,0 0-1 0 0,0 0 0 0 0,0 0 1 0 0,0 1-1 0 0,0-1 0 0 0,0 1 1 0 0,0-1-1 0 0,0 1 0 0 0,0-1 1 0 0,0 1-1 0 0,1-1 1 0 0,-1 1-1 0 0,0 0 0 0 0,0-1 1 0 0,1 1-1 0 0,-1 0 0 0 0,0 0 1 0 0,1 0-1 0 0,-1-1 0 0 0,0 1 1 0 0,1 0-1 0 0,0 0 0 0 0,-1 0 1 0 0,1 0-1 0 0,-1 0 0 0 0,1 0 1 0 0,0 0-1 0 0,0 0 0 0 0,-1 2 1 0 0,-4 13 6 0 0,1 0 0 0 0,0 0 1 0 0,1 0-1 0 0,-1 28 0 0 0,3-38-4 0 0,1 1 0 0 0,0-1-1 0 0,0 1 1 0 0,0-1-1 0 0,1 1 1 0 0,0-1 0 0 0,0 1-1 0 0,1-1 1 0 0,0 0 0 0 0,0 0-1 0 0,0 0 1 0 0,1 0-1 0 0,0 0 1 0 0,6 8 0 0 0,-8-12-3 0 0,0-1 1 0 0,0 1-1 0 0,0-1 0 0 0,0 0 1 0 0,1 0-1 0 0,-1 1 1 0 0,1-1-1 0 0,-1 0 0 0 0,1 0 1 0 0,-1-1-1 0 0,1 1 1 0 0,-1 0-1 0 0,1 0 0 0 0,0-1 1 0 0,0 1-1 0 0,-1-1 0 0 0,1 1 1 0 0,0-1-1 0 0,0 0 1 0 0,-1 0-1 0 0,1 0 0 0 0,0 0 1 0 0,0 0-1 0 0,0 0 1 0 0,2-1-1 0 0,-1 0-10 0 0,0 0 0 0 0,0-1 0 0 0,0 0 0 0 0,0 1 0 0 0,-1-1 0 0 0,1 0 0 0 0,0 0 0 0 0,-1-1 0 0 0,0 1 0 0 0,1 0 0 0 0,-1-1 0 0 0,3-5 0 0 0,0 0 10 0 0,0 1 0 0 0,0-1 0 0 0,-1-1 0 0 0,-1 1 0 0 0,0 0 0 0 0,0-1 0 0 0,0 0 0 0 0,-1 0 0 0 0,2-15 0 0 0,-4 4 9 0 0,-1 1-1 0 0,-1-1 1 0 0,0 1-1 0 0,-6-20 1 0 0,8 38 12 0 0,0 0-1 0 0,0 0 1 0 0,-1 0-1 0 0,1 0 1 0 0,0-1-1 0 0,0 1 1 0 0,-1 0-1 0 0,1 0 0 0 0,0 0 1 0 0,-1 0-1 0 0,1 0 1 0 0,-1 1-1 0 0,0-1 1 0 0,1 0-1 0 0,-1 0 1 0 0,0 0-1 0 0,1 0 1 0 0,-1 1-1 0 0,0-1 1 0 0,0 0-1 0 0,0 0 1 0 0,0 1-1 0 0,1-1 1 0 0,-1 1-1 0 0,0-1 1 0 0,0 1-1 0 0,0-1 1 0 0,0 1-1 0 0,0 0 1 0 0,-1-1-1 0 0,1 1 1 0 0,0 0-1 0 0,0 0 1 0 0,0 0-1 0 0,0 0 1 0 0,0 0-1 0 0,0 0 1 0 0,0 0-1 0 0,0 0 1 0 0,0 0-1 0 0,0 1 1 0 0,0-1-1 0 0,0 0 1 0 0,0 1-1 0 0,0-1 1 0 0,0 1-1 0 0,0-1 1 0 0,0 1-1 0 0,0-1 1 0 0,0 1-1 0 0,0 0 1 0 0,0-1-1 0 0,0 1 1 0 0,1 0-1 0 0,-1 0 1 0 0,0-1-1 0 0,1 1 1 0 0,-2 1-1 0 0,-3 3-76 0 0,0 1 1 0 0,1-1-1 0 0,0 1 0 0 0,-1 0 0 0 0,2 0 1 0 0,-1 0-1 0 0,-4 11 0 0 0,4-3-1875 0 0,4-2 490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3.361"/>
    </inkml:context>
    <inkml:brush xml:id="br0">
      <inkml:brushProperty name="width" value="0.035" units="cm"/>
      <inkml:brushProperty name="height" value="0.035" units="cm"/>
      <inkml:brushProperty name="color" value="#E71224"/>
    </inkml:brush>
  </inkml:definitions>
  <inkml:trace contextRef="#ctx0" brushRef="#br0">266 42 6377 0 0,'-8'0'283'0'0,"1"0"0"0"0,-1 1 0 0 0,0 0 0 0 0,1 0 0 0 0,-1 0 0 0 0,1 1 0 0 0,-1 1 0 0 0,1-1 0 0 0,0 1 1 0 0,0 0-1 0 0,0 1 0 0 0,0 0 0 0 0,1 0 0 0 0,-1 0 0 0 0,1 1 0 0 0,0 0 0 0 0,-7 7 0 0 0,4 0 73 0 0,-1 0-1 0 0,1 1 0 0 0,1-1 0 0 0,0 2 0 0 0,1-1 1 0 0,1 1-1 0 0,-9 25 0 0 0,0 3 167 0 0,-22 68 443 0 0,35-101-900 0 0,0 0-1 0 0,0 0 1 0 0,1 0 0 0 0,1 0-1 0 0,-1 0 1 0 0,1 0-1 0 0,1 0 1 0 0,-1 0-1 0 0,5 17 1 0 0,-4-23-86 0 0,0-1 0 0 0,0 1 0 0 0,0-1 0 0 0,0 0 0 0 0,0 1 0 0 0,0-1 0 0 0,1 0-1 0 0,-1 0 1 0 0,1 0 0 0 0,0 0 0 0 0,0 0 0 0 0,0 0 0 0 0,0 0 0 0 0,0-1 0 0 0,0 1 0 0 0,0 0 0 0 0,0-1 0 0 0,0 0 0 0 0,1 0 0 0 0,-1 0 0 0 0,1 0 0 0 0,-1 0 0 0 0,1 0 0 0 0,-1 0 0 0 0,1-1 0 0 0,-1 0 0 0 0,1 1 0 0 0,0-1 0 0 0,-1 0 0 0 0,1 0-1 0 0,0 0 1 0 0,-1 0 0 0 0,4-2 0 0 0,0 1-167 0 0,0 0 0 0 0,0 0 0 0 0,-1-1 0 0 0,1 0-1 0 0,-1-1 1 0 0,1 1 0 0 0,-1-1 0 0 0,0 0 0 0 0,0 0-1 0 0,0 0 1 0 0,0-1 0 0 0,-1 0 0 0 0,9-8 0 0 0,-3-2 25 0 0,-1 0 1 0 0,0 0-1 0 0,-1-1 1 0 0,-1 0-1 0 0,0-1 1 0 0,-1 1-1 0 0,0-1 1 0 0,-2-1-1 0 0,0 1 1 0 0,0-1 0 0 0,1-30-1 0 0,-4 16 347 0 0,0-1 0 0 0,-3 0 0 0 0,0 1 0 0 0,-2-1 0 0 0,-10-37 0 0 0,13 66-100 0 0,1 1-1 0 0,-1-1 1 0 0,0 0 0 0 0,0 0-1 0 0,0 0 1 0 0,-1 1 0 0 0,1-1-1 0 0,-1 0 1 0 0,1 1-1 0 0,-1 0 1 0 0,-2-3 0 0 0,3 4-59 0 0,1 0 1 0 0,-1 1-1 0 0,0-1 1 0 0,0 1-1 0 0,1-1 1 0 0,-1 1-1 0 0,0 0 0 0 0,0-1 1 0 0,0 1-1 0 0,0 0 1 0 0,1-1-1 0 0,-1 1 1 0 0,0 0-1 0 0,0 0 1 0 0,0 0-1 0 0,0 0 1 0 0,0 0-1 0 0,0 0 1 0 0,0 0-1 0 0,0 0 1 0 0,1 0-1 0 0,-1 0 1 0 0,-1 1-1 0 0,-2 1 6 0 0,1-1 0 0 0,0 1 1 0 0,0 0-1 0 0,0 0 0 0 0,1 1 0 0 0,-1-1 0 0 0,1 1 1 0 0,-1-1-1 0 0,1 1 0 0 0,0 0 0 0 0,0 0 0 0 0,0 0 1 0 0,0 0-1 0 0,-2 5 0 0 0,-5 9-46 0 0,1 0-1 0 0,1 1 1 0 0,1 0 0 0 0,0 1-1 0 0,2 0 1 0 0,0-1 0 0 0,1 2 0 0 0,-2 25-1 0 0,6-31-781 0 0,-1-1 0 0 0,2 1-1 0 0,0 0 1 0 0,4 16 0 0 0,-1-12-1000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3.791"/>
    </inkml:context>
    <inkml:brush xml:id="br0">
      <inkml:brushProperty name="width" value="0.035" units="cm"/>
      <inkml:brushProperty name="height" value="0.035" units="cm"/>
      <inkml:brushProperty name="color" value="#E71224"/>
    </inkml:brush>
  </inkml:definitions>
  <inkml:trace contextRef="#ctx0" brushRef="#br0">145 198 7749 0 0,'-2'-5'27'0'0,"1"0"0"0"0,-1 0 1 0 0,0 1-1 0 0,-1-1 0 0 0,1 0 1 0 0,-1 1-1 0 0,-3-5 0 0 0,5 8-16 0 0,1 1-1 0 0,0 0 1 0 0,-1-1-1 0 0,1 1 1 0 0,-1 0 0 0 0,1-1-1 0 0,-1 1 1 0 0,1 0-1 0 0,-1 0 1 0 0,1-1-1 0 0,-1 1 1 0 0,1 0-1 0 0,-1 0 1 0 0,1 0-1 0 0,-1 0 1 0 0,0 0-1 0 0,1 0 1 0 0,-1 0-1 0 0,1 0 1 0 0,-1 0-1 0 0,1 0 1 0 0,-1 0-1 0 0,1 0 1 0 0,-1 0-1 0 0,0 1 1 0 0,-17 17 269 0 0,0 8 35 0 0,1-1 34 0 0,-22 44 0 0 0,36-64-329 0 0,1 1 0 0 0,0-1 0 0 0,-1 1 0 0 0,2-1-1 0 0,-1 1 1 0 0,1 0 0 0 0,0 0 0 0 0,0 0 0 0 0,0 0 0 0 0,1-1 0 0 0,0 1 0 0 0,0 0-1 0 0,0 0 1 0 0,3 10 0 0 0,-3-15-23 0 0,1 0 0 0 0,-1 1 0 0 0,0-1 0 0 0,1 0 0 0 0,-1 0 1 0 0,1 1-1 0 0,0-1 0 0 0,-1 0 0 0 0,1 0 0 0 0,0 0 0 0 0,0 0 0 0 0,0 0 0 0 0,0 0 0 0 0,0 0 0 0 0,0 0 0 0 0,0 0 0 0 0,0-1 0 0 0,0 1 0 0 0,0 0 0 0 0,0 0 0 0 0,0-1 0 0 0,1 1 0 0 0,-1-1 0 0 0,0 1 0 0 0,0-1 1 0 0,3 1-1 0 0,-1-1-28 0 0,0-1 1 0 0,0 1 0 0 0,0 0-1 0 0,0-1 1 0 0,-1 0 0 0 0,1 0 0 0 0,0 1-1 0 0,0-2 1 0 0,0 1 0 0 0,-1 0-1 0 0,5-3 1 0 0,5-4-175 0 0,-1 0 0 0 0,0-1-1 0 0,20-21 1 0 0,-22 19 284 0 0,0 0 0 0 0,-1-1 1 0 0,0-1-1 0 0,-1 1 0 0 0,0-1 0 0 0,-1-1 0 0 0,-1 1 1 0 0,0-1-1 0 0,0 0 0 0 0,-2 0 0 0 0,4-25 0 0 0,-5 24 169 0 0,-1 0-1 0 0,0-1 1 0 0,-1 1-1 0 0,-1 0 1 0 0,0-1 0 0 0,-5-19-1 0 0,6 33-198 0 0,-1 0-1 0 0,1 0 0 0 0,0 0 1 0 0,-1 0-1 0 0,1 0 1 0 0,-1 0-1 0 0,1 0 1 0 0,-1 1-1 0 0,0-1 1 0 0,0 0-1 0 0,0 0 1 0 0,0 1-1 0 0,0-1 1 0 0,0 1-1 0 0,0-1 1 0 0,-1 1-1 0 0,1-1 0 0 0,-1 1 1 0 0,1 0-1 0 0,-1 0 1 0 0,-2-2-1 0 0,3 3-36 0 0,0 0 0 0 0,-1 0 0 0 0,1 0 0 0 0,0 1 0 0 0,-1-1 0 0 0,1 0 0 0 0,0 1 0 0 0,-1-1-1 0 0,1 1 1 0 0,0-1 0 0 0,0 1 0 0 0,0 0 0 0 0,-1-1 0 0 0,1 1 0 0 0,0 0 0 0 0,0 0 0 0 0,0 0 0 0 0,0 0 0 0 0,0 0-1 0 0,0 0 1 0 0,1 0 0 0 0,-2 1 0 0 0,-6 9-69 0 0,1-1 1 0 0,1 1-1 0 0,0 0 0 0 0,-8 20 1 0 0,9-18-632 0 0,1 0 0 0 0,1 1 0 0 0,-3 24 0 0 0,3-19-835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4.150"/>
    </inkml:context>
    <inkml:brush xml:id="br0">
      <inkml:brushProperty name="width" value="0.035" units="cm"/>
      <inkml:brushProperty name="height" value="0.035" units="cm"/>
      <inkml:brushProperty name="color" value="#E71224"/>
    </inkml:brush>
  </inkml:definitions>
  <inkml:trace contextRef="#ctx0" brushRef="#br0">31 34 6285 0 0,'0'0'485'0'0,"0"-15"885"0"0,-18 64 27 0 0,14-33-1117 0 0,1 0 0 0 0,1 1 1 0 0,-1 20-1 0 0,3-36-279 0 0,0 1-1 0 0,0-1 1 0 0,0 1 0 0 0,0-1 0 0 0,0 0 0 0 0,0 1 0 0 0,0-1 0 0 0,0 1 0 0 0,1-1 0 0 0,-1 0 0 0 0,0 1-1 0 0,1-1 1 0 0,-1 1 0 0 0,1-1 0 0 0,0 0 0 0 0,-1 0 0 0 0,1 1 0 0 0,0-1 0 0 0,0 0 0 0 0,0 0 0 0 0,-1 0-1 0 0,3 1 1 0 0,-2-1 10 0 0,0-1 0 0 0,0 0-1 0 0,0 0 1 0 0,0 0 0 0 0,0 0-1 0 0,0 0 1 0 0,1 0 0 0 0,-1 0-1 0 0,0 0 1 0 0,0-1 0 0 0,0 1-1 0 0,0 0 1 0 0,0-1 0 0 0,0 1-1 0 0,0-1 1 0 0,0 1 0 0 0,0-1-1 0 0,0 1 1 0 0,0-1 0 0 0,0 0-1 0 0,1-1 1 0 0,3-2 47 0 0,0-1 0 0 0,1 0 0 0 0,-2 0 0 0 0,1-1 1 0 0,-1 0-1 0 0,0 0 0 0 0,7-12 0 0 0,3-10 164 0 0,-10 19-206 0 0,0 1 0 0 0,0-1 0 0 0,-1 0 0 0 0,4-15 0 0 0,-6 22 34 0 0,-1-5-226 0 0,2-14-452 0 0,-3 21 621 0 0,1 0 1 0 0,0-1-1 0 0,0 1 0 0 0,0 0 1 0 0,0-1-1 0 0,0 1 1 0 0,-1 0-1 0 0,1-1 1 0 0,0 1-1 0 0,0 0 0 0 0,-1 0 1 0 0,1-1-1 0 0,0 1 1 0 0,0 0-1 0 0,-1 0 0 0 0,1 0 1 0 0,0-1-1 0 0,-1 1 1 0 0,1 0-1 0 0,0 0 0 0 0,-1 0 1 0 0,1 0-1 0 0,0-1 1 0 0,-1 1-1 0 0,1 0 0 0 0,0 0 1 0 0,-1 0-1 0 0,1 0 1 0 0,0 0-1 0 0,-1 0 0 0 0,1 0 1 0 0,0 0-1 0 0,-1 0 1 0 0,1 0-1 0 0,-1 0 0 0 0,1 0 1 0 0,0 1-1 0 0,-1-1 1 0 0,1 0-1 0 0,0 0 0 0 0,-1 0 1 0 0,1 0-1 0 0,0 1 1 0 0,0-1-1 0 0,-1 0 0 0 0,1 0 1 0 0,0 0-1 0 0,-1 1 1 0 0,1-1-1 0 0,0 0 0 0 0,0 1 1 0 0,0-1-1 0 0,-1 0 1 0 0,1 1-1 0 0,-6 5 0 0 0,0 0 1 0 0,0 0-1 0 0,1 0 0 0 0,-1 1 0 0 0,2 0 1 0 0,-1 0-1 0 0,1 1 0 0 0,-5 10 0 0 0,-3 4 20 0 0,8-7 188 0 0,4-8-2150 0 0,0 5 679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4.521"/>
    </inkml:context>
    <inkml:brush xml:id="br0">
      <inkml:brushProperty name="width" value="0.035" units="cm"/>
      <inkml:brushProperty name="height" value="0.035" units="cm"/>
      <inkml:brushProperty name="color" value="#E71224"/>
    </inkml:brush>
  </inkml:definitions>
  <inkml:trace contextRef="#ctx0" brushRef="#br0">187 113 8681 0 0,'-27'5'401'0'0,"0"1"0"0"0,1 1 0 0 0,0 1 0 0 0,-39 19 0 0 0,63-26 303 0 0,1-1-700 0 0,0 0-1 0 0,1 1 0 0 0,-1-1 0 0 0,0 0 0 0 0,1 1 0 0 0,-1-1 0 0 0,0 0 1 0 0,1 1-1 0 0,-1-1 0 0 0,1 1 0 0 0,-1-1 0 0 0,1 0 0 0 0,-1 1 1 0 0,1 0-1 0 0,-1-1 0 0 0,1 1 0 0 0,-1-1 0 0 0,1 1 0 0 0,0 0 0 0 0,-1-1 1 0 0,1 1-1 0 0,0-1 0 0 0,0 1 0 0 0,-1 0 0 0 0,1 0 0 0 0,0 0-2 0 0,0-1-1 0 0,0 0 0 0 0,-1 1 1 0 0,1-1-1 0 0,0 0 1 0 0,0 1-1 0 0,0-1 0 0 0,0 0 1 0 0,0 1-1 0 0,0-1 0 0 0,0 1 1 0 0,0-1-1 0 0,0 0 0 0 0,0 1 1 0 0,0-1-1 0 0,1 0 1 0 0,-1 1-1 0 0,0-1 0 0 0,0 0 1 0 0,0 1-1 0 0,0-1 0 0 0,0 0 1 0 0,1 0-1 0 0,-1 1 0 0 0,0-1 1 0 0,0 0-1 0 0,1 1 0 0 0,-1-1 1 0 0,0 0-1 0 0,0 0 1 0 0,1 0-1 0 0,-1 1 0 0 0,0-1 1 0 0,1 0-1 0 0,-1 0 0 0 0,0 0 1 0 0,0 0-1 0 0,1 1 0 0 0,-1-1 1 0 0,0 0-1 0 0,1 0 1 0 0,-1 0-1 0 0,1 0 0 0 0,-1 0 1 0 0,0 0-1 0 0,1 0 0 0 0,-1 0 1 0 0,0 0-1 0 0,1 0 0 0 0,-1 0 1 0 0,0 0-1 0 0,1 0 0 0 0,-1-1 1 0 0,0 1-1 0 0,1 0 1 0 0,-1 0-1 0 0,0 0 0 0 0,1 0 1 0 0,-1 0-1 0 0,0-1 0 0 0,0 1 1 0 0,1-1-1 0 0,4-1-32 0 0,-1 0 0 0 0,0-1-1 0 0,0 0 1 0 0,0 0 0 0 0,0 0 0 0 0,0 0-1 0 0,-1-1 1 0 0,1 1 0 0 0,-1-1 0 0 0,0 0 0 0 0,0 0-1 0 0,-1 0 1 0 0,1 0 0 0 0,3-9 0 0 0,27-68-426 0 0,-32 79 440 0 0,10-32 12 0 0,-11 31 617 0 0,0-7-724 0 0,-11 41-50 0 0,2-1 1 0 0,1 2-1 0 0,2-1 1 0 0,1 1-1 0 0,2 0 1 0 0,0-1-1 0 0,3 2 1 0 0,0-1-1 0 0,6 35 1 0 0,-4-49-1080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4.866"/>
    </inkml:context>
    <inkml:brush xml:id="br0">
      <inkml:brushProperty name="width" value="0.035" units="cm"/>
      <inkml:brushProperty name="height" value="0.035" units="cm"/>
      <inkml:brushProperty name="color" value="#E71224"/>
    </inkml:brush>
  </inkml:definitions>
  <inkml:trace contextRef="#ctx0" brushRef="#br0">153 1 9493 0 0,'0'0'100'0'0,"-2"19"-44"0"0,-14 15 176 0 0,-10 13 88 0 0,-4 1-72 0 0,5-12-172 0 0,6-10-148 0 0,8-9-800 0 0,2-3-800 0 0,4-1 596 0 0,0 1-232 0 0,1 1 23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5.233"/>
    </inkml:context>
    <inkml:brush xml:id="br0">
      <inkml:brushProperty name="width" value="0.035" units="cm"/>
      <inkml:brushProperty name="height" value="0.035" units="cm"/>
      <inkml:brushProperty name="color" value="#E71224"/>
    </inkml:brush>
  </inkml:definitions>
  <inkml:trace contextRef="#ctx0" brushRef="#br0">91 0 8733 0 0,'-2'18'219'0'0,"0"-1"0"0"0,0 0 0 0 0,-2 1 0 0 0,0-1 0 0 0,-1 0 0 0 0,-1-1 0 0 0,0 0 0 0 0,-1 1 1 0 0,-1-2-1 0 0,-11 18 0 0 0,11-18-305 0 0,1-2 98 0 0,-3 20-6031 0 0,10-29 5133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5.622"/>
    </inkml:context>
    <inkml:brush xml:id="br0">
      <inkml:brushProperty name="width" value="0.035" units="cm"/>
      <inkml:brushProperty name="height" value="0.035" units="cm"/>
      <inkml:brushProperty name="color" value="#E71224"/>
    </inkml:brush>
  </inkml:definitions>
  <inkml:trace contextRef="#ctx0" brushRef="#br0">133 10 6649 0 0,'0'-1'54'0'0,"-1"0"1"0"0,0 1-1 0 0,1-1 0 0 0,-1 0 1 0 0,0 0-1 0 0,0 1 1 0 0,0-1-1 0 0,0 1 1 0 0,0-1-1 0 0,0 1 1 0 0,0-1-1 0 0,0 1 1 0 0,0-1-1 0 0,0 1 1 0 0,-2 0-1 0 0,-1 1 89 0 0,1 0 1 0 0,-1 0-1 0 0,0 1 1 0 0,1 0-1 0 0,-1 0 1 0 0,1 0-1 0 0,-1 0 0 0 0,1 1 1 0 0,0-1-1 0 0,0 1 1 0 0,0 0-1 0 0,0 0 1 0 0,1 0-1 0 0,-1 0 0 0 0,1 0 1 0 0,0 1-1 0 0,-3 3 1 0 0,-3 6 171 0 0,1 1 1 0 0,0 0 0 0 0,-5 16-1 0 0,7-16-376 0 0,0 1 1 0 0,1 0-1 0 0,1 0 0 0 0,0 0 0 0 0,1 1 0 0 0,1-1 0 0 0,0 0 0 0 0,3 30 0 0 0,-2-44 58 0 0,0 0-1 0 0,0 1 1 0 0,0-1 0 0 0,0 0-1 0 0,0 1 1 0 0,1-1-1 0 0,-1 0 1 0 0,1 1-1 0 0,-1-1 1 0 0,1 0 0 0 0,-1 0-1 0 0,1 0 1 0 0,0 1-1 0 0,-1-1 1 0 0,1 0-1 0 0,0 0 1 0 0,0 0 0 0 0,0 0-1 0 0,0 0 1 0 0,0 0-1 0 0,0 0 1 0 0,0-1-1 0 0,0 1 1 0 0,0 0 0 0 0,0 0-1 0 0,1-1 1 0 0,-1 1-1 0 0,0-1 1 0 0,0 1-1 0 0,1-1 1 0 0,-1 0 0 0 0,0 1-1 0 0,1-1 1 0 0,-1 0-1 0 0,1 0 1 0 0,-1 0 0 0 0,0 0-1 0 0,1 0 1 0 0,-1 0-1 0 0,0 0 1 0 0,1-1-1 0 0,-1 1 1 0 0,0 0 0 0 0,1-1-1 0 0,-1 1 1 0 0,0-1-1 0 0,0 1 1 0 0,0-1-1 0 0,1 0 1 0 0,-1 0 0 0 0,1 0-1 0 0,4-3-199 0 0,0 1 0 0 0,0-1 0 0 0,-1-1-1 0 0,1 1 1 0 0,-1-1 0 0 0,0 1 0 0 0,0-2 0 0 0,4-5-1 0 0,8-23 1104 0 0,-16 32-29 0 0,-2 4-161 0 0,-6 18-616 0 0,5-13-336 0 0,-1-1 93 0 0,1 0 0 0 0,0 0 0 0 0,0 1 0 0 0,1-1 0 0 0,0 0 0 0 0,0 1 0 0 0,0 0-1 0 0,1-1 1 0 0,0 1 0 0 0,0-1 0 0 0,1 1 0 0 0,-1-1 0 0 0,1 1 0 0 0,4 11 0 0 0,1-5-1188 0 0</inkml:trace>
  <inkml:trace contextRef="#ctx0" brushRef="#br0" timeOffset="1">281 755 5308 0 0,'-9'14'-68'0'0,"0"-1"-512"0"0</inkml:trace>
  <inkml:trace contextRef="#ctx0" brushRef="#br0" timeOffset="2">360 973 8029 0 0,'-5'14'-20'0'0,"-4"-1"-280"0"0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1:56.518"/>
    </inkml:context>
    <inkml:brush xml:id="br0">
      <inkml:brushProperty name="width" value="0.035" units="cm"/>
      <inkml:brushProperty name="height" value="0.035" units="cm"/>
      <inkml:brushProperty name="color" value="#E71224"/>
    </inkml:brush>
  </inkml:definitions>
  <inkml:trace contextRef="#ctx0" brushRef="#br0">0 42 2988 0 0,'7'-12'-8'0'0,"2"0"-144"0"0,3 2-88 0 0,2 2-132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01.666"/>
    </inkml:context>
    <inkml:brush xml:id="br0">
      <inkml:brushProperty name="width" value="0.035" units="cm"/>
      <inkml:brushProperty name="height" value="0.035" units="cm"/>
      <inkml:brushProperty name="color" value="#E71224"/>
    </inkml:brush>
  </inkml:definitions>
  <inkml:trace contextRef="#ctx0" brushRef="#br0">52 7 6109 0 0,'0'0'3795'0'0,"-24"-3"-165"0"0,-3 0 10073 0 0,28 10-10459 0 0,17 20-2387 0 0,-13-21-784 0 0,0 0 0 0 0,1-1 0 0 0,0 0 0 0 0,0 0 0 0 0,0-1 1 0 0,0 0-1 0 0,1 0 0 0 0,0 0 0 0 0,0-1 0 0 0,0 0 1 0 0,0 0-1 0 0,0-1 0 0 0,1 1 0 0 0,-1-2 0 0 0,1 1 0 0 0,-1-1 1 0 0,1 0-1 0 0,0-1 0 0 0,-1 0 0 0 0,1 0 0 0 0,0-1 0 0 0,14-2 1 0 0,8-4-1118 0 0,0-1 1 0 0,0-1-1 0 0,-1-2 1 0 0,38-20-1 0 0,-18 7-2797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1.109"/>
    </inkml:context>
    <inkml:brush xml:id="br0">
      <inkml:brushProperty name="width" value="0.035" units="cm"/>
      <inkml:brushProperty name="height" value="0.035" units="cm"/>
      <inkml:brushProperty name="color" value="#E71224"/>
    </inkml:brush>
  </inkml:definitions>
  <inkml:trace contextRef="#ctx0" brushRef="#br0">65 273 8357 0 0,'-6'-20'573'0'0,"-1"-2"58"0"0,4 14 71 0 0,1 1 0 0 0,-1 0 0 0 0,2 0 0 0 0,-1-1 0 0 0,1 0 0 0 0,0 1 0 0 0,0-1-1 0 0,1 1 1 0 0,1-15 0 0 0,-1 19 1650 0 0,3-3-1592 0 0,-3 6-746 0 0,0 0 1 0 0,1 1-1 0 0,-1-1 1 0 0,0 0-1 0 0,0 0 1 0 0,0 1-1 0 0,0-1 1 0 0,1 0-1 0 0,-1 0 0 0 0,0 1 1 0 0,0-1-1 0 0,1 0 1 0 0,-1 0-1 0 0,0 0 1 0 0,0 0-1 0 0,1 1 1 0 0,-1-1-1 0 0,0 0 0 0 0,0 0 1 0 0,1 0-1 0 0,-1 0 1 0 0,0 0-1 0 0,1 0 1 0 0,-1 0-1 0 0,0 0 1 0 0,0 0-1 0 0,1 0 0 0 0,-1 0 1 0 0,0 0-1 0 0,1 0 1 0 0,-1 0-1 0 0,0 0 1 0 0,1 0-1 0 0,-1 0 1 0 0,0 0-1 0 0,0 0 0 0 0,1 0 1 0 0,-1 0-1 0 0,0-1 1 0 0,1 1-1 0 0,-1 0 1 0 0,0 0-1 0 0,0 0 1 0 0,1-1-1 0 0,-1 1 0 0 0,0 0 1 0 0,0 0-1 0 0,0 0 1 0 0,1-1-1 0 0,-1 1 1 0 0,0 0-1 0 0,0 0 1 0 0,0-1-1 0 0,0 1 1 0 0,0 0-1 0 0,0-1 0 0 0,1 1 1 0 0,-1 0-1 0 0,0 0 1 0 0,0-1-1 0 0,0 1 1 0 0,0 0-1 0 0,0-1 1 0 0,5 12 117 0 0,0 0 0 0 0,0 1 0 0 0,-1 0 0 0 0,0 0 1 0 0,-1 0-1 0 0,-1 0 0 0 0,0 0 0 0 0,-1 1 1 0 0,1 20-1 0 0,-1-8-73 0 0,7 51 12 0 0,0-5-42 0 0,-3 115 0 0 0,-7-114 31 0 0,1-70-151 0 0,-3 5-327 0 0,1-2 202 0 0,-3-19 57 0 0,-15-62-206 0 0,-19-155-1 0 0,11 48 291 0 0,27 175 86 0 0,1 1 1 0 0,0-1 0 0 0,1 1 0 0 0,-1-1 0 0 0,1 1-1 0 0,2-10 1 0 0,-2 16-8 0 0,0 0-1 0 0,0 0 1 0 0,1-1 0 0 0,-1 1-1 0 0,0 0 1 0 0,1 0-1 0 0,-1 0 1 0 0,1 0 0 0 0,-1 0-1 0 0,1 0 1 0 0,0 0-1 0 0,-1 0 1 0 0,1 0 0 0 0,0 1-1 0 0,0-1 1 0 0,0 0-1 0 0,-1 0 1 0 0,1 1 0 0 0,2-2-1 0 0,-2 2-3 0 0,1-1-1 0 0,0 1 0 0 0,-1 0 1 0 0,1 0-1 0 0,-1 0 1 0 0,1 0-1 0 0,-1 0 0 0 0,1 0 1 0 0,0 0-1 0 0,-1 0 1 0 0,1 1-1 0 0,-1-1 0 0 0,1 0 1 0 0,-1 1-1 0 0,1 0 1 0 0,-1-1-1 0 0,1 1 0 0 0,1 1 1 0 0,18 12 6 0 0,-2 1 0 0 0,1 0 1 0 0,-2 1-1 0 0,0 1 0 0 0,-1 1 1 0 0,25 35-1 0 0,13 11-69 0 0,7 11-2 0 0,-41-47 29 0 0,37 36-1 0 0,-56-61 38 0 0,0-1 1 0 0,0-1-1 0 0,0 1 0 0 0,0 0 0 0 0,0 0 1 0 0,1-1-1 0 0,-1 1 0 0 0,1-1 0 0 0,-1 0 1 0 0,1 0-1 0 0,-1 0 0 0 0,1 0 0 0 0,0 0 1 0 0,5 0-1 0 0,-7-1 1 0 0,0 0 0 0 0,1 0-1 0 0,-1 0 1 0 0,0-1 0 0 0,0 1 0 0 0,1 0 0 0 0,-1-1 0 0 0,0 1 0 0 0,0-1 0 0 0,1 1 0 0 0,-1-1-1 0 0,0 0 1 0 0,0 0 0 0 0,0 1 0 0 0,0-1 0 0 0,0 0 0 0 0,0 0 0 0 0,0 0 0 0 0,0 0 0 0 0,-1 0-1 0 0,3-3 1 0 0,-1-2 4 0 0,1 0 1 0 0,-1 0-1 0 0,0 0 0 0 0,0 0 0 0 0,0-1 0 0 0,-1 1 0 0 0,0-1 0 0 0,0 1 0 0 0,-1-1 0 0 0,0-11 1 0 0,-7-60 174 0 0,-2 1 0 0 0,-4 0 0 0 0,-26-85 0 0 0,38 158-137 0 0,0 1 1 0 0,0-1-1 0 0,-1 0 0 0 0,1 1 0 0 0,-1-1 0 0 0,1 1 1 0 0,-1 0-1 0 0,-5-6 0 0 0,-6 3-3171 0 0,11 29-4752 0 0,4-11 5709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1.724"/>
    </inkml:context>
    <inkml:brush xml:id="br0">
      <inkml:brushProperty name="width" value="0.035" units="cm"/>
      <inkml:brushProperty name="height" value="0.035" units="cm"/>
      <inkml:brushProperty name="color" value="#E71224"/>
    </inkml:brush>
  </inkml:definitions>
  <inkml:trace contextRef="#ctx0" brushRef="#br0">69 246 9929 0 0,'-14'-14'397'0'0,"14"13"-313"0"0,-1 1 0 0 0,1-1 0 0 0,-1 0 0 0 0,0 0-1 0 0,0 0 1 0 0,0 0 0 0 0,1 1 0 0 0,-1-1 0 0 0,0 0-1 0 0,0 1 1 0 0,0-1 0 0 0,0 1 0 0 0,0-1 0 0 0,0 1 0 0 0,0-1-1 0 0,0 1 1 0 0,0 0 0 0 0,0 0 0 0 0,0-1 0 0 0,-2 1-1 0 0,2 1-33 0 0,1-1-1 0 0,-1 1 0 0 0,1-1 0 0 0,0 1 0 0 0,-1 0 1 0 0,1-1-1 0 0,0 1 0 0 0,-1 0 0 0 0,1-1 0 0 0,0 1 1 0 0,0 0-1 0 0,0 0 0 0 0,0-1 0 0 0,0 1 0 0 0,-1 0 1 0 0,1-1-1 0 0,0 1 0 0 0,1 0 0 0 0,-1 0 0 0 0,0-1 0 0 0,0 1 1 0 0,0 1-1 0 0,15 57 1147 0 0,-13-52-1036 0 0,5 26 354 0 0,-1 0-1 0 0,-1 1 1 0 0,-2-1 0 0 0,-3 62-1 0 0,0-58-422 0 0,-1-47-101 0 0,0 0-1 0 0,0 0 1 0 0,-1 1-1 0 0,-5-14 1 0 0,-2-15-2 0 0,-11-115 28 0 0,-5-33 467 0 0,24 182-374 0 0,0-9 89 0 0,1-6 372 0 0,4 20-366 0 0,5 11-179 0 0,26 45 109 0 0,40 85 0 0 0,-68-126-127 0 0,1-2-1 0 0,1 1 1 0 0,0-1 0 0 0,1-1 0 0 0,1 0 0 0 0,18 19-1 0 0,-25-29-7 0 0,0 0-1 0 0,0 1 1 0 0,0-2-1 0 0,0 1 0 0 0,0 0 1 0 0,1-1-1 0 0,-1 0 1 0 0,1 0-1 0 0,0 0 0 0 0,-1 0 1 0 0,10 1-1 0 0,-11-3 1 0 0,0 0 0 0 0,0 0 0 0 0,0 0 0 0 0,0 0 0 0 0,0-1 0 0 0,0 1 0 0 0,0-1 0 0 0,-1 0-1 0 0,1 0 1 0 0,0 0 0 0 0,0 0 0 0 0,0-1 0 0 0,-1 1 0 0 0,1-1 0 0 0,-1 1 0 0 0,1-1 0 0 0,-1 0 0 0 0,0 0 0 0 0,1 0 0 0 0,-1 0-1 0 0,2-3 1 0 0,0-1 26 0 0,1 0-1 0 0,-1-1 0 0 0,0 0 1 0 0,-1 1-1 0 0,0-1 0 0 0,0 0 0 0 0,0-1 1 0 0,-1 1-1 0 0,0 0 0 0 0,0-1 1 0 0,-1 1-1 0 0,0-1 0 0 0,0 1 0 0 0,-1-11 1 0 0,-1-14 282 0 0,-2-1 0 0 0,-7-34 0 0 0,2 12 248 0 0,-14-59 1035 0 0,22 111-1253 0 0,-12-3-10706 0 0,-2 9 8097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2.104"/>
    </inkml:context>
    <inkml:brush xml:id="br0">
      <inkml:brushProperty name="width" value="0.035" units="cm"/>
      <inkml:brushProperty name="height" value="0.035" units="cm"/>
      <inkml:brushProperty name="color" value="#E71224"/>
    </inkml:brush>
  </inkml:definitions>
  <inkml:trace contextRef="#ctx0" brushRef="#br0">35 1 15829 0 0,'0'0'145'0'0,"-13"33"4178"0"0,0-20-4028 0 0,5-5-7155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3.472"/>
    </inkml:context>
    <inkml:brush xml:id="br0">
      <inkml:brushProperty name="width" value="0.035" units="cm"/>
      <inkml:brushProperty name="height" value="0.035" units="cm"/>
      <inkml:brushProperty name="color" value="#E71224"/>
    </inkml:brush>
  </inkml:definitions>
  <inkml:trace contextRef="#ctx0" brushRef="#br0">140 319 5529 0 0,'0'0'726'0'0,"-4"0"-308"0"0,-60-10 6250 0 0,60 10-4768 0 0,-50-3 7182 0 0,53 3-8113 0 0,-10 3 647 0 0,9-2-390 0 0,16-3-1105 0 0,147-17 446 0 0,310-80 0 0 0,-260 30-1667 0 0,-208 68 1001 0 0,-2 1-1370 0 0,0 0 1437 0 0,-1 0 0 0 0,1 0 0 0 0,-1 0 0 0 0,1 0 0 0 0,-1-1 0 0 0,1 1 0 0 0,-1 0 0 0 0,0 0 0 0 0,1 0 0 0 0,-1-1 0 0 0,1 1 0 0 0,-1 0 0 0 0,1-1 0 0 0,-1 1 0 0 0,0-1 0 0 0,1 1 0 0 0,-1 0 0 0 0,0-1 0 0 0,0 1 0 0 0,1-1 0 0 0,-1 1 0 0 0,0-1 0 0 0,0 1 1 0 0,1-1-1 0 0,-1 1 0 0 0,0-1 0 0 0,0 1 0 0 0,0-1 0 0 0,0 1 0 0 0,0-1 0 0 0,0 1 0 0 0,0-1 0 0 0,0 1 0 0 0,0-1 0 0 0,0 1 0 0 0,0-1 0 0 0,0 1 0 0 0,0-1 0 0 0,0 1 0 0 0,-1-1 0 0 0,1 1 0 0 0,0-1 0 0 0,0 1 0 0 0,0-1 0 0 0,-1 1 0 0 0,1-1 0 0 0,0 1 0 0 0,-1 0 1 0 0,1-1-1 0 0,0 1 0 0 0,-1 0 0 0 0,1-1 0 0 0,-1 1 0 0 0,1 0 0 0 0,0-1 0 0 0,-1 1 0 0 0,0 0 0 0 0,-13-6-667 0 0,-1-1-1 0 0,-25-16 1 0 0,38 22 994 0 0,0-1-215 0 0,1 1 0 0 0,0-1 0 0 0,0 1 1 0 0,1-1-1 0 0,-1 0 0 0 0,0 0 0 0 0,0 1 0 0 0,1-1 0 0 0,-1 0 0 0 0,1 0 0 0 0,0 0 0 0 0,-1 0 0 0 0,1 1 0 0 0,0-5 1 0 0,1 4-50 0 0,0 0 1 0 0,0 0 0 0 0,1 0-1 0 0,-1 0 1 0 0,0 1-1 0 0,1-1 1 0 0,-1 0 0 0 0,1 1-1 0 0,-1-1 1 0 0,1 1 0 0 0,0 0-1 0 0,0-1 1 0 0,0 1 0 0 0,-1 0-1 0 0,1 0 1 0 0,0 0 0 0 0,0 0-1 0 0,1 0 1 0 0,-1 1 0 0 0,0-1-1 0 0,0 1 1 0 0,0-1-1 0 0,0 1 1 0 0,1 0 0 0 0,-1 0-1 0 0,0 0 1 0 0,0 0 0 0 0,0 0-1 0 0,1 0 1 0 0,-1 1 0 0 0,0-1-1 0 0,4 2 1 0 0,-1-1 73 0 0,0 1 0 0 0,0 0-1 0 0,-1 0 1 0 0,1 0 0 0 0,0 1 0 0 0,-1-1 0 0 0,0 1 0 0 0,1 0 0 0 0,-1 0-1 0 0,0 1 1 0 0,-1-1 0 0 0,1 1 0 0 0,3 5 0 0 0,-4-5-51 0 0,0 0 0 0 0,0 1 0 0 0,0 0 1 0 0,-1-1-1 0 0,0 1 0 0 0,0 0 0 0 0,0 0 0 0 0,-1 1 1 0 0,0-1-1 0 0,0 0 0 0 0,0 0 0 0 0,0 1 0 0 0,-1-1 1 0 0,0 0-1 0 0,0 1 0 0 0,0-1 0 0 0,-1 0 0 0 0,0 1 1 0 0,0-1-1 0 0,0 0 0 0 0,-1 0 0 0 0,1 0 0 0 0,-1 0 0 0 0,0 0 1 0 0,-6 9-1 0 0,1-2-765 0 0,-1-1 0 0 0,0-1 0 0 0,-15 17 0 0 0,-33 26-6838 0 0,46-44 5410 0 0,-6 5-963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4.414"/>
    </inkml:context>
    <inkml:brush xml:id="br0">
      <inkml:brushProperty name="width" value="0.035" units="cm"/>
      <inkml:brushProperty name="height" value="0.035" units="cm"/>
      <inkml:brushProperty name="color" value="#E71224"/>
    </inkml:brush>
  </inkml:definitions>
  <inkml:trace contextRef="#ctx0" brushRef="#br0">99 214 9977 0 0,'-44'-33'3242'0'0,"42"32"-2644"0"0,-14-5 992 0 0,15 5-1558 0 0,1 1 1 0 0,-1-1-1 0 0,0 1 0 0 0,1-1 1 0 0,-1 1-1 0 0,0-1 0 0 0,0 1 0 0 0,1 0 1 0 0,-1-1-1 0 0,0 1 0 0 0,0 0 0 0 0,0-1 1 0 0,0 1-1 0 0,1 0 0 0 0,-1 0 1 0 0,0 0-1 0 0,0 0 0 0 0,0 0 0 0 0,0 0 1 0 0,0 0-1 0 0,0 0 0 0 0,1 0 1 0 0,-1 0-1 0 0,0 1 0 0 0,0-1 0 0 0,0 0 1 0 0,0 1-1 0 0,1-1 0 0 0,-1 0 1 0 0,0 1-1 0 0,0-1 0 0 0,1 1 0 0 0,-1-1 1 0 0,0 1-1 0 0,1 0 0 0 0,-1-1 1 0 0,0 1-1 0 0,1-1 0 0 0,-1 1 0 0 0,1 0 1 0 0,-1 0-1 0 0,1-1 0 0 0,-1 3 1 0 0,0 1 44 0 0,0 1 0 0 0,0-1 0 0 0,1 0 0 0 0,0 1 0 0 0,0 0 0 0 0,0-1 1 0 0,0 1-1 0 0,1-1 0 0 0,0 1 0 0 0,-1-1 0 0 0,2 0 0 0 0,-1 1 0 0 0,0-1 1 0 0,3 5-1 0 0,5 24 325 0 0,-1 186 519 0 0,-8-195-1751 0 0,-13-232 803 0 0,0 6 1033 0 0,13 199-386 0 0,0 2-591 0 0,1 0 1 0 0,-1 1 0 0 0,0-1-1 0 0,0 0 1 0 0,1 0 0 0 0,-1 1-1 0 0,0-1 1 0 0,1 0 0 0 0,-1 1-1 0 0,0-1 1 0 0,1 0 0 0 0,-1 1-1 0 0,1-1 1 0 0,0 1 0 0 0,-1-1-1 0 0,1 1 1 0 0,-1-1 0 0 0,1 1-1 0 0,0-1 1 0 0,-1 1 0 0 0,1-1-1 0 0,0 1 1 0 0,1-1 0 0 0,1 2 14 0 0,1 0 0 0 0,0-1 0 0 0,0 1 0 0 0,0 0 1 0 0,-1 1-1 0 0,1-1 0 0 0,-1 1 0 0 0,1 0 0 0 0,-1-1 1 0 0,1 2-1 0 0,-1-1 0 0 0,0 0 0 0 0,0 1 0 0 0,0-1 1 0 0,4 6-1 0 0,39 46 373 0 0,15 21-38 0 0,-34-44-310 0 0,22 35 1 0 0,-48-65-145 0 0,-1 1 0 0 0,1 0 1 0 0,0-1-1 0 0,0 1 0 0 0,0-1 0 0 0,1 1 1 0 0,-1-1-1 0 0,0 0 0 0 0,0 1 0 0 0,1-1 1 0 0,-1 0-1 0 0,1 0 0 0 0,-1 0 1 0 0,1 0-1 0 0,-1 0 0 0 0,1 0 0 0 0,0-1 1 0 0,-1 1-1 0 0,1 0 0 0 0,2 0 1 0 0,-3-1 57 0 0,0-1-1 0 0,1 1 1 0 0,-1-1 0 0 0,0 1 0 0 0,0 0 0 0 0,0-1 0 0 0,0 0 0 0 0,0 1 0 0 0,0-1 0 0 0,0 0 0 0 0,0 1 0 0 0,0-1 0 0 0,0 0 0 0 0,-1 0 0 0 0,1 0 0 0 0,0 0 0 0 0,0 0 0 0 0,-1 0 0 0 0,1 0 0 0 0,-1 0 0 0 0,1 0 0 0 0,0-1 0 0 0,2-7 26 0 0,0 1 1 0 0,0-1 0 0 0,-1 0-1 0 0,0 0 1 0 0,2-18-1 0 0,3-238 189 0 0,-7 261-126 0 0,6-7 206 0 0,-6 11-270 0 0,0-1 0 0 0,0 1 0 0 0,-1 0 0 0 0,1-1 0 0 0,0 1 0 0 0,0-1 0 0 0,0 1 0 0 0,0-1 0 0 0,0 1 0 0 0,0-1 0 0 0,1 1 0 0 0,-1-1 0 0 0,0 1 0 0 0,0 0 1 0 0,0-1-1 0 0,0 1 0 0 0,0-1 0 0 0,1 1 0 0 0,-1-1 0 0 0,0 1 0 0 0,0 0 0 0 0,1-1 0 0 0,-1 1 0 0 0,0 0 0 0 0,1-1 0 0 0,-1 1 0 0 0,0 0 0 0 0,1-1 0 0 0,-1 1 0 0 0,0 0 0 0 0,1 0 1 0 0,-1-1-1 0 0,1 1 0 0 0,-1 0 0 0 0,0 0 0 0 0,1 0 0 0 0,-1 0 0 0 0,1 0 0 0 0,-1-1 0 0 0,1 1 0 0 0,-1 0 0 0 0,1 0 0 0 0,-1 0 0 0 0,1 0 0 0 0,-1 0 0 0 0,0 0 0 0 0,1 0 0 0 0,-1 1 1 0 0,1-1-1 0 0,-1 0 0 0 0,1 0 0 0 0,-1 0 0 0 0,1 0 0 0 0,-1 1 0 0 0,0-1 0 0 0,1 0 0 0 0,-1 0 0 0 0,0 1 0 0 0,1-1 0 0 0,-1 0 0 0 0,1 0 0 0 0,-1 1 0 0 0,0-1 0 0 0,0 1 0 0 0,1-1 1 0 0,-1 0-1 0 0,0 1 0 0 0,1 0 0 0 0,7 9 207 0 0,1 0 1 0 0,-1 1 0 0 0,-1 0-1 0 0,0 0 1 0 0,6 15 0 0 0,9 12 358 0 0,-8-15-377 0 0,-2 2 0 0 0,0 0 0 0 0,-1 0-1 0 0,-2 1 1 0 0,0 0 0 0 0,8 52-1 0 0,-13-64-827 0 0,5 5-13004 0 0,-5-13 11310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4.799"/>
    </inkml:context>
    <inkml:brush xml:id="br0">
      <inkml:brushProperty name="width" value="0.035" units="cm"/>
      <inkml:brushProperty name="height" value="0.035" units="cm"/>
      <inkml:brushProperty name="color" value="#E71224"/>
    </inkml:brush>
  </inkml:definitions>
  <inkml:trace contextRef="#ctx0" brushRef="#br0">58 59 8921 0 0,'-18'-16'3107'0'0,"15"18"-2981"0"0,0 0-1 0 0,0 0 0 0 0,0 1 1 0 0,0-1-1 0 0,1 1 0 0 0,-1-1 1 0 0,1 1-1 0 0,0 0 0 0 0,0 0 1 0 0,0 0-1 0 0,0 0 0 0 0,1 1 1 0 0,-1-1-1 0 0,1 0 0 0 0,0 1 1 0 0,-1-1-1 0 0,2 1 0 0 0,-1-1 1 0 0,0 1-1 0 0,1-1 0 0 0,0 1 1 0 0,-1 0-1 0 0,2 5 0 0 0,0 4 394 0 0,0 0 0 0 0,1 0 0 0 0,1-1 0 0 0,0 1 0 0 0,6 16 0 0 0,-8-27 575 0 0,1 1-1016 0 0,1 1-65 0 0,0-1 0 0 0,0 1 0 0 0,0 0 0 0 0,0-1 0 0 0,1 0 0 0 0,0 0 0 0 0,0 0 0 0 0,0 0 0 0 0,0-1 0 0 0,0 0 0 0 0,0 1 0 0 0,1-1 0 0 0,-1-1 0 0 0,7 3 0 0 0,-8-4-19 0 0,0 1 0 0 0,-1-1-1 0 0,1 1 1 0 0,0-1-1 0 0,0 0 1 0 0,0 0 0 0 0,0 0-1 0 0,-1-1 1 0 0,1 1-1 0 0,0-1 1 0 0,0 1-1 0 0,-1-1 1 0 0,1 0 0 0 0,0 0-1 0 0,-1 0 1 0 0,1-1-1 0 0,-1 1 1 0 0,1 0 0 0 0,-1-1-1 0 0,0 0 1 0 0,1 0-1 0 0,-1 1 1 0 0,0-1 0 0 0,0 0-1 0 0,0-1 1 0 0,2-3-1 0 0,2-2-87 0 0,0-1-1 0 0,-1 0 0 0 0,0-1 0 0 0,0 1 0 0 0,-1-1 1 0 0,0 0-1 0 0,-1 0 0 0 0,0 0 0 0 0,2-16 1 0 0,-5 20 97 0 0,1 1 1 0 0,-1-1 0 0 0,0 1 0 0 0,-1 0 0 0 0,1-1 0 0 0,-1 1 0 0 0,0 0 0 0 0,0-1 0 0 0,-1 1 0 0 0,0 0 0 0 0,0 0 0 0 0,0 0 0 0 0,0 0 0 0 0,-1 0 0 0 0,0 1 0 0 0,0-1 0 0 0,0 1 0 0 0,0 0 0 0 0,-1 0 0 0 0,-5-6 0 0 0,7 9-6 0 0,1-1 0 0 0,0 1 1 0 0,-1 0-1 0 0,1 0 0 0 0,-1 0 1 0 0,1 0-1 0 0,-1 0 0 0 0,1 0 1 0 0,-1 0-1 0 0,0 1 0 0 0,1-1 1 0 0,-1 1-1 0 0,0-1 0 0 0,0 1 1 0 0,1-1-1 0 0,-1 1 0 0 0,0 0 1 0 0,0 0-1 0 0,0 0 0 0 0,1 0 1 0 0,-1 0-1 0 0,0 0 0 0 0,0 1 1 0 0,0-1-1 0 0,-2 1 0 0 0,0 1 15 0 0,1 0-1 0 0,0 0 0 0 0,0 1 1 0 0,0-1-1 0 0,0 0 0 0 0,1 1 1 0 0,-1 0-1 0 0,1 0 1 0 0,-1-1-1 0 0,1 2 0 0 0,-3 4 1 0 0,-3 6-289 0 0,2-1-1 0 0,0 1 1 0 0,0 0 0 0 0,2 1 0 0 0,-4 15 0 0 0,1 2-5989 0 0,7-20 4279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5.724"/>
    </inkml:context>
    <inkml:brush xml:id="br0">
      <inkml:brushProperty name="width" value="0.035" units="cm"/>
      <inkml:brushProperty name="height" value="0.035" units="cm"/>
      <inkml:brushProperty name="color" value="#E71224"/>
    </inkml:brush>
  </inkml:definitions>
  <inkml:trace contextRef="#ctx0" brushRef="#br0">56 185 10809 0 0,'0'-4'-429'0'0,"-5"-14"7628"0"0,4 18-7176 0 0,1 0 0 0 0,-1 0 0 0 0,0 0 0 0 0,1 0 0 0 0,-1 0 0 0 0,1-1 0 0 0,-1 1 0 0 0,0 0-1 0 0,1 1 1 0 0,-1-1 0 0 0,0 0 0 0 0,1 0 0 0 0,-1 0 0 0 0,1 0 0 0 0,-1 0 0 0 0,0 1 0 0 0,1-1 0 0 0,-1 0 0 0 0,1 0 0 0 0,-1 1 0 0 0,1-1 0 0 0,-1 0 0 0 0,1 1 0 0 0,-1-1 0 0 0,1 1 0 0 0,-1-1 0 0 0,1 1 0 0 0,0-1-1 0 0,-1 1 1 0 0,1-1 0 0 0,0 1 0 0 0,-1-1 0 0 0,1 1 0 0 0,0-1 0 0 0,-1 1 0 0 0,1-1 0 0 0,0 1 0 0 0,0 0 0 0 0,0-1 0 0 0,0 1 0 0 0,0-1 0 0 0,0 1 0 0 0,0 0 0 0 0,0-1 0 0 0,0 2 0 0 0,-5 30 397 0 0,5 1-63 0 0,3-1-1 0 0,0 1 1 0 0,2-1 0 0 0,2 0 0 0 0,20 61-1 0 0,-26-89-365 0 0,0-1 1 0 0,0 0-1 0 0,0 0 0 0 0,0 0 0 0 0,1 0 0 0 0,-1 0 1 0 0,1 0-1 0 0,0 0 0 0 0,0 0 0 0 0,0 0 0 0 0,0-1 1 0 0,0 1-1 0 0,0-1 0 0 0,1 0 0 0 0,-1 0 0 0 0,1 0 0 0 0,0 0 1 0 0,0 0-1 0 0,0 0 0 0 0,0-1 0 0 0,0 1 0 0 0,0-1 1 0 0,0 0-1 0 0,0 0 0 0 0,0 0 0 0 0,1 0 0 0 0,-1 0 0 0 0,0-1 1 0 0,0 0-1 0 0,1 0 0 0 0,6 0 0 0 0,-9-1 0 0 0,0 1 1 0 0,1-1-1 0 0,-1 0 0 0 0,0 0 0 0 0,0 1 1 0 0,0-1-1 0 0,1 0 0 0 0,-1 0 0 0 0,0 0 1 0 0,0 0-1 0 0,-1-1 0 0 0,1 1 0 0 0,0 0 1 0 0,0 0-1 0 0,0-1 0 0 0,-1 1 0 0 0,1 0 1 0 0,-1-1-1 0 0,1 1 0 0 0,-1 0 0 0 0,0-1 1 0 0,1 1-1 0 0,-1-1 0 0 0,0 1 0 0 0,0-1 1 0 0,0 1-1 0 0,0-1 0 0 0,0 1 0 0 0,0 0 1 0 0,0-1-1 0 0,-1 1 0 0 0,1-1 0 0 0,-1 1 1 0 0,1-1-1 0 0,-1 1 0 0 0,0-2 0 0 0,-20-51-11 0 0,17 47 34 0 0,1 0 1 0 0,-1 1 0 0 0,0 0 0 0 0,0 0-1 0 0,-1 0 1 0 0,0 0 0 0 0,0 1 0 0 0,0 0 0 0 0,-9-6-1 0 0,12 10-1 0 0,0-1 0 0 0,1 1-1 0 0,-1 0 1 0 0,0 0 0 0 0,0 1-1 0 0,-1-1 1 0 0,1 0 0 0 0,0 1-1 0 0,0-1 1 0 0,0 1 0 0 0,0 0-1 0 0,0 0 1 0 0,-1 0 0 0 0,1 0-1 0 0,0 0 1 0 0,0 0 0 0 0,0 0-1 0 0,-1 1 1 0 0,1-1 0 0 0,0 1-1 0 0,0 0 1 0 0,0-1 0 0 0,0 1 0 0 0,0 0-1 0 0,0 0 1 0 0,0 1 0 0 0,1-1-1 0 0,-1 0 1 0 0,0 0 0 0 0,0 1-1 0 0,1-1 1 0 0,-1 1 0 0 0,1 0-1 0 0,-1-1 1 0 0,0 4 0 0 0,-2 0 27 0 0,1 0 1 0 0,0 0 0 0 0,0 1 0 0 0,1-1 0 0 0,-1 1-1 0 0,1 0 1 0 0,1 0 0 0 0,-1 0 0 0 0,1 0 0 0 0,0 0-1 0 0,0 0 1 0 0,1 7 0 0 0,2 76 273 0 0,-2-87-311 0 0,0 1 0 0 0,1-1-1 0 0,-1 0 1 0 0,0 0 0 0 0,0 0 0 0 0,1 0 0 0 0,-1 0 0 0 0,1 0 0 0 0,0 0 0 0 0,0 0 0 0 0,0 0 0 0 0,0 0 0 0 0,0-1 0 0 0,0 1 0 0 0,0 0 0 0 0,0-1 0 0 0,1 1-1 0 0,-1 0 1 0 0,1-1 0 0 0,-1 0 0 0 0,1 1 0 0 0,0-1 0 0 0,2 2 0 0 0,-1-2 0 0 0,0 0 1 0 0,1-1-1 0 0,-1 1 1 0 0,0-1-1 0 0,0 1 1 0 0,0-1-1 0 0,0 0 1 0 0,0-1-1 0 0,0 1 0 0 0,0 0 1 0 0,0-1-1 0 0,0 0 1 0 0,0 1-1 0 0,4-3 1 0 0,6-2-23 0 0,1-1 1 0 0,-2-1-1 0 0,1 0 0 0 0,-1-1 1 0 0,20-15-1 0 0,-6 0-244 0 0,-2 0 0 0 0,0-2-1 0 0,-1-1 1 0 0,-2 0 0 0 0,-1-2-1 0 0,17-30 1 0 0,-33 52 263 0 0,-1 2 27 0 0,0-1 0 0 0,0 0 1 0 0,-1 0-1 0 0,0 0 0 0 0,0-1 0 0 0,0 1 1 0 0,2-11-1 0 0,-3 14 219 0 0,-6-6 250 0 0,1 1-113 0 0,-9 17-336 0 0,8-2-39 0 0,1-1 0 0 0,0 1-1 0 0,1-1 1 0 0,0 1 0 0 0,0 0 0 0 0,0 0-1 0 0,1 1 1 0 0,0-1 0 0 0,1 1 0 0 0,0-1 0 0 0,0 1-1 0 0,1-1 1 0 0,0 1 0 0 0,0-1 0 0 0,1 1-1 0 0,0-1 1 0 0,1 1 0 0 0,0-1 0 0 0,0 0 0 0 0,7 16-1 0 0,-9-22 0 0 0,1 0 0 0 0,-1 0 0 0 0,1 0 0 0 0,0 0 0 0 0,0 0 0 0 0,0 0 0 0 0,0 0 0 0 0,0-1 0 0 0,1 1 0 0 0,-1 0 0 0 0,0-1 0 0 0,1 1 0 0 0,-1-1 0 0 0,1 1 0 0 0,0-1 0 0 0,-1 0 0 0 0,1 1 0 0 0,0-1 0 0 0,0 0 0 0 0,0 0 0 0 0,0 0 0 0 0,2 0 0 0 0,-1 0-13 0 0,0-1 1 0 0,1 0-1 0 0,-1 0 0 0 0,0 0 1 0 0,0 0-1 0 0,0-1 0 0 0,1 1 1 0 0,-1-1-1 0 0,0 0 0 0 0,0 0 1 0 0,0 0-1 0 0,0 0 0 0 0,4-2 1 0 0,9-6-134 0 0,-1-1 1 0 0,1-1 0 0 0,-2 0 0 0 0,16-15-1 0 0,-22 19 8 0 0,12-12-113 0 0,0-1 0 0 0,-1 0 0 0 0,-1-2 0 0 0,-1 0 0 0 0,22-39-1 0 0,-30 46 260 0 0,-1-1 0 0 0,-1 0 0 0 0,0-1 0 0 0,-1 0 0 0 0,-1 0-1 0 0,0 0 1 0 0,-1 0 0 0 0,-1-1 0 0 0,1-28 0 0 0,-4 44 50 0 0,1 1 0 0 0,-1-1 0 0 0,0 1 0 0 0,0-1 1 0 0,0 1-1 0 0,0-1 0 0 0,0 1 0 0 0,0-1 0 0 0,-1 1 0 0 0,1-1 1 0 0,0 1-1 0 0,-1-1 0 0 0,1 1 0 0 0,-1 0 0 0 0,0-1 0 0 0,1 1 1 0 0,-1 0-1 0 0,0-1 0 0 0,0 1 0 0 0,0 0 0 0 0,0 0 0 0 0,0 0 1 0 0,0 0-1 0 0,0 0 0 0 0,0 0 0 0 0,0 0 0 0 0,-1 0 0 0 0,1 0 1 0 0,0 0-1 0 0,-1 1 0 0 0,1-1 0 0 0,0 1 0 0 0,-1-1 0 0 0,1 1 1 0 0,-1-1-1 0 0,1 1 0 0 0,-1 0 0 0 0,1-1 0 0 0,-1 1 0 0 0,1 0 1 0 0,-4 1-1 0 0,4-1 136 0 0,-27 29 1219 0 0,24-14-1211 0 0,0-1-1 0 0,1 1 1 0 0,1 0-1 0 0,0 1 1 0 0,1-1-1 0 0,0 0 1 0 0,2 0-1 0 0,-1 1 0 0 0,4 15 1 0 0,-1 10 126 0 0,2 37 90 0 0,0 33 112 0 0,-3-40-4294 0 0,-2-69 1870 0 0,1 9-3217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6.081"/>
    </inkml:context>
    <inkml:brush xml:id="br0">
      <inkml:brushProperty name="width" value="0.035" units="cm"/>
      <inkml:brushProperty name="height" value="0.035" units="cm"/>
      <inkml:brushProperty name="color" value="#E71224"/>
    </inkml:brush>
  </inkml:definitions>
  <inkml:trace contextRef="#ctx0" brushRef="#br0">67 0 17094 0 0,'-5'16'124'0'0,"-4"-3"60"0"0,-2-1 172 0 0,-1-3 60 0 0,-2-2 104 0 0,-2-1 1744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6.949"/>
    </inkml:context>
    <inkml:brush xml:id="br0">
      <inkml:brushProperty name="width" value="0.035" units="cm"/>
      <inkml:brushProperty name="height" value="0.035" units="cm"/>
      <inkml:brushProperty name="color" value="#E71224"/>
    </inkml:brush>
  </inkml:definitions>
  <inkml:trace contextRef="#ctx0" brushRef="#br0">98 1 9445 0 0,'-65'24'4431'0'0,"63"-24"-3718"0"0,-9 1 1236 0 0,-5 0 2115 0 0,16-1-4024 0 0,-1 0 0 0 0,1 1 0 0 0,0-1 0 0 0,0 0 1 0 0,0 0-1 0 0,-1 0 0 0 0,1 0 0 0 0,0 0 0 0 0,0 0 0 0 0,0 0 1 0 0,0 1-1 0 0,0-1 0 0 0,-1 0 0 0 0,1 0 0 0 0,0 0 1 0 0,0 0-1 0 0,0 1 0 0 0,0-1 0 0 0,0 0 0 0 0,0 0 1 0 0,0 0-1 0 0,0 1 0 0 0,0-1 0 0 0,-1 0 0 0 0,1 0 0 0 0,0 0 1 0 0,0 1-1 0 0,0-1 0 0 0,0 0 0 0 0,0 0 0 0 0,0 0 1 0 0,0 1-1 0 0,0-1 0 0 0,1 0 0 0 0,-1 0 0 0 0,0 0 0 0 0,0 1 1 0 0,0-1-1 0 0,0 0 0 0 0,0 0 0 0 0,0 0 0 0 0,0 0 1 0 0,0 1-1 0 0,0-1 0 0 0,1 0 0 0 0,-1 0 0 0 0,0 0 0 0 0,0 0 1 0 0,0 0-1 0 0,0 1 0 0 0,0-1 0 0 0,1 0 0 0 0,-1 0 1 0 0,0 0-1 0 0,0 0 0 0 0,0 0 0 0 0,1 0 0 0 0,-1 0 0 0 0,0 0 1 0 0,1 0-1 0 0,10 10 654 0 0,2-1 0 0 0,0 0 0 0 0,0-2 0 0 0,21 11 0 0 0,21 12 1020 0 0,-35-19-1458 0 0,0-1 0 0 0,1-1 1 0 0,0 0-1 0 0,1-2 0 0 0,0 0 0 0 0,0-1 1 0 0,27 2-1 0 0,160 10 56 0 0,-161-19-582 0 0,1-2-1 0 0,-1-2 0 0 0,72-16 0 0 0,-117 20-18 0 0,-1 0-928 0 0,-2 0 1182 0 0,1 0 0 0 0,0 0 0 0 0,0 0-1 0 0,-1 0 1 0 0,1 0 0 0 0,-1 0 0 0 0,1 0 0 0 0,-1 0 0 0 0,1 0 0 0 0,-1 0 0 0 0,0 0 0 0 0,1 0 0 0 0,-1 0 0 0 0,0 0 0 0 0,0-2 0 0 0,-1 1 17 0 0,0-1 0 0 0,-1 0 0 0 0,1 1 0 0 0,-1-1 0 0 0,0 1 0 0 0,0-1 1 0 0,0 1-1 0 0,0 0 0 0 0,-1 0 0 0 0,1 0 0 0 0,-1 0 0 0 0,-4-3 0 0 0,-43-23-215 0 0,16 10 97 0 0,29 14 99 0 0,0 1-1 0 0,0-1 1 0 0,1 0 0 0 0,-1 0-1 0 0,1-1 1 0 0,-6-7 0 0 0,9 11 37 0 0,1 1 0 0 0,-1-1 0 0 0,1 1 0 0 0,0-1-1 0 0,-1 1 1 0 0,1-1 0 0 0,0 0 0 0 0,0 1 0 0 0,-1-1 0 0 0,1 0 0 0 0,0 1 0 0 0,0-1 0 0 0,0 0 0 0 0,0 1 0 0 0,0-1 0 0 0,0 0 0 0 0,0 1 0 0 0,0-1 0 0 0,0 0 0 0 0,0 1 0 0 0,0-1 0 0 0,1 0 0 0 0,-1 1 0 0 0,0-1 0 0 0,1-1 0 0 0,0 1 11 0 0,0 0 1 0 0,1 0-1 0 0,-1 0 1 0 0,0 1 0 0 0,1-1-1 0 0,-1 0 1 0 0,0 0-1 0 0,1 1 1 0 0,-1-1 0 0 0,1 1-1 0 0,0 0 1 0 0,-1-1-1 0 0,1 1 1 0 0,-1 0 0 0 0,1 0-1 0 0,2 0 1 0 0,4 0 45 0 0,0 1 0 0 0,-1 0 0 0 0,1 1 0 0 0,-1-1 1 0 0,1 2-1 0 0,-1-1 0 0 0,0 1 0 0 0,0 0 0 0 0,0 0 0 0 0,12 8 1 0 0,-7-3 96 0 0,0 0 0 0 0,0 0 0 0 0,-1 2 1 0 0,19 19-1 0 0,-25-23-74 0 0,1 2 0 0 0,-2-1 1 0 0,1 1-1 0 0,-1-1 0 0 0,-1 1 0 0 0,1 0 1 0 0,-1 1-1 0 0,-1-1 0 0 0,1 0 0 0 0,-1 1 1 0 0,-1-1-1 0 0,0 1 0 0 0,0 0 0 0 0,-1 0 1 0 0,1-1-1 0 0,-2 1 0 0 0,0 0 0 0 0,-2 10 1 0 0,1-8-509 0 0,0 0 1 0 0,-2 0-1 0 0,1-1 1 0 0,-1 0 0 0 0,-11 20-1 0 0,10-22-1066 0 0,0 0-1 0 0,0-1 0 0 0,-1 1 0 0 0,0-1 0 0 0,0-1 1 0 0,-1 1-1 0 0,-8 6 0 0 0,9-10-1247 0 0,-9 2 41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7.624"/>
    </inkml:context>
    <inkml:brush xml:id="br0">
      <inkml:brushProperty name="width" value="0.035" units="cm"/>
      <inkml:brushProperty name="height" value="0.035" units="cm"/>
      <inkml:brushProperty name="color" value="#E71224"/>
    </inkml:brush>
  </inkml:definitions>
  <inkml:trace contextRef="#ctx0" brushRef="#br0">208 147 11301 0 0,'0'0'-37'0'0,"-2"-3"199"0"0,-4-3 116 0 0,0 1 0 0 0,0 0 0 0 0,0 0 0 0 0,-1 1 0 0 0,1 0 0 0 0,-1 0 0 0 0,-14-5 6353 0 0,-3 6-5659 0 0,23 3-940 0 0,0 0-1 0 0,0 0 0 0 0,0 1 1 0 0,0-1-1 0 0,0 0 0 0 0,0 0 1 0 0,0 1-1 0 0,0-1 0 0 0,0 0 1 0 0,0 1-1 0 0,0-1 0 0 0,1 1 1 0 0,-1-1-1 0 0,0 1 1 0 0,0-1-1 0 0,0 1 0 0 0,1 0 1 0 0,-1-1-1 0 0,0 1 0 0 0,1 0 1 0 0,-1 0-1 0 0,0 0 0 0 0,1-1 1 0 0,-1 1-1 0 0,1 0 0 0 0,-1 0 1 0 0,1 0-1 0 0,0 0 0 0 0,-1 0 1 0 0,1 0-1 0 0,0 0 0 0 0,0 0 1 0 0,0 0-1 0 0,0 0 1 0 0,0 0-1 0 0,0 0 0 0 0,0 0 1 0 0,0 0-1 0 0,0 0 0 0 0,0 0 1 0 0,0 0-1 0 0,0 0 0 0 0,1 1 1 0 0,18 50 1050 0 0,-13-37-798 0 0,7 26-1 0 0,-1 0-1 0 0,-3 1 1 0 0,-1 0 0 0 0,-2 0 0 0 0,-2 1 0 0 0,-3 63-1 0 0,4-58-205 0 0,-2-28-3580 0 0,-2-12-569 0 0,-3-4 1967 0 0,-4-11 1401 0 0,-6-11 349 0 0,0-10 81 0 0,0-1 0 0 0,-11-47 0 0 0,-10-27 271 0 0,-45-70 1797 0 0,77 171-1729 0 0,0 0 0 0 0,1 0-1 0 0,-1 0 1 0 0,1 0 0 0 0,0-1-1 0 0,0 1 1 0 0,0 0 0 0 0,0 0 0 0 0,0 0-1 0 0,0-1 1 0 0,0 1 0 0 0,1 0-1 0 0,-1 0 1 0 0,1 0 0 0 0,-1 0-1 0 0,1 0 1 0 0,0 0 0 0 0,0 0-1 0 0,0 0 1 0 0,0 0 0 0 0,0 0-1 0 0,0 0 1 0 0,1 0 0 0 0,-1 1-1 0 0,3-3 1 0 0,42-37 1063 0 0,-39 36-907 0 0,9-8 140 0 0,1 1-1 0 0,1 1 1 0 0,0 1 0 0 0,0 0 0 0 0,1 2 0 0 0,0 0-1 0 0,39-10 1 0 0,-43 14-599 0 0,1 2-1 0 0,0 0 0 0 0,0 1 1 0 0,0 0-1 0 0,0 1 0 0 0,23 4 1 0 0,-36-4-435 0 0,1 1-1 0 0,-1 0 1 0 0,0 0-1 0 0,0 0 1 0 0,0 0 0 0 0,0 0-1 0 0,-1 1 1 0 0,1-1 0 0 0,0 1-1 0 0,0 0 1 0 0,-1-1 0 0 0,1 1-1 0 0,3 5 1 0 0,2 5-1537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8.028"/>
    </inkml:context>
    <inkml:brush xml:id="br0">
      <inkml:brushProperty name="width" value="0.035" units="cm"/>
      <inkml:brushProperty name="height" value="0.035" units="cm"/>
      <inkml:brushProperty name="color" value="#E71224"/>
    </inkml:brush>
  </inkml:definitions>
  <inkml:trace contextRef="#ctx0" brushRef="#br0">2 82 11653 0 0,'0'0'605'0'0,"0"1"-521"0"0,0-1 1 0 0,-1 1-1 0 0,1 0 1 0 0,0-1-1 0 0,0 1 1 0 0,-1-1-1 0 0,1 1 0 0 0,0 0 1 0 0,0-1-1 0 0,0 1 1 0 0,0 0-1 0 0,0-1 1 0 0,0 1-1 0 0,0 0 1 0 0,0-1-1 0 0,0 1 1 0 0,0-1-1 0 0,1 1 1 0 0,-1 0-1 0 0,0-1 0 0 0,0 1 1 0 0,1-1-1 0 0,-1 1 1 0 0,0 0-1 0 0,1-1 1 0 0,-1 1-1 0 0,1 0 1 0 0,15-5-104 0 0,0 0 1 0 0,0 0 0 0 0,0-2 0 0 0,-1 0-1 0 0,0-1 1 0 0,25-15 0 0 0,2 0-1427 0 0,9-2-3498 0 0,-49 23 3305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8.397"/>
    </inkml:context>
    <inkml:brush xml:id="br0">
      <inkml:brushProperty name="width" value="0.035" units="cm"/>
      <inkml:brushProperty name="height" value="0.035" units="cm"/>
      <inkml:brushProperty name="color" value="#E71224"/>
    </inkml:brush>
  </inkml:definitions>
  <inkml:trace contextRef="#ctx0" brushRef="#br0">45 78 11005 0 0,'0'0'0'0'0,"0"0"-1"0"0,0 0 1 0 0,-1 0-1 0 0,1 0 1 0 0,0 0-1 0 0,0 0 1 0 0,0 0-1 0 0,0 0 1 0 0,0 0 0 0 0,0 0-1 0 0,0 0 1 0 0,-1 0-1 0 0,1 0 1 0 0,0 0-1 0 0,0 0 1 0 0,0 0 0 0 0,0 0-1 0 0,0 0 1 0 0,0 0-1 0 0,0 0 1 0 0,0 0-1 0 0,0 0 1 0 0,-1 0-1 0 0,1-1 1 0 0,0 1 0 0 0,0 0-1 0 0,0 0 1 0 0,0 0-1 0 0,0 0 1 0 0,0 0-1 0 0,0 0 1 0 0,0 0-1 0 0,0 0 1 0 0,0-1 0 0 0,0 1-1 0 0,0 0 1 0 0,0 0-1 0 0,0 0 1 0 0,0 0-1 0 0,0 0 1 0 0,0 0-1 0 0,0 0 1 0 0,0-1 0 0 0,0 1-1 0 0,0 0 1 0 0,0 0-1 0 0,0 0 1 0 0,0 0-1 0 0,0 0 1 0 0,0 0-1 0 0,0 0 1 0 0,0-1 0 0 0,0 1-1 0 0,0 0 1 0 0,0 0-1 0 0,0 0 1 0 0,0 0-1 0 0,0 0 1 0 0,0 0 0 0 0,1 0-1 0 0,-1 0 1 0 0,0 0-1 0 0,0 0 1 0 0,0-1-1 0 0,0 1 1 0 0,0 0-1 0 0,0 0 1 0 0,-3 3 114 0 0,0-1 0 0 0,0 1 0 0 0,-1-1-1 0 0,2 1 1 0 0,-1 0 0 0 0,0 0 0 0 0,1 0 0 0 0,-1 1 0 0 0,1-1-1 0 0,0 1 1 0 0,0-1 0 0 0,0 1 0 0 0,0 0 0 0 0,1-1 0 0 0,0 1 0 0 0,0 0-1 0 0,0 0 1 0 0,0 0 0 0 0,0 0 0 0 0,1 0 0 0 0,0 0 0 0 0,-1 1 0 0 0,2-1-1 0 0,-1 0 1 0 0,0 0 0 0 0,2 4 0 0 0,-1-1 59 0 0,1 0 1 0 0,0 0-1 0 0,0 0 0 0 0,1-1 1 0 0,-1 1-1 0 0,1-1 0 0 0,1 1 1 0 0,0-1-1 0 0,0 0 0 0 0,0-1 1 0 0,0 1-1 0 0,1 0 0 0 0,0-1 1 0 0,5 5-1 0 0,-7-8-163 0 0,-1-1 1 0 0,1 1-1 0 0,-1 0 0 0 0,1-1 1 0 0,-1 0-1 0 0,1 1 0 0 0,0-1 1 0 0,0 0-1 0 0,0 0 0 0 0,0 0 1 0 0,-1-1-1 0 0,1 1 0 0 0,0-1 1 0 0,0 0-1 0 0,0 0 0 0 0,0 0 1 0 0,0 0-1 0 0,0 0 0 0 0,4-1 1 0 0,-2-1-15 0 0,1 1 0 0 0,-1-1 1 0 0,0-1-1 0 0,0 1 0 0 0,0-1 1 0 0,0 0-1 0 0,-1 0 0 0 0,1 0 1 0 0,7-7-1 0 0,-3 1-26 0 0,0-1-1 0 0,-1 1 1 0 0,1-2-1 0 0,-2 1 0 0 0,0-1 1 0 0,0 0-1 0 0,10-24 1 0 0,-9 10 48 0 0,-1-1 0 0 0,5-48 1 0 0,-11 71 339 0 0,-1-14 415 0 0,0 14-421 0 0,0 15-129 0 0,-1 3-45 0 0,1 0 0 0 0,1 0 0 0 0,1 0 0 0 0,0 0 1 0 0,1 0-1 0 0,0 0 0 0 0,1-1 0 0 0,1 1 0 0 0,0-1 0 0 0,1 0 1 0 0,1-1-1 0 0,14 24 0 0 0,-20-36-346 0 0,0 1 0 0 0,0-1 0 0 0,1 0 1 0 0,-1 0-1 0 0,0 0 0 0 0,0 0 0 0 0,1 0 0 0 0,-1 0 0 0 0,1 0 1 0 0,-1 0-1 0 0,1 0 0 0 0,-1-1 0 0 0,1 1 0 0 0,-1-1 1 0 0,1 1-1 0 0,0-1 0 0 0,-1 0 0 0 0,1 1 0 0 0,0-1 0 0 0,-1 0 1 0 0,1 0-1 0 0,0 0 0 0 0,-1 0 0 0 0,1 0 0 0 0,0-1 0 0 0,-1 1 1 0 0,1-1-1 0 0,-1 1 0 0 0,1-1 0 0 0,0 1 0 0 0,2-2 1 0 0,0 0-583 0 0,1-1 1 0 0,-1 1-1 0 0,0-1 1 0 0,0 0-1 0 0,0 0 1 0 0,0 0 0 0 0,0-1-1 0 0,4-5 1 0 0,-6 7-1227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8.739"/>
    </inkml:context>
    <inkml:brush xml:id="br0">
      <inkml:brushProperty name="width" value="0.035" units="cm"/>
      <inkml:brushProperty name="height" value="0.035" units="cm"/>
      <inkml:brushProperty name="color" value="#E71224"/>
    </inkml:brush>
  </inkml:definitions>
  <inkml:trace contextRef="#ctx0" brushRef="#br0">0 68 7701 0 0,'0'0'5778'0'0,"3"-15"-2192"0"0,-1 18-3494 0 0,-1 0-1 0 0,0 0 1 0 0,1 0-1 0 0,-1 0 1 0 0,1-1 0 0 0,0 1-1 0 0,0-1 1 0 0,0 1-1 0 0,0-1 1 0 0,1 0 0 0 0,-1 0-1 0 0,0 0 1 0 0,6 3 0 0 0,-6-4-82 0 0,0 0 0 0 0,0 0 0 0 0,0-1 0 0 0,-1 1 0 0 0,1-1 0 0 0,0 0 0 0 0,0 0 0 0 0,0 1 0 0 0,0-1 0 0 0,0 0 1 0 0,0-1-1 0 0,0 1 0 0 0,0 0 0 0 0,0 0 0 0 0,0-1 0 0 0,0 1 0 0 0,2-2 0 0 0,0 0-17 0 0,1-1 1 0 0,-1 1-1 0 0,0-1 0 0 0,0 0 0 0 0,0 0 1 0 0,0-1-1 0 0,-1 1 0 0 0,1-1 0 0 0,-1 0 1 0 0,0 0-1 0 0,0 0 0 0 0,0 0 0 0 0,-1 0 1 0 0,1-1-1 0 0,2-6 0 0 0,-3 6 942 0 0,0 2-766 0 0,-1 2-135 0 0,0-1 0 0 0,0 1 0 0 0,1-1 0 0 0,-1 1 0 0 0,0 0 0 0 0,1-1 0 0 0,-1 1 0 0 0,1 0 0 0 0,-1 0 0 0 0,1 0 0 0 0,-1 0 1 0 0,1 0-1 0 0,0 0 0 0 0,-1 1 0 0 0,1-1 0 0 0,0 0 0 0 0,0 1 0 0 0,0 0 0 0 0,0-1 0 0 0,-1 1 0 0 0,1 0 0 0 0,0 0 0 0 0,0 0 0 0 0,0 0 0 0 0,2 0 0 0 0,1 2 70 0 0,-1-1-1 0 0,1 1 1 0 0,-1 0 0 0 0,1 1-1 0 0,-1-1 1 0 0,0 1 0 0 0,1 0 0 0 0,-2 0-1 0 0,1 0 1 0 0,6 7 0 0 0,27 28-86 0 0,-35-36-299 0 0,-1-1 185 0 0,-1-1 0 0 0,0 1 0 0 0,1-1 0 0 0,-1 1-1 0 0,1-1 1 0 0,-1 0 0 0 0,1 1 0 0 0,-1-1 0 0 0,1 1 0 0 0,-1-1 0 0 0,1 0 0 0 0,0 1-1 0 0,-1-1 1 0 0,1 0 0 0 0,-1 0 0 0 0,1 1 0 0 0,0-1 0 0 0,-1 0 0 0 0,1 0 0 0 0,0 0 0 0 0,-1 0-1 0 0,1 0 1 0 0,0 0 0 0 0,-1 0 0 0 0,1 0 0 0 0,-1 0 0 0 0,1 0 0 0 0,0 0 0 0 0,-1 0 0 0 0,2-1-1 0 0,24-5-6359 0 0,-13-3 4009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9.155"/>
    </inkml:context>
    <inkml:brush xml:id="br0">
      <inkml:brushProperty name="width" value="0.035" units="cm"/>
      <inkml:brushProperty name="height" value="0.035" units="cm"/>
      <inkml:brushProperty name="color" value="#E71224"/>
    </inkml:brush>
  </inkml:definitions>
  <inkml:trace contextRef="#ctx0" brushRef="#br0">94 27 10613 0 0,'-22'-11'1062'0'0,"18"9"240"0"0,0-1 0 0 0,0 1 0 0 0,-1 0 0 0 0,1 1 0 0 0,-1-1 1 0 0,1 1-1 0 0,-7-1 0 0 0,-5 8 2159 0 0,8 17-4970 0 0,4 6 2296 0 0,2 0 0 0 0,2 40 1 0 0,0-57-687 0 0,1 0 0 0 0,1 0-1 0 0,0 0 1 0 0,1-1 0 0 0,0 1 0 0 0,0 0 0 0 0,1-1 0 0 0,9 16 0 0 0,-12-24-158 0 0,0 0 0 0 0,1-1 0 0 0,-1 1 0 0 0,1-1 0 0 0,0 0 0 0 0,0 1 1 0 0,0-1-1 0 0,0 0 0 0 0,0 0 0 0 0,1 0 0 0 0,-1 0 0 0 0,1 0 0 0 0,-1-1 0 0 0,1 1 0 0 0,0-1 0 0 0,-1 0 1 0 0,1 0-1 0 0,0 0 0 0 0,0 0 0 0 0,0 0 0 0 0,0 0 0 0 0,0-1 0 0 0,0 0 0 0 0,0 1 0 0 0,0-1 0 0 0,0 0 1 0 0,0-1-1 0 0,3 1 0 0 0,-1-2-364 0 0,0 1 0 0 0,0-1-1 0 0,0 0 1 0 0,-1-1 0 0 0,1 1 0 0 0,-1-1 0 0 0,1 0 0 0 0,-1 0 0 0 0,0 0 0 0 0,0 0-1 0 0,0-1 1 0 0,-1 0 0 0 0,1 1 0 0 0,-1-1 0 0 0,4-7 0 0 0,5-8-1844 0 0,-1-1 1 0 0,-1-1-1 0 0,-1 1 0 0 0,9-31 1 0 0,-11 31 626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9.525"/>
    </inkml:context>
    <inkml:brush xml:id="br0">
      <inkml:brushProperty name="width" value="0.035" units="cm"/>
      <inkml:brushProperty name="height" value="0.035" units="cm"/>
      <inkml:brushProperty name="color" value="#E71224"/>
    </inkml:brush>
  </inkml:definitions>
  <inkml:trace contextRef="#ctx0" brushRef="#br0">51 86 7565 0 0,'-5'-41'1686'0'0,"5"40"-1429"0"0,-1 0 0 0 0,1 0 0 0 0,-1 0 0 0 0,1 0 0 0 0,-1 0 0 0 0,1 0 0 0 0,-1 1 0 0 0,1-1 0 0 0,-1 0-1 0 0,0 0 1 0 0,0 0 0 0 0,1 1 0 0 0,-1-1 0 0 0,0 0 0 0 0,0 1 0 0 0,0-1 0 0 0,0 1 0 0 0,1-1 0 0 0,-1 1 0 0 0,0-1-1 0 0,0 1 1 0 0,0 0 0 0 0,0-1 0 0 0,0 1 0 0 0,0 0 0 0 0,0 0 0 0 0,0 0 0 0 0,0 0 0 0 0,0 0 0 0 0,0 0 0 0 0,-1 0-1 0 0,1 0 1 0 0,-2 1 0 0 0,2-1-187 0 0,0 1 0 0 0,0-1 0 0 0,0 1 0 0 0,0 0-1 0 0,1-1 1 0 0,-1 1 0 0 0,0 0 0 0 0,0 0 0 0 0,0 0-1 0 0,1 0 1 0 0,-1 0 0 0 0,0 0 0 0 0,1 0 0 0 0,-1 0-1 0 0,0 0 1 0 0,1 0 0 0 0,0 0 0 0 0,-1 0 0 0 0,1 0-1 0 0,0 0 1 0 0,-1 0 0 0 0,1 0 0 0 0,0 1 0 0 0,0-1-1 0 0,0 0 1 0 0,0 1 0 0 0,0 29 554 0 0,7 12 482 0 0,1-1 1 0 0,27 78-1 0 0,-2-12-471 0 0,-32-109-1748 0 0,-1 1 1043 0 0,0 0 1 0 0,0 0-1 0 0,0 0 0 0 0,0 0 1 0 0,0 0-1 0 0,0 0 1 0 0,0 0-1 0 0,0 0 1 0 0,0 0-1 0 0,0 0 0 0 0,0 0 1 0 0,1 0-1 0 0,-1 0 1 0 0,0 0-1 0 0,0 0 1 0 0,0 0-1 0 0,0 0 0 0 0,0 0 1 0 0,0 0-1 0 0,0 0 1 0 0,1 1-766 0 0,2-16-886 0 0,4-42 1250 0 0,1-6 192 0 0,-7 57 300 0 0,1 0 0 0 0,0 0 0 0 0,0-1 0 0 0,0 1 0 0 0,1 1 0 0 0,0-1 0 0 0,0 0 0 0 0,7-7 0 0 0,-9 10 116 0 0,0 2-91 0 0,-1 1 0 0 0,1-1 0 0 0,0 0-1 0 0,-1 0 1 0 0,1 0 0 0 0,0 1 0 0 0,0-1 0 0 0,-1 0-1 0 0,1 1 1 0 0,0-1 0 0 0,0 0 0 0 0,0 1 0 0 0,0-1-1 0 0,0 1 1 0 0,0 0 0 0 0,0-1 0 0 0,0 1 0 0 0,0 0 0 0 0,0 0-1 0 0,0-1 1 0 0,0 1 0 0 0,0 0 0 0 0,2 0 0 0 0,29 1 1537 0 0,-28 2-1477 0 0,0-1-1 0 0,0 1 1 0 0,0 0 0 0 0,0 0-1 0 0,-1 0 1 0 0,0 0 0 0 0,1 1 0 0 0,-1-1-1 0 0,0 1 1 0 0,-1 0 0 0 0,1 0-1 0 0,-1 0 1 0 0,0 0 0 0 0,0 1-1 0 0,0-1 1 0 0,2 6 0 0 0,2 11 206 0 0,0 0 1 0 0,2 28-1 0 0,2 0-360 0 0,-9-46-33 0 0,0 1-5301 0 0,0-3 5108 0 0,-1-1-1 0 0,0 1 0 0 0,1-1 0 0 0,-1 1 0 0 0,1-1 0 0 0,-1 1 1 0 0,1-1-1 0 0,-1 1 0 0 0,1-1 0 0 0,-1 0 0 0 0,1 1 0 0 0,-1-1 0 0 0,1 0 1 0 0,-1 1-1 0 0,1-1 0 0 0,0 0 0 0 0,-1 0 0 0 0,1 0 0 0 0,0 1 1 0 0,-1-1-1 0 0,1 0 0 0 0,0 0 0 0 0,-1 0 0 0 0,2 0 0 0 0,7-7-2130 0 0</inkml:trace>
  <inkml:trace contextRef="#ctx0" brushRef="#br0" timeOffset="1">309 27 10317 0 0,'-16'-23'1337'0'0,"15"22"-1380"0"0,1 1 1 0 0,-1-1 0 0 0,0 1-1 0 0,0 0 1 0 0,1 0-1 0 0,-1-1 1 0 0,0 1 0 0 0,0 0-1 0 0,0 0 1 0 0,1 0-1 0 0,-1 0 1 0 0,0 0 0 0 0,0 0-1 0 0,0 0 1 0 0,1 0-1 0 0,-1 0 1 0 0,0 0 0 0 0,0 0-1 0 0,0 0 1 0 0,1 1-1 0 0,-3 0 1 0 0,6 10-1822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19.911"/>
    </inkml:context>
    <inkml:brush xml:id="br0">
      <inkml:brushProperty name="width" value="0.035" units="cm"/>
      <inkml:brushProperty name="height" value="0.035" units="cm"/>
      <inkml:brushProperty name="color" value="#E71224"/>
    </inkml:brush>
  </inkml:definitions>
  <inkml:trace contextRef="#ctx0" brushRef="#br0">1 77 7889 0 0,'0'0'1142'0'0,"28"15"4911"0"0,-40 49-3457 0 0,13-38-2129 0 0,8 46 0 0 0,-7-66 607 0 0,0-3-1168 0 0,-1-1 73 0 0,0-1 1 0 0,1 1-1 0 0,-1-1 0 0 0,1 0 1 0 0,-1 1-1 0 0,1-1 1 0 0,-1 0-1 0 0,1 0 0 0 0,0 0 1 0 0,0 0-1 0 0,-1 0 0 0 0,1 0 1 0 0,0-1-1 0 0,0 1 1 0 0,0 0-1 0 0,0-1 0 0 0,0 0 1 0 0,0 1-1 0 0,0-1 1 0 0,0 0-1 0 0,0 0 0 0 0,0 0 1 0 0,0 0-1 0 0,0-1 1 0 0,0 1-1 0 0,0 0 0 0 0,0-1 1 0 0,0 1-1 0 0,-1-1 1 0 0,1 0-1 0 0,3-1 0 0 0,-2 0-39 0 0,0 1-1 0 0,1-1 0 0 0,-1 0 0 0 0,0 0 1 0 0,0 0-1 0 0,-1-1 0 0 0,1 1 0 0 0,0-1 1 0 0,-1 1-1 0 0,1-1 0 0 0,-1 0 0 0 0,0 0 1 0 0,0 0-1 0 0,0 0 0 0 0,0 0 1 0 0,-1-1-1 0 0,1 1 0 0 0,1-6 0 0 0,0-9-453 0 0,0 0 0 0 0,-1 0 0 0 0,-1-29 0 0 0,-1 39 465 0 0,0-1 0 0 0,-1 0 1 0 0,0 0-1 0 0,-1 1 1 0 0,0-1-1 0 0,0 1 0 0 0,-1 0 1 0 0,0-1-1 0 0,-6-10 0 0 0,8 17 51 0 0,1 1-1 0 0,-1-1 0 0 0,0 1 1 0 0,0 0-1 0 0,0-1 0 0 0,0 1 0 0 0,0 0 1 0 0,0 0-1 0 0,-1 0 0 0 0,1-1 1 0 0,0 1-1 0 0,-1 0 0 0 0,1 1 0 0 0,0-1 1 0 0,-1 0-1 0 0,1 0 0 0 0,-1 1 1 0 0,1-1-1 0 0,-1 0 0 0 0,0 1 0 0 0,1 0 1 0 0,-1-1-1 0 0,0 1 0 0 0,-2 0 1 0 0,2 0 22 0 0,0 1-1 0 0,0 0 1 0 0,-1-1 0 0 0,1 1 0 0 0,0 0 0 0 0,0 0 0 0 0,0 1 0 0 0,0-1 0 0 0,0 0 0 0 0,0 1 0 0 0,0-1 0 0 0,1 1-1 0 0,-1-1 1 0 0,0 1 0 0 0,-1 2 0 0 0,-1 2-201 0 0,0-1 1 0 0,0 1-1 0 0,0 0 0 0 0,1 0 0 0 0,0 0 0 0 0,0 1 1 0 0,1-1-1 0 0,0 1 0 0 0,0-1 0 0 0,0 1 0 0 0,0 10 1 0 0,3-5-732 0 0,1 0 1 0 0,0 0 0 0 0,1 0-1 0 0,0-1 1 0 0,1 1 0 0 0,9 19-1 0 0,-11-27-638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20.295"/>
    </inkml:context>
    <inkml:brush xml:id="br0">
      <inkml:brushProperty name="width" value="0.035" units="cm"/>
      <inkml:brushProperty name="height" value="0.035" units="cm"/>
      <inkml:brushProperty name="color" value="#E71224"/>
    </inkml:brush>
  </inkml:definitions>
  <inkml:trace contextRef="#ctx0" brushRef="#br0">1 1 8073 0 0,'0'0'7877'0'0,"14"-1"-7706"0"0,-11 2-171 0 0,0 0 0 0 0,-1 0-1 0 0,1 0 1 0 0,-1 1 0 0 0,1-1-1 0 0,-1 1 1 0 0,1-1 0 0 0,-1 1-1 0 0,0 0 1 0 0,0 0-1 0 0,0 0 1 0 0,0 0 0 0 0,0 0-1 0 0,0 1 1 0 0,-1-1 0 0 0,1 0-1 0 0,-1 1 1 0 0,1-1-1 0 0,-1 1 1 0 0,0 0 0 0 0,1 3-1 0 0,0-2-1 0 0,-1-1-1 0 0,1 1 0 0 0,0-1 0 0 0,0 1 1 0 0,0-1-1 0 0,0 0 0 0 0,1 0 0 0 0,-1 0 0 0 0,1 0 1 0 0,0 0-1 0 0,6 4 0 0 0,-8-6 58 0 0,0-1 0 0 0,-1 0 0 0 0,1 1 0 0 0,0-1 0 0 0,0 0 0 0 0,-1 0 0 0 0,1 0 0 0 0,0 1 0 0 0,0-1 0 0 0,0 0 0 0 0,-1 0 0 0 0,1 0 0 0 0,0 0 0 0 0,0 0 0 0 0,0 0 0 0 0,-1-1 0 0 0,1 1 0 0 0,0 0 0 0 0,0 0 0 0 0,0 0 0 0 0,-1-1 0 0 0,1 1 0 0 0,0-1-1 0 0,0 1 1 0 0,-1 0 0 0 0,1-1 0 0 0,0 1 0 0 0,-1-1 0 0 0,1 1 0 0 0,-1-1 0 0 0,1 0 0 0 0,-1 1 0 0 0,1-1 0 0 0,-1 0 0 0 0,1 0 0 0 0,17-34 3808 0 0,-17 32-3590 0 0,0 0 0 0 0,0 0 0 0 0,1 0 0 0 0,-1 0 0 0 0,1 0 0 0 0,-1 0 1 0 0,1 1-1 0 0,0-1 0 0 0,3-3 0 0 0,-4 6-194 0 0,0-1-1 0 0,0 1 1 0 0,0-1-1 0 0,0 1 1 0 0,0 0 0 0 0,0-1-1 0 0,0 1 1 0 0,0 0-1 0 0,0 0 1 0 0,0 0 0 0 0,0 0-1 0 0,0 0 1 0 0,0 0-1 0 0,0 0 1 0 0,0 0 0 0 0,0 0-1 0 0,0 0 1 0 0,0 0-1 0 0,0 1 1 0 0,0-1 0 0 0,0 0-1 0 0,0 1 1 0 0,0-1-1 0 0,0 1 1 0 0,0-1 0 0 0,-1 1-1 0 0,1-1 1 0 0,0 1-1 0 0,0 0 1 0 0,0-1 0 0 0,-1 1-1 0 0,1 0 1 0 0,0 0-1 0 0,0 1 1 0 0,8 6-2655 0 0,2-4-6717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21.132"/>
    </inkml:context>
    <inkml:brush xml:id="br0">
      <inkml:brushProperty name="width" value="0.035" units="cm"/>
      <inkml:brushProperty name="height" value="0.035" units="cm"/>
      <inkml:brushProperty name="color" value="#E71224"/>
    </inkml:brush>
  </inkml:definitions>
  <inkml:trace contextRef="#ctx0" brushRef="#br0">92 134 8825 0 0,'-19'-22'301'0'0,"-15"-11"1362"0"0,32 31 348 0 0,1 1-1937 0 0,0 1 0 0 0,1-1 1 0 0,-1 0-1 0 0,0 1 0 0 0,0-1 0 0 0,1 1 1 0 0,-1-1-1 0 0,0 1 0 0 0,0-1 0 0 0,0 1 1 0 0,0 0-1 0 0,0-1 0 0 0,0 1 0 0 0,0 0 1 0 0,0 0-1 0 0,0 0 0 0 0,0-1 1 0 0,0 1-1 0 0,0 0 0 0 0,0 0 0 0 0,0 1 1 0 0,1-1-1 0 0,-1 0 0 0 0,0 0 0 0 0,0 0 1 0 0,0 1-1 0 0,0-1 0 0 0,0 0 0 0 0,0 1 1 0 0,0-1-1 0 0,0 1 0 0 0,0-1 0 0 0,0 2 1 0 0,-1 2 57 0 0,1 1 1 0 0,0 0 0 0 0,0 0-1 0 0,1 0 1 0 0,0 0-1 0 0,0 0 1 0 0,0 0 0 0 0,0 0-1 0 0,1 0 1 0 0,0 0-1 0 0,0 0 1 0 0,3 9 0 0 0,-1 1 124 0 0,4 22 195 0 0,21 152 1483 0 0,-26-166-1770 0 0,-2 0 1 0 0,0-1 0 0 0,-1 1 0 0 0,-1-1 0 0 0,-1 1-1 0 0,-8 27 1 0 0,10-47-245 0 0,1-3-87 0 0,-1-1 133 0 0,1 1 1 0 0,0 0-1 0 0,0-1 1 0 0,-1 1-1 0 0,1 0 1 0 0,0 0-1 0 0,0-1 1 0 0,-1 1-1 0 0,1 0 0 0 0,0 0 1 0 0,-1 0-1 0 0,1 0 1 0 0,0-1-1 0 0,-1 1 1 0 0,1 0-1 0 0,0 0 0 0 0,-1 0 1 0 0,1 0-1 0 0,0 0 1 0 0,-1 0-1 0 0,1 0 1 0 0,0 0-1 0 0,-1 0 1 0 0,1 0-1 0 0,0 0 0 0 0,-1 0 1 0 0,1 0-1 0 0,-1 0 1 0 0,1 0-1 0 0,0 0 1 0 0,-1 1-1 0 0,1-1 0 0 0,0 0 1 0 0,0 0-1 0 0,-1 0 1 0 0,1 0-1 0 0,0 1 1 0 0,-1-1-1 0 0,1 0 1 0 0,0 0-1 0 0,-1 1 0 0 0,7-114-135 0 0,-5 0 0 0 0,-19-153 0 0 0,16 255 341 0 0,2 1 1 0 0,-1-1 0 0 0,1 0 0 0 0,2-13-1 0 0,-2 23-152 0 0,0 0 0 0 0,0 0 0 0 0,1 0 0 0 0,-1 1 0 0 0,0-1 0 0 0,1 0 0 0 0,-1 0 0 0 0,0 1 0 0 0,1-1 0 0 0,-1 0 0 0 0,1 1 0 0 0,-1-1 0 0 0,1 0 0 0 0,-1 1 0 0 0,1-1 0 0 0,0 1 0 0 0,-1-1 0 0 0,1 0 0 0 0,-1 1 0 0 0,1 0 0 0 0,0-1 0 0 0,0 1 0 0 0,-1-1 0 0 0,1 1 0 0 0,0 0 0 0 0,0 0 0 0 0,0-1 0 0 0,-1 1 0 0 0,1 0 0 0 0,0 0 0 0 0,0 0 0 0 0,0 0 0 0 0,-1 0 0 0 0,1 0 0 0 0,0 0 0 0 0,0 0 0 0 0,0 0 0 0 0,0 1 0 0 0,-1-1 0 0 0,1 0 0 0 0,0 0 0 0 0,0 1 0 0 0,-1-1 0 0 0,1 0 0 0 0,0 1 0 0 0,0-1 0 0 0,-1 1 0 0 0,1-1 0 0 0,0 1 0 0 0,34 23 524 0 0,-12-1-382 0 0,-1 1 0 0 0,-1 1 0 0 0,-2 2 0 0 0,0-1 0 0 0,-2 2 0 0 0,-1 1 0 0 0,22 53 0 0 0,-33-68-315 0 0,0 0 0 0 0,-1 1 0 0 0,0-1-1 0 0,-1 1 1 0 0,-1 0 0 0 0,0 0 0 0 0,-1 22-1 0 0,-6 26-9452 0 0,3-50 7310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21.858"/>
    </inkml:context>
    <inkml:brush xml:id="br0">
      <inkml:brushProperty name="width" value="0.035" units="cm"/>
      <inkml:brushProperty name="height" value="0.035" units="cm"/>
      <inkml:brushProperty name="color" value="#E71224"/>
    </inkml:brush>
  </inkml:definitions>
  <inkml:trace contextRef="#ctx0" brushRef="#br0">60 380 10169 0 0,'-22'8'483'0'0,"-9"-5"-298"0"0,25-11-127 0 0,15-11-139 0 0,5 4 56 0 0,1 0 0 0 0,0 1 1 0 0,2 1-1 0 0,-1 0 0 0 0,2 1 1 0 0,28-15-1 0 0,13-10-413 0 0,14-1-604 0 0,-58 32 704 0 0,1-2-1 0 0,-1 0 1 0 0,18-13-1 0 0,-31 19 949 0 0,0 1-275 0 0,0 0 1 0 0,-1 0-1 0 0,1 0 1 0 0,0 0-1 0 0,0 0 1 0 0,0 1-1 0 0,0-1 1 0 0,-1 0-1 0 0,1 1 1 0 0,0 0 0 0 0,0-1-1 0 0,0 1 1 0 0,0 0-1 0 0,0 0 1 0 0,0 0-1 0 0,3 0 1 0 0,6 43 1334 0 0,-3-4-1247 0 0,2-1 0 0 0,2 0 0 0 0,1-1 0 0 0,2-1-1 0 0,22 41 1 0 0,19-9-267 0 0,-54-66-244 0 0,1-3-3626 0 0,-3 1 3706 0 0,0 0 0 0 0,1 0 0 0 0,-1 0 0 0 0,0 0 0 0 0,0 0 0 0 0,1 0 0 0 0,-1 0 0 0 0,0 0 0 0 0,0-1 0 0 0,1 1-1 0 0,-1 0 1 0 0,0 0 0 0 0,0 0 0 0 0,0 0 0 0 0,1 0 0 0 0,-1-1 0 0 0,0 1 0 0 0,0 0 0 0 0,0 0 0 0 0,0 0 0 0 0,1-1 0 0 0,-1 1 0 0 0,0 0 0 0 0,0 0 0 0 0,0 0 0 0 0,0-1 0 0 0,0 1 0 0 0,0 0 0 0 0,0 0 0 0 0,1-1 0 0 0,-1 1 0 0 0,0 0-1 0 0,0 0 1 0 0,0-1 0 0 0,0 1 0 0 0,0 0 0 0 0,0 0 0 0 0,0-1 0 0 0,0 1 0 0 0,0 0 0 0 0,-1 0 0 0 0,1-1 0 0 0,0 1 0 0 0,0 0 0 0 0,0 0 0 0 0,0 0 0 0 0,0-1 0 0 0,0 1 0 0 0,0 0 0 0 0,-1 0 0 0 0,1-1 0 0 0,0 1 0 0 0,0 0 0 0 0,0 0 0 0 0,0 0-1 0 0,-1 0 1 0 0,1-1 0 0 0,0 1 0 0 0,0 0 0 0 0,-1 0 0 0 0,0-5-17 0 0,-26-60-61 0 0,20 50 214 0 0,0 0 1 0 0,1 0 0 0 0,1-1 0 0 0,0 1-1 0 0,1-1 1 0 0,1 0 0 0 0,-2-21-1 0 0,-2 4 216 0 0,6 32-332 0 0,0-1 0 0 0,0 0 1 0 0,0 0-1 0 0,1 0 0 0 0,-1 1 1 0 0,1-1-1 0 0,-1 0 0 0 0,1 0 1 0 0,0 0-1 0 0,0 0 0 0 0,0 0 0 0 0,0 0 1 0 0,0 0-1 0 0,0 0 0 0 0,0 0 1 0 0,1 0-1 0 0,-1 0 0 0 0,1 0 0 0 0,-1 0 1 0 0,1 1-1 0 0,0-1 0 0 0,0 0 1 0 0,0 0-1 0 0,1-2 0 0 0,93-132 988 0 0,-93 133 214 0 0,1 0-1038 0 0,1-2-124 0 0,0 1 0 0 0,1-1-1 0 0,-1 1 1 0 0,1 0 0 0 0,0 0 0 0 0,1 0-1 0 0,-1 1 1 0 0,1 0 0 0 0,-1 0-1 0 0,1 0 1 0 0,0 1 0 0 0,0 0 0 0 0,0 0-1 0 0,8-1 1 0 0,-12 2-40 0 0,1 1 0 0 0,-1 0 0 0 0,1 0 1 0 0,-1 0-1 0 0,1 0 0 0 0,-1 1 0 0 0,1-1 0 0 0,0 0 0 0 0,-1 1 0 0 0,1 0 1 0 0,-1 0-1 0 0,0 0 0 0 0,1 0 0 0 0,-1 0 0 0 0,0 0 0 0 0,0 0 1 0 0,1 1-1 0 0,-1-1 0 0 0,0 1 0 0 0,0 0 0 0 0,-1 0 0 0 0,1-1 1 0 0,0 1-1 0 0,-1 0 0 0 0,1 1 0 0 0,-1-1 0 0 0,1 0 0 0 0,-1 0 0 0 0,0 0 1 0 0,0 1-1 0 0,0-1 0 0 0,0 1 0 0 0,0-1 0 0 0,-1 1 0 0 0,1-1 1 0 0,-1 6-1 0 0,1-1 1 0 0,-1 0-1 0 0,0 0 1 0 0,0 0 0 0 0,-1 0 0 0 0,1 1 0 0 0,-2-1 0 0 0,1 0 0 0 0,-1 0-1 0 0,0-1 1 0 0,-1 1 0 0 0,1 0 0 0 0,-5 6 0 0 0,-47 78-1311 0 0,42-73 403 0 0,-4 0-2010 0 0,6-9-4721 0 0,3-1 6063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22.729"/>
    </inkml:context>
    <inkml:brush xml:id="br0">
      <inkml:brushProperty name="width" value="0.035" units="cm"/>
      <inkml:brushProperty name="height" value="0.035" units="cm"/>
      <inkml:brushProperty name="color" value="#E71224"/>
    </inkml:brush>
  </inkml:definitions>
  <inkml:trace contextRef="#ctx0" brushRef="#br0">0 179 7793 0 0,'2'-1'230'0'0,"1"0"1"0"0,-1 0-1 0 0,1 0 0 0 0,-1 0 1 0 0,1 1-1 0 0,-1-1 1 0 0,1 1-1 0 0,-1 0 1 0 0,1 0-1 0 0,0 0 1 0 0,-1 0-1 0 0,1 0 0 0 0,-1 0 1 0 0,1 1-1 0 0,0-1 1 0 0,-1 1-1 0 0,1 0 1 0 0,-1-1-1 0 0,0 1 0 0 0,1 1 1 0 0,-1-1-1 0 0,0 0 1 0 0,3 2-1 0 0,-2 1-1 0 0,0 0-1 0 0,0 0 1 0 0,-1 0-1 0 0,1 0 1 0 0,-1 0-1 0 0,0 1 0 0 0,0-1 1 0 0,-1 1-1 0 0,1-1 1 0 0,-1 1-1 0 0,1 7 1 0 0,1 0-62 0 0,-1 0-1 0 0,2 0 1 0 0,0 0 0 0 0,0-1 0 0 0,10 17 0 0 0,-13-26-104 0 0,-1-2-508 0 0,1 1 434 0 0,-1-1-1 0 0,1 0 0 0 0,-1 0 0 0 0,1 1 1 0 0,-1-1-1 0 0,1 0 0 0 0,-1 0 1 0 0,0 0-1 0 0,1 0 0 0 0,-1 0 0 0 0,1 1 1 0 0,-1-1-1 0 0,1 0 0 0 0,-1 0 0 0 0,1 0 1 0 0,-1 0-1 0 0,1-1 0 0 0,-1 1 0 0 0,1 0 1 0 0,-1 0-1 0 0,1 0 0 0 0,-1 0 0 0 0,1 0 1 0 0,0-1-1 0 0,1-5-14 0 0,0 0 0 0 0,0-1 0 0 0,-1 1 0 0 0,0 0 0 0 0,0-1 0 0 0,0 1 0 0 0,-1-1 0 0 0,0-6 0 0 0,3-27 15 0 0,0 29 64 0 0,0 0-1 0 0,1 0 1 0 0,0 0 0 0 0,9-15 0 0 0,-11 22 86 0 0,1-1 0 0 0,-1 0 0 0 0,1 1 0 0 0,1 0 0 0 0,-1-1 0 0 0,1 1 0 0 0,-1 1 0 0 0,1-1 0 0 0,0 0 0 0 0,0 1 0 0 0,6-4 0 0 0,-8 7-71 0 0,0-1 1 0 0,0 0 0 0 0,1 1 0 0 0,-1-1 0 0 0,0 1 0 0 0,0 0 0 0 0,0 0-1 0 0,0-1 1 0 0,1 2 0 0 0,-1-1 0 0 0,0 0 0 0 0,0 0 0 0 0,0 1-1 0 0,1-1 1 0 0,-1 1 0 0 0,0-1 0 0 0,0 1 0 0 0,0 0 0 0 0,0 0-1 0 0,0 0 1 0 0,0 0 0 0 0,-1 0 0 0 0,1 1 0 0 0,0-1 0 0 0,0 1-1 0 0,2 2 1 0 0,-1-1 27 0 0,0 1-1 0 0,1 0 0 0 0,-1 0 1 0 0,0 0-1 0 0,-1 0 0 0 0,1 0 0 0 0,-1 0 1 0 0,0 1-1 0 0,0-1 0 0 0,1 6 1 0 0,-1-4 29 0 0,4 18 491 0 0,-1 1 1 0 0,0-1 0 0 0,0 31 0 0 0,-5-50-600 0 0,1 1 0 0 0,0-1 0 0 0,0 0 1 0 0,0 1-1 0 0,1-1 0 0 0,0 0 0 0 0,0 0 0 0 0,0 0 1 0 0,3 4-1 0 0,-4-7-103 0 0,10 0-449 0 0,-11-1 501 0 0,1-1 0 0 0,-1 0 0 0 0,1 0 0 0 0,-1 0 0 0 0,1 0 0 0 0,0 1-1 0 0,-1-1 1 0 0,1 0 0 0 0,0 0 0 0 0,-1 0 0 0 0,1 0 0 0 0,-1 0 0 0 0,1 0 0 0 0,0 0 0 0 0,-1-1 0 0 0,1 1 0 0 0,-1 0 0 0 0,1 0 0 0 0,0 0 0 0 0,-1-1 0 0 0,1 1 0 0 0,-1 0 0 0 0,1-1 0 0 0,-1 1 0 0 0,1 0 0 0 0,-1-1 0 0 0,1 1-1 0 0,-1-1 1 0 0,1 1 0 0 0,-1 0 0 0 0,0-1 0 0 0,1 1 0 0 0,-1-1 0 0 0,0 0 0 0 0,1 1 0 0 0,-1-1 0 0 0,0 0 0 0 0,4-7-241 0 0,0-1 1 0 0,-1 0-1 0 0,0 0 1 0 0,0 0-1 0 0,-1 0 0 0 0,-1-1 1 0 0,0 1-1 0 0,0-1 0 0 0,0-13 1 0 0,4-32-906 0 0,0 31 1017 0 0,0 0 1 0 0,2 0-1 0 0,12-26 1 0 0,-18 48 318 0 0,12-45 2476 0 0,-12 46-2504 0 0,-1-1 1 0 0,1 0-1 0 0,0 0 1 0 0,0 1-1 0 0,1-1 0 0 0,-1 0 1 0 0,0 1-1 0 0,0 0 1 0 0,1-1-1 0 0,-1 1 1 0 0,1 0-1 0 0,-1-1 0 0 0,1 1 1 0 0,0 0-1 0 0,-1 0 1 0 0,4-1-1 0 0,-3 2-70 0 0,0 0 0 0 0,0 0 0 0 0,1 0-1 0 0,-1 0 1 0 0,0 0 0 0 0,0 0 0 0 0,0 1 0 0 0,0-1 0 0 0,0 1 0 0 0,0 0-1 0 0,0-1 1 0 0,0 1 0 0 0,0 0 0 0 0,0 0 0 0 0,-1 0 0 0 0,1 0-1 0 0,0 1 1 0 0,3 2 0 0 0,23 18 1401 0 0,26 17-1403 0 0,-50-37-72 0 0,-1-1 0 0 0,1 1 0 0 0,0-1 0 0 0,0 0 0 0 0,0 0 0 0 0,0 0 0 0 0,0 0 0 0 0,0-1 0 0 0,0 0 0 0 0,0 0 0 0 0,0 0 0 0 0,0 0 0 0 0,0-1 1 0 0,5 0-1 0 0,-6 0-48 0 0,74-17-22072 0 0,-52 9 20442 0 0,0 1 4469 0 0,0-1 6430 0 0,0 0 8160 0 0,-19 8-16909 0 0,-1-1-1036 0 0,15-4-194 0 0,-15 4-399 0 0,11-5-5044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37.027"/>
    </inkml:context>
    <inkml:brush xml:id="br0">
      <inkml:brushProperty name="width" value="0.035" units="cm"/>
      <inkml:brushProperty name="height" value="0.035" units="cm"/>
      <inkml:brushProperty name="color" value="#E71224"/>
    </inkml:brush>
  </inkml:definitions>
  <inkml:trace contextRef="#ctx0" brushRef="#br0">381 193 4132 0 0,'2'-4'554'0'0,"0"-1"0"0"0,0 1 0 0 0,0-1 0 0 0,-1 0 0 0 0,1 0 0 0 0,-1 0 0 0 0,0 0-1 0 0,-1 0 1 0 0,1 0 0 0 0,-1-7 0 0 0,0 7-295 0 0,-1 0 0 0 0,0-1 0 0 0,0 1 0 0 0,-1 0 0 0 0,1 0 0 0 0,-1 0 0 0 0,0 0 0 0 0,0 0 1 0 0,-1 0-1 0 0,0 1 0 0 0,1-1 0 0 0,-1 1 0 0 0,-8-9 0 0 0,6 8-58 0 0,-1 0 1 0 0,1 0 0 0 0,-1 0 0 0 0,-1 0-1 0 0,1 1 1 0 0,0 0 0 0 0,-1 1-1 0 0,0-1 1 0 0,0 1 0 0 0,0 0-1 0 0,0 1 1 0 0,-1 0 0 0 0,1 0-1 0 0,-1 1 1 0 0,1-1 0 0 0,-1 2 0 0 0,-11-1-1 0 0,7 2 174 0 0,0 0-1 0 0,0 1 1 0 0,0 0-1 0 0,0 1 1 0 0,0 0-1 0 0,0 1 1 0 0,1 0-1 0 0,0 1 1 0 0,-20 11-1 0 0,25-12-316 0 0,-1 1-1 0 0,1-1 0 0 0,1 2 1 0 0,-1-1-1 0 0,0 0 1 0 0,1 1-1 0 0,0 0 0 0 0,1 0 1 0 0,-1 1-1 0 0,1-1 0 0 0,1 1 1 0 0,-1 0-1 0 0,1 0 1 0 0,0 0-1 0 0,0 1 0 0 0,-2 10 1 0 0,1 9-40 0 0,1 0 1 0 0,1 1 0 0 0,1-1-1 0 0,1 0 1 0 0,1 0 0 0 0,2 1-1 0 0,1-1 1 0 0,8 30 0 0 0,2-7 20 0 0,1-1 0 0 0,3-1 0 0 0,34 66 0 0 0,-46-104-40 0 0,0 0 1 0 0,0 0-1 0 0,1 0 0 0 0,1-1 1 0 0,-1 0-1 0 0,1 0 1 0 0,1-1-1 0 0,0 0 1 0 0,0 0-1 0 0,12 6 1 0 0,-18-11-13 0 0,0-1 1 0 0,1 0 0 0 0,-1-1 0 0 0,1 1 0 0 0,0 0 0 0 0,0-1 0 0 0,-1 0 0 0 0,1 0 0 0 0,0 0 0 0 0,0-1 0 0 0,0 1 0 0 0,0-1 0 0 0,0 0 0 0 0,0 0 0 0 0,0 0 0 0 0,0-1 0 0 0,0 1 0 0 0,0-1-1 0 0,0 0 1 0 0,0 0 0 0 0,0 0 0 0 0,-1-1 0 0 0,1 1 0 0 0,0-1 0 0 0,-1 0 0 0 0,1 0 0 0 0,-1 0 0 0 0,0-1 0 0 0,0 1 0 0 0,0-1 0 0 0,0 0 0 0 0,5-5 0 0 0,0-1 4 0 0,-1-1 0 0 0,-1 1 0 0 0,1-1 0 0 0,-2 0 0 0 0,1-1 1 0 0,-1 0-1 0 0,-1 0 0 0 0,4-12 0 0 0,0-11 3 0 0,7-48 1 0 0,-10 45 0 0 0,-5 37 7 0 0,0-1-1 0 0,0 1 1 0 0,0-1 0 0 0,0 1 0 0 0,0 0 0 0 0,0-1 0 0 0,0 1-1 0 0,0-1 1 0 0,0 1 0 0 0,0 0 0 0 0,0-1 0 0 0,1 1 0 0 0,-1 0 0 0 0,0-1-1 0 0,0 1 1 0 0,0-1 0 0 0,0 1 0 0 0,1 0 0 0 0,-1-1 0 0 0,0 1 0 0 0,0 0-1 0 0,1 0 1 0 0,-1-1 0 0 0,0 1 0 0 0,1 0 0 0 0,-1 0 0 0 0,0-1-1 0 0,1 1 1 0 0,-1 0 0 0 0,0 0 0 0 0,1 0 0 0 0,-1-1 0 0 0,0 1 0 0 0,1 0-1 0 0,0 0 1 0 0,11 11 50 0 0,17 39-21 0 0,-18-30-9 0 0,4 4-6 0 0,0 1-31 0 0,1-1 0 0 0,1 0 0 0 0,25 25 0 0 0,-38-44 9 0 0,1 0 0 0 0,0-1 0 0 0,1 1 0 0 0,-1-1-1 0 0,1 0 1 0 0,0 0 0 0 0,0-1 0 0 0,0 1 0 0 0,0-1 0 0 0,1-1 0 0 0,-1 1 0 0 0,1-1 0 0 0,0-1 0 0 0,-1 1 0 0 0,1-1 0 0 0,0 0 0 0 0,0 0 0 0 0,13-1 0 0 0,-17-1 4 0 0,0 0 1 0 0,-1 0-1 0 0,1 1 0 0 0,-1-2 0 0 0,0 1 1 0 0,1 0-1 0 0,-1 0 0 0 0,0-1 1 0 0,0 0-1 0 0,0 1 0 0 0,0-1 0 0 0,0 0 1 0 0,0 0-1 0 0,0 0 0 0 0,0 0 0 0 0,-1 0 1 0 0,1 0-1 0 0,-1-1 0 0 0,0 1 1 0 0,0 0-1 0 0,1-1 0 0 0,-2 1 0 0 0,1-1 1 0 0,0 1-1 0 0,0-1 0 0 0,-1 0 1 0 0,1-4-1 0 0,2-11 8 0 0,-1 0 1 0 0,-1-35-1 0 0,-1 41-19 0 0,0-14 6 0 0,-2 0 1 0 0,0 1-1 0 0,-2-1 1 0 0,-1 1-1 0 0,-7-25 0 0 0,8 38 13 0 0,0 1-1 0 0,-1-1 1 0 0,0 1-1 0 0,0 0 1 0 0,-2 0-1 0 0,1 1 0 0 0,-1 0 1 0 0,0 0-1 0 0,-1 0 1 0 0,-1 1-1 0 0,1 0 1 0 0,-17-12-1 0 0,22 19-9 0 0,1 0 0 0 0,-1 0-1 0 0,0 0 1 0 0,0 0 0 0 0,0 0 0 0 0,0 1 0 0 0,0 0 0 0 0,0 0-1 0 0,0-1 1 0 0,0 2 0 0 0,0-1 0 0 0,-1 0 0 0 0,1 1-1 0 0,0-1 1 0 0,0 1 0 0 0,-1 0 0 0 0,1 0 0 0 0,0 0 0 0 0,-1 1-1 0 0,-5 1 1 0 0,5-1 14 0 0,1 1-1 0 0,0 0 1 0 0,-1 0 0 0 0,1 1-1 0 0,0-1 1 0 0,0 0 0 0 0,0 1-1 0 0,1 0 1 0 0,-1 0 0 0 0,1 0-1 0 0,-1 0 1 0 0,1 0 0 0 0,0 0-1 0 0,0 0 1 0 0,-2 6-1 0 0,0 2-403 0 0,0 0-1 0 0,0 1 0 0 0,1-1 0 0 0,0 1 1 0 0,1 0-1 0 0,0-1 0 0 0,1 1 1 0 0,1 0-1 0 0,0 0 0 0 0,2 20 0 0 0,17 18-5001 0 0,-10-33 2973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37.738"/>
    </inkml:context>
    <inkml:brush xml:id="br0">
      <inkml:brushProperty name="width" value="0.035" units="cm"/>
      <inkml:brushProperty name="height" value="0.035" units="cm"/>
      <inkml:brushProperty name="color" value="#E71224"/>
    </inkml:brush>
  </inkml:definitions>
  <inkml:trace contextRef="#ctx0" brushRef="#br0">12 218 5220 0 0,'-7'16'539'0'0,"5"-4"-199"0"0,1 0 1 0 0,0 0-1 0 0,0 0 1 0 0,1 0-1 0 0,1 0 1 0 0,0 0 0 0 0,0 0-1 0 0,5 16 1 0 0,-4-21-35 0 0,0 0 0 0 0,0 0 0 0 0,1 0 0 0 0,0 0 0 0 0,1 0 0 0 0,-1-1 0 0 0,1 1 0 0 0,0-1 0 0 0,1 0 0 0 0,-1-1 0 0 0,1 1 0 0 0,1-1 0 0 0,-1 0 1 0 0,11 8-1 0 0,-14-12-290 0 0,-1 0 1 0 0,1 0-1 0 0,0-1 1 0 0,-1 1 0 0 0,1 0-1 0 0,0-1 1 0 0,0 0-1 0 0,-1 1 1 0 0,1-1 0 0 0,0 0-1 0 0,0 0 1 0 0,0 0-1 0 0,0 0 1 0 0,-1 0 0 0 0,1 0-1 0 0,0 0 1 0 0,0-1-1 0 0,0 1 1 0 0,0-1 0 0 0,-1 1-1 0 0,1-1 1 0 0,0 0-1 0 0,-1 0 1 0 0,1 0 0 0 0,0 0-1 0 0,-1 0 1 0 0,1 0-1 0 0,-1 0 1 0 0,0 0 0 0 0,1-1-1 0 0,-1 1 1 0 0,0 0-1 0 0,0-1 1 0 0,0 1 0 0 0,0-1-1 0 0,0 1 1 0 0,0-1-1 0 0,1-2 1 0 0,4-6 193 0 0,-1-1 0 0 0,0 1 0 0 0,0-1 1 0 0,3-15-1 0 0,-6 16 147 0 0,0 0 0 0 0,-1 0-1 0 0,0 0 1 0 0,-1 0 0 0 0,0 0 0 0 0,-1 0 0 0 0,-2-10 0 0 0,0-23 1668 0 0,3 41-1082 0 0,-7-24 68 0 0,10 34-987 0 0,0 0-1 0 0,1 0 0 0 0,0 0 0 0 0,0 0 1 0 0,0-1-1 0 0,1 0 0 0 0,0 0 1 0 0,1 0-1 0 0,-1 0 0 0 0,1-1 0 0 0,0 0 1 0 0,11 8-1 0 0,-15-13-24 0 0,1 1 0 0 0,-1-1 1 0 0,1 1-1 0 0,-1-1 0 0 0,1 0 0 0 0,0 0 1 0 0,0 0-1 0 0,-1 0 0 0 0,1 0 0 0 0,0 0 1 0 0,0-1-1 0 0,0 0 0 0 0,0 1 0 0 0,0-1 1 0 0,0 0-1 0 0,-1-1 0 0 0,1 1 0 0 0,0 0 0 0 0,0-1 1 0 0,0 1-1 0 0,0-1 0 0 0,0 0 0 0 0,-1 0 1 0 0,1 0-1 0 0,0-1 0 0 0,-1 1 0 0 0,1 0 1 0 0,-1-1-1 0 0,0 0 0 0 0,1 0 0 0 0,-1 0 1 0 0,0 0-1 0 0,0 0 0 0 0,0 0 0 0 0,0 0 1 0 0,0 0-1 0 0,-1-1 0 0 0,1 1 0 0 0,-1-1 0 0 0,2-4 1 0 0,15-36-125 0 0,-10 19-59 0 0,-1 57-3019 0 0,-7-32 3040 0 0,0 0 0 0 0,0 1 0 0 0,1-1 0 0 0,-1 0 0 0 0,0 0 0 0 0,1 0 1 0 0,-1 0-1 0 0,1 0 0 0 0,-1 0 0 0 0,1-1 0 0 0,0 1 0 0 0,-1 0 0 0 0,1 0 0 0 0,0 0 0 0 0,-1 0 1 0 0,1-1-1 0 0,0 1 0 0 0,0 0 0 0 0,0-1 0 0 0,0 1 0 0 0,0-1 0 0 0,0 1 0 0 0,0-1 0 0 0,0 1 0 0 0,0-1 1 0 0,0 0-1 0 0,0 1 0 0 0,0-1 0 0 0,0 0 0 0 0,0 0 0 0 0,0 0 0 0 0,0 0 0 0 0,0 0 0 0 0,0 0 1 0 0,0 0-1 0 0,2 0 0 0 0,2-3-41 0 0,0 1 0 0 0,0-1 1 0 0,0 0-1 0 0,0 0 0 0 0,0-1 0 0 0,-1 1 1 0 0,0-1-1 0 0,1 0 0 0 0,-1-1 0 0 0,-1 1 0 0 0,1 0 1 0 0,-1-1-1 0 0,4-6 0 0 0,-2 1-9 0 0,1-1 1 0 0,-2 0-1 0 0,0 0 0 0 0,0 0 0 0 0,3-19 0 0 0,2-50 1480 0 0,-10 34 3511 0 0,15 108-2950 0 0,29 72 0 0 0,-13-44-1135 0 0,-1-12 54 0 0,3-1 1 0 0,78 134-1 0 0,-77-140-1313 0 0,-32-69 38 0 0,3 13-9589 0 0,-8-24 7979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38.107"/>
    </inkml:context>
    <inkml:brush xml:id="br0">
      <inkml:brushProperty name="width" value="0.035" units="cm"/>
      <inkml:brushProperty name="height" value="0.035" units="cm"/>
      <inkml:brushProperty name="color" value="#E71224"/>
    </inkml:brush>
  </inkml:definitions>
  <inkml:trace contextRef="#ctx0" brushRef="#br0">54 251 7565 0 0,'-23'-61'1233'0'0,"16"46"-632"0"0,1 0-1 0 0,1 0 1 0 0,-6-23 0 0 0,11 33-503 0 0,-1 1 0 0 0,0-1 1 0 0,1 0-1 0 0,0 1 0 0 0,0-1 0 0 0,1 0 1 0 0,-1 1-1 0 0,1-1 0 0 0,0 0 1 0 0,0 1-1 0 0,1-1 0 0 0,-1 1 1 0 0,1-1-1 0 0,0 1 0 0 0,0 0 1 0 0,3-4-1 0 0,-4 6-71 0 0,0 0 0 0 0,0 0 0 0 0,0 1-1 0 0,0-1 1 0 0,1 1 0 0 0,-1-1 0 0 0,0 1 0 0 0,1 0 0 0 0,-1-1 0 0 0,1 1 0 0 0,-1 0 0 0 0,1 0-1 0 0,0 0 1 0 0,-1 0 0 0 0,1 0 0 0 0,0 0 0 0 0,0 1 0 0 0,-1-1 0 0 0,1 1 0 0 0,0-1 0 0 0,0 1-1 0 0,0-1 1 0 0,0 1 0 0 0,0 0 0 0 0,0 0 0 0 0,0 0 0 0 0,0 0 0 0 0,0 1 0 0 0,-1-1 0 0 0,1 0-1 0 0,0 1 1 0 0,0-1 0 0 0,0 1 0 0 0,0 0 0 0 0,-1-1 0 0 0,1 1 0 0 0,0 0 0 0 0,0 0 0 0 0,-1 0-1 0 0,1 0 1 0 0,-1 1 0 0 0,1-1 0 0 0,-1 0 0 0 0,2 2 0 0 0,3 3 45 0 0,-1 0 0 0 0,1 0 0 0 0,-1 1-1 0 0,0-1 1 0 0,-1 1 0 0 0,0 0 0 0 0,0 1 0 0 0,6 14 0 0 0,-7-9-84 0 0,0 0 0 0 0,0 1 1 0 0,-1-1-1 0 0,-1 1 0 0 0,-1 0 1 0 0,0 0-1 0 0,0-1 0 0 0,-1 1 0 0 0,-1 0 1 0 0,-4 15-1 0 0,-13 39-5981 0 0,19-66 4199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38.451"/>
    </inkml:context>
    <inkml:brush xml:id="br0">
      <inkml:brushProperty name="width" value="0.035" units="cm"/>
      <inkml:brushProperty name="height" value="0.035" units="cm"/>
      <inkml:brushProperty name="color" value="#E71224"/>
    </inkml:brush>
  </inkml:definitions>
  <inkml:trace contextRef="#ctx0" brushRef="#br0">27 61 11453 0 0,'-8'-14'398'0'0,"-7"-13"2506"0"0,15 26-2874 0 0,-1 1-1 0 0,1-1 1 0 0,0 0 0 0 0,-1 1 0 0 0,1-1 0 0 0,0 1 0 0 0,0-1-1 0 0,-1 1 1 0 0,1-1 0 0 0,0 0 0 0 0,0 1 0 0 0,0-1 0 0 0,0 1-1 0 0,0-1 1 0 0,0 0 0 0 0,0 1 0 0 0,0-1 0 0 0,0 0 0 0 0,0 1-1 0 0,0-1 1 0 0,0 1 0 0 0,1-1 0 0 0,-1 0 0 0 0,0 1-1 0 0,0-1 1 0 0,0 1 0 0 0,1-1 0 0 0,-1 1 0 0 0,0-1 0 0 0,2 0-1 0 0,-2 1-1 0 0,1 0-1 0 0,0 0 1 0 0,0 0-1 0 0,0 0 1 0 0,0 0-1 0 0,0 0 0 0 0,0 1 1 0 0,0-1-1 0 0,0 0 1 0 0,-1 1-1 0 0,1-1 1 0 0,0 1-1 0 0,0-1 0 0 0,0 1 1 0 0,-1-1-1 0 0,1 1 1 0 0,0-1-1 0 0,0 1 0 0 0,-1 0 1 0 0,1-1-1 0 0,-1 1 1 0 0,1 0-1 0 0,-1 0 1 0 0,1-1-1 0 0,-1 1 0 0 0,1 0 1 0 0,0 1-1 0 0,16 28 275 0 0,-15-26-230 0 0,46 85 188 0 0,-4 3 1 0 0,42 125-1 0 0,-76-196-849 0 0,1 0-1217 0 0,-9-7-5501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38.931"/>
    </inkml:context>
    <inkml:brush xml:id="br0">
      <inkml:brushProperty name="width" value="0.035" units="cm"/>
      <inkml:brushProperty name="height" value="0.035" units="cm"/>
      <inkml:brushProperty name="color" value="#E71224"/>
    </inkml:brush>
  </inkml:definitions>
  <inkml:trace contextRef="#ctx0" brushRef="#br0">0 185 7285 0 0,'0'0'770'0'0,"21"-13"2488"0"0,5 15-385 0 0,-25-2-2842 0 0,1 0 0 0 0,0 0 0 0 0,0 0 0 0 0,-1-1 0 0 0,1 1 1 0 0,0 0-1 0 0,0-1 0 0 0,-1 0 0 0 0,1 1 0 0 0,0-1 0 0 0,-1 0 1 0 0,1 0-1 0 0,-1 0 0 0 0,1 0 0 0 0,-1 0 0 0 0,1 0 0 0 0,-1 0 1 0 0,0 0-1 0 0,0 0 0 0 0,1-1 0 0 0,-1 1 0 0 0,0-1 0 0 0,0 1 1 0 0,0-1-1 0 0,0 1 0 0 0,-1-1 0 0 0,1 0 0 0 0,0 1 0 0 0,-1-1 1 0 0,1 0-1 0 0,-1 1 0 0 0,1-3 0 0 0,-1-10 102 0 0,0-1 1 0 0,-1 1-1 0 0,0 0 0 0 0,-4-14 1 0 0,4 23 258 0 0,1 5-388 0 0,-1-1 0 0 0,1 0 0 0 0,-1 0 1 0 0,0 1-1 0 0,1-1 0 0 0,-1 0 0 0 0,1 1 0 0 0,-1-1 1 0 0,0 1-1 0 0,0-1 0 0 0,1 1 0 0 0,-1-1 0 0 0,0 1 1 0 0,0-1-1 0 0,0 1 0 0 0,1 0 0 0 0,-1 0 0 0 0,0-1 1 0 0,0 1-1 0 0,0 0 0 0 0,0 0 0 0 0,-1 0 0 0 0,0 2-2 0 0,1 1 0 0 0,0 0 0 0 0,0 0 0 0 0,-1 0 0 0 0,2 0 0 0 0,-1 0 0 0 0,0 0 1 0 0,0 0-1 0 0,1 0 0 0 0,0 0 0 0 0,0 0 0 0 0,0 0 0 0 0,0 0 0 0 0,0 0 0 0 0,0 0 0 0 0,2 5 0 0 0,12 53-36 0 0,-13-57 28 0 0,1 4 13 0 0,0 0-1 0 0,0-1 1 0 0,1 1-1 0 0,0-1 0 0 0,0 0 1 0 0,1 1-1 0 0,0-2 1 0 0,8 11-1 0 0,-11-15 198 0 0,42 9-133 0 0,-38-11-85 0 0,0-1 0 0 0,-1 1 0 0 0,1-1 0 0 0,-1 0 0 0 0,1-1 0 0 0,-1 1 0 0 0,1-1 0 0 0,-1 0 0 0 0,0 0 0 0 0,0 0 0 0 0,0 0 0 0 0,0-1 0 0 0,0 1 0 0 0,0-1 0 0 0,-1 0 0 0 0,1-1 0 0 0,-1 1 0 0 0,0 0 0 0 0,0-1 0 0 0,0 0 1 0 0,-1 0-1 0 0,1 0 0 0 0,-1 0 0 0 0,4-7 0 0 0,-2-1 2 0 0,1-1 0 0 0,-1 1 0 0 0,-1-1 0 0 0,0 1 0 0 0,-1-1 0 0 0,0 0 0 0 0,-1-23 0 0 0,-1 33 319 0 0,4-5 52 0 0,-3 2-79 0 0,6 17-196 0 0,-3-4-84 0 0,-1 0 1 0 0,2 0-1 0 0,-1 0 0 0 0,1-1 0 0 0,0 0 1 0 0,0 1-1 0 0,0-2 0 0 0,1 1 0 0 0,0-1 0 0 0,0 0 1 0 0,9 6-1 0 0,-13-10-6 0 0,0 0 0 0 0,0 0 1 0 0,0 0-1 0 0,1-1 0 0 0,-1 1 1 0 0,0 0-1 0 0,1-1 1 0 0,-1 1-1 0 0,0-1 0 0 0,1 0 1 0 0,-1 0-1 0 0,1 0 0 0 0,-1 0 1 0 0,0 0-1 0 0,1-1 0 0 0,3 0 1 0 0,-2-1-4 0 0,-1 1-1 0 0,0-1 1 0 0,0 0 0 0 0,0 0 0 0 0,0 0 0 0 0,0 0 0 0 0,-1-1 0 0 0,1 1 0 0 0,0-1 0 0 0,-1 1 0 0 0,0-1-1 0 0,0 0 1 0 0,0 0 0 0 0,3-5 0 0 0,26-82 2013 0 0,-30 90-1974 0 0,-1-1 1 0 0,1 1-1 0 0,-1 0 0 0 0,1 0 0 0 0,-1-1 0 0 0,1 1 0 0 0,0 0 0 0 0,-1 0 0 0 0,1 0 0 0 0,0 0 0 0 0,-1 0 0 0 0,1 0 0 0 0,-1 0 0 0 0,1 0 0 0 0,0 0 0 0 0,-1 0 1 0 0,1 0-1 0 0,0 1 0 0 0,-1-1 0 0 0,1 0 0 0 0,-1 0 0 0 0,1 1 0 0 0,-1-1 0 0 0,1 0 0 0 0,0 1 0 0 0,-1-1 0 0 0,1 0 0 0 0,-1 1 0 0 0,0-1 0 0 0,1 1 0 0 0,18 13 344 0 0,-18-13-292 0 0,7 6 326 0 0,0 0 1 0 0,0-1-1 0 0,1 0 1 0 0,0-1-1 0 0,18 9 1 0 0,26-2-4700 0 0,-52-12 3974 0 0,0 0-1 0 0,0 0 1 0 0,0 0-1 0 0,0-1 1 0 0,0 1 0 0 0,0 0-1 0 0,0-1 1 0 0,0 1-1 0 0,0 0 1 0 0,0-1-1 0 0,0 1 1 0 0,0-1-1 0 0,0 0 1 0 0,-1 1-1 0 0,1-1 1 0 0,0 0-1 0 0,1 0 1 0 0,5-10-2172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2:40.282"/>
    </inkml:context>
    <inkml:brush xml:id="br0">
      <inkml:brushProperty name="width" value="0.035" units="cm"/>
      <inkml:brushProperty name="height" value="0.035" units="cm"/>
      <inkml:brushProperty name="color" value="#E71224"/>
    </inkml:brush>
  </inkml:definitions>
  <inkml:trace contextRef="#ctx0" brushRef="#br0">113 303 11105 0 0,'-41'-92'111'0'0,"22"54"1215"0"0,2-2-1 0 0,-16-56 1 0 0,32 94-1090 0 0,1 1 0 0 0,-1-1 1 0 0,1 0-1 0 0,0-1 0 0 0,-1 1 1 0 0,1 0-1 0 0,0 0 0 0 0,0 0 1 0 0,0 0-1 0 0,1 0 0 0 0,-1 0 0 0 0,1-3 1 0 0,0 4-201 0 0,-1 1 1 0 0,0-1-1 0 0,0 1 1 0 0,1-1-1 0 0,-1 1 1 0 0,0-1-1 0 0,1 1 1 0 0,-1 0 0 0 0,1-1-1 0 0,-1 1 1 0 0,1 0-1 0 0,-1-1 1 0 0,1 1-1 0 0,-1 0 1 0 0,1-1-1 0 0,-1 1 1 0 0,1 0-1 0 0,-1 0 1 0 0,1 0-1 0 0,-1-1 1 0 0,1 1-1 0 0,-1 0 1 0 0,1 0-1 0 0,0 0 1 0 0,-1 0-1 0 0,1 0 1 0 0,0 0 0 0 0,2 1 11 0 0,0 0 1 0 0,0-1 0 0 0,0 1 0 0 0,-1 0 0 0 0,1 1 0 0 0,0-1 0 0 0,-1 1 0 0 0,1-1-1 0 0,-1 1 1 0 0,1 0 0 0 0,-1-1 0 0 0,0 1 0 0 0,4 5 0 0 0,20 27 140 0 0,-2 1-1 0 0,-1 1 1 0 0,-2 1 0 0 0,-1 0-1 0 0,-2 2 1 0 0,-2 1 0 0 0,-2 0 0 0 0,-1 0-1 0 0,-2 1 1 0 0,-2 1 0 0 0,-2 0 0 0 0,-1 0-1 0 0,-1 65 1 0 0,-4-85-249 0 0,-2 0 1 0 0,0 0-1 0 0,-1 0 0 0 0,-1-1 1 0 0,-1 1-1 0 0,-1-1 0 0 0,-10 26 1 0 0,14-46-20 0 0,0 1 1 0 0,1-1-1 0 0,-1 0 1 0 0,0 1-1 0 0,0-1 1 0 0,0 0-1 0 0,0 0 1 0 0,0 0-1 0 0,0 0 1 0 0,0 0-1 0 0,0 0 1 0 0,-1 0-1 0 0,1 0 1 0 0,0-1-1 0 0,0 1 1 0 0,-1 0-1 0 0,1-1 1 0 0,-1 1-1 0 0,1-1 1 0 0,0 1-1 0 0,-1-1 1 0 0,1 0-1 0 0,-1 1 1 0 0,1-1-1 0 0,-1 0 1 0 0,1 0-1 0 0,-1 0 1 0 0,1 0-1 0 0,-1 0 1 0 0,1-1 0 0 0,-1 1-1 0 0,-2-1 1 0 0,1 0-17 0 0,0 0 1 0 0,0-1-1 0 0,0 1 1 0 0,0-1 0 0 0,0 1-1 0 0,0-1 1 0 0,1 0-1 0 0,-1 0 1 0 0,0 0 0 0 0,1 0-1 0 0,0-1 1 0 0,-1 1-1 0 0,-1-4 1 0 0,-2-4-58 0 0,1-1 1 0 0,1 1-1 0 0,0-1 0 0 0,1 0 1 0 0,0 0-1 0 0,0 0 1 0 0,1 0-1 0 0,0 0 0 0 0,1-17 1 0 0,5-106-593 0 0,-3 119 654 0 0,0-6 8 0 0,1 0 0 0 0,2 0 0 0 0,0 0 0 0 0,1 0 0 0 0,9-22 0 0 0,-11 34 79 0 0,1 1 0 0 0,0 0-1 0 0,0 0 1 0 0,1 1 0 0 0,0-1 0 0 0,0 1 0 0 0,1 0 0 0 0,0 1-1 0 0,0-1 1 0 0,1 1 0 0 0,0 0 0 0 0,0 1 0 0 0,0-1 0 0 0,14-6-1 0 0,1 0 89 0 0,1 2-1 0 0,1 0 0 0 0,0 1 0 0 0,48-10 0 0 0,-69 19 4 0 0,14-1 201 0 0,-15 2-276 0 0,0 0-1 0 0,0-1 0 0 0,0 1 0 0 0,0 0 0 0 0,0 0 0 0 0,0 1 0 0 0,0-1 1 0 0,0 0-1 0 0,0 1 0 0 0,-1-1 0 0 0,1 1 0 0 0,0-1 0 0 0,-1 1 0 0 0,1 0 0 0 0,-1 0 1 0 0,0 0-1 0 0,0 0 0 0 0,1 0 0 0 0,-1 0 0 0 0,-1 0 0 0 0,2 3 0 0 0,11 58 20 0 0,-13-54-29 0 0,2 1 0 0 0,-1-1 0 0 0,1 0 0 0 0,1 0 0 0 0,4 14 0 0 0,-6-20-3 0 0,1 0 0 0 0,-1-1 1 0 0,1 1-1 0 0,-1 0 0 0 0,1 0 0 0 0,0-1 0 0 0,0 1 0 0 0,0-1 0 0 0,0 0 0 0 0,1 0 1 0 0,-1 0-1 0 0,1 0 0 0 0,-1 0 0 0 0,1 0 0 0 0,0 0 0 0 0,-1-1 0 0 0,1 0 0 0 0,0 1 0 0 0,0-1 1 0 0,0 0-1 0 0,0 0 0 0 0,0-1 0 0 0,6 2 0 0 0,-6-3-36 0 0,-1 1 0 0 0,1-1 0 0 0,0 0 0 0 0,-1 0 0 0 0,0 0 0 0 0,1 0 0 0 0,-1-1 0 0 0,0 1 0 0 0,1 0 0 0 0,-1-1 0 0 0,0 0 0 0 0,0 1 0 0 0,0-1 0 0 0,0 0 0 0 0,-1 0 0 0 0,1 0 0 0 0,0 0 0 0 0,-1-1 0 0 0,1 1 0 0 0,-1 0 0 0 0,0-1 0 0 0,0 1 0 0 0,0-1 0 0 0,0 1 0 0 0,0-1 0 0 0,-1 1 0 0 0,1-1 0 0 0,0-3 0 0 0,26-108-842 0 0,-26 111 1950 0 0,-1 3-1054 0 0,0 0 0 0 0,0 1 1 0 0,0-1-1 0 0,0 0 0 0 0,0 0 0 0 0,0 0 1 0 0,0 0-1 0 0,0 0 0 0 0,0 0 0 0 0,0 0 1 0 0,0 0-1 0 0,0 0 0 0 0,0 0 0 0 0,1 0 1 0 0,-1 0-1 0 0,0 0 0 0 0,0 0 1 0 0,0 0-1 0 0,0 0 0 0 0,0 0 0 0 0,0 0 1 0 0,0 0-1 0 0,0 0 0 0 0,0 0 0 0 0,0 0 1 0 0,0 0-1 0 0,0 0 0 0 0,1 0 0 0 0,-1 0 1 0 0,0 0-1 0 0,0 0 0 0 0,0 0 0 0 0,0 0 1 0 0,0 0-1 0 0,0 0 0 0 0,0 0 1 0 0,0 0-1 0 0,0 0 0 0 0,0 0 0 0 0,0 0 1 0 0,0 0-1 0 0,0-1 0 0 0,1 1 0 0 0,6 16 279 0 0,-2-5-169 0 0,0 0 0 0 0,1 0 0 0 0,13 18 1 0 0,-17-27-100 0 0,0 0 1 0 0,0 0 0 0 0,0 0 0 0 0,0 0 0 0 0,0 0 0 0 0,1 0 0 0 0,-1-1-1 0 0,0 1 1 0 0,1-1 0 0 0,-1 1 0 0 0,1-1 0 0 0,0 0 0 0 0,-1 0 0 0 0,1 0-1 0 0,0-1 1 0 0,-1 1 0 0 0,1-1 0 0 0,0 1 0 0 0,0-1 0 0 0,0 0-1 0 0,0 0 1 0 0,3 0 0 0 0,-2-1-59 0 0,0-1-1 0 0,0 1 1 0 0,1-1 0 0 0,-1 0-1 0 0,-1 0 1 0 0,1 0-1 0 0,0 0 1 0 0,0-1 0 0 0,-1 1-1 0 0,1-1 1 0 0,-1 0 0 0 0,0 0-1 0 0,4-4 1 0 0,-1-1-31 0 0,0 0 0 0 0,0 0 0 0 0,-1 0 0 0 0,1-1 1 0 0,-2 0-1 0 0,0 1 0 0 0,0-2 0 0 0,0 1 0 0 0,-1 0 0 0 0,0-1 1 0 0,-1 0-1 0 0,2-17 0 0 0,-1 11 1078 0 0,6 18-257 0 0,16 29 197 0 0,-9-10-528 0 0,-11-17-437 0 0,0-1 0 0 0,0 0 0 0 0,0 0 0 0 0,1 0 0 0 0,-1 0 0 0 0,1-1 0 0 0,0 0 0 0 0,0 0 0 0 0,0-1 0 0 0,0 0 0 0 0,0 0 0 0 0,0 0 0 0 0,0 0-1 0 0,0-1 1 0 0,0 0 0 0 0,0-1 0 0 0,0 1 0 0 0,0-1 0 0 0,9-2 0 0 0,-10 1-251 0 0,0 1 1 0 0,0 0-1 0 0,0-1 1 0 0,-1 0-1 0 0,1 0 0 0 0,0-1 1 0 0,-1 0-1 0 0,1 1 0 0 0,-1-1 1 0 0,0-1-1 0 0,0 1 1 0 0,0 0-1 0 0,0-1 0 0 0,5-7 1 0 0,-5 5-212 0 0,26-37-4779 0 0,-10 18 4548 0 0,-19 23 675 0 0,38-13 3953 0 0,-35 18-3264 0 0,0-1 0 0 0,0 1-1 0 0,0 0 1 0 0,0 0 0 0 0,-1 0 0 0 0,1 0-1 0 0,3 6 1 0 0,8 7 1180 0 0,-13-15-1273 0 0,0 1-491 0 0,-1-1 0 0 0,0 0 0 0 0,1 0-1 0 0,-1 0 1 0 0,1 1 0 0 0,-1-1 0 0 0,1-1 0 0 0,-1 1 0 0 0,1 0 0 0 0,0 0 0 0 0,0-1 0 0 0,-1 1-1 0 0,1-1 1 0 0,0 1 0 0 0,3 0 0 0 0,31 4 43 0 0,-29-6-328 0 0,-1 0 0 0 0,1-1 1 0 0,-1 0-1 0 0,0 0 0 0 0,0 0 0 0 0,0-1 0 0 0,0 0 0 0 0,0 0 0 0 0,-1-1 0 0 0,1 1 0 0 0,-1-1 0 0 0,6-6 0 0 0,5-5-2551 0 0,-1-1 1 0 0,15-21-1 0 0,-26 31 1855 0 0,0 4 1243 0 0,-1 0-1 0 0,1 0 1 0 0,-1 0 0 0 0,1 1-1 0 0,-1-1 1 0 0,1 1 0 0 0,0 0-1 0 0,0 0 1 0 0,0 0 0 0 0,0 0-1 0 0,0 1 1 0 0,6-1 0 0 0,-5 1-156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18.947"/>
    </inkml:context>
    <inkml:brush xml:id="br0">
      <inkml:brushProperty name="width" value="0.035" units="cm"/>
      <inkml:brushProperty name="height" value="0.035" units="cm"/>
      <inkml:brushProperty name="color" value="#E71224"/>
    </inkml:brush>
  </inkml:definitions>
  <inkml:trace contextRef="#ctx0" brushRef="#br0">73 172 4740 0 0,'-6'-52'3144'0'0,"0"6"4915"0"0,1 19-5750 0 0,4 24-1316 0 0,0 1-779 0 0,1-1-1 0 0,-1 0 1 0 0,0 0 0 0 0,0 1-1 0 0,0-1 1 0 0,0 1-1 0 0,0-1 1 0 0,0 1 0 0 0,-1-1-1 0 0,0 1 1 0 0,-3-4-1 0 0,0-2 442 0 0,5 8-651 0 0,0 0 0 0 0,-1-1 0 0 0,1 1 0 0 0,0 0 0 0 0,0 0 0 0 0,-1 0 0 0 0,1 0-1 0 0,0 0 1 0 0,-1-1 0 0 0,1 1 0 0 0,0 0 0 0 0,0 0 0 0 0,-1 0 0 0 0,1 0 0 0 0,0 0 0 0 0,-1 0 0 0 0,1 0 0 0 0,0 0 0 0 0,-1 0 0 0 0,1 0 0 0 0,0 0 0 0 0,0 0 0 0 0,-1 0 0 0 0,1 0 0 0 0,0 1 0 0 0,-1-1 0 0 0,1 0 0 0 0,0 0 0 0 0,0 0 0 0 0,-1 0 0 0 0,1 0 0 0 0,0 1 0 0 0,0-1 0 0 0,-1 0 0 0 0,1 0 0 0 0,0 0 0 0 0,0 1 0 0 0,0-1-1 0 0,-1 0 1 0 0,1 0 0 0 0,0 1 0 0 0,0-1 0 0 0,0 0 0 0 0,0 0 0 0 0,-1 1 0 0 0,-6 11 56 0 0,4-2 53 0 0,0-1-1 0 0,1 0 0 0 0,0 1 1 0 0,0-1-1 0 0,1 1 0 0 0,1-1 1 0 0,-1 1-1 0 0,2 0 0 0 0,-1-1 1 0 0,1 1-1 0 0,1-1 0 0 0,0 1 1 0 0,0-1-1 0 0,1 0 0 0 0,7 17 1 0 0,6 11 436 0 0,2-2 1 0 0,33 50 0 0 0,-46-78-541 0 0,19 29 314 0 0,2-2 0 0 0,2 0 0 0 0,0-2 0 0 0,41 34 1 0 0,-67-64 1848 0 0,3 3-1990 0 0,0 0-1 0 0,1 0 1 0 0,0-1 0 0 0,0 1 0 0 0,11 5 0 0 0,5-8-24 0 0,1-1 1 0 0,-1-1-1 0 0,1 0 1 0 0,-1-2-1 0 0,0-1 1 0 0,32-8 0 0 0,-6-1-722 0 0,86-36 0 0 0,-44 2-2986 0 0,-4-9-5182 0 0,-61 38 5008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40.732"/>
    </inkml:context>
    <inkml:brush xml:id="br0">
      <inkml:brushProperty name="width" value="0.035" units="cm"/>
      <inkml:brushProperty name="height" value="0.035" units="cm"/>
      <inkml:brushProperty name="color" value="#E71224"/>
    </inkml:brush>
  </inkml:definitions>
  <inkml:trace contextRef="#ctx0" brushRef="#br0">353 77 6245 0 0,'0'0'398'0'0,"21"-8"5047"0"0,-19-31 1629 0 0,-2 37-5728 0 0,-1-11 909 0 0,0-1-213 0 0,2 14-2021 0 0,-1 0 0 0 0,0 0 0 0 0,1 0 0 0 0,-1 0 0 0 0,0 0 0 0 0,1 0 0 0 0,-1 0 0 0 0,0 0 0 0 0,1 0 0 0 0,-1 0 0 0 0,0 0 0 0 0,1 0 0 0 0,-1 0 0 0 0,0 0 0 0 0,1 0 0 0 0,-1 0 0 0 0,0 0 0 0 0,1 0 0 0 0,-1 1 0 0 0,0-1 0 0 0,1 0 0 0 0,-1 0 0 0 0,0 0 0 0 0,0 1 0 0 0,1-1 0 0 0,-1 0 0 0 0,0 0 0 0 0,0 1 0 0 0,1-1 0 0 0,-1 0 0 0 0,0 1 0 0 0,0-1 0 0 0,0 0 0 0 0,0 0 0 0 0,0 1 0 0 0,1-1 0 0 0,-1 0 0 0 0,0 1 0 0 0,0-1 0 0 0,0 1 0 0 0,7 9 80 0 0,-1 0 1 0 0,0 0 0 0 0,-1 1 0 0 0,0-1-1 0 0,-1 1 1 0 0,0 1 0 0 0,0-1-1 0 0,-1 0 1 0 0,-1 1 0 0 0,2 22 0 0 0,-1-14 79 0 0,1-1 1 0 0,10 36 0 0 0,30 109 857 0 0,-20-76-251 0 0,-19-63-636 0 0,2 1 1 0 0,17 41 0 0 0,-7-29-183 0 0,-2 1 0 0 0,18 67 0 0 0,-41-108 44 0 0,1 1-1 0 0,-1 0 0 0 0,1 0 0 0 0,-1 1 0 0 0,1-1 0 0 0,-1 2 1 0 0,-7 0-1 0 0,-13 8 25 0 0,0 0 1 0 0,0 2-1 0 0,1 1 1 0 0,1 1 0 0 0,-36 23-1 0 0,20-11-10 0 0,-58 35-73 0 0,-61 31-144 0 0,138-76-786 0 0,21-13-372 0 0,0-1 1 0 0,-1 1 0 0 0,1-1 0 0 0,0 1 0 0 0,-1-1 0 0 0,1 0 0 0 0,-1 0 0 0 0,1 0 0 0 0,-1 0-1 0 0,-4 1 1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41.380"/>
    </inkml:context>
    <inkml:brush xml:id="br0">
      <inkml:brushProperty name="width" value="0.035" units="cm"/>
      <inkml:brushProperty name="height" value="0.035" units="cm"/>
      <inkml:brushProperty name="color" value="#E71224"/>
    </inkml:brush>
  </inkml:definitions>
  <inkml:trace contextRef="#ctx0" brushRef="#br0">418 170 1828 0 0,'4'-15'112'0'0,"-2"7"5439"0"0,20-47 2141 0 0,-10 24-5998 0 0,-10 27-699 0 0,5-27 2657 0 0,-6 30-3527 0 0,-1 0-1 0 0,1 0 1 0 0,-1 0-1 0 0,0 0 1 0 0,1 0-1 0 0,-1 0 1 0 0,0 0-1 0 0,0 0 1 0 0,1 0-1 0 0,-1 0 1 0 0,0 0-1 0 0,0 0 1 0 0,0 0-1 0 0,0 0 1 0 0,0 0-1 0 0,0 0 1 0 0,-1-2-1 0 0,-1 2-95 0 0,1 0 1 0 0,0 1-1 0 0,-1-1 0 0 0,0 0 0 0 0,1 1 1 0 0,-1 0-1 0 0,1-1 0 0 0,-1 1 1 0 0,1 0-1 0 0,-1 0 0 0 0,0 0 1 0 0,1 0-1 0 0,-1 0 0 0 0,0 0 0 0 0,1 0 1 0 0,-1 1-1 0 0,1-1 0 0 0,-3 1 1 0 0,-18 4 202 0 0,-1 0 0 0 0,1 2 0 0 0,-40 17 1 0 0,38-14-230 0 0,-1-1 1 0 0,-38 10-1 0 0,29-12-179 0 0,-54 8-1566 0 0,80-15 815 0 0,0 0 1 0 0,0 0-1 0 0,0-1 1 0 0,0 0 0 0 0,-10-3-1 0 0,1-2-2056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44.336"/>
    </inkml:context>
    <inkml:brush xml:id="br0">
      <inkml:brushProperty name="width" value="0.035" units="cm"/>
      <inkml:brushProperty name="height" value="0.035" units="cm"/>
      <inkml:brushProperty name="color" value="#E71224"/>
    </inkml:brush>
  </inkml:definitions>
  <inkml:trace contextRef="#ctx0" brushRef="#br0">578 70 2076 0 0,'-9'-10'1148'0'0,"-1"1"0"0"0,-1 0 0 0 0,0 1 0 0 0,-12-8 0 0 0,20 14 2642 0 0,-3 1-3654 0 0,-22-5-72 0 0,-1 2 0 0 0,0 1 1 0 0,0 1-1 0 0,0 2 0 0 0,-41 4 1 0 0,63-2 26 0 0,0-1 1 0 0,0 2 0 0 0,0-1-1 0 0,1 1 1 0 0,-1 0-1 0 0,1 0 1 0 0,-1 1-1 0 0,1 0 1 0 0,0 0 0 0 0,1 0-1 0 0,-1 1 1 0 0,1-1-1 0 0,-7 9 1 0 0,6-7-132 0 0,-1 0 1 0 0,1 0-1 0 0,-1-1 0 0 0,0 0 1 0 0,0 0-1 0 0,0-1 0 0 0,-13 6 1 0 0,-53 18-752 0 0,70-28 881 0 0,-1 2-986 0 0,0-1 847 0 0,-1 1 0 0 0,0-1-1 0 0,1-1 1 0 0,-1 1 0 0 0,1-1 0 0 0,-1 1 0 0 0,-9-2 0 0 0,13 1 64 0 0,-1 0 454 0 0,2 32 974 0 0,2 10-464 0 0,-3-32-702 0 0,1-1 1 0 0,1 1-1 0 0,-1-1 1 0 0,2 1 0 0 0,-1-1-1 0 0,1 1 1 0 0,1-1 0 0 0,-1 0-1 0 0,2 0 1 0 0,-1 0-1 0 0,1 0 1 0 0,9 14 0 0 0,20 19 1230 0 0,2-2 0 0 0,55 50 1 0 0,37 43 800 0 0,-88-94-1631 0 0,-34-35-633 0 0,0 0 1 0 0,0 1 0 0 0,0 0 0 0 0,-1 0 0 0 0,0 0-1 0 0,0 0 1 0 0,0 1 0 0 0,2 5 0 0 0,6 9 240 0 0,0-1 0 0 0,1 0-1 0 0,1-1 1 0 0,1-1 0 0 0,32 30 0 0 0,-45-45 165 0 0,0 0-427 0 0,0 1 0 0 0,-1 0 1 0 0,1 0-1 0 0,0-1 0 0 0,1 1 0 0 0,-1-1 0 0 0,0 0 1 0 0,1 0-1 0 0,-1 0 0 0 0,1 0 0 0 0,0 0 0 0 0,0 0 1 0 0,0-1-1 0 0,0 1 0 0 0,3 0 0 0 0,9-8-572 0 0,-1-2 0 0 0,0 0 0 0 0,-1 0 0 0 0,20-16 0 0 0,47-47-8560 0 0,-51 44 5794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46.844"/>
    </inkml:context>
    <inkml:brush xml:id="br0">
      <inkml:brushProperty name="width" value="0.035" units="cm"/>
      <inkml:brushProperty name="height" value="0.035" units="cm"/>
      <inkml:brushProperty name="color" value="#E71224"/>
    </inkml:brush>
  </inkml:definitions>
  <inkml:trace contextRef="#ctx0" brushRef="#br0">90 69 8733 0 0,'0'0'784'0'0,"-45"-10"4910"0"0,44 10-5608 0 0,0 1 1 0 0,0-1 0 0 0,1 1 0 0 0,-1-1-1 0 0,0 1 1 0 0,1 0 0 0 0,-1-1-1 0 0,0 1 1 0 0,1 0 0 0 0,-1 0 0 0 0,1-1-1 0 0,-1 1 1 0 0,1 0 0 0 0,-1 0 0 0 0,1 0-1 0 0,0 0 1 0 0,-1 0 0 0 0,1-1-1 0 0,0 1 1 0 0,0 0 0 0 0,-1 0 0 0 0,1 0-1 0 0,0 0 1 0 0,0 0 0 0 0,0 0-1 0 0,1 1 1 0 0,10 29 1870 0 0,-5-22-1560 0 0,0-1-1 0 0,0 0 1 0 0,1 0-1 0 0,0-1 1 0 0,8 8-1 0 0,27 15 130 0 0,-40-29-379 0 0,1-1-77 0 0,-1 1-67 0 0,0-1 0 0 0,1 0 0 0 0,-1 0 0 0 0,0 0 0 0 0,0 0 0 0 0,1 0 1 0 0,-1 0-1 0 0,0 0 0 0 0,0-1 0 0 0,0 1 0 0 0,0-1 0 0 0,1 0 0 0 0,-1 0 0 0 0,0 0 1 0 0,0 0-1 0 0,0 0 0 0 0,-1 0 0 0 0,1 0 0 0 0,0-1 0 0 0,0 1 0 0 0,-1-1 0 0 0,1 1 1 0 0,0-1-1 0 0,-1 1 0 0 0,0-1 0 0 0,1 0 0 0 0,-1 0 0 0 0,0 0 0 0 0,0 0 0 0 0,0 0 1 0 0,0 0-1 0 0,0 0 0 0 0,-1 0 0 0 0,1 0 0 0 0,-1 0 0 0 0,1-1 0 0 0,-1 1 0 0 0,0 0 1 0 0,0 0-1 0 0,0 0 0 0 0,0-1 0 0 0,0-3 0 0 0,-1 0 1 0 0,0 0 0 0 0,0 0 1 0 0,0 1-1 0 0,-1-1 0 0 0,1 0 0 0 0,-2 1 1 0 0,1-1-1 0 0,0 1 0 0 0,-1 0 0 0 0,0 0 0 0 0,0 0 1 0 0,-1 0-1 0 0,1 0 0 0 0,-1 1 0 0 0,0-1 1 0 0,-6-4-1 0 0,5 4 19 0 0,-1 1 0 0 0,1-1 1 0 0,-1 1-1 0 0,0 1 0 0 0,0-1 0 0 0,-1 1 1 0 0,1 0-1 0 0,-1 0 0 0 0,0 1 0 0 0,1 0 1 0 0,-1 0-1 0 0,0 0 0 0 0,0 1 0 0 0,0 0 1 0 0,0 1-1 0 0,-13 0 0 0 0,18 0-19 0 0,1 1 1 0 0,-1-1-1 0 0,0 1 0 0 0,1 0 0 0 0,-1-1 0 0 0,1 1 0 0 0,0 0 1 0 0,-1 0-1 0 0,1 0 0 0 0,0 0 0 0 0,-1 0 0 0 0,1 0 1 0 0,0 1-1 0 0,0-1 0 0 0,0 0 0 0 0,0 1 0 0 0,0-1 1 0 0,0 1-1 0 0,0-1 0 0 0,1 1 0 0 0,-1-1 0 0 0,0 1 1 0 0,1-1-1 0 0,-1 1 0 0 0,1 0 0 0 0,0-1 0 0 0,0 1 0 0 0,-1 0 1 0 0,1-1-1 0 0,0 1 0 0 0,1 3 0 0 0,-1 0-8 0 0,0 0-1 0 0,1 0 0 0 0,0 0 0 0 0,0 0 0 0 0,0 0 1 0 0,0 0-1 0 0,1-1 0 0 0,4 10 0 0 0,-4-10-14 0 0,0 0 0 0 0,0 0 0 0 0,0-1 0 0 0,1 1 0 0 0,0-1 0 0 0,0 0 0 0 0,0 1 0 0 0,0-1 0 0 0,0-1-1 0 0,1 1 1 0 0,-1 0 0 0 0,1-1 0 0 0,0 0 0 0 0,-1 1 0 0 0,1-2 0 0 0,8 4 0 0 0,-10-5-55 0 0,-1 0-134 0 0,1-1 101 0 0,-1 0 0 0 0,1 0 0 0 0,-1 1 1 0 0,0-1-1 0 0,1 0 0 0 0,-1 0 1 0 0,0 0-1 0 0,0 0 0 0 0,0-1 0 0 0,1 1 1 0 0,-1 0-1 0 0,-1 0 0 0 0,1-1 0 0 0,0 1 1 0 0,0-1-1 0 0,0 1 0 0 0,-1-1 0 0 0,1 1 1 0 0,0-3-1 0 0,-1-1 72 0 0,-1 1 0 0 0,0-1 0 0 0,0 1 1 0 0,0 0-1 0 0,-1-1 0 0 0,1 1 0 0 0,-1 0 0 0 0,-4-6 1 0 0,5 8 38 0 0,1 0 0 0 0,-1 0 0 0 0,0 1 0 0 0,-1-1 0 0 0,1 0 0 0 0,0 1 0 0 0,0-1 0 0 0,-1 1 1 0 0,1 0-1 0 0,-1-1 0 0 0,1 1 0 0 0,-1 0 0 0 0,0 0 0 0 0,1 0 0 0 0,-1 0 0 0 0,0 0 1 0 0,0 0-1 0 0,0 0 0 0 0,0 1 0 0 0,0-1 0 0 0,0 1 0 0 0,-2-1 0 0 0,3 1-5 0 0,0 0 0 0 0,0 1 0 0 0,0-1 0 0 0,1 0 0 0 0,-1 1 0 0 0,0-1 0 0 0,0 0 0 0 0,1 1 0 0 0,-1-1 0 0 0,0 1 0 0 0,1-1 0 0 0,-1 1 0 0 0,0-1 0 0 0,1 1 0 0 0,-1 0-1 0 0,1-1 1 0 0,-1 1 0 0 0,1 0 0 0 0,-1 0 0 0 0,1-1 0 0 0,-1 1 0 0 0,1 0 0 0 0,0 0 0 0 0,0-1 0 0 0,-1 1 0 0 0,1 0 0 0 0,0 0 0 0 0,0 0 0 0 0,0 0 0 0 0,0-1 0 0 0,0 1 0 0 0,0 0 0 0 0,0 0 0 0 0,0 0 0 0 0,0 0 0 0 0,0 0 0 0 0,0-1-1 0 0,1 1 1 0 0,-1 0 0 0 0,0 0 0 0 0,0 0 0 0 0,1-1 0 0 0,-1 1 0 0 0,1 1 0 0 0,18 35 24 0 0,-17-35-16 0 0,1 1 0 0 0,-1-1 0 0 0,1 0 0 0 0,0 0 0 0 0,0 0 0 0 0,0 0 0 0 0,0-1 0 0 0,0 1 0 0 0,0-1 0 0 0,0 0 1 0 0,0 0-1 0 0,0 0 0 0 0,1 0 0 0 0,-1 0 0 0 0,5 0 0 0 0,-6-1-5 0 0,-1-1 0 0 0,0 1 0 0 0,0 0 1 0 0,1 0-1 0 0,-1-1 0 0 0,0 1 0 0 0,0 0 0 0 0,0-1 1 0 0,0 1-1 0 0,1-1 0 0 0,-1 0 0 0 0,0 1 1 0 0,0-1-1 0 0,0 0 0 0 0,0 0 0 0 0,0 1 1 0 0,-1-1-1 0 0,1 0 0 0 0,0 0 0 0 0,0 0 0 0 0,0 0 1 0 0,-1 0-1 0 0,1 0 0 0 0,-1 0 0 0 0,1-1 1 0 0,-1 1-1 0 0,1 0 0 0 0,-1 0 0 0 0,1 0 0 0 0,-1 0 1 0 0,0-1-1 0 0,0 1 0 0 0,0 0 0 0 0,0 0 1 0 0,0-1-1 0 0,0 1 0 0 0,0 0 0 0 0,0 0 1 0 0,0-1-1 0 0,-1 1 0 0 0,1 0 0 0 0,0 0 0 0 0,-1 0 1 0 0,0-2-1 0 0,-17-38 182 0 0,18 40-168 0 0,-1 0 0 0 0,1 0 0 0 0,-1 0 0 0 0,1 0 0 0 0,-1 0 0 0 0,1 0 0 0 0,-1 0 0 0 0,0 0 0 0 0,1 0 0 0 0,-1 0 0 0 0,0 0 0 0 0,0 0 0 0 0,0 1 0 0 0,0-1 0 0 0,0 0 0 0 0,0 1 0 0 0,0-1 0 0 0,0 0 0 0 0,0 1 0 0 0,0-1 0 0 0,0 1 0 0 0,0 0 0 0 0,0-1-1 0 0,0 1 1 0 0,0 0 0 0 0,-1 0 0 0 0,1 0 0 0 0,0 0 0 0 0,0 0 0 0 0,0 0 0 0 0,0 0 0 0 0,-1 0 0 0 0,-1 1 0 0 0,3-1-17 0 0,-1 1-1 0 0,1 0 1 0 0,-1 0 0 0 0,1 0-1 0 0,-1 0 1 0 0,1-1-1 0 0,-1 1 1 0 0,1 0-1 0 0,0 0 1 0 0,-1 0 0 0 0,1 0-1 0 0,0 0 1 0 0,0 0-1 0 0,0 0 1 0 0,0 0-1 0 0,0 0 1 0 0,0 0 0 0 0,0 0-1 0 0,0 0 1 0 0,0 0-1 0 0,1 0 1 0 0,-1 0-1 0 0,0 0 1 0 0,1 0-1 0 0,-1 0 1 0 0,0 0 0 0 0,1 0-1 0 0,-1 0 1 0 0,1-1-1 0 0,-1 1 1 0 0,1 0-1 0 0,0 0 1 0 0,0 0 0 0 0,0 0-5 0 0,-1 0 1 0 0,1 0 0 0 0,-1 0-1 0 0,1 0 1 0 0,-1 0 0 0 0,1-1-1 0 0,0 1 1 0 0,-1 0 0 0 0,1-1-1 0 0,0 1 1 0 0,0 0 0 0 0,-1-1-1 0 0,1 1 1 0 0,0-1 0 0 0,0 1-1 0 0,0-1 1 0 0,0 1 0 0 0,0-1-1 0 0,0 0 1 0 0,0 1 0 0 0,0-1-1 0 0,0 0 1 0 0,0 0 0 0 0,0 0-1 0 0,0 0 1 0 0,0 0 0 0 0,0 0-1 0 0,0 0 1 0 0,0 0 0 0 0,0 0-1 0 0,0 0 1 0 0,0-1 0 0 0,0 1-1 0 0,1-1 1 0 0,-2 0 15 0 0,0 0-1 0 0,0 0 1 0 0,0 1-1 0 0,0-1 1 0 0,0 0-1 0 0,0 0 1 0 0,0 0 0 0 0,0 0-1 0 0,0 0 1 0 0,0 0-1 0 0,-1 0 1 0 0,1 0-1 0 0,0 0 1 0 0,-1 1 0 0 0,1-1-1 0 0,0 0 1 0 0,-1 0-1 0 0,1 0 1 0 0,-1 0 0 0 0,1 1-1 0 0,-1-1 1 0 0,0 0-1 0 0,1 1 1 0 0,-1-1-1 0 0,0 0 1 0 0,1 1 0 0 0,-1-1-1 0 0,0 1 1 0 0,0-1-1 0 0,0 1 1 0 0,0 0-1 0 0,1-1 1 0 0,-1 1 0 0 0,-2-1-1 0 0,-10-3-6 0 0,13 5-6 0 0,0 0 0 0 0,0-1 0 0 0,0 1 0 0 0,0 0 0 0 0,0-1 0 0 0,0 1 0 0 0,0 0 0 0 0,0-1 1 0 0,0 1-1 0 0,0-1 0 0 0,0 1 0 0 0,1 0 0 0 0,-1-1 0 0 0,0 1 0 0 0,0-1 0 0 0,1 1 0 0 0,-1 0 0 0 0,0-1 0 0 0,1 1 1 0 0,-1-1-1 0 0,1 1 0 0 0,-1-1 0 0 0,1 1 0 0 0,-1-1 0 0 0,0 0 0 0 0,2 1 0 0 0,-1 1-111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48.122"/>
    </inkml:context>
    <inkml:brush xml:id="br0">
      <inkml:brushProperty name="width" value="0.035" units="cm"/>
      <inkml:brushProperty name="height" value="0.035" units="cm"/>
      <inkml:brushProperty name="color" value="#E71224"/>
    </inkml:brush>
  </inkml:definitions>
  <inkml:trace contextRef="#ctx0" brushRef="#br0">76 50 6197 0 0,'-41'-26'3635'0'0,"38"25"-2957"0"0,-3-3-654 0 0,-20-15 11117 0 0,62 65-9894 0 0,64 78-734 0 0,71 43 492 0 0,-168-163-893 0 0,1-1 0 0 0,-1 1 0 0 0,1-1 0 0 0,0 0 0 0 0,0 0 0 0 0,0 0 0 0 0,1 0 0 0 0,-1-1 0 0 0,1 0 0 0 0,0 0 0 0 0,7 2 0 0 0,-9-3-72 0 0,0-1 1 0 0,1 0-1 0 0,-1 0 0 0 0,1 0 0 0 0,-1-1 0 0 0,0 1 1 0 0,1-1-1 0 0,-1 1 0 0 0,0-1 0 0 0,0 0 0 0 0,1-1 0 0 0,-1 1 1 0 0,0 0-1 0 0,0-1 0 0 0,0 0 0 0 0,0 0 0 0 0,-1 0 1 0 0,4-3-1 0 0,1-2-72 0 0,0-1 1 0 0,-1 0-1 0 0,0 0 1 0 0,-1 0-1 0 0,0-1 1 0 0,0 0-1 0 0,-1 0 0 0 0,0 0 1 0 0,0-1-1 0 0,-1 1 1 0 0,-1-1-1 0 0,4-19 1 0 0,-6 26-451 0 0,7-30-5395 0 0,-3 10-2185 0 0,-3 21 5726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5.646"/>
    </inkml:context>
    <inkml:brush xml:id="br0">
      <inkml:brushProperty name="width" value="0.035" units="cm"/>
      <inkml:brushProperty name="height" value="0.035" units="cm"/>
      <inkml:brushProperty name="color" value="#E71224"/>
    </inkml:brush>
  </inkml:definitions>
  <inkml:trace contextRef="#ctx0" brushRef="#br0">1 97 6921 0 0,'-1'0'49'0'0,"1"-1"0"0"0,0 1 1 0 0,0 0-1 0 0,0 0 0 0 0,0 0 1 0 0,0-1-1 0 0,0 1 0 0 0,1 0 1 0 0,-1 0-1 0 0,0-1 0 0 0,0 1 0 0 0,0 0 1 0 0,0 0-1 0 0,0 0 0 0 0,0-1 1 0 0,0 1-1 0 0,0 0 0 0 0,0 0 1 0 0,1 0-1 0 0,-1 0 0 0 0,0-1 1 0 0,0 1-1 0 0,0 0 0 0 0,0 0 1 0 0,0 0-1 0 0,1 0 0 0 0,-1 0 1 0 0,0-1-1 0 0,0 1 0 0 0,0 0 1 0 0,1 0-1 0 0,-1 0 0 0 0,0 0 1 0 0,0 0-1 0 0,0 0 0 0 0,1 0 0 0 0,-1 0 1 0 0,0 0-1 0 0,0 0 0 0 0,1 0 1 0 0,-1 0-1 0 0,0 0 0 0 0,0 0 1 0 0,0 0-1 0 0,1 0 0 0 0,-1 0 1 0 0,0 0-1 0 0,0 0 0 0 0,0 0 1 0 0,1 0-1 0 0,-1 0 0 0 0,0 1 1 0 0,0-1-1 0 0,0 0 0 0 0,1 0 1 0 0,-1 0-1 0 0,0 0 0 0 0,0 0 1 0 0,0 1-1 0 0,1-1 0 0 0,7 21 962 0 0,-7-16-905 0 0,0 0 1 0 0,1 0 0 0 0,0 0-1 0 0,0 0 1 0 0,0-1 0 0 0,0 1-1 0 0,1-1 1 0 0,0 0 0 0 0,0 1-1 0 0,4 4 1 0 0,67 48 2273 0 0,-71-55-1768 0 0,-2-2-604 0 0,0 0 0 0 0,0 0 0 0 0,0 0 0 0 0,0 0 0 0 0,1 0 1 0 0,-1-1-1 0 0,0 1 0 0 0,0 0 0 0 0,0-1 0 0 0,0 1 0 0 0,0-1 0 0 0,0 1 0 0 0,0-1 0 0 0,0 0 0 0 0,0 1 0 0 0,-1-1 0 0 0,1 0 0 0 0,0 0 0 0 0,0 1 0 0 0,0-1 0 0 0,-1 0 0 0 0,1 0 0 0 0,0 0 0 0 0,-1 0 0 0 0,1 0 0 0 0,-1 0 0 0 0,1-1 0 0 0,0-2-4 0 0,0 0 0 0 0,0 0-1 0 0,0 0 1 0 0,0 0 0 0 0,-1 0 0 0 0,0 0 0 0 0,0 0 0 0 0,0-5-1 0 0,-1-1-11 0 0,-1 0-1 0 0,0 0 0 0 0,0 1 0 0 0,-1-1 0 0 0,0 1 1 0 0,-5-13-1 0 0,5 18 24 0 0,0 0 0 0 0,0 0 0 0 0,-1 0 0 0 0,1 1 0 0 0,-1-1 0 0 0,0 1 0 0 0,0 0 0 0 0,0 0 0 0 0,0 0 0 0 0,0 1 0 0 0,-1-1 0 0 0,1 1 0 0 0,-1 0 0 0 0,0 1 0 0 0,1-1 0 0 0,-1 1 0 0 0,-8-2 0 0 0,11 3 271 0 0,-14 3 195 0 0,16-4-476 0 0,-1 1-1 0 0,1 0 1 0 0,-1 0-1 0 0,0 0 1 0 0,1 0-1 0 0,-1 0 1 0 0,1 0-1 0 0,-1 0 1 0 0,0 0-1 0 0,1 0 1 0 0,-1 0-1 0 0,0 0 1 0 0,1 0-1 0 0,-1 0 1 0 0,1 0-1 0 0,-1 0 1 0 0,0 1-1 0 0,1-1 1 0 0,-1 0-1 0 0,1 0 1 0 0,-1 1-1 0 0,1-1 1 0 0,-1 0-1 0 0,1 1 1 0 0,-1-1-1 0 0,1 1 1 0 0,-1-1-1 0 0,1 1 1 0 0,0-1-1 0 0,-1 1 1 0 0,1-1-1 0 0,-1 1 1 0 0,1-1-1 0 0,0 1 1 0 0,0-1-1 0 0,-1 1 1 0 0,1-1-1 0 0,0 1 1 0 0,0 0-1 0 0,0-1 1 0 0,0 1-1 0 0,0-1 1 0 0,0 1-1 0 0,-1 0 1 0 0,2-1-1 0 0,-1 1 1 0 0,0 0-1 0 0,0-1 1 0 0,0 1-1 0 0,0-1 1 0 0,0 1-1 0 0,0 0 1 0 0,1-1-1 0 0,-1 1 1 0 0,2 6-7 0 0,0 0 0 0 0,1-1 1 0 0,-1 1-1 0 0,1-1 0 0 0,1 0 1 0 0,-1 0-1 0 0,1 0 0 0 0,0 0 1 0 0,1-1-1 0 0,-1 1 1 0 0,11 8-1 0 0,-12-10 7 0 0,1-1 1 0 0,1 1 0 0 0,-1-1-1 0 0,0 0 1 0 0,1 0-1 0 0,0 0 1 0 0,-1 0-1 0 0,1-1 1 0 0,0 0-1 0 0,0 0 1 0 0,1 0-1 0 0,-1 0 1 0 0,0-1 0 0 0,0 0-1 0 0,1 0 1 0 0,7 0-1 0 0,-12-1 1 0 0,0-1-1 0 0,0 1 1 0 0,0 0 0 0 0,1 0-1 0 0,-1 0 1 0 0,0-1-1 0 0,0 1 1 0 0,0-1 0 0 0,0 1-1 0 0,0-1 1 0 0,0 1 0 0 0,-1-1-1 0 0,1 1 1 0 0,0-1-1 0 0,0 0 1 0 0,0 0 0 0 0,0 1-1 0 0,-1-1 1 0 0,1 0-1 0 0,0 0 1 0 0,-1 0 0 0 0,1 0-1 0 0,-1 0 1 0 0,1 0-1 0 0,-1 0 1 0 0,1 0 0 0 0,0-1-1 0 0,-1-1-1 0 0,1-1 0 0 0,-1 1 0 0 0,0 0 0 0 0,1-1 0 0 0,-2 1 0 0 0,1 0 0 0 0,0-1 0 0 0,-1 1 0 0 0,0-5 0 0 0,-1 1-12 0 0,0 0 1 0 0,0 0-1 0 0,-1 0 0 0 0,0 1 1 0 0,0-1-1 0 0,-1 1 0 0 0,1 0 1 0 0,-9-11-1 0 0,5 12 2 0 0,1 0 1 0 0,-1 1-1 0 0,0 0 0 0 0,-1 0 0 0 0,-9-4 0 0 0,-13 2 32 0 0,29 6-23 0 0,0 0 0 0 0,0 0 1 0 0,1 0-1 0 0,-1 0 0 0 0,0 0 0 0 0,0 0 0 0 0,0 1 0 0 0,0-1 0 0 0,1 0 0 0 0,-1 1 0 0 0,0-1 0 0 0,0 1 0 0 0,1-1 0 0 0,-1 1 0 0 0,0-1 0 0 0,1 1 0 0 0,-1-1 1 0 0,0 1-1 0 0,1-1 0 0 0,-1 1 0 0 0,1 0 0 0 0,-1 0 0 0 0,1-1 0 0 0,-1 1 0 0 0,1 0 0 0 0,-1 1 0 0 0,1 1-7 0 0,0-1 0 0 0,0 1 0 0 0,0 0 1 0 0,1 0-1 0 0,-1-1 0 0 0,1 1 0 0 0,-1 0 0 0 0,1-1 0 0 0,0 1 0 0 0,0 0 0 0 0,0-1 0 0 0,0 0 0 0 0,1 1 0 0 0,-1-1 0 0 0,0 1 0 0 0,1-1 0 0 0,0 0 1 0 0,0 0-1 0 0,0 0 0 0 0,3 3 0 0 0,45 38-6 0 0,-49-42 13 0 0,1 1 0 0 0,0-1-1 0 0,0 0 1 0 0,0 1 0 0 0,0-1 0 0 0,0 0 0 0 0,0 0 0 0 0,0-1 0 0 0,1 1 0 0 0,-1 0 0 0 0,0-1 0 0 0,0 1 0 0 0,1-1 0 0 0,-1 0 0 0 0,0 1 0 0 0,1-1 0 0 0,-1 0 0 0 0,0-1 0 0 0,0 1 0 0 0,1 0 0 0 0,-1-1 0 0 0,3 0 0 0 0,-2 0-9 0 0,-1-1 0 0 0,-1 1-1 0 0,1-1 1 0 0,0 0 0 0 0,0 1-1 0 0,0-1 1 0 0,-1 0 0 0 0,1 0 0 0 0,-1 0-1 0 0,0 0 1 0 0,1 0 0 0 0,-1-1-1 0 0,0 1 1 0 0,0 0 0 0 0,-1 0 0 0 0,1-1-1 0 0,0 1 1 0 0,-1-1 0 0 0,1 1-1 0 0,-1-4 1 0 0,1 3-100 0 0,-2-2 29 0 0,-1 0 0 0 0,1 0 1 0 0,-1 0-1 0 0,0 0 0 0 0,0 0 0 0 0,-5-7 1 0 0,2 7 81 0 0,0 0 1 0 0,0 0 0 0 0,0 1-1 0 0,-1 0 1 0 0,0 0 0 0 0,0 1-1 0 0,0-1 1 0 0,0 1 0 0 0,0 0-1 0 0,-1 1 1 0 0,1 0 0 0 0,-1 0-1 0 0,0 0 1 0 0,1 1 0 0 0,-1 0-1 0 0,0 0 1 0 0,-7 0 0 0 0,13 1-2 0 0,1 0 0 0 0,-1 1 1 0 0,0-1-1 0 0,1 0 0 0 0,-1 0 0 0 0,0 0 0 0 0,1 0 1 0 0,-1 1-1 0 0,1-1 0 0 0,-1 0 0 0 0,0 0 1 0 0,1 1-1 0 0,-1-1 0 0 0,1 0 0 0 0,-1 1 1 0 0,1-1-1 0 0,-1 1 0 0 0,1-1 0 0 0,-1 1 1 0 0,1-1-1 0 0,0 1 0 0 0,-1-1 0 0 0,1 1 0 0 0,0-1 1 0 0,-1 1-1 0 0,1 0 0 0 0,0-1 0 0 0,0 1 1 0 0,-1-1-1 0 0,1 1 0 0 0,0 0 0 0 0,0-1 1 0 0,0 1-1 0 0,0 0 0 0 0,0-1 0 0 0,0 1 1 0 0,0 0-1 0 0,15 26 35 0 0,33 18 10 0 0,-39-39 37 0 0,0-1 0 0 0,0-1 0 0 0,1 1 0 0 0,-1-2 0 0 0,1 1 0 0 0,0-1 0 0 0,13 2 0 0 0,-20-4-15 0 0,0-1 24 0 0,27-16 530 0 0,-30 13-613 0 0,0 1 1 0 0,-1-1-1 0 0,1 1 0 0 0,-1-1 0 0 0,1 1 1 0 0,-1 0-1 0 0,0-1 0 0 0,0 1 1 0 0,0-1-1 0 0,0 1 0 0 0,-1 0 0 0 0,1 0 1 0 0,0 0-1 0 0,-1 0 0 0 0,0 0 1 0 0,1 0-1 0 0,-1 0 0 0 0,0 0 0 0 0,0 1 1 0 0,-3-3-1 0 0,-1 0 14 0 0,0 1 1 0 0,1 0-1 0 0,-1 0 1 0 0,0 1-1 0 0,0 0 0 0 0,-10-3 1 0 0,13 4 44 0 0,3 1-65 0 0,-1 0 0 0 0,1 0 0 0 0,-1-1 0 0 0,1 1 0 0 0,-1 0-1 0 0,1 0 1 0 0,-1-1 0 0 0,0 1 0 0 0,1 0 0 0 0,-1 0 0 0 0,1 0 0 0 0,-1 0 0 0 0,1 0 0 0 0,-1 0-1 0 0,0 0 1 0 0,1 0 0 0 0,-1 0 0 0 0,1 0 0 0 0,-1 0 0 0 0,1 0 0 0 0,-1 0 0 0 0,0 1 0 0 0,1-1 0 0 0,-1 0-1 0 0,1 0 1 0 0,-1 1 0 0 0,1-1 0 0 0,-1 0 0 0 0,0 1 0 0 0,-18 9-32 0 0,19-8 28 0 0,-1 1 0 0 0,1-1 0 0 0,0 0 1 0 0,-1 0-1 0 0,1 0 0 0 0,0 1 0 0 0,0-1 0 0 0,0 0 1 0 0,1 0-1 0 0,-1 1 0 0 0,1-1 0 0 0,-1 0 0 0 0,1 0 1 0 0,-1 0-1 0 0,1 0 0 0 0,0 0 0 0 0,2 3 0 0 0,22 38-33 0 0,-20-34-26 0 0,-1-5-349 0 0,-1 0 1 0 0,0 0-1 0 0,1-1 0 0 0,0 1 1 0 0,0-1-1 0 0,0 0 1 0 0,0 0-1 0 0,0 0 0 0 0,10 4 1 0 0,-11-6-1125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06.473"/>
    </inkml:context>
    <inkml:brush xml:id="br0">
      <inkml:brushProperty name="width" value="0.035" units="cm"/>
      <inkml:brushProperty name="height" value="0.035" units="cm"/>
      <inkml:brushProperty name="color" value="#E71224"/>
    </inkml:brush>
  </inkml:definitions>
  <inkml:trace contextRef="#ctx0" brushRef="#br0">81 0 3920 0 0,'-77'3'1210'0'0,"74"-3"-2036"0"0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07.359"/>
    </inkml:context>
    <inkml:brush xml:id="br0">
      <inkml:brushProperty name="width" value="0.035" units="cm"/>
      <inkml:brushProperty name="height" value="0.035" units="cm"/>
      <inkml:brushProperty name="color" value="#E71224"/>
    </inkml:brush>
  </inkml:definitions>
  <inkml:trace contextRef="#ctx0" brushRef="#br0">556 795 3324 0 0,'0'0'122'0'0,"-22"-18"4537"0"0,-39-19-495 0 0,59 36-4021 0 0,-12-8 462 0 0,2-3-169 0 0,-1 0 1 0 0,2 0-1 0 0,-13-18 1 0 0,-26-27 53 0 0,23 32-385 0 0,2-2 0 0 0,1 0 0 0 0,-32-47 0 0 0,40 51-91 0 0,3 5-16 0 0,4 7-1 0 0,1 1 0 0 0,1-1 0 0 0,0-1 0 0 0,1 1 0 0 0,0-1 0 0 0,-6-18 0 0 0,-7-20-40 0 0,12 33 15 0 0,0-1-1 0 0,1 0 0 0 0,-3-19 1 0 0,5 21-101 0 0,0 0 1 0 0,0 0-1 0 0,-2 1 1 0 0,0 0-1 0 0,-1 0 1 0 0,0 0-1 0 0,-1 1 1 0 0,-1 0-1 0 0,-10-13 1 0 0,17 26-123 0 0,-1-7 527 0 0,0 4-2315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07.811"/>
    </inkml:context>
    <inkml:brush xml:id="br0">
      <inkml:brushProperty name="width" value="0.035" units="cm"/>
      <inkml:brushProperty name="height" value="0.035" units="cm"/>
      <inkml:brushProperty name="color" value="#E71224"/>
    </inkml:brush>
  </inkml:definitions>
  <inkml:trace contextRef="#ctx0" brushRef="#br0">97 124 2652 0 0,'0'0'317'0'0,"-19"-3"2904"0"0,18 13-3120 0 0,1 0 0 0 0,-1-1 0 0 0,1 1 1 0 0,1 0-1 0 0,0 0 0 0 0,0 0 0 0 0,4 11 0 0 0,4 44 89 0 0,-9-65-191 0 0,0 1 1 0 0,0-1-1 0 0,0 0 1 0 0,0 1 0 0 0,1-1-1 0 0,-1 1 1 0 0,0-1-1 0 0,0 1 1 0 0,0-1-1 0 0,0 0 1 0 0,0 1 0 0 0,0-1-1 0 0,0 1 1 0 0,0-1-1 0 0,0 1 1 0 0,0-1 0 0 0,0 0-1 0 0,-1 1 1 0 0,1-1-1 0 0,0 1 1 0 0,0-1-1 0 0,0 1 1 0 0,0-1 0 0 0,-1 0-1 0 0,1 1 1 0 0,0-1-1 0 0,0 0 1 0 0,-1 1-1 0 0,1-1 1 0 0,0 0 0 0 0,-1 1-1 0 0,1-1 1 0 0,0 0-1 0 0,-1 0 1 0 0,1 1 0 0 0,0-1-1 0 0,-1 0 1 0 0,1 0-1 0 0,-1 0 1 0 0,1 0-1 0 0,0 1 1 0 0,-1-1 0 0 0,1 0-1 0 0,-1 0 1 0 0,0 0-1 0 0,-18-17 18 0 0,-13-34 102 0 0,26 38 126 0 0,1 0 0 0 0,0 0 0 0 0,1 0 1 0 0,1-1-1 0 0,0 1 0 0 0,1-1 0 0 0,-1-19 1 0 0,2 30-193 0 0,1-1 0 0 0,0 0 0 0 0,0 0 0 0 0,0 1 0 0 0,1-1 0 0 0,-1 0 0 0 0,1 0 0 0 0,0 1 0 0 0,0-1 0 0 0,0 0 0 0 0,0 1 1 0 0,1-1-1 0 0,-1 1 0 0 0,1 0 0 0 0,0-1 0 0 0,0 1 0 0 0,0 0 0 0 0,1 0 0 0 0,-1 0 0 0 0,1 0 0 0 0,-1 1 0 0 0,1-1 0 0 0,0 1 0 0 0,0 0 0 0 0,0 0 1 0 0,1 0-1 0 0,-1 0 0 0 0,0 0 0 0 0,1 0 0 0 0,-1 1 0 0 0,6-2 0 0 0,-3 3-51 0 0,-1-1 1 0 0,1 1-1 0 0,0 0 1 0 0,0 1-1 0 0,0 0 0 0 0,0-1 1 0 0,0 2-1 0 0,-1-1 1 0 0,1 1-1 0 0,0 0 0 0 0,-1 0 1 0 0,0 0-1 0 0,1 1 0 0 0,-1 0 1 0 0,6 4-1 0 0,13 9-1726 0 0,39 34 1 0 0,-53-42 510 0 0,4 3-142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8.866"/>
    </inkml:context>
    <inkml:brush xml:id="br0">
      <inkml:brushProperty name="width" value="0.035" units="cm"/>
      <inkml:brushProperty name="height" value="0.035" units="cm"/>
      <inkml:brushProperty name="color" value="#E71224"/>
    </inkml:brush>
  </inkml:definitions>
  <inkml:trace contextRef="#ctx0" brushRef="#br0">75 28 7425 0 0,'-7'-21'617'0'0,"3"15"3370"0"0,2 6-3939 0 0,0 0 1 0 0,-1-1-1 0 0,1 1 0 0 0,0 0 1 0 0,0 0-1 0 0,0 1 0 0 0,0-1 0 0 0,0 0 1 0 0,0 1-1 0 0,0-1 0 0 0,0 1 0 0 0,0-1 1 0 0,0 1-1 0 0,0 0 0 0 0,0 0 1 0 0,0 0-1 0 0,0 0 0 0 0,0 0 0 0 0,1 1 1 0 0,-1-1-1 0 0,1 0 0 0 0,-1 1 1 0 0,1 0-1 0 0,-1-1 0 0 0,1 1 0 0 0,0 0 1 0 0,-1-1-1 0 0,1 1 0 0 0,0 0 1 0 0,1 0-1 0 0,-1 0 0 0 0,-1 3 0 0 0,0-1 46 0 0,1 1 0 0 0,0-1 0 0 0,0 1 0 0 0,0 0 0 0 0,1 0 0 0 0,-1-1 0 0 0,1 1 0 0 0,0 0-1 0 0,0 0 1 0 0,1-1 0 0 0,0 1 0 0 0,0 0 0 0 0,0-1 0 0 0,1 6 0 0 0,11 20 572 0 0,1 0 0 0 0,2-1 0 0 0,0 0 0 0 0,29 37 0 0 0,-30-48-500 0 0,0 0 0 0 0,1-1 0 0 0,0-1 0 0 0,1 0 0 0 0,1-1 0 0 0,1-1 0 0 0,22 13 0 0 0,-31-22-158 0 0,0 0-1 0 0,0 0 1 0 0,1-1-1 0 0,-1-1 1 0 0,17 4 0 0 0,-22-6-36 0 0,1 0 0 0 0,-1-1-1 0 0,0 1 1 0 0,0-1 0 0 0,0 0 0 0 0,0-1 0 0 0,0 1 0 0 0,1-1 0 0 0,-1 0 0 0 0,0 0 0 0 0,0 0 0 0 0,0-1 0 0 0,7-3 0 0 0,-11 4-52 0 0,1 1 0 0 0,-1 0 0 0 0,0-1-1 0 0,0 1 1 0 0,0-1 0 0 0,0 0 0 0 0,0 1 0 0 0,0-1 0 0 0,0 0 0 0 0,0 0 0 0 0,0 1 0 0 0,0-1 0 0 0,0 0-1 0 0,0 0 1 0 0,0 0 0 0 0,-1 0 0 0 0,1 0 0 0 0,0 0 0 0 0,-1-1 0 0 0,1 1 0 0 0,-1 0 0 0 0,1 0 0 0 0,-1 0 0 0 0,0 0-1 0 0,1-1 1 0 0,-1 1 0 0 0,0 0 0 0 0,0 0 0 0 0,0-1 0 0 0,0 1 0 0 0,0 0 0 0 0,0 0 0 0 0,0-1 0 0 0,0 1-1 0 0,-1 0 1 0 0,1 0 0 0 0,0 0 0 0 0,-2-2 0 0 0,1 0-41 0 0,-1 1-1 0 0,0 0 1 0 0,0 0 0 0 0,0 1-1 0 0,0-1 1 0 0,0 0-1 0 0,0 1 1 0 0,0-1 0 0 0,-1 1-1 0 0,1 0 1 0 0,-1-1 0 0 0,1 1-1 0 0,-1 0 1 0 0,1 1-1 0 0,-1-1 1 0 0,-5 0 0 0 0,-3-1-12 0 0,1 0 1 0 0,-1-1 0 0 0,0 0 0 0 0,1 0 0 0 0,0-1 0 0 0,0 0-1 0 0,0-1 1 0 0,0-1 0 0 0,1 1 0 0 0,-13-10 0 0 0,18 11 139 0 0,0 0-1 0 0,0 0 1 0 0,1 0 0 0 0,-1 0 0 0 0,1-1-1 0 0,0 0 1 0 0,0 1 0 0 0,1-1 0 0 0,-1 0 0 0 0,1 0-1 0 0,0 0 1 0 0,0-1 0 0 0,1 1 0 0 0,-1 0-1 0 0,1-1 1 0 0,1 1 0 0 0,-1-1 0 0 0,1 1-1 0 0,0-1 1 0 0,0 1 0 0 0,0-1 0 0 0,3-9 0 0 0,-3 8 184 0 0,1 0 0 0 0,0 0 1 0 0,1 0-1 0 0,0 0 1 0 0,0 0-1 0 0,1 0 1 0 0,-1 1-1 0 0,1-1 1 0 0,1 1-1 0 0,-1 0 1 0 0,1 0-1 0 0,0 0 1 0 0,1 1-1 0 0,-1-1 1 0 0,11-9-1 0 0,-12 14-145 0 0,-1-1 1 0 0,1 1-1 0 0,0-1 0 0 0,-1 1 1 0 0,1 0-1 0 0,0 0 0 0 0,0 1 0 0 0,0-1 1 0 0,0 0-1 0 0,0 1 0 0 0,0 0 1 0 0,0 0-1 0 0,0-1 0 0 0,0 2 1 0 0,0-1-1 0 0,0 0 0 0 0,0 1 0 0 0,0-1 1 0 0,-1 1-1 0 0,1 0 0 0 0,0 0 1 0 0,0 0-1 0 0,0 0 0 0 0,-1 1 1 0 0,1-1-1 0 0,-1 1 0 0 0,1 0 0 0 0,3 3 1 0 0,6 4-37 0 0,-1 0 0 0 0,-1 1 0 0 0,0 0 0 0 0,12 15 0 0 0,18 34-2549 0 0,-39-57 1599 0 0,6 8-3402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9.321"/>
    </inkml:context>
    <inkml:brush xml:id="br0">
      <inkml:brushProperty name="width" value="0.035" units="cm"/>
      <inkml:brushProperty name="height" value="0.035" units="cm"/>
      <inkml:brushProperty name="color" value="#E71224"/>
    </inkml:brush>
  </inkml:definitions>
  <inkml:trace contextRef="#ctx0" brushRef="#br0">220 386 5220 0 0,'-19'-9'786'0'0,"0"-1"-1"0"0,1 0 1 0 0,0-2-1 0 0,1 0 1 0 0,1-1-1 0 0,0 0 1 0 0,-28-31-1 0 0,37 36-389 0 0,1 1-1 0 0,1-1 0 0 0,0-1 0 0 0,0 1 1 0 0,0-1-1 0 0,1 0 0 0 0,0 0 1 0 0,-3-14-1 0 0,5 17-283 0 0,1 0-1 0 0,0 0 1 0 0,1-1 0 0 0,0 1 0 0 0,0 0 0 0 0,0 0-1 0 0,0 0 1 0 0,1 0 0 0 0,0-1 0 0 0,1 1 0 0 0,-1 0-1 0 0,1 1 1 0 0,0-1 0 0 0,5-8 0 0 0,-3 8 6 0 0,0 0 0 0 0,0 1 0 0 0,0 0 1 0 0,1 0-1 0 0,0 0 0 0 0,0 1 0 0 0,0-1 0 0 0,1 1 1 0 0,-1 0-1 0 0,1 1 0 0 0,0-1 0 0 0,0 1 0 0 0,0 1 0 0 0,1-1 1 0 0,-1 1-1 0 0,0 0 0 0 0,1 0 0 0 0,0 1 0 0 0,-1 0 1 0 0,1 0-1 0 0,0 0 0 0 0,10 1 0 0 0,-6 0-18 0 0,0 0 0 0 0,0 1 1 0 0,0 0-1 0 0,-1 1 0 0 0,1 0 0 0 0,-1 0 0 0 0,1 1 0 0 0,-1 1 0 0 0,0-1 1 0 0,0 2-1 0 0,0-1 0 0 0,-1 1 0 0 0,15 11 0 0 0,-10-4-40 0 0,0 2 0 0 0,0 0 0 0 0,-2 0 0 0 0,0 2 0 0 0,0-1-1 0 0,-1 1 1 0 0,-1 1 0 0 0,-1 0 0 0 0,-1 0 0 0 0,0 1 0 0 0,-1 0 0 0 0,-1 0 0 0 0,0 1-1 0 0,-2 0 1 0 0,0 0 0 0 0,-1 0 0 0 0,-1 0 0 0 0,-1 1 0 0 0,-1 23 0 0 0,0-24-291 0 0,-4 68-621 0 0,3-81 331 0 0,0 0 0 0 0,0 0-1 0 0,-1 0 1 0 0,0 0 0 0 0,0 0 0 0 0,0 0 0 0 0,-1 0-1 0 0,0-1 1 0 0,0 1 0 0 0,0-1 0 0 0,-6 6-1 0 0,7-10 226 0 0,1 1-1 0 0,-1-1 1 0 0,0 0-1 0 0,0 0 1 0 0,0 0-1 0 0,-1 0 0 0 0,1 0 1 0 0,0 0-1 0 0,0-1 1 0 0,0 1-1 0 0,-1-1 1 0 0,1 1-1 0 0,0-1 0 0 0,-1 0 1 0 0,1 0-1 0 0,0 0 1 0 0,-1 0-1 0 0,1-1 1 0 0,-2 0-1 0 0,-15-2-1458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9.697"/>
    </inkml:context>
    <inkml:brush xml:id="br0">
      <inkml:brushProperty name="width" value="0.035" units="cm"/>
      <inkml:brushProperty name="height" value="0.035" units="cm"/>
      <inkml:brushProperty name="color" value="#E71224"/>
    </inkml:brush>
  </inkml:definitions>
  <inkml:trace contextRef="#ctx0" brushRef="#br0">58 123 8637 0 0,'-4'-8'524'0'0,"1"0"0"0"0,-2 1 1 0 0,1 0-1 0 0,-10-12 0 0 0,-10-17 2895 0 0,23 34-2302 0 0,0-1-729 0 0,0 1-1 0 0,1-1 1 0 0,-1 1-1 0 0,1-1 1 0 0,0 0-1 0 0,0 1 1 0 0,0-1-1 0 0,0 0 1 0 0,1-2-1 0 0,2 4-288 0 0,-1 0 0 0 0,0 0-1 0 0,1 0 1 0 0,0 0 0 0 0,-1 1 0 0 0,1-1-1 0 0,-1 1 1 0 0,1 0 0 0 0,0 0-1 0 0,-1 0 1 0 0,1 0 0 0 0,-1 0 0 0 0,1 1-1 0 0,0-1 1 0 0,-1 1 0 0 0,1 0 0 0 0,-1-1-1 0 0,1 1 1 0 0,-1 0 0 0 0,0 0 0 0 0,3 2-1 0 0,53 33 1157 0 0,-47-28-926 0 0,196 142 1380 0 0,-148-101-3477 0 0,-35-27-1489 0 0,4 0-3558 0 0,-17-13 3966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10.837"/>
    </inkml:context>
    <inkml:brush xml:id="br0">
      <inkml:brushProperty name="width" value="0.035" units="cm"/>
      <inkml:brushProperty name="height" value="0.035" units="cm"/>
      <inkml:brushProperty name="color" value="#E71224"/>
    </inkml:brush>
  </inkml:definitions>
  <inkml:trace contextRef="#ctx0" brushRef="#br0">212 27 6833 0 0,'-12'-4'260'0'0,"10"4"-230"0"0,0 0-1 0 0,0 0 1 0 0,0 0-1 0 0,0 0 1 0 0,0 1-1 0 0,1-1 1 0 0,-1 1-1 0 0,0-1 1 0 0,0 1-1 0 0,0-1 1 0 0,1 1-1 0 0,-1 0 1 0 0,0 0-1 0 0,1 0 1 0 0,-1 0-1 0 0,1 0 1 0 0,-1 1-1 0 0,1-1 1 0 0,0 0-1 0 0,-2 2 1 0 0,0 1 92 0 0,1 0 0 0 0,0 0 0 0 0,-1 0 0 0 0,1 0 0 0 0,1 0 0 0 0,-1 0 0 0 0,1 0 0 0 0,-2 6 0 0 0,0 8 505 0 0,1 1 1 0 0,0-1 0 0 0,1 21 0 0 0,1-36-534 0 0,7 41 592 0 0,-5-38-664 0 0,-1-1 0 0 0,0 1 0 0 0,0-1-1 0 0,0 1 1 0 0,0 0 0 0 0,-1-1 0 0 0,0 1 0 0 0,0 0 0 0 0,-1-1 0 0 0,-1 10-1 0 0,1-15-22 0 0,1 1-1 0 0,-1-1 0 0 0,1 1 0 0 0,-1-1 0 0 0,1 0 1 0 0,0 1-1 0 0,-1-1 0 0 0,0 0 0 0 0,1 1 0 0 0,-1-1 1 0 0,1 0-1 0 0,-1 0 0 0 0,1 0 0 0 0,-1 1 0 0 0,1-1 1 0 0,-1 0-1 0 0,0 0 0 0 0,1 0 0 0 0,-1 0 0 0 0,1 0 1 0 0,-1 0-1 0 0,0 0 0 0 0,1 0 0 0 0,-1 0 0 0 0,1 0 1 0 0,-1-1-1 0 0,1 1 0 0 0,-1 0 0 0 0,0 0 0 0 0,1-1 1 0 0,-1 1-1 0 0,1 0 0 0 0,-1 0 0 0 0,1-1 0 0 0,-1 1 1 0 0,1-1-1 0 0,0 1 0 0 0,-1 0 0 0 0,1-1 0 0 0,-1 1 1 0 0,0-1-1 0 0,-26-22-46 0 0,22 18 37 0 0,0 0 56 0 0,-3 0-55 0 0,1-1 1 0 0,-1 0-1 0 0,2 0 0 0 0,-1-1 0 0 0,1 1 0 0 0,0-2 0 0 0,0 1 0 0 0,1-1 0 0 0,0 1 0 0 0,0-2 0 0 0,1 1 0 0 0,0 0 0 0 0,-6-17 0 0 0,10 23 87 0 0,0-1-1 0 0,1 1 1 0 0,-1 0-1 0 0,0-1 0 0 0,1 1 1 0 0,-1 0-1 0 0,1 0 1 0 0,0-1-1 0 0,-1 1 1 0 0,1 0-1 0 0,0 0 0 0 0,0 0 1 0 0,1 0-1 0 0,-1 0 1 0 0,0 0-1 0 0,1 0 0 0 0,-1 0 1 0 0,1 1-1 0 0,2-3 1 0 0,35-28 454 0 0,-33 28-410 0 0,9-6 20 0 0,-9 4-87 0 0,0 1 0 0 0,1 0 0 0 0,-1 0 1 0 0,1 1-1 0 0,0-1 0 0 0,1 2 0 0 0,-1-1 0 0 0,1 1 1 0 0,0 0-1 0 0,0 1 0 0 0,-1 0 0 0 0,2 0 0 0 0,-1 0 1 0 0,13 0-1 0 0,-19 3-208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11.704"/>
    </inkml:context>
    <inkml:brush xml:id="br0">
      <inkml:brushProperty name="width" value="0.035" units="cm"/>
      <inkml:brushProperty name="height" value="0.035" units="cm"/>
      <inkml:brushProperty name="color" value="#E71224"/>
    </inkml:brush>
  </inkml:definitions>
  <inkml:trace contextRef="#ctx0" brushRef="#br0">146 19 6693 0 0,'-3'-2'94'0'0,"-4"-1"278"0"0,0 0 1 0 0,0 1 0 0 0,0 0 0 0 0,0 0 0 0 0,0 0-1 0 0,-1 1 1 0 0,1 0 0 0 0,-1 0 0 0 0,1 1 0 0 0,-1 0-1 0 0,1 1 1 0 0,0-1 0 0 0,-9 3 0 0 0,14-3-249 0 0,-24 21 1271 0 0,24-15-1248 0 0,1 1 1 0 0,0-1-1 0 0,1 1 1 0 0,0-1-1 0 0,0 1 1 0 0,0 0-1 0 0,1-1 0 0 0,-1 1 1 0 0,2-1-1 0 0,3 13 1 0 0,25 67 362 0 0,-29-85-512 0 0,-1 0 0 0 0,0 0 1 0 0,0 0-1 0 0,1 0 0 0 0,-1 0 0 0 0,0 0 0 0 0,1 0 0 0 0,-1 0 0 0 0,0 0 0 0 0,1 0 0 0 0,0-1 0 0 0,-1 1 0 0 0,1 0 0 0 0,-1 0 0 0 0,1-1 0 0 0,0 1 0 0 0,-1 0 0 0 0,1-1 1 0 0,0 1-1 0 0,0-1 0 0 0,0 1 0 0 0,-1-1 0 0 0,1 1 0 0 0,0-1 0 0 0,0 1 0 0 0,0-1 0 0 0,0 0 0 0 0,0 0 0 0 0,0 1 0 0 0,0-1 0 0 0,0 0 0 0 0,0 0 0 0 0,0 0 1 0 0,0 0-1 0 0,0 0 0 0 0,0 0 0 0 0,-1 0 0 0 0,1 0 0 0 0,0-1 0 0 0,0 1 0 0 0,2-1 0 0 0,3-2 24 0 0,-1-1 0 0 0,1 0 0 0 0,-1 0-1 0 0,0 0 1 0 0,7-8 0 0 0,-8 8 13 0 0,0 0-1 0 0,1 0 1 0 0,-1 0 0 0 0,1 1-1 0 0,0-1 1 0 0,5-2-1 0 0,-6 5-7 0 0,1-1-1 0 0,-1 1 1 0 0,1 0-1 0 0,-1 0 1 0 0,1 0-1 0 0,0 1 0 0 0,-1-1 1 0 0,1 1-1 0 0,0 0 1 0 0,-1 1-1 0 0,1-1 0 0 0,0 1 1 0 0,-1 0-1 0 0,1 0 1 0 0,8 3-1 0 0,-10-2-12 0 0,0 0-1 0 0,0 0 0 0 0,0 0 1 0 0,0 0-1 0 0,-1 0 1 0 0,1 0-1 0 0,-1 1 0 0 0,1 0 1 0 0,-1-1-1 0 0,0 1 0 0 0,0 0 1 0 0,0 0-1 0 0,0 0 1 0 0,-1 0-1 0 0,1 0 0 0 0,-1 0 1 0 0,0 1-1 0 0,0-1 1 0 0,0 0-1 0 0,0 1 0 0 0,-1-1 1 0 0,1 4-1 0 0,4 29-55 0 0,-2-1 0 0 0,-2 57 0 0 0,-14-26-2757 0 0,13-64 1883 0 0,-7 13-2984 0 0,1-8 2274 0 0,5-6 18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12.648"/>
    </inkml:context>
    <inkml:brush xml:id="br0">
      <inkml:brushProperty name="width" value="0.035" units="cm"/>
      <inkml:brushProperty name="height" value="0.035" units="cm"/>
      <inkml:brushProperty name="color" value="#E71224"/>
    </inkml:brush>
  </inkml:definitions>
  <inkml:trace contextRef="#ctx0" brushRef="#br0">155 301 6245 0 0,'0'0'298'0'0,"-3"-5"24"0"0,-28-38 1199 0 0,19 28-705 0 0,1-1 0 0 0,-17-29-1 0 0,26 40-701 0 0,0 1-1 0 0,0-1 0 0 0,0 0 1 0 0,1 1-1 0 0,-1-1 0 0 0,1 0 1 0 0,1 0-1 0 0,-1 0 0 0 0,0 0 1 0 0,1 0-1 0 0,0-1 0 0 0,1 1 1 0 0,-1 0-1 0 0,1 0 0 0 0,1-6 0 0 0,11-52 2098 0 0,-14 67-2174 0 0,-1 1 0 0 0,1-1 0 0 0,-1 1 0 0 0,0-1 0 0 0,-1 0 0 0 0,1 0 0 0 0,-1 0 0 0 0,1 0 0 0 0,-1-1 0 0 0,-1 1 0 0 0,1-1 0 0 0,0 1 0 0 0,-6 3 0 0 0,7-6 587 0 0,1-1-594 0 0,0 0 0 0 0,0-1 0 0 0,0 1-1 0 0,0 0 1 0 0,1-1 0 0 0,-1 1 0 0 0,0 0 0 0 0,0 0 0 0 0,0 0 0 0 0,0 0 0 0 0,0 0 0 0 0,0 0 0 0 0,0 0-1 0 0,1 0 1 0 0,-1 0 0 0 0,0 0 0 0 0,0 0 0 0 0,0 1 0 0 0,0-1 0 0 0,0 0 0 0 0,1 1 0 0 0,-1-1-1 0 0,0 0 1 0 0,0 1 0 0 0,0-1 0 0 0,1 1 0 0 0,-1 0 0 0 0,0-1 0 0 0,1 1 0 0 0,-1-1 0 0 0,0 1 0 0 0,1 0-1 0 0,-1 0 1 0 0,1-1 0 0 0,-1 1 0 0 0,1 0 0 0 0,0 0 0 0 0,-1 0 0 0 0,3 7-24 0 0,0 0-1 0 0,1 0 1 0 0,-1-1-1 0 0,2 0 1 0 0,-1 1 0 0 0,1-1-1 0 0,0 0 1 0 0,0-1-1 0 0,1 1 1 0 0,0-1 0 0 0,0 0-1 0 0,8 7 1 0 0,14 13 92 0 0,35 26 0 0 0,-62-52-96 0 0,17 13 179 0 0,0 0 0 0 0,30 15 0 0 0,-41-25-145 0 0,1 0 0 0 0,-1 0 0 0 0,1-1 0 0 0,-1 1 0 0 0,1-2 0 0 0,0 1 0 0 0,0-1 0 0 0,0 0 0 0 0,0 0 0 0 0,0-1-1 0 0,13-1 1 0 0,-15 0-29 0 0,0-1 0 0 0,-1 1 0 0 0,1-1 0 0 0,-1-1 0 0 0,1 1 0 0 0,-1-1 0 0 0,0 1 0 0 0,0-1 0 0 0,0-1 0 0 0,0 1 0 0 0,-1 0 0 0 0,1-1 1 0 0,-1 0-1 0 0,0 0 0 0 0,0 0 0 0 0,0 0 0 0 0,-1 0 0 0 0,1 0 0 0 0,-1-1 0 0 0,0 1 0 0 0,-1-1 0 0 0,3-9 0 0 0,-2 11-17 0 0,-1-1 0 0 0,0 0 1 0 0,0 1-1 0 0,0-1 0 0 0,0 0 1 0 0,-1 0-1 0 0,0 0 0 0 0,0 1 1 0 0,0-1-1 0 0,0 0 0 0 0,0 0 1 0 0,-1 0-1 0 0,0 1 0 0 0,1-1 1 0 0,-1 0-1 0 0,-1 1 0 0 0,1-1 1 0 0,-1 1-1 0 0,1-1 1 0 0,-1 1-1 0 0,0-1 0 0 0,0 1 1 0 0,0 0-1 0 0,-1 0 0 0 0,1 0 1 0 0,-1 0-1 0 0,0 1 0 0 0,1-1 1 0 0,-1 1-1 0 0,-4-3 0 0 0,-45-18-33 0 0,49 22-33 0 0,-34-15-547 0 0,34 14 645 0 0,-1 0 0 0 0,0-1 0 0 0,0 1 0 0 0,1-1 0 0 0,0 0 0 0 0,-1 0 0 0 0,1 0 0 0 0,0 0 0 0 0,1-1 0 0 0,-1 1 1 0 0,-3-7-1 0 0,5 8 41 0 0,0 0 1 0 0,0 0-1 0 0,1-1 1 0 0,-1 1 0 0 0,0 0-1 0 0,1 0 1 0 0,0-1-1 0 0,-1 1 1 0 0,1 0-1 0 0,0-1 1 0 0,0 1 0 0 0,0 0-1 0 0,1-1 1 0 0,-1 1-1 0 0,1 0 1 0 0,-1-1-1 0 0,1 1 1 0 0,0 0 0 0 0,0 0-1 0 0,2-5 1 0 0,-2 5 504 0 0,23-9-322 0 0,-22 10-216 0 0,3-1-14 0 0,0 0 0 0 0,-1 1 0 0 0,1 0 0 0 0,0 0 0 0 0,0 0 0 0 0,0 1 0 0 0,0-1 1 0 0,0 1-1 0 0,-1 0 0 0 0,1 1 0 0 0,0-1 0 0 0,0 1 0 0 0,0 0 0 0 0,0 0 0 0 0,-1 0 0 0 0,1 1 0 0 0,0 0 0 0 0,-1 0 0 0 0,1 0 1 0 0,-1 0-1 0 0,8 6 0 0 0,-1 2-520 0 0,1 1 0 0 0,-2 0-1 0 0,1 1 1 0 0,-2 0 0 0 0,12 19 0 0 0,-8-14-1447 0 0,-12-14 690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13.138"/>
    </inkml:context>
    <inkml:brush xml:id="br0">
      <inkml:brushProperty name="width" value="0.035" units="cm"/>
      <inkml:brushProperty name="height" value="0.035" units="cm"/>
      <inkml:brushProperty name="color" value="#E71224"/>
    </inkml:brush>
  </inkml:definitions>
  <inkml:trace contextRef="#ctx0" brushRef="#br0">92 250 8305 0 0,'-9'-7'354'0'0,"0"0"1"0"0,1 0-1 0 0,0-1 1 0 0,0 0-1 0 0,0-1 1 0 0,1 1-1 0 0,1-2 1 0 0,-7-11-1 0 0,10 16-149 0 0,1 0 1 0 0,0 0-1 0 0,0 0 1 0 0,0 0-1 0 0,1 0 1 0 0,0-1-1 0 0,0 1 1 0 0,0-1-1 0 0,1 1 1 0 0,-1-1-1 0 0,1 1 1 0 0,1-1-1 0 0,-1 1 0 0 0,1-1 1 0 0,0 1-1 0 0,0 0 1 0 0,1-1-1 0 0,3-9 1 0 0,-2 11-87 0 0,-1 0 1 0 0,1 1 0 0 0,0-1-1 0 0,1 0 1 0 0,-1 1 0 0 0,1 0-1 0 0,-1 0 1 0 0,1 0 0 0 0,0 0-1 0 0,0 0 1 0 0,0 1 0 0 0,1 0-1 0 0,-1 0 1 0 0,1 0 0 0 0,-1 0 0 0 0,1 1-1 0 0,-1 0 1 0 0,1 0 0 0 0,0 0-1 0 0,-1 0 1 0 0,1 1 0 0 0,5 0-1 0 0,-1-1 12 0 0,0 1 0 0 0,0 0-1 0 0,0 0 1 0 0,0 1 0 0 0,0 0 0 0 0,0 0-1 0 0,-1 1 1 0 0,1 1 0 0 0,0-1-1 0 0,-1 1 1 0 0,10 5 0 0 0,-13-4-137 0 0,-1 0 1 0 0,1 0-1 0 0,-1 0 1 0 0,0 1-1 0 0,0 0 0 0 0,0 0 1 0 0,0 0-1 0 0,-1 0 1 0 0,0 0-1 0 0,0 1 1 0 0,-1-1-1 0 0,1 1 1 0 0,-1 0-1 0 0,-1 0 1 0 0,1 0-1 0 0,1 12 0 0 0,1 43-1644 0 0,-12-9-3432 0 0,7-50 4953 0 0,1 0-1 0 0,-1 0 1 0 0,0-1 0 0 0,0 1-1 0 0,0 0 1 0 0,0-1 0 0 0,0 1-1 0 0,0-1 1 0 0,0 1 0 0 0,-1-1-1 0 0,1 1 1 0 0,0-1-1 0 0,-1 0 1 0 0,1 0 0 0 0,-1 0-1 0 0,1 0 1 0 0,-1 0 0 0 0,0 0-1 0 0,1 0 1 0 0,-1 0 0 0 0,0-1-1 0 0,0 1 1 0 0,0-1-1 0 0,1 1 1 0 0,-1-1 0 0 0,0 0-1 0 0,0 0 1 0 0,0 0 0 0 0,0 0-1 0 0,0 0 1 0 0,0 0-1 0 0,0 0 1 0 0,1 0 0 0 0,-1-1-1 0 0,0 1 1 0 0,0-1 0 0 0,0 0-1 0 0,1 1 1 0 0,-1-1 0 0 0,0 0-1 0 0,-1-1 1 0 0,-4-1-124 0 0,0 0 0 0 0,0-1 1 0 0,1 0-1 0 0,-1 0 0 0 0,1 0 0 0 0,0-1 1 0 0,0 0-1 0 0,-8-9 0 0 0,-14-21-516 0 0,9 11 3616 0 0,0 0 0 0 0,-20-38 1 0 0,38 61-2784 0 0,0 0 0 0 0,0 0 1 0 0,0-1-1 0 0,1 1 0 0 0,-1 0 0 0 0,1 0 0 0 0,-1-1 1 0 0,1 1-1 0 0,-1 0 0 0 0,1-1 0 0 0,0 1 1 0 0,0 0-1 0 0,-1-1 0 0 0,1 1 0 0 0,0 0 1 0 0,0-1-1 0 0,1 1 0 0 0,-1 0 0 0 0,0-1 1 0 0,0 1-1 0 0,0 0 0 0 0,1-1 0 0 0,-1 1 0 0 0,1 0 1 0 0,-1-1-1 0 0,1 1 0 0 0,0 0 0 0 0,-1 0 1 0 0,1 0-1 0 0,0 0 0 0 0,0 0 0 0 0,0 0 1 0 0,0 0-1 0 0,0 0 0 0 0,0 0 0 0 0,0 0 0 0 0,0 0 1 0 0,0 0-1 0 0,0 1 0 0 0,0-1 0 0 0,1 0 1 0 0,-1 1-1 0 0,0-1 0 0 0,1 1 0 0 0,-1 0 1 0 0,3-1-1 0 0,0 0-12 0 0,1 0 0 0 0,0 1 0 0 0,-1-1 0 0 0,1 1 0 0 0,0 0 0 0 0,0 1-1 0 0,-1-1 1 0 0,1 1 0 0 0,0 0 0 0 0,-1 0 0 0 0,9 3 0 0 0,-4 1-205 0 0,-1 0-1 0 0,1 0 1 0 0,-1 1-1 0 0,0 1 1 0 0,-1-1-1 0 0,0 1 0 0 0,0 0 1 0 0,0 1-1 0 0,-1-1 1 0 0,8 14-1 0 0,-1-1-1559 0 0,-2 1-1 0 0,0 1 0 0 0,9 28 1 0 0,-13-28 129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14.272"/>
    </inkml:context>
    <inkml:brush xml:id="br0">
      <inkml:brushProperty name="width" value="0.035" units="cm"/>
      <inkml:brushProperty name="height" value="0.035" units="cm"/>
      <inkml:brushProperty name="color" value="#E71224"/>
    </inkml:brush>
  </inkml:definitions>
  <inkml:trace contextRef="#ctx0" brushRef="#br0">29 9 5617 0 0,'0'0'914'0'0,"-3"-8"3053"0"0,1 8-3865 0 0,1 0-1 0 0,0 1 1 0 0,0-1 0 0 0,0 1 0 0 0,0 0 0 0 0,0-1 0 0 0,0 1 0 0 0,0 0 0 0 0,0 0-1 0 0,0-1 1 0 0,0 1 0 0 0,0 0 0 0 0,1 0 0 0 0,-1 0 0 0 0,0 0 0 0 0,0 0 0 0 0,1 0-1 0 0,-1 0 1 0 0,1 0 0 0 0,-1 1 0 0 0,1-1 0 0 0,-1 0 0 0 0,1 2 0 0 0,-1 35 960 0 0,5-22-944 0 0,0 0-1 0 0,9 26 0 0 0,26 37-154 0 0,-38-77-38 0 0,0-2-122 0 0,-1 1 193 0 0,0 0-1 0 0,0-1 1 0 0,0 1-1 0 0,0 0 1 0 0,0-1-1 0 0,0 1 1 0 0,0 0 0 0 0,0 0-1 0 0,-1-1 1 0 0,1 1-1 0 0,0 0 1 0 0,0-1-1 0 0,-1 1 1 0 0,1 0-1 0 0,0-1 1 0 0,-1 1-1 0 0,1-1 1 0 0,0 1-1 0 0,-1 0 1 0 0,1-1 0 0 0,-1 1-1 0 0,1-1 1 0 0,-1 1-1 0 0,1-1 1 0 0,-1 0-1 0 0,1 1 1 0 0,-1-1-1 0 0,0 1 1 0 0,1-1-1 0 0,-1 0 1 0 0,1 0 0 0 0,-1 1-1 0 0,0-1 1 0 0,1 0-1 0 0,-1 0 1 0 0,0 0-1 0 0,0 0 1 0 0,1 1-1 0 0,-1-1 1 0 0,0 0-1 0 0,1 0 1 0 0,-1-1 0 0 0,0 1-1 0 0,1 0 1 0 0,-1 0-1 0 0,0 0 1 0 0,1 0-1 0 0,-1-1 1 0 0,0 1-1 0 0,1 0 1 0 0,-1 0-1 0 0,0-1 1 0 0,1 1-1 0 0,-1-1 1 0 0,0 0 0 0 0,-3 0 2 0 0,1-1 0 0 0,0 0 0 0 0,0 0 0 0 0,0 0 0 0 0,0 0 0 0 0,1-1 0 0 0,-1 1 0 0 0,0-1 0 0 0,-3-5 0 0 0,5 6 13 0 0,0 1 0 0 0,0-1 0 0 0,1 0 0 0 0,-1 1 0 0 0,1-1 0 0 0,-1 0 0 0 0,1 1 1 0 0,-1-1-1 0 0,1 0 0 0 0,0 1 0 0 0,0-1 0 0 0,0 0 0 0 0,0 0 0 0 0,0 1 0 0 0,0-1 1 0 0,1 0-1 0 0,-1 0 0 0 0,0 1 0 0 0,1-1 0 0 0,0 0 0 0 0,-1 1 0 0 0,1-1 0 0 0,0 1 1 0 0,0-1-1 0 0,0 1 0 0 0,0-1 0 0 0,2-1 0 0 0,3-4-13 0 0,0 1 0 0 0,1 0-1 0 0,0 1 1 0 0,13-8 0 0 0,-16 11 1 0 0,1-1 0 0 0,-1 0 0 0 0,0 0 0 0 0,0 0 0 0 0,0 0 0 0 0,0-1 0 0 0,-1 0 0 0 0,1 1 0 0 0,4-8 0 0 0,-8 11 1 0 0,0-1 1 0 0,0 0-1 0 0,0 0 0 0 0,0 1 0 0 0,0-1 0 0 0,0 0 0 0 0,0 0 0 0 0,0 1 1 0 0,0-1-1 0 0,0 0 0 0 0,0 1 0 0 0,-1-1 0 0 0,1 0 0 0 0,0 0 0 0 0,0 1 1 0 0,-1-1-1 0 0,1 0 0 0 0,-1 1 0 0 0,1-1 0 0 0,0 1 0 0 0,-1-1 0 0 0,1 0 1 0 0,-1 1-1 0 0,0-1 0 0 0,1 1 0 0 0,-1-1 0 0 0,1 1 0 0 0,-1 0 0 0 0,0-1 1 0 0,1 1-1 0 0,-1 0 0 0 0,0-1 0 0 0,1 1 0 0 0,-1 0 0 0 0,0 0 0 0 0,1-1 0 0 0,-1 1 1 0 0,0 0-1 0 0,0 0 0 0 0,1 0 0 0 0,-1 0 0 0 0,0 0 0 0 0,0 0 0 0 0,1 0 1 0 0,-1 0-1 0 0,-1 1 0 0 0,-35 1 30 0 0,37-2-26 0 0,1 0 0 0 0,-1 0 0 0 0,1 0 1 0 0,-1 0-1 0 0,1 0 0 0 0,-1 0 0 0 0,1 1 0 0 0,-1-1 0 0 0,1 0 0 0 0,-1 0 1 0 0,0 1-1 0 0,1-1 0 0 0,-1 0 0 0 0,1 0 0 0 0,-1 1 0 0 0,0-1 0 0 0,1 0 1 0 0,-1 1-1 0 0,0-1 0 0 0,1 1 0 0 0,-1-1 0 0 0,0 0 0 0 0,0 1 0 0 0,1-1 1 0 0,-1 1-1 0 0,0-1 0 0 0,0 1 0 0 0,0-1 0 0 0,1 1 0 0 0,-1-1 0 0 0,0 0 1 0 0,0 1-1 0 0,0-1 0 0 0,0 1 0 0 0,0-1 0 0 0,0 1 0 0 0,0-1 0 0 0,0 1 1 0 0,0-1-1 0 0,-1 1 0 0 0,1-1 0 0 0,0 1 0 0 0,0-1 0 0 0,0 1 1 0 0,0-1-1 0 0,-1 1 0 0 0,1-1 0 0 0,0 0 0 0 0,0 1 0 0 0,-1-1 0 0 0,1 1 1 0 0,0-1-1 0 0,-1 0 0 0 0,1 1 0 0 0,0-1 0 0 0,-1 0 0 0 0,1 0 0 0 0,-1 1 1 0 0,1-1-1 0 0,-1 0 0 0 0,1 0 0 0 0,0 1 0 0 0,-1-1 0 0 0,1 0 0 0 0,-1 0 1 0 0,1 0-1 0 0,-1 0 0 0 0,0 0 0 0 0,4 2 143 0 0,14 0-6041 0 0,-14-2 4290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17.657"/>
    </inkml:context>
    <inkml:brush xml:id="br0">
      <inkml:brushProperty name="width" value="0.035" units="cm"/>
      <inkml:brushProperty name="height" value="0.035" units="cm"/>
      <inkml:brushProperty name="color" value="#E71224"/>
    </inkml:brush>
  </inkml:definitions>
  <inkml:trace contextRef="#ctx0" brushRef="#br0">98 731 4868 0 0,'-27'-20'1489'0'0,"-13"-25"9412"0"0,37 42-10643 0 0,-24-32 557 0 0,27 35-802 0 0,0 0 1 0 0,0 0-1 0 0,0 0 1 0 0,0-1-1 0 0,0 1 1 0 0,-1 0-1 0 0,1 0 1 0 0,0 0-1 0 0,0-1 1 0 0,0 1-1 0 0,0 0 1 0 0,0 0-1 0 0,0 0 1 0 0,0-1-1 0 0,0 1 1 0 0,0 0-1 0 0,0 0 1 0 0,0 0-1 0 0,0-1 1 0 0,0 1-1 0 0,0 0 1 0 0,0 0-1 0 0,1 0 1 0 0,-1-1-1 0 0,0 1 1 0 0,0 0-1 0 0,0 0 1 0 0,0 0-1 0 0,0 0 1 0 0,0-1-1 0 0,0 1 1 0 0,1 0-1 0 0,-1 0 1 0 0,0 0-1 0 0,0 0 1 0 0,0 0-1 0 0,0-1 1 0 0,1 1-1 0 0,-1 0 1 0 0,0 0-1 0 0,0 0 1 0 0,0 0-1 0 0,0 0 1 0 0,1 0-1 0 0,-1 0 1 0 0,0 0-1 0 0,0 0 1 0 0,0 0-1 0 0,1 0 1 0 0,-1 0-1 0 0,0 0 1 0 0,29 8 499 0 0,4 8-44 0 0,45 29 0 0 0,4 3-90 0 0,-81-48-378 0 0,0 1 1 0 0,0-1 0 0 0,0 1-1 0 0,0 0 1 0 0,0-1 0 0 0,0 0-1 0 0,0 1 1 0 0,0-1 0 0 0,0 0-1 0 0,0 1 1 0 0,0-1 0 0 0,0 0-1 0 0,0 0 1 0 0,0 0 0 0 0,1 0-1 0 0,-1 0 1 0 0,0 0 0 0 0,0 0-1 0 0,0-1 1 0 0,0 1 0 0 0,0 0-1 0 0,0-1 1 0 0,2 0 0 0 0,-2 1 0 0 0,-1-1 0 0 0,1 0 1 0 0,0 0-1 0 0,-1 0 0 0 0,1 0 0 0 0,-1 0 1 0 0,1 0-1 0 0,-1 0 0 0 0,0 0 0 0 0,1 0 1 0 0,-1 0-1 0 0,0 0 0 0 0,0 0 0 0 0,0 0 1 0 0,0 0-1 0 0,0-1 0 0 0,0 1 1 0 0,0 0-1 0 0,0-1 0 0 0,-1-4 6 0 0,0-1-1 0 0,0 1 1 0 0,-1 0-1 0 0,0 0 1 0 0,0 0-1 0 0,-3-7 1 0 0,-2 2-3 0 0,-1 0 1 0 0,0 1-1 0 0,-1 0 1 0 0,0 0-1 0 0,-12-9 1 0 0,-19-22-3 0 0,38 39-51 0 0,2 1 52 0 0,0 1-1 0 0,-1 0 0 0 0,1-1 1 0 0,0 1-1 0 0,0-1 1 0 0,0 1-1 0 0,-1-1 0 0 0,1 1 1 0 0,0-1-1 0 0,0 1 0 0 0,0-1 1 0 0,0 0-1 0 0,0 1 1 0 0,0-1-1 0 0,0 1 0 0 0,0-1 1 0 0,0 1-1 0 0,0-1 0 0 0,0 1 1 0 0,1-1-1 0 0,-1 1 1 0 0,0-1-1 0 0,0 1 0 0 0,0-1 1 0 0,1 1-1 0 0,-1 0 1 0 0,0-1-1 0 0,1 1 0 0 0,-1-1 1 0 0,0 1-1 0 0,1 0 0 0 0,-1-1 1 0 0,0 1-1 0 0,1-1 1 0 0,-1 1-1 0 0,1 0 0 0 0,-1 0 1 0 0,1-1-1 0 0,-1 1 0 0 0,1 0 1 0 0,0-1-1 0 0,11 0-3 0 0,1-1-1 0 0,-1 2 1 0 0,0-1 0 0 0,24 4-1 0 0,1-1 17 0 0,-34-2 49 0 0,13-7-14 0 0,-14 6-51 0 0,0 0 1 0 0,0 0 0 0 0,-1 0 0 0 0,1 0 0 0 0,0 0 0 0 0,0-1-1 0 0,-1 1 1 0 0,1-1 0 0 0,-1 1 0 0 0,1-1 0 0 0,-1 1-1 0 0,0-1 1 0 0,1 0 0 0 0,-1 0 0 0 0,0 0 0 0 0,0 0 0 0 0,0 0-1 0 0,-1 0 1 0 0,1 0 0 0 0,0 0 0 0 0,-1 0 0 0 0,1 0-1 0 0,-1 0 1 0 0,0 0 0 0 0,0 0 0 0 0,0-1 0 0 0,0 1 0 0 0,0 0-1 0 0,0 0 1 0 0,-1 0 0 0 0,1 0 0 0 0,0 0 0 0 0,-1 0-1 0 0,0 0 1 0 0,0 0 0 0 0,1 0 0 0 0,-1 0 0 0 0,0 0 0 0 0,-1 0-1 0 0,1 0 1 0 0,0 0 0 0 0,-2-1 0 0 0,-6-9-12 0 0,0 1 0 0 0,-1 0 0 0 0,-1 0 0 0 0,-19-15 0 0 0,24 21-5 0 0,4 3-33 0 0,2 1 51 0 0,0 0 1 0 0,0 0-1 0 0,1-1 0 0 0,-1 1 1 0 0,0 0-1 0 0,1 0 0 0 0,-1 0 1 0 0,1 0-1 0 0,0 0 0 0 0,-1 0 1 0 0,1 0-1 0 0,0 0 0 0 0,-1 0 1 0 0,1 0-1 0 0,0 0 0 0 0,0 0 1 0 0,0 0-1 0 0,0 1 0 0 0,2-2 1 0 0,32-6 57 0 0,-31 8-83 0 0,-1 0 0 0 0,1 0 0 0 0,-1-1 0 0 0,1 1 0 0 0,-1-1 0 0 0,0 0 0 0 0,1 0 0 0 0,-1 0 0 0 0,0-1 0 0 0,0 1 0 0 0,1-1 0 0 0,-1 0 0 0 0,0 1 0 0 0,0-1 0 0 0,-1-1 0 0 0,1 1 0 0 0,0 0 0 0 0,2-4 0 0 0,-3 4-106 0 0,0-1 1 0 0,0 0-1 0 0,0 0 1 0 0,0 0-1 0 0,-1 0 1 0 0,1 0-1 0 0,-1-1 0 0 0,0 1 1 0 0,0 0-1 0 0,0-1 1 0 0,0 1-1 0 0,-1 0 1 0 0,1-1-1 0 0,-1 1 1 0 0,0-1-1 0 0,0 1 1 0 0,-1-5-1 0 0,0-2-535 0 0,-1 1 0 0 0,-1-1 0 0 0,1 0 0 0 0,-6-10 0 0 0,7 17 243 0 0,0-3-859 0 0,0 5 1395 0 0,1 1 0 0 0,-1-1 0 0 0,1 0 0 0 0,0 1 0 0 0,0-1 0 0 0,-1 0 0 0 0,1 1 0 0 0,0-1 0 0 0,0 0 1 0 0,0 1-1 0 0,0-1 0 0 0,0 0 0 0 0,0 1 0 0 0,0-1 0 0 0,0 0 0 0 0,0 1 0 0 0,0-1 0 0 0,0 0 0 0 0,0 1 0 0 0,0-1 0 0 0,1 0 1 0 0,-1 1-1 0 0,0-1 0 0 0,0 0 0 0 0,1 1 0 0 0,-1-1 0 0 0,1 0 0 0 0,-1 1 0 0 0,0-1 0 0 0,1 1 0 0 0,-1-1 0 0 0,1 1 0 0 0,-1-1 0 0 0,1 1 1 0 0,0 0-1 0 0,-1-1 0 0 0,1 1 0 0 0,-1-1 0 0 0,1 1 0 0 0,0 0 0 0 0,76-19-4543 0 0,-72 18 3602 0 0,23-21-5308 0 0,-27 19 6052 0 0,-1-1 0 0 0,1 0 0 0 0,-1 0-1 0 0,0 0 1 0 0,0 0 0 0 0,0 1 0 0 0,0-1-1 0 0,-1 0 1 0 0,-1-6 0 0 0,0 1 829 0 0,2 7 128 0 0,0-5 1194 0 0,1-27 8768 0 0,-1 28-9923 0 0,1 5-854 0 0,5-4-387 0 0,5-5-7280 0 0,-7 9 5073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0.736"/>
    </inkml:context>
    <inkml:brush xml:id="br0">
      <inkml:brushProperty name="width" value="0.035" units="cm"/>
      <inkml:brushProperty name="height" value="0.035" units="cm"/>
      <inkml:brushProperty name="color" value="#E71224"/>
    </inkml:brush>
  </inkml:definitions>
  <inkml:trace contextRef="#ctx0" brushRef="#br0">355 99 6785 0 0,'0'0'193'0'0,"29"-26"4773"0"0,-29 25-4781 0 0,1 0-1 0 0,0 0 0 0 0,-1-1 1 0 0,1 1-1 0 0,-1 0 0 0 0,0 0 1 0 0,1-1-1 0 0,-1 1 0 0 0,0 0 0 0 0,0-1 1 0 0,0 1-1 0 0,0 0 0 0 0,0 0 1 0 0,0-1-1 0 0,0 1 0 0 0,0 0 1 0 0,-1-1-1 0 0,1 1 0 0 0,0 0 0 0 0,-1 0 1 0 0,1-1-1 0 0,-1 1 0 0 0,1 0 1 0 0,-1 0-1 0 0,0 0 0 0 0,1 0 1 0 0,-1 0-1 0 0,0-1 0 0 0,0 2 1 0 0,0-1-1 0 0,0 0 0 0 0,0 0 0 0 0,0 0 1 0 0,-2-1-1 0 0,1 0 180 0 0,-4-2-78 0 0,-1-1 0 0 0,1 1 1 0 0,-1 1-1 0 0,0-1 0 0 0,-1 1 0 0 0,-7-3 1 0 0,6 7-139 0 0,-1 0 0 0 0,1 0 1 0 0,0 0-1 0 0,0 1 0 0 0,0 0 1 0 0,0 1-1 0 0,1 0 0 0 0,-1 1 1 0 0,1-1-1 0 0,-1 2 0 0 0,1-1 1 0 0,1 1-1 0 0,-1 0 0 0 0,1 1 1 0 0,-1 0-1 0 0,1 0 0 0 0,1 0 1 0 0,0 1-1 0 0,-6 8 0 0 0,-3 3 102 0 0,1 1 0 0 0,0 0 0 0 0,2 1 0 0 0,0 0 0 0 0,2 1-1 0 0,-13 35 1 0 0,9-14-224 0 0,-11 49 0 0 0,22-76-30 0 0,1 0 1 0 0,0 1 0 0 0,1-1 0 0 0,1 0-1 0 0,0 0 1 0 0,1 0 0 0 0,3 17 0 0 0,0-14-3 0 0,0 0 1 0 0,1-1-1 0 0,0 1 1 0 0,2-1-1 0 0,0 0 1 0 0,1-1-1 0 0,0 1 1 0 0,1-2 0 0 0,1 1-1 0 0,18 21 1 0 0,-24-33-11 0 0,0-1 0 0 0,0 0 1 0 0,0 1-1 0 0,1-2 0 0 0,-1 1 1 0 0,1 0-1 0 0,0-1 1 0 0,-1 0-1 0 0,1 0 0 0 0,0 0 1 0 0,0-1-1 0 0,0 0 0 0 0,0 1 1 0 0,1-2-1 0 0,-1 1 0 0 0,0-1 1 0 0,0 0-1 0 0,0 0 1 0 0,1 0-1 0 0,-1-1 0 0 0,0 1 1 0 0,0-1-1 0 0,0-1 0 0 0,0 1 1 0 0,0-1-1 0 0,0 0 0 0 0,0 0 1 0 0,0 0-1 0 0,-1 0 1 0 0,1-1-1 0 0,-1 0 0 0 0,6-5 1 0 0,-7 5-78 0 0,0-1 0 0 0,0 1 0 0 0,-1-1 1 0 0,1 0-1 0 0,-1 0 0 0 0,0 0 1 0 0,0 0-1 0 0,0 0 0 0 0,-1-1 1 0 0,1 1-1 0 0,-1-1 0 0 0,0 1 0 0 0,-1-1 1 0 0,1 1-1 0 0,-1-1 0 0 0,1 1 1 0 0,-1-1-1 0 0,-1 0 0 0 0,0-5 0 0 0,-2-9-18 0 0,0 0-1 0 0,-2 0 0 0 0,-7-19 0 0 0,6 19 25 0 0,5 15 88 0 0,0 0-1 0 0,0 1 1 0 0,0-1 0 0 0,1 0 0 0 0,-1 0 0 0 0,1 0 0 0 0,0 0 0 0 0,0 0 0 0 0,1 1-1 0 0,-1-1 1 0 0,1 0 0 0 0,-1 0 0 0 0,1 0 0 0 0,0 1 0 0 0,1-1 0 0 0,-1 0 0 0 0,1 1-1 0 0,-1-1 1 0 0,1 1 0 0 0,0 0 0 0 0,1-1 0 0 0,-1 1 0 0 0,5-4 0 0 0,-3 2 62 0 0,1 1 0 0 0,1 0 1 0 0,-1 0-1 0 0,0 1 1 0 0,1 0-1 0 0,0 0 0 0 0,-1 0 1 0 0,1 1-1 0 0,0 0 0 0 0,1 0 1 0 0,-1 0-1 0 0,11-1 0 0 0,-13 3 17 0 0,0-1 0 0 0,0 1 0 0 0,0 1 0 0 0,1-1 0 0 0,-1 0 0 0 0,0 1-1 0 0,0 0 1 0 0,0 0 0 0 0,0 0 0 0 0,-1 1 0 0 0,1-1 0 0 0,0 1-1 0 0,0 0 1 0 0,-1 0 0 0 0,1 0 0 0 0,-1 1 0 0 0,0-1 0 0 0,1 1 0 0 0,-1 0-1 0 0,-1 0 1 0 0,1 0 0 0 0,0 0 0 0 0,-1 0 0 0 0,1 0 0 0 0,-1 1-1 0 0,0-1 1 0 0,0 1 0 0 0,0 0 0 0 0,2 7 0 0 0,0-1 51 0 0,-1 0 0 0 0,0 0 0 0 0,0 1 1 0 0,-1 0-1 0 0,0-1 0 0 0,-1 1 0 0 0,0 0 0 0 0,-1-1 0 0 0,-2 22 0 0 0,-19 57-320 0 0,0-35-3859 0 0,20-52 2459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1.366"/>
    </inkml:context>
    <inkml:brush xml:id="br0">
      <inkml:brushProperty name="width" value="0.035" units="cm"/>
      <inkml:brushProperty name="height" value="0.035" units="cm"/>
      <inkml:brushProperty name="color" value="#E71224"/>
    </inkml:brush>
  </inkml:definitions>
  <inkml:trace contextRef="#ctx0" brushRef="#br0">160 296 7701 0 0,'-4'0'172'0'0,"2"-1"-134"0"0,-7 0 299 0 0,0-1-1 0 0,1 0 0 0 0,-1-1 0 0 0,1 1 1 0 0,0-2-1 0 0,-14-6 0 0 0,20 8-268 0 0,0 1-1 0 0,0-1 1 0 0,0 0-1 0 0,0 0 1 0 0,1 0-1 0 0,-1 0 1 0 0,0 0-1 0 0,1 0 1 0 0,0 0 0 0 0,-1-1-1 0 0,1 1 1 0 0,0 0-1 0 0,0-1 1 0 0,1 1-1 0 0,-1-1 1 0 0,0 1-1 0 0,1-1 1 0 0,-1 1-1 0 0,1-1 1 0 0,0 1-1 0 0,0-1 1 0 0,0 0-1 0 0,0 1 1 0 0,0-1-1 0 0,1 1 1 0 0,-1-1 0 0 0,1 1-1 0 0,0-1 1 0 0,1-2-1 0 0,3-18 1434 0 0,2 1 0 0 0,0 0 0 0 0,12-23 0 0 0,-15 38-1110 0 0,0 0 1 0 0,1 0-1 0 0,0 0 1 0 0,0 0-1 0 0,1 1 0 0 0,-1 0 1 0 0,2 0-1 0 0,-1 0 0 0 0,0 1 1 0 0,1 0-1 0 0,13-7 0 0 0,-18 11-339 0 0,1 0-1 0 0,0 0 1 0 0,0 0-1 0 0,0 1 1 0 0,0-1-1 0 0,0 1 1 0 0,0-1 0 0 0,0 1-1 0 0,0 0 1 0 0,0 1-1 0 0,0-1 1 0 0,0 0-1 0 0,0 1 1 0 0,0 0-1 0 0,0-1 1 0 0,0 1-1 0 0,-1 0 1 0 0,1 1-1 0 0,0-1 1 0 0,0 0-1 0 0,-1 1 1 0 0,1 0-1 0 0,3 2 1 0 0,7 6 91 0 0,-1 0 1 0 0,22 23-1 0 0,-29-28-116 0 0,7 8 79 0 0,-1 1 0 0 0,0 0 1 0 0,-1 1-1 0 0,-1 0 0 0 0,0 0 0 0 0,-1 1 1 0 0,0 1-1 0 0,-2-1 0 0 0,0 1 0 0 0,-1 0 0 0 0,0 0 1 0 0,-1 1-1 0 0,-1-1 0 0 0,0 25 0 0 0,-3-32-104 0 0,-1 1-1 0 0,-1-1 0 0 0,0 0 1 0 0,-1 0-1 0 0,0 0 0 0 0,0 0 0 0 0,-1 0 1 0 0,0-1-1 0 0,-1 0 0 0 0,0 0 0 0 0,0 0 1 0 0,-1 0-1 0 0,0-1 0 0 0,-15 15 1 0 0,9-10-314 0 0,-2 0 1 0 0,0-1 0 0 0,0-1-1 0 0,-1 0 1 0 0,0-1 0 0 0,-1-1-1 0 0,-29 13 1 0 0,37-19-130 0 0,0-1 0 0 0,0 0-1 0 0,-1 0 1 0 0,1-1 0 0 0,-1 0 0 0 0,1 0 0 0 0,-1-1 0 0 0,0 0-1 0 0,1-1 1 0 0,-1 0 0 0 0,-13-3 0 0 0,17 3-76 0 0,0 0 0 0 0,-1-1 0 0 0,1 1 1 0 0,0-1-1 0 0,0 0 0 0 0,0-1 0 0 0,0 1 0 0 0,1-1 0 0 0,-1 0 0 0 0,1 0 1 0 0,-1-1-1 0 0,1 1 0 0 0,0-1 0 0 0,1 0 0 0 0,-1 0 0 0 0,0 0 0 0 0,1-1 1 0 0,-5-8-1 0 0,3 0-1251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1.723"/>
    </inkml:context>
    <inkml:brush xml:id="br0">
      <inkml:brushProperty name="width" value="0.035" units="cm"/>
      <inkml:brushProperty name="height" value="0.035" units="cm"/>
      <inkml:brushProperty name="color" value="#E71224"/>
    </inkml:brush>
  </inkml:definitions>
  <inkml:trace contextRef="#ctx0" brushRef="#br0">4 44 9881 0 0,'-4'-43'13925'0'0,"6"44"-13836"0"0,0 0 0 0 0,0 1 0 0 0,0 0 0 0 0,0-1 0 0 0,-1 1 0 0 0,1 0 0 0 0,-1 0 0 0 0,1 0 0 0 0,-1 0 0 0 0,1 0 0 0 0,-1 0 0 0 0,0 0 0 0 0,0 0 0 0 0,0 1 0 0 0,0 2 0 0 0,13 38 682 0 0,-14-42-744 0 0,8 36 569 0 0,-3-1 0 0 0,3 47-1 0 0,-6-44-301 0 0,15 72-1 0 0,-11-89-813 0 0,1 4-3010 0 0,-4 0-6097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2.078"/>
    </inkml:context>
    <inkml:brush xml:id="br0">
      <inkml:brushProperty name="width" value="0.035" units="cm"/>
      <inkml:brushProperty name="height" value="0.035" units="cm"/>
      <inkml:brushProperty name="color" value="#E71224"/>
    </inkml:brush>
  </inkml:definitions>
  <inkml:trace contextRef="#ctx0" brushRef="#br0">1 1 11205 0 0,'1'0'469'0'0,"1"-1"1"0"0,-1 1-1 0 0,1 0 1 0 0,-1 0-1 0 0,1 0 0 0 0,0 0 1 0 0,-1 0-1 0 0,1 1 1 0 0,-1-1-1 0 0,1 0 1 0 0,-1 1-1 0 0,1-1 0 0 0,-1 1 1 0 0,1-1-1 0 0,-1 1 1 0 0,1 0-1 0 0,-1 0 0 0 0,1 0 1 0 0,-1-1-1 0 0,0 1 1 0 0,2 2-1 0 0,0 1-180 0 0,0-1 0 0 0,0 0 0 0 0,-1 1 0 0 0,1 0 0 0 0,-1 0 0 0 0,0 0 0 0 0,0 0-1 0 0,1 4 1 0 0,0 2-201 0 0,0-1-1 0 0,-1 1 0 0 0,0-1 0 0 0,0 1 1 0 0,-1 0-1 0 0,0-1 0 0 0,-1 13 0 0 0,-1-10-136 0 0,-1 0 0 0 0,0-1 0 0 0,0 1-1 0 0,-8 20 1 0 0,-9-1-3250 0 0,-11-5-4955 0 0,27-24 5612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5.098"/>
    </inkml:context>
    <inkml:brush xml:id="br0">
      <inkml:brushProperty name="width" value="0.035" units="cm"/>
      <inkml:brushProperty name="height" value="0.035" units="cm"/>
      <inkml:brushProperty name="color" value="#E71224"/>
    </inkml:brush>
  </inkml:definitions>
  <inkml:trace contextRef="#ctx0" brushRef="#br0">70 47 9833 0 0,'0'0'9967'0'0,"-2"-18"-6836"0"0,2 17-3001 0 0,0-1-1 0 0,0 1 1 0 0,0 0 0 0 0,0-1 0 0 0,1 1 0 0 0,-1 0-1 0 0,0 0 1 0 0,1-1 0 0 0,-1 1 0 0 0,1 0 0 0 0,-1 0 0 0 0,1-1-1 0 0,0 1 1 0 0,-1 0 0 0 0,1 0 0 0 0,0 0 0 0 0,0 0-1 0 0,0 0 1 0 0,-1 0 0 0 0,1 0 0 0 0,0 0 0 0 0,1 1 0 0 0,0-2-1 0 0,-1 2-31 0 0,0 0 1 0 0,0 0-1 0 0,1 0 0 0 0,-1 0 0 0 0,0 0 0 0 0,0 0 0 0 0,0 0 0 0 0,1 1 0 0 0,-1-1 0 0 0,0 0 0 0 0,0 1 1 0 0,0-1-1 0 0,0 1 0 0 0,0-1 0 0 0,0 1 0 0 0,0 0 0 0 0,0-1 0 0 0,0 1 0 0 0,2 1 0 0 0,2 3 157 0 0,0 1 1 0 0,0-1-1 0 0,0 1 0 0 0,-1-1 0 0 0,0 1 0 0 0,0 1 0 0 0,5 10 0 0 0,-3-5-83 0 0,-2 0 0 0 0,0 0 0 0 0,0 0 0 0 0,-1 0 0 0 0,-1 1 0 0 0,2 18 0 0 0,-4-23-157 0 0,-1 1 0 0 0,0-1-1 0 0,0 0 1 0 0,-1 1 0 0 0,0-1 0 0 0,0 0-1 0 0,-1 0 1 0 0,0 0 0 0 0,0 0 0 0 0,-9 13 0 0 0,5-9-488 0 0,0-1 0 0 0,-1 0 0 0 0,0 0 0 0 0,-1-1 0 0 0,-20 18 0 0 0,18-19-1756 0 0,0-1 0 0 0,0 0 0 0 0,-16 8 0 0 0,11-7-1452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7.840"/>
    </inkml:context>
    <inkml:brush xml:id="br0">
      <inkml:brushProperty name="width" value="0.035" units="cm"/>
      <inkml:brushProperty name="height" value="0.035" units="cm"/>
      <inkml:brushProperty name="color" value="#E71224"/>
    </inkml:brush>
  </inkml:definitions>
  <inkml:trace contextRef="#ctx0" brushRef="#br0">32 226 11453 0 0,'-1'-18'97'0'0,"0"9"-1792"0"0,-6-17 6111 0 0,-2 8 846 0 0,9 17-5214 0 0,0 1 1 0 0,0 0 0 0 0,0 0 0 0 0,0-1 0 0 0,0 1-1 0 0,-1 0 1 0 0,1 0 0 0 0,0-1 0 0 0,0 1 0 0 0,0 0 0 0 0,0 0-1 0 0,-1 0 1 0 0,1 0 0 0 0,0-1 0 0 0,0 1 0 0 0,-1 0-1 0 0,1 0 1 0 0,0 0 0 0 0,0 0 0 0 0,-1 0 0 0 0,1-1-1 0 0,0 1 1 0 0,0 0 0 0 0,-1 0 0 0 0,1 0 0 0 0,0 0 0 0 0,0 0-1 0 0,-1 0 1 0 0,1 0 0 0 0,0 0 0 0 0,-1 0 0 0 0,1 0-1 0 0,0 0 1 0 0,0 0 0 0 0,-1 0 0 0 0,1 0 0 0 0,0 1-1 0 0,0-1 1 0 0,-1 0 0 0 0,1 0 0 0 0,0 0 0 0 0,-1 2-1 0 0,0-1 0 0 0,1 1 0 0 0,-1 0 0 0 0,1-1 0 0 0,-1 1 0 0 0,1 0 0 0 0,0 0 0 0 0,-1-1 0 0 0,1 1 0 0 0,0 0 0 0 0,0 0 0 0 0,0-1 0 0 0,1 1 0 0 0,-1 0 0 0 0,0-1 0 0 0,1 1 0 0 0,0 2 0 0 0,10 35 406 0 0,-10-34-369 0 0,21 84 525 0 0,-3 1-1 0 0,6 104 0 0 0,-24-189-605 0 0,4 59-117 0 0,11-123-22 0 0,-12-5 86 0 0,-3 0 0 0 0,-12-113-1 0 0,-38-123 140 0 0,49 300-84 0 0,0 0-1 0 0,1 0 1 0 0,-1 0 0 0 0,0 0 0 0 0,0 1 0 0 0,0-1 0 0 0,0 0 0 0 0,1 0 0 0 0,-1 0 0 0 0,0 0 0 0 0,0 0 0 0 0,0 0 0 0 0,1 0 0 0 0,-1 0 0 0 0,0 0 0 0 0,0 0 0 0 0,0 0 0 0 0,1 0 0 0 0,-1 0 0 0 0,0 0 0 0 0,0 0 0 0 0,0-1 0 0 0,0 1-1 0 0,1 0 1 0 0,-1 0 0 0 0,0 0 0 0 0,0 0 0 0 0,0 0 0 0 0,0 0 0 0 0,1 0 0 0 0,-1 0 0 0 0,0-1 0 0 0,0 1 0 0 0,0 0 0 0 0,0 0 0 0 0,0 0 0 0 0,0 0 0 0 0,1-1 0 0 0,-1 1 0 0 0,0 0 0 0 0,0 0 0 0 0,0 0 0 0 0,0 0 0 0 0,0-1-1 0 0,0 1 1 0 0,0 0 0 0 0,0 0 0 0 0,0 0 0 0 0,0-1 0 0 0,0 1 0 0 0,0 0 0 0 0,0 0 0 0 0,0 0 0 0 0,0-1 0 0 0,0 1 0 0 0,0 0 0 0 0,0 0 0 0 0,0 0 0 0 0,0-1 0 0 0,21 24 196 0 0,22 38 17 0 0,12 36-17 0 0,64 105 20 0 0,-110-187-242 0 0,1 0 1 0 0,1 0-1 0 0,1-1 0 0 0,-1 0 0 0 0,21 16 0 0 0,-32-29 21 0 0,1-1-1 0 0,0 1 1 0 0,0 0-1 0 0,0-1 1 0 0,0 1-1 0 0,-1-1 1 0 0,1 0-1 0 0,0 1 1 0 0,0-1-1 0 0,0 0 1 0 0,0 1-1 0 0,0-1 1 0 0,0 0-1 0 0,0 0 1 0 0,0 0-1 0 0,0 0 1 0 0,0 0-1 0 0,0 0 1 0 0,0 0-1 0 0,0 0 1 0 0,0-1 0 0 0,0 1-1 0 0,0 0 1 0 0,0 0-1 0 0,0-1 1 0 0,0 1-1 0 0,0-1 1 0 0,1 0-1 0 0,1-1 3 0 0,-1 0 0 0 0,0-1 0 0 0,0 1 0 0 0,0 0 0 0 0,0-1-1 0 0,0 0 1 0 0,0 1 0 0 0,-1-1 0 0 0,3-4 0 0 0,2-8 26 0 0,0 0-1 0 0,5-27 1 0 0,-10 40-24 0 0,17-85-50 0 0,9-105 0 0 0,-26 188-27 0 0,0-18-27 0 0,3 14 139 0 0,0 18-15 0 0,42 268 582 0 0,-43-260-777 0 0,0-1-1 0 0,2 0 1 0 0,0 0-1 0 0,0 0 1 0 0,10 18-1 0 0,-14-33-447 0 0,12 6-2834 0 0,-12-7 3280 0 0,-1 0 1 0 0,1 0 0 0 0,0 0-1 0 0,0 0 1 0 0,0 0-1 0 0,0-1 1 0 0,0 1 0 0 0,0 0-1 0 0,0-1 1 0 0,0 1 0 0 0,0-1-1 0 0,0 1 1 0 0,0-1-1 0 0,0 1 1 0 0,1-1 0 0 0,-1 0-1 0 0,0 0 1 0 0,0 1 0 0 0,2-1-1 0 0,1-1-217 0 0,1-1 0 0 0,-1 1 0 0 0,0-1 0 0 0,1 0 0 0 0,-1 0 0 0 0,0 0 0 0 0,0-1-1 0 0,0 0 1 0 0,-1 1 0 0 0,1-1 0 0 0,-1 0 0 0 0,1-1 0 0 0,-1 1 0 0 0,0-1 0 0 0,3-5 0 0 0,42-65-2585 0 0,-42 64 2656 0 0,44-81 5539 0 0,-47 86-2971 0 0,0 1 319 0 0,-8 21-1286 0 0,3-6-938 0 0,-1 1 1 0 0,1 0-1 0 0,1 0 1 0 0,0 20-1 0 0,4 1-7197 0 0,-3-33 6746 0 0,0 0-1 0 0,0 1 0 0 0,0-1 1 0 0,0 0-1 0 0,0 0 0 0 0,0 0 0 0 0,0 1 1 0 0,0-1-1 0 0,0 0 0 0 0,0 0 1 0 0,0 0-1 0 0,0 1 0 0 0,0-1 1 0 0,0 0-1 0 0,1 0 0 0 0,-1 0 0 0 0,0 1 1 0 0,0-1-1 0 0,0 0 0 0 0,0 0 1 0 0,0 0-1 0 0,0 0 0 0 0,1 0 1 0 0,-1 1-1 0 0,0-1 0 0 0,0 0 0 0 0,0 0 1 0 0,1 0-1 0 0,-1 0 0 0 0,0 0 1 0 0,0 0-1 0 0,0 0 0 0 0,0 0 1 0 0,1 0-1 0 0,-1 0 0 0 0,0 1 1 0 0,0-1-1 0 0,1 0 0 0 0,-1 0 0 0 0,0 0 1 0 0,0 0-1 0 0,0 0 0 0 0,1-1 1 0 0,-1 1-1 0 0,0 0 0 0 0,0 0 1 0 0,0 0-1 0 0,1 0 0 0 0,-1 0 0 0 0,0 0 1 0 0,0 0-1 0 0,0 0 0 0 0,1 0 1 0 0,-1 0-1 0 0,0-1 0 0 0,0 1 1 0 0,0 0-1 0 0,0 0 0 0 0,0 0 0 0 0,1 0 1 0 0,-1-1-1 0 0,0 1 0 0 0,0 0 1 0 0,0 0-1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8.212"/>
    </inkml:context>
    <inkml:brush xml:id="br0">
      <inkml:brushProperty name="width" value="0.035" units="cm"/>
      <inkml:brushProperty name="height" value="0.035" units="cm"/>
      <inkml:brushProperty name="color" value="#E71224"/>
    </inkml:brush>
  </inkml:definitions>
  <inkml:trace contextRef="#ctx0" brushRef="#br0">30 36 9541 0 0,'-6'-29'1190'0'0,"2"22"3294"0"0,2 10-4541 0 0,-1 0 1 0 0,2-1-1 0 0,-1 1 1 0 0,0 0-1 0 0,0 0 1 0 0,1 0-1 0 0,0 0 1 0 0,-1 1-1 0 0,1-1 1 0 0,0 0-1 0 0,1 0 1 0 0,-1 1-1 0 0,1-1 1 0 0,-1 0-1 0 0,1 1 1 0 0,0 6-1 0 0,0-3-338 0 0,0 1 0 0 0,1-1 0 0 0,-1 0 0 0 0,1 1 0 0 0,1-1 0 0 0,-1 0 0 0 0,4 9 0 0 0,10 8-2266 0 0,-8-12 1073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8.912"/>
    </inkml:context>
    <inkml:brush xml:id="br0">
      <inkml:brushProperty name="width" value="0.035" units="cm"/>
      <inkml:brushProperty name="height" value="0.035" units="cm"/>
      <inkml:brushProperty name="color" value="#E71224"/>
    </inkml:brush>
  </inkml:definitions>
  <inkml:trace contextRef="#ctx0" brushRef="#br0">0 355 8825 0 0,'0'0'2053'0'0,"19"4"-361"0"0,1 23 849 0 0,-19-25-2490 0 0,-1 0 1 0 0,1-1 0 0 0,0 1-1 0 0,-1 0 1 0 0,1-1-1 0 0,0 1 1 0 0,0-1 0 0 0,0 1-1 0 0,0-1 1 0 0,0 0 0 0 0,0 1-1 0 0,1-1 1 0 0,-1 0-1 0 0,0 0 1 0 0,1 0 0 0 0,-1 1-1 0 0,1-2 1 0 0,-1 1-1 0 0,1 0 1 0 0,-1 0 0 0 0,1 0-1 0 0,0-1 1 0 0,-1 1 0 0 0,1-1-1 0 0,3 1 1 0 0,-2-3 29 0 0,-1 0 1 0 0,1 0 0 0 0,-1 0-1 0 0,0 0 1 0 0,0-1 0 0 0,0 1-1 0 0,0-1 1 0 0,0 0 0 0 0,-1 1-1 0 0,1-1 1 0 0,-1 0 0 0 0,0 0-1 0 0,1 0 1 0 0,0-6 0 0 0,-1 6 1879 0 0,0 3-1951 0 0,-1-1 0 0 0,1 1 1 0 0,-1 0-1 0 0,1-1 0 0 0,-1 1 0 0 0,1-1 0 0 0,0 1 0 0 0,-1 0 1 0 0,1-1-1 0 0,-1 0 0 0 0,0 1 0 0 0,1-1 0 0 0,-1 1 0 0 0,1-1 1 0 0,-1 1-1 0 0,0-1 0 0 0,0 0 0 0 0,1 1 0 0 0,-1-1 0 0 0,0 0 0 0 0,0-1 1 0 0,0 2-10 0 0,0-1 1 0 0,0 1 0 0 0,0-1 0 0 0,0 1-1 0 0,1-1 1 0 0,-1 1 0 0 0,0-1 0 0 0,0 1-1 0 0,0-1 1 0 0,0 1 0 0 0,0-1 0 0 0,1 1-1 0 0,-1 0 1 0 0,0-1 0 0 0,0 1 0 0 0,1-1-1 0 0,-1 1 1 0 0,0 0 0 0 0,1-1 0 0 0,-1 1-1 0 0,1 0 1 0 0,-1-1 0 0 0,0 1 0 0 0,1 0-1 0 0,-1-1 1 0 0,1 1 0 0 0,-1 0 0 0 0,0 0-1 0 0,1 0 1 0 0,-1-1 0 0 0,1 1 0 0 0,-1 0-1 0 0,1 0 1 0 0,-1 0 0 0 0,1 0 0 0 0,-1 0-1 0 0,1 0 1 0 0,-1 0 0 0 0,1 0 0 0 0,-1 0-1 0 0,1 0 1 0 0,-1 0 0 0 0,1 0 0 0 0,-1 1-1 0 0,1-1 1 0 0,-1 0 0 0 0,1 0 0 0 0,-1 0-1 0 0,1 1 1 0 0,-1-1 0 0 0,0 0 0 0 0,1 0-1 0 0,-1 1 1 0 0,0-1 0 0 0,1 0 0 0 0,-1 1-1 0 0,1-1 1 0 0,-1 0 0 0 0,0 1 0 0 0,0-1-1 0 0,1 1 1 0 0,-1-1 0 0 0,0 1 0 0 0,0-1-1 0 0,0 1 1 0 0,1 0 0 0 0,7 7 12 0 0,-3-3-13 0 0,-1 0 1 0 0,1 0-1 0 0,0-1 0 0 0,0 0 0 0 0,0 0 1 0 0,1 0-1 0 0,7 3 0 0 0,-11-6-1 0 0,0-1-1 0 0,0 1 1 0 0,1-1-1 0 0,-1 1 1 0 0,0-1 0 0 0,0 0-1 0 0,1 0 1 0 0,-1 0-1 0 0,0 0 1 0 0,0-1 0 0 0,0 1-1 0 0,1-1 1 0 0,-1 1-1 0 0,0-1 1 0 0,0 0 0 0 0,0 1-1 0 0,0-1 1 0 0,0 0-1 0 0,0-1 1 0 0,0 1 0 0 0,0 0-1 0 0,-1 0 1 0 0,1-1-1 0 0,0 1 1 0 0,-1-1 0 0 0,3-2-1 0 0,4-4 7 0 0,-1 0 0 0 0,0-1 0 0 0,-1 1 0 0 0,7-12 1 0 0,-5-3 3491 0 0,-8 22-3486 0 0,0 1 1 0 0,0-1-1 0 0,0 1 0 0 0,0-1 0 0 0,1 1 1 0 0,-1-1-1 0 0,0 1 0 0 0,0-1 0 0 0,0 1 1 0 0,1 0-1 0 0,-1-1 0 0 0,0 1 0 0 0,1-1 1 0 0,-1 1-1 0 0,0 0 0 0 0,1-1 0 0 0,-1 1 0 0 0,1 0 1 0 0,-1 0-1 0 0,0-1 0 0 0,1 1 0 0 0,-1 0 1 0 0,1 0-1 0 0,-1 0 0 0 0,1-1 0 0 0,-1 1 1 0 0,1 0-1 0 0,-1 0 0 0 0,1 0 0 0 0,-1 0 1 0 0,1 0-1 0 0,-1 0 0 0 0,1 0 0 0 0,-1 0 1 0 0,1 0-1 0 0,-1 0 0 0 0,1 0 0 0 0,-1 0 1 0 0,1 1-1 0 0,-1-1 0 0 0,0 0 0 0 0,1 0 0 0 0,0 1 1 0 0,21 8 180 0 0,-8 3 606 0 0,24 16-3810 0 0,-36-27 2731 0 0,0-1 1 0 0,0 1-1 0 0,0 0 0 0 0,0-1 0 0 0,1 0 1 0 0,-1 1-1 0 0,0-1 0 0 0,0 0 0 0 0,1 0 1 0 0,-1 0-1 0 0,0-1 0 0 0,0 1 0 0 0,0 0 1 0 0,0-1-1 0 0,1 1 0 0 0,-1-1 0 0 0,0 0 1 0 0,0 0-1 0 0,0 0 0 0 0,2-1 0 0 0,4-3-1145 0 0,0 0-1 0 0,0-1 1 0 0,0 1-1 0 0,-1-1 0 0 0,0-1 1 0 0,9-9-1 0 0,-11 9 1048 0 0,0 0-1 0 0,0 0 0 0 0,0-1 1 0 0,-1 0-1 0 0,-1 1 1 0 0,4-10-1 0 0,-1-5 1575 0 0,0-1 0 0 0,-2 0 0 0 0,-1 0 0 0 0,1-28 0 0 0,2-14 1738 0 0,-6 64-2481 0 0,0-1 0 0 0,0 1 0 0 0,0 0-1 0 0,0 0 1 0 0,0 0 0 0 0,0 0-1 0 0,0-1 1 0 0,1 1 0 0 0,-1 0-1 0 0,0 0 1 0 0,1 0 0 0 0,-1 0-1 0 0,1 0 1 0 0,-1 0 0 0 0,1 0-1 0 0,-1 0 1 0 0,1 0 0 0 0,0 0-1 0 0,-1 0 1 0 0,1 0 0 0 0,0 0 0 0 0,2-1-1 0 0,-2 3-322 0 0,0-1 0 0 0,-1 0 0 0 0,1 0 0 0 0,0 1 0 0 0,0-1 0 0 0,0 1 0 0 0,0-1 0 0 0,-1 1 0 0 0,1-1-1 0 0,0 1 1 0 0,0 0 0 0 0,-1-1 0 0 0,1 1 0 0 0,0 0 0 0 0,-1 0 0 0 0,1-1 0 0 0,-1 1 0 0 0,1 0 0 0 0,-1 0 0 0 0,1 1 0 0 0,4 7-29 0 0,0 1 1 0 0,-1-1-1 0 0,-1 1 1 0 0,4 13-1 0 0,7 86 1923 0 0,-11-71-1325 0 0,15 67 1 0 0,-15-94-677 0 0,0 0 1 0 0,1 0 0 0 0,1 0 0 0 0,0 0 0 0 0,0-1 0 0 0,1 1 0 0 0,0-1 0 0 0,1-1 0 0 0,0 1 0 0 0,9 9-1 0 0,-14-17-53 0 0,0 0-1 0 0,0 0 1 0 0,0 0-1 0 0,0-1 1 0 0,0 1-1 0 0,0 0 1 0 0,1-1-1 0 0,-1 1 1 0 0,1-1 0 0 0,-1 0-1 0 0,1 0 1 0 0,0 0-1 0 0,-1 0 1 0 0,1 0-1 0 0,0-1 1 0 0,-1 1-1 0 0,1-1 1 0 0,0 0-1 0 0,0 0 1 0 0,0 0-1 0 0,-1 0 1 0 0,1 0-1 0 0,0 0 1 0 0,0-1-1 0 0,0 1 1 0 0,-1-1-1 0 0,1 0 1 0 0,0 0-1 0 0,-1 0 1 0 0,1 0-1 0 0,-1 0 1 0 0,1-1-1 0 0,-1 1 1 0 0,0-1-1 0 0,1 0 1 0 0,-1 0-1 0 0,0 1 1 0 0,3-5-1 0 0,3-2-255 0 0,0-1-1 0 0,-1-1 0 0 0,0 1 0 0 0,-1-1 0 0 0,1-1 0 0 0,-2 1 1 0 0,9-21-1 0 0,-14 30 275 0 0,0 0-1 0 0,0 0 1 0 0,1 0 0 0 0,-1 0 0 0 0,0 0 0 0 0,0 0 0 0 0,0-1 0 0 0,0 1-1 0 0,0 0 1 0 0,0 0 0 0 0,0 0 0 0 0,0 0 0 0 0,-1 0 0 0 0,1 0 0 0 0,0 0-1 0 0,-1 0 1 0 0,1 0 0 0 0,-1 0 0 0 0,1 0 0 0 0,-1 0 0 0 0,1 0 0 0 0,-1 0-1 0 0,0 0 1 0 0,1 0 0 0 0,-1 1 0 0 0,0-1 0 0 0,0 0 0 0 0,0 0 0 0 0,0 1-1 0 0,1-1 1 0 0,-1 1 0 0 0,-2-2 0 0 0,-44-17-27 0 0,42 18 38 0 0,1 0 1 0 0,-1-1-1 0 0,0 1 1 0 0,1-1-1 0 0,0 0 1 0 0,-1-1-1 0 0,1 1 1 0 0,-6-5-1 0 0,10 5 21 0 0,1 1-1 0 0,-1-1 1 0 0,1 1-1 0 0,0 0 1 0 0,-1-1-1 0 0,1 1 1 0 0,0 0-1 0 0,0 0 1 0 0,0 0-1 0 0,0 0 1 0 0,0 0-1 0 0,0 0 0 0 0,1 0 1 0 0,-1 0-1 0 0,0 0 1 0 0,0 0-1 0 0,1 0 1 0 0,-1 1-1 0 0,0-1 1 0 0,1 1-1 0 0,-1-1 1 0 0,1 1-1 0 0,-1-1 1 0 0,2 1-1 0 0,13-1 232 0 0,-16 2-233 0 0,0 0-1 0 0,0 0 1 0 0,0 1-1 0 0,-1-1 1 0 0,1 0-1 0 0,0 0 1 0 0,-1 0-1 0 0,1 0 1 0 0,0 0-1 0 0,-1 0 1 0 0,1 0-1 0 0,-1-1 1 0 0,0 1-1 0 0,1 0 1 0 0,-1 0-1 0 0,0 0 1 0 0,1 0-1 0 0,-1-1 1 0 0,0 1-1 0 0,0 0 1 0 0,-1 0-1 0 0,-16 18 262 0 0,1 1 0 0 0,-27 42 0 0 0,43-60-574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30.299"/>
    </inkml:context>
    <inkml:brush xml:id="br0">
      <inkml:brushProperty name="width" value="0.035" units="cm"/>
      <inkml:brushProperty name="height" value="0.035" units="cm"/>
      <inkml:brushProperty name="color" value="#E71224"/>
    </inkml:brush>
  </inkml:definitions>
  <inkml:trace contextRef="#ctx0" brushRef="#br0">145 249 10121 0 0,'-11'-42'2734'0'0,"10"41"-2563"0"0,0 0 1 0 0,-1 0-1 0 0,1 0 1 0 0,0 0 0 0 0,-1 0-1 0 0,1 0 1 0 0,-1 0-1 0 0,1 0 1 0 0,-1 0 0 0 0,1 0-1 0 0,-1 1 1 0 0,0-1-1 0 0,1 1 1 0 0,-1-1 0 0 0,0 1-1 0 0,1 0 1 0 0,-1 0-1 0 0,0 0 1 0 0,0 0 0 0 0,1 0-1 0 0,-1 0 1 0 0,-2 1-1 0 0,1 0-11 0 0,-1 0-1 0 0,1 0 0 0 0,1 1 1 0 0,-1-1-1 0 0,0 1 0 0 0,0 0 1 0 0,1-1-1 0 0,-1 2 0 0 0,0-1 0 0 0,1 0 1 0 0,-3 3-1 0 0,-2 4 224 0 0,0 1 0 0 0,0-1 0 0 0,1 1 0 0 0,1 0 0 0 0,-9 21 0 0 0,11-24-287 0 0,0 1 0 0 0,1 0 0 0 0,0 0 0 0 0,1 0 0 0 0,0 0-1 0 0,0 0 1 0 0,1 0 0 0 0,0 1 0 0 0,0-1 0 0 0,0 0 0 0 0,1 0 0 0 0,1 0 0 0 0,2 9-1 0 0,-3-15-371 0 0,0 0 126 0 0,0-1 0 0 0,0 0 0 0 0,0 0 0 0 0,1 0 0 0 0,-1 0 0 0 0,1 0 0 0 0,-1 0 0 0 0,1 0 1 0 0,-1 0-1 0 0,1 0 0 0 0,-1-1 0 0 0,1 1 0 0 0,-1-1 0 0 0,1 1 0 0 0,0-1 0 0 0,0 0 0 0 0,-1 1 0 0 0,1-1 1 0 0,0 0-1 0 0,-1 0 0 0 0,1 0 0 0 0,0 0 0 0 0,-1-1 0 0 0,4 0 0 0 0,-2 0 1 0 0,0 0 0 0 0,0-1 0 0 0,0 0-1 0 0,0 1 1 0 0,-1-1 0 0 0,1-1 0 0 0,0 1 0 0 0,-1 0-1 0 0,1 0 1 0 0,-1-1 0 0 0,4-5 0 0 0,0 0 42 0 0,-1-1 1 0 0,0 0 0 0 0,0 0 0 0 0,-1-1-1 0 0,0 1 1 0 0,0-1 0 0 0,3-16 0 0 0,-7 23 1073 0 0,3-2-616 0 0,1-1 614 0 0,1 16-359 0 0,-3-2-536 0 0,2 2 46 0 0,0 1 1 0 0,1-2 0 0 0,0 1 0 0 0,0 0-1 0 0,1-1 1 0 0,0 0 0 0 0,1 0 0 0 0,15 15-1 0 0,-19-22-129 0 0,-1 1 0 0 0,1-1 0 0 0,0 1 0 0 0,0-1-1 0 0,0 0 1 0 0,1 0 0 0 0,-1 0 0 0 0,0 0 0 0 0,1-1 0 0 0,-1 1-1 0 0,1-1 1 0 0,0 0 0 0 0,-1 0 0 0 0,1 0 0 0 0,0-1 0 0 0,0 1-1 0 0,-1-1 1 0 0,1 0 0 0 0,0 0 0 0 0,0 0 0 0 0,0-1 0 0 0,-1 1-1 0 0,1-1 1 0 0,0 0 0 0 0,-1 0 0 0 0,1 0 0 0 0,0-1 0 0 0,5-2-1 0 0,-2-1-134 0 0,0 0 0 0 0,-1-1 1 0 0,1 1-1 0 0,-1-1 0 0 0,0-1 0 0 0,-1 1 0 0 0,0-1 0 0 0,0 0 0 0 0,0 0 0 0 0,-1-1 0 0 0,0 1 0 0 0,4-11 0 0 0,0-2 120 0 0,-1 0 0 0 0,0-1 1 0 0,5-34-1 0 0,-10 28 391 0 0,0 0 0 0 0,-2 1-1 0 0,-1-1 1 0 0,-7-40 0 0 0,6 47 38 0 0,2 18-267 0 0,-1 0 0 0 0,1 0 1 0 0,0 1-1 0 0,-1-1 0 0 0,0 0 0 0 0,1 0 0 0 0,-1 1 0 0 0,0-1 1 0 0,0 0-1 0 0,0 1 0 0 0,0-1 0 0 0,0 1 0 0 0,0-1 0 0 0,0 1 1 0 0,-1 0-1 0 0,-1-2 0 0 0,2 2-119 0 0,1 1 0 0 0,-1 0 0 0 0,1 0 0 0 0,-1-1 0 0 0,1 1-1 0 0,-1 0 1 0 0,0 0 0 0 0,1 0 0 0 0,-1 0 0 0 0,1 0 0 0 0,-1 0 0 0 0,0 0 0 0 0,1 0 0 0 0,-1 0 0 0 0,1 0 0 0 0,-1 0-1 0 0,1 0 1 0 0,-1 0 0 0 0,0 0 0 0 0,1 1 0 0 0,-1-1 0 0 0,1 0 0 0 0,-1 0 0 0 0,1 1 0 0 0,-1-1 0 0 0,1 0-1 0 0,-1 1 1 0 0,1-1 0 0 0,-1 0 0 0 0,1 1 0 0 0,0-1 0 0 0,-1 1 0 0 0,1-1 0 0 0,0 1 0 0 0,-1-1 0 0 0,1 1 0 0 0,0-1-1 0 0,-1 1 1 0 0,1-1 0 0 0,0 1 0 0 0,0-1 0 0 0,0 1 0 0 0,0 0 0 0 0,-1-1 0 0 0,1 1 0 0 0,0-1 0 0 0,0 1 0 0 0,0-1-1 0 0,0 2 1 0 0,-3 19 159 0 0,1 1-1 0 0,0 0 1 0 0,2 0-1 0 0,1-1 1 0 0,0 1 0 0 0,2 0-1 0 0,0-1 1 0 0,7 24-1 0 0,4 32 598 0 0,-11-49-670 0 0,1-1-1 0 0,1 0 1 0 0,2 0-1 0 0,17 45 0 0 0,-23-70-262 0 0,-2 7-4182 0 0,-2-9 3824 0 0,-4-17 113 0 0,-3-33 318 0 0,11 46 12 0 0,-1 0-1 0 0,1-1 1 0 0,0 1 0 0 0,0 0 0 0 0,0 0 0 0 0,0 0 0 0 0,1 0-1 0 0,-1 0 1 0 0,1 0 0 0 0,0 0 0 0 0,1 1 0 0 0,-1-1 0 0 0,0 1-1 0 0,1-1 1 0 0,0 1 0 0 0,0 0 0 0 0,0 0 0 0 0,0 0-1 0 0,1 0 1 0 0,-1 1 0 0 0,1-1 0 0 0,-1 1 0 0 0,1 0 0 0 0,0 0-1 0 0,7-2 1 0 0,8-2-211 0 0,0 1 1 0 0,1 1-1 0 0,0 0 0 0 0,30-1 0 0 0,36-7-77 0 0,-66 8 527 0 0,16-6-380 0 0,-15 0 5338 0 0,-26 10-5018 0 0,0 0-1 0 0,0 1 1 0 0,1 0-1 0 0,-1-1 1 0 0,0 1 0 0 0,0 1-1 0 0,1-1 1 0 0,-1 1-1 0 0,1 0 1 0 0,-1 0-1 0 0,1 0 1 0 0,-5 4-1 0 0,5-2-80 0 0,1 0 0 0 0,0 0-1 0 0,0 0 1 0 0,1 0 0 0 0,-1 1-1 0 0,1-1 1 0 0,0 1 0 0 0,0 0-1 0 0,0 0 1 0 0,1 0 0 0 0,0 0 0 0 0,0 0-1 0 0,0 0 1 0 0,1 0 0 0 0,-1 0-1 0 0,1 0 1 0 0,0 0 0 0 0,1 0-1 0 0,-1 0 1 0 0,1 0 0 0 0,0 0-1 0 0,0 0 1 0 0,1 0 0 0 0,-1 0-1 0 0,1 0 1 0 0,3 6 0 0 0,-3-7-84 0 0,-1-1 0 0 0,1 0 1 0 0,0 1-1 0 0,0-1 0 0 0,0 0 1 0 0,0 0-1 0 0,1 0 0 0 0,-1 0 0 0 0,1 0 1 0 0,0-1-1 0 0,0 1 0 0 0,0-1 1 0 0,0 1-1 0 0,0-1 0 0 0,0 0 1 0 0,1 0-1 0 0,-1-1 0 0 0,1 1 0 0 0,-1-1 1 0 0,1 0-1 0 0,-1 0 0 0 0,1 0 1 0 0,0 0-1 0 0,0 0 0 0 0,-1-1 1 0 0,1 0-1 0 0,0 0 0 0 0,0 0 0 0 0,0 0 1 0 0,0-1-1 0 0,-1 1 0 0 0,1-1 1 0 0,0 0-1 0 0,-1 0 0 0 0,6-2 1 0 0,2-2-854 0 0,0-1 0 0 0,-1 0 0 0 0,1-1 0 0 0,-1 0 0 0 0,-1 0 0 0 0,1-1 0 0 0,-1-1 0 0 0,-1 1 0 0 0,1-1 1 0 0,-2-1-1 0 0,1 0 0 0 0,-1 0 0 0 0,-1 0 0 0 0,11-21 0 0 0,-10 12-688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30.686"/>
    </inkml:context>
    <inkml:brush xml:id="br0">
      <inkml:brushProperty name="width" value="0.035" units="cm"/>
      <inkml:brushProperty name="height" value="0.035" units="cm"/>
      <inkml:brushProperty name="color" value="#E71224"/>
    </inkml:brush>
  </inkml:definitions>
  <inkml:trace contextRef="#ctx0" brushRef="#br0">80 31 9833 0 0,'0'0'3370'0'0,"-12"-20"-363"0"0,10 19-2908 0 0,0 0 0 0 0,1-1-1 0 0,-1 1 1 0 0,0 0 0 0 0,0 0-1 0 0,0 1 1 0 0,0-1 0 0 0,0 0 0 0 0,0 1-1 0 0,0-1 1 0 0,-1 1 0 0 0,1 0-1 0 0,0-1 1 0 0,0 1 0 0 0,0 0-1 0 0,-4 1 1 0 0,5-1-28 0 0,0 1 0 0 0,-1-1 0 0 0,1 1 0 0 0,0 0 0 0 0,0-1 0 0 0,-1 1 0 0 0,1 0 0 0 0,0 0 0 0 0,0 0 0 0 0,0 0 0 0 0,0 0 0 0 0,0 0 0 0 0,0 0 0 0 0,0 0 0 0 0,1 0 0 0 0,-1 1-1 0 0,0-1 1 0 0,1 0 0 0 0,-1 2 0 0 0,-2 4 137 0 0,1 0-1 0 0,1 1 1 0 0,-1-1-1 0 0,1 1 0 0 0,1-1 1 0 0,0 1-1 0 0,0-1 1 0 0,1 11-1 0 0,2 10 238 0 0,1-1 1 0 0,1 1-1 0 0,1 0 0 0 0,2-1 0 0 0,1-1 1 0 0,1 1-1 0 0,24 44 0 0 0,-29-62-484 0 0,1-1 0 0 0,0 0 0 0 0,0-1-1 0 0,1 1 1 0 0,0-1 0 0 0,0-1-1 0 0,15 12 1 0 0,-20-17-350 0 0,-1 0 322 0 0,0-1 0 0 0,-1 0 0 0 0,1 1-1 0 0,-1-1 1 0 0,1 1 0 0 0,0-1 0 0 0,-1 0 0 0 0,1 1 0 0 0,-1-1 0 0 0,1 0 0 0 0,0 0 0 0 0,0 1-1 0 0,-1-1 1 0 0,1 0 0 0 0,0 0 0 0 0,-1 0 0 0 0,1 0 0 0 0,0 0 0 0 0,0 0 0 0 0,-1 0 0 0 0,1 0-1 0 0,0 0 1 0 0,-1-1 0 0 0,1 1 0 0 0,0 0 0 0 0,-1 0 0 0 0,1-1 0 0 0,0 1 0 0 0,-1 0 0 0 0,2-1-1 0 0,23-8-1106 0 0,-20 4 972 0 0,1 0 0 0 0,-1 0 1 0 0,0 0-1 0 0,-1-1 0 0 0,1 0 1 0 0,-1 0-1 0 0,-1 0 0 0 0,1 0 0 0 0,-1 0 1 0 0,0-1-1 0 0,0 0 0 0 0,-1 1 0 0 0,3-10 1 0 0,-5 14 293 0 0,0 0 7 0 0,0 1 0 0 0,0 0 0 0 0,1-1 0 0 0,-1 1 0 0 0,0 0 0 0 0,0 0 0 0 0,1-1 0 0 0,-1 1 0 0 0,1 0 0 0 0,-1 0 0 0 0,1-1 1 0 0,-1 1-1 0 0,1 0 0 0 0,0 0 0 0 0,0 0 0 0 0,0 0 0 0 0,-1 0 0 0 0,1 0 0 0 0,0 0 0 0 0,0 0 0 0 0,0 0 0 0 0,1 0 0 0 0,-1 1 0 0 0,0-1 0 0 0,0 0 1 0 0,0 1-1 0 0,0-1 0 0 0,1 1 0 0 0,-1-1 0 0 0,0 1 0 0 0,1 0 0 0 0,-1-1 0 0 0,0 1 0 0 0,0 0 0 0 0,1 0 0 0 0,1 0 0 0 0,-1 2 119 0 0,1 1-1 0 0,0-1 1 0 0,-1 1-1 0 0,0 0 1 0 0,0 0-1 0 0,1-1 1 0 0,-2 1-1 0 0,1 1 0 0 0,0-1 1 0 0,-1 0-1 0 0,1 0 1 0 0,-1 1-1 0 0,0-1 1 0 0,1 6-1 0 0,-1-4 31 0 0,1 0 0 0 0,0 0 0 0 0,0-1-1 0 0,0 1 1 0 0,0 0 0 0 0,0-1 0 0 0,1 0 0 0 0,0 1-1 0 0,4 3 1 0 0,-5-5-358 0 0,1-1 0 0 0,0 1 0 0 0,0-1 0 0 0,0 0 0 0 0,1 1 0 0 0,-1-2 0 0 0,0 1 0 0 0,1 0 0 0 0,-1-1 0 0 0,1 1 0 0 0,0-1 0 0 0,0 0 0 0 0,-1 0 0 0 0,1 0 0 0 0,0-1 0 0 0,0 0 0 0 0,0 1 0 0 0,0-1 0 0 0,0-1 0 0 0,-1 1 0 0 0,1 0-1 0 0,0-1 1 0 0,6-1 0 0 0,-4-1-906 0 0,1 1 0 0 0,0-1-1 0 0,-1 0 1 0 0,1-1-1 0 0,-1 0 1 0 0,0 0 0 0 0,0 0-1 0 0,0 0 1 0 0,-1-1-1 0 0,0 0 1 0 0,0 0-1 0 0,5-7 1 0 0,-1 1-1520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31.072"/>
    </inkml:context>
    <inkml:brush xml:id="br0">
      <inkml:brushProperty name="width" value="0.035" units="cm"/>
      <inkml:brushProperty name="height" value="0.035" units="cm"/>
      <inkml:brushProperty name="color" value="#E71224"/>
    </inkml:brush>
  </inkml:definitions>
  <inkml:trace contextRef="#ctx0" brushRef="#br0">0 0 18734 0 0,'0'0'12145'0'0,"14"6"-21226"0"0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45.954"/>
    </inkml:context>
    <inkml:brush xml:id="br0">
      <inkml:brushProperty name="width" value="0.035" units="cm"/>
      <inkml:brushProperty name="height" value="0.035" units="cm"/>
      <inkml:brushProperty name="color" value="#E71224"/>
    </inkml:brush>
  </inkml:definitions>
  <inkml:trace contextRef="#ctx0" brushRef="#br0">21 2 6377 0 0,'0'0'286'0'0,"-20"20"4562"0"0,22-21-4696 0 0,0 0 1 0 0,1-1-1 0 0,-1 1 0 0 0,0 0 0 0 0,1 1 1 0 0,-1-1-1 0 0,0 0 0 0 0,1 1 1 0 0,-1 0-1 0 0,1-1 0 0 0,-1 1 0 0 0,1 0 1 0 0,3 0-1 0 0,-6 0-146 0 0,0 1-1 0 0,1-1 1 0 0,-1 0-1 0 0,1 0 1 0 0,-1 0-1 0 0,0 0 1 0 0,1 0-1 0 0,-1 1 1 0 0,0-1 0 0 0,1 0-1 0 0,-1 0 1 0 0,0 1-1 0 0,1-1 1 0 0,-1 0-1 0 0,0 1 1 0 0,0-1-1 0 0,1 0 1 0 0,-1 1 0 0 0,0-1-1 0 0,0 0 1 0 0,0 1-1 0 0,1-1 1 0 0,-1 0-1 0 0,0 1 1 0 0,0-1-1 0 0,0 1 1 0 0,0-1 0 0 0,0 0-1 0 0,0 2 1 0 0,-9 20 19 0 0,-1 2-41 0 0,10-23 15 0 0,0-1-1 0 0,0 0 0 0 0,0 1 0 0 0,0-1 0 0 0,0 0 0 0 0,0 1 0 0 0,0-1 0 0 0,0 0 1 0 0,0 1-1 0 0,1-1 0 0 0,-1 0 0 0 0,0 1 0 0 0,0-1 0 0 0,0 0 0 0 0,0 1 0 0 0,1-1 0 0 0,-1 0 1 0 0,0 1-1 0 0,0-1 0 0 0,1 0 0 0 0,-1 0 0 0 0,0 1 0 0 0,0-1 0 0 0,1 0 0 0 0,-1 0 1 0 0,0 0-1 0 0,1 1 0 0 0,-1-1 0 0 0,0 0 0 0 0,1 0 0 0 0,-1 0 0 0 0,0 0 0 0 0,1 0 0 0 0,0 0 1 0 0,1 0-2 0 0,1 0 1 0 0,-1 0-1 0 0,1-1 1 0 0,-1 0-1 0 0,1 1 0 0 0,-1-1 1 0 0,0 0-1 0 0,1 0 1 0 0,-1 0-1 0 0,0 0 1 0 0,0-1-1 0 0,1 1 1 0 0,-1-1-1 0 0,0 1 1 0 0,2-3-1 0 0,16-24 249 0 0,-19 23-157 0 0,-11 19-382 0 0,9-11 188 0 0,-5 13-681 0 0,5-16 776 0 0,1 1-1 0 0,0-1 0 0 0,0 1 1 0 0,0-1-1 0 0,0 1 1 0 0,0 0-1 0 0,0-1 0 0 0,0 1 1 0 0,0-1-1 0 0,0 1 1 0 0,0-1-1 0 0,0 1 1 0 0,0-1-1 0 0,1 1 0 0 0,-1-1 1 0 0,0 1-1 0 0,0 0 1 0 0,1-1-1 0 0,-1 1 0 0 0,0-1 1 0 0,0 0-1 0 0,1 1 1 0 0,-1-1-1 0 0,1 1 1 0 0,-1-1-1 0 0,0 1 0 0 0,1-1 1 0 0,-1 0-1 0 0,1 1 1 0 0,-1-1-1 0 0,1 0 0 0 0,-1 0 1 0 0,1 1-1 0 0,-1-1 1 0 0,1 0-1 0 0,0 0 0 0 0,0 0 67 0 0,0 0 0 0 0,1 0 0 0 0,-1 0 0 0 0,0 0-1 0 0,0 0 1 0 0,1 0 0 0 0,-1-1 0 0 0,0 1 0 0 0,0 0-1 0 0,0-1 1 0 0,0 1 0 0 0,1-1 0 0 0,-1 0 0 0 0,0 1-1 0 0,0-1 1 0 0,0 0 0 0 0,0 1 0 0 0,0-1 0 0 0,-1 0-1 0 0,2-1 1 0 0,0 0 364 0 0,-3 8-270 0 0,-1 5-313 0 0,2-10 146 0 0,-1 0 0 0 0,1-1 1 0 0,0 1-1 0 0,0 0 1 0 0,-1-1-1 0 0,1 1 0 0 0,0 0 1 0 0,0-1-1 0 0,0 1 1 0 0,0 0-1 0 0,0-1 1 0 0,0 1-1 0 0,0 0 0 0 0,0-1 1 0 0,0 1-1 0 0,0 0 1 0 0,0 0-1 0 0,0-1 0 0 0,1 1 1 0 0,-1 0-1 0 0,0-1 1 0 0,0 1-1 0 0,1-1 0 0 0,-1 1 1 0 0,0 0-1 0 0,1-1 1 0 0,-1 1-1 0 0,1-1 0 0 0,-1 1 1 0 0,1-1-1 0 0,-1 1 1 0 0,1-1-1 0 0,-1 1 1 0 0,1-1-1 0 0,0 0 0 0 0,-1 1 1 0 0,1-1-1 0 0,-1 0 1 0 0,1 1-1 0 0,0-1 0 0 0,-1 0 1 0 0,1 0-1 0 0,0 0 1 0 0,-1 1-1 0 0,1-1 0 0 0,0 0 1 0 0,0 0-1 0 0,-1 0 1 0 0,1 0-1 0 0,0 0 1 0 0,-1 0-1 0 0,1-1 0 0 0,0 1 1 0 0,-1 0-1 0 0,1 0 1 0 0,0 0-1 0 0,-1-1 0 0 0,1 1 1 0 0,1-1-1 0 0,2-1-55 0 0,0 1-1 0 0,1-1 1 0 0,-1-1-1 0 0,0 1 1 0 0,0-1-1 0 0,-1 1 1 0 0,1-1-1 0 0,4-5 0 0 0,12-22 1029 0 0,-20 29-930 0 0,1 1-1 0 0,-1 0 0 0 0,0-1 0 0 0,1 1 1 0 0,-1-1-1 0 0,0 1 0 0 0,1-1 0 0 0,-1 1 1 0 0,0-1-1 0 0,0 1 0 0 0,0-1 0 0 0,1 1 1 0 0,-1-1-1 0 0,0 1 0 0 0,0-1 0 0 0,0 1 1 0 0,0-1-1 0 0,0 1 0 0 0,0-1 0 0 0,0 1 1 0 0,0-1-1 0 0,0 1 0 0 0,0-1 0 0 0,0 1 1 0 0,-1-1-1 0 0,1 1 0 0 0,0-1 0 0 0,0 1 1 0 0,0-1-1 0 0,-1 1 0 0 0,1 0 0 0 0,0-1 1 0 0,0 1-1 0 0,-1-1 0 0 0,1 1 0 0 0,-1 0 1 0 0,1-1-1 0 0,0 1 0 0 0,-1 0 0 0 0,1-1 1 0 0,-1 1-1 0 0,1 0 0 0 0,0-1 0 0 0,-1 1 1 0 0,1 0-1 0 0,-1 0 0 0 0,1 0 0 0 0,-1-1 1 0 0,1 1-1 0 0,-1 0 0 0 0,1 0 1 0 0,-1 0-1 0 0,1 0 0 0 0,-1 0 0 0 0,1 0 1 0 0,-1 0-1 0 0,1 0 0 0 0,-1 0 0 0 0,1 0 1 0 0,-1 0-1 0 0,0 1 0 0 0,-10 9-1085 0 0,11-9 1049 0 0,0-1 1 0 0,0 0 0 0 0,0 0 0 0 0,0 1 0 0 0,0-1-1 0 0,0 0 1 0 0,-1 0 0 0 0,1 1 0 0 0,0-1-1 0 0,0 0 1 0 0,0 0 0 0 0,0 0 0 0 0,0 1 0 0 0,0-1-1 0 0,0 0 1 0 0,0 0 0 0 0,0 1 0 0 0,0-1 0 0 0,1 0-1 0 0,-1 0 1 0 0,0 1 0 0 0,0-1 0 0 0,0 0 0 0 0,0 0-1 0 0,0 1 1 0 0,0-1 0 0 0,0 0 0 0 0,1 0-1 0 0,-1 0 1 0 0,0 1 0 0 0,0-1 0 0 0,0 0 0 0 0,0 0-1 0 0,1 0 1 0 0,-1 0 0 0 0,0 0 0 0 0,0 1 0 0 0,0-1-1 0 0,1 0 1 0 0,-1 0 0 0 0,0 0 0 0 0,0 0 0 0 0,1 0-1 0 0,-1 0 1 0 0,0 0 0 0 0,0 0 0 0 0,1 0-1 0 0,-1 0 1 0 0,0 0 0 0 0,0 0 0 0 0,1 0 0 0 0,-1 0-1 0 0,0 0 1 0 0,0 0 0 0 0,0 0 0 0 0,1 0 0 0 0,-1 0-1 0 0,0 0 1 0 0,0 0 0 0 0,1 0 0 0 0,-1 0-1 0 0,0-1 1 0 0,0 1 0 0 0,0 0 0 0 0,1 0 0 0 0,-1 0-1 0 0,0-1 1 0 0,2 1 166 0 0,0 0-1 0 0,0 0 0 0 0,0-1 0 0 0,0 1 1 0 0,-1-1-1 0 0,1 0 0 0 0,0 1 1 0 0,0-1-1 0 0,-1 0 0 0 0,1 0 1 0 0,0 0-1 0 0,-1 0 0 0 0,1 0 1 0 0,-1-1-1 0 0,0 1 0 0 0,1 0 1 0 0,-1-1-1 0 0,0 1 0 0 0,0-1 1 0 0,1 1-1 0 0,0-3 0 0 0,-2 3-159 0 0,0 1-1 0 0,-1 0 0 0 0,1-1 1 0 0,0 1-1 0 0,0 0 0 0 0,0-1 1 0 0,-1 1-1 0 0,1 0 0 0 0,0 0 1 0 0,-1-1-1 0 0,1 1 1 0 0,0 0-1 0 0,-1 0 0 0 0,1-1 1 0 0,0 1-1 0 0,-1 0 0 0 0,1 0 1 0 0,0 0-1 0 0,-1 0 1 0 0,1 0-1 0 0,0 0 0 0 0,-1-1 1 0 0,1 1-1 0 0,-1 0 0 0 0,1 0 1 0 0,0 0-1 0 0,-1 0 0 0 0,1 0 1 0 0,0 1-1 0 0,-1-1 1 0 0,1 0-1 0 0,-1 0 0 0 0,1 0 1 0 0,0 0-1 0 0,-1 0 0 0 0,1 0 1 0 0,0 1-1 0 0,-1-1 1 0 0,1 0-1 0 0,0 0 0 0 0,-1 1 1 0 0,-21 5-768 0 0,20-5 878 0 0,-12 9-449 0 0,11-8-13 0 0,17-2 1011 0 0,-12-1-324 0 0,12-18 387 0 0,-13 18-716 0 0,-1 1-1 0 0,0 0 1 0 0,0-1 0 0 0,1 1-1 0 0,-1 0 1 0 0,0-1 0 0 0,0 1 0 0 0,1 0-1 0 0,-1-1 1 0 0,0 1 0 0 0,0-1-1 0 0,0 1 1 0 0,0 0 0 0 0,0-1 0 0 0,0 1-1 0 0,0-1 1 0 0,0 1 0 0 0,0-1-1 0 0,0 1 1 0 0,0 0 0 0 0,0-1 0 0 0,0 1-1 0 0,0-1 1 0 0,0 1 0 0 0,0-1-1 0 0,0 1 1 0 0,0 0 0 0 0,0-1 0 0 0,-1 1-1 0 0,1-1 1 0 0,0 1 0 0 0,0 0-1 0 0,-1-1 1 0 0,1 1 0 0 0,0 0 0 0 0,0-1-1 0 0,-1 1 1 0 0,1 0 0 0 0,0 0-1 0 0,-1-1 1 0 0,1 1 0 0 0,-1 0 0 0 0,1 0-1 0 0,0-1 1 0 0,-1 1 0 0 0,1 0-1 0 0,0 0 1 0 0,-1 0 0 0 0,1 0 0 0 0,-1 0-1 0 0,1 0 1 0 0,-1 0 0 0 0,1 0-1 0 0,0 0 1 0 0,-1 0 0 0 0,1 0 0 0 0,-1 0-1 0 0,1 0 1 0 0,-1 0 0 0 0,1 0-1 0 0,0 0 1 0 0,-1 0 0 0 0,1 0 0 0 0,-1 1-1 0 0,1-1 1 0 0,0 0 0 0 0,-1 1 0 0 0,-19 5-1107 0 0,11-2-1711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50.717"/>
    </inkml:context>
    <inkml:brush xml:id="br0">
      <inkml:brushProperty name="width" value="0.035" units="cm"/>
      <inkml:brushProperty name="height" value="0.035" units="cm"/>
      <inkml:brushProperty name="color" value="#E71224"/>
    </inkml:brush>
  </inkml:definitions>
  <inkml:trace contextRef="#ctx0" brushRef="#br0">64 29 5352 0 0,'-49'39'4888'0'0,"48"-38"-3736"0"0,-12 12 1364 0 0,13-13-2478 0 0,0 0 0 0 0,0 0-1 0 0,1 0 1 0 0,-1 0-1 0 0,0 0 1 0 0,0 1 0 0 0,1-1-1 0 0,-1 0 1 0 0,0 0-1 0 0,0 0 1 0 0,0 0 0 0 0,1 0-1 0 0,-1 0 1 0 0,0 0-1 0 0,0 0 1 0 0,0 0 0 0 0,1 1-1 0 0,-1-1 1 0 0,0 0-1 0 0,0 0 1 0 0,0 0-1 0 0,0 0 1 0 0,1 0 0 0 0,-1 1-1 0 0,0-1 1 0 0,0 0-1 0 0,0 0 1 0 0,0 0 0 0 0,0 1-1 0 0,0-1 1 0 0,0 0-1 0 0,1 0 1 0 0,-1 1 0 0 0,0-1-1 0 0,0 0 1 0 0,0 0-1 0 0,0 0 1 0 0,0 1 0 0 0,0-1-1 0 0,0 0 1 0 0,0 0-1 0 0,0 1 1 0 0,0-1-1 0 0,0 0 1 0 0,-1 0 0 0 0,1 0-1 0 0,0 1 1 0 0,0-1-1 0 0,0 0 1 0 0,0 0 0 0 0,0 0-1 0 0,-1 1 1 0 0,10-6 27 0 0,0 1-1 0 0,0-2 1 0 0,-1 1 0 0 0,0-1 0 0 0,0 0 0 0 0,-1-1-1 0 0,0 0 1 0 0,0 0 0 0 0,6-9 0 0 0,-11 14 1982 0 0,-1-8-1800 0 0,-2 1 200 0 0,-16 17-287 0 0,8-1-120 0 0,0 1-1 0 0,1 0 0 0 0,-1 1 0 0 0,1 0 0 0 0,1 0 0 0 0,-8 11 0 0 0,14-17-101 0 0,1-2-51 0 0,0 1 72 0 0,1-1 0 0 0,-1 1-1 0 0,0-1 1 0 0,1 1 0 0 0,0-1-1 0 0,-1 0 1 0 0,1 1 0 0 0,0-1 0 0 0,-1 0-1 0 0,1 0 1 0 0,0 1 0 0 0,2 1-1 0 0,3-4 11 0 0,-1 1 1 0 0,1-1-1 0 0,0 0 0 0 0,-1-1 0 0 0,1 1 0 0 0,-1-1 0 0 0,0 0 0 0 0,0-1 0 0 0,1 1 0 0 0,-1-1 0 0 0,-1 0 0 0 0,1 0 0 0 0,0 0 0 0 0,-1-1 0 0 0,0 0 1 0 0,1 0-1 0 0,5-8 0 0 0,-9 11 129 0 0,0 1-84 0 0,-1-1 0 0 0,0 1 0 0 0,0 0-1 0 0,1 0 1 0 0,-1 0 0 0 0,0-1 0 0 0,0 1 0 0 0,1 0 0 0 0,-1 0 0 0 0,0-1 0 0 0,0 1 0 0 0,0 0 0 0 0,0 0 0 0 0,1-1 0 0 0,-1 1 0 0 0,0 0 0 0 0,0-1 0 0 0,0 1-1 0 0,0 0 1 0 0,0-1 0 0 0,0 1 0 0 0,0 0 0 0 0,0 0 0 0 0,0-1 0 0 0,0 1 0 0 0,0 0 0 0 0,0-1 0 0 0,0 1 0 0 0,0 0 0 0 0,0-1 0 0 0,0 1 0 0 0,0 0 0 0 0,0-1-1 0 0,-1 1 1 0 0,1 0 0 0 0,0 0 0 0 0,0-1 0 0 0,0 1 0 0 0,0 0 0 0 0,-1 0 0 0 0,1-1 0 0 0,0 1 0 0 0,0 0 0 0 0,-1 0 0 0 0,1 0 0 0 0,0-1 0 0 0,0 1 0 0 0,-1 0 0 0 0,1 0-1 0 0,-1 0 1 0 0,-9-9-412 0 0,-2 13-1270 0 0,14-5 1712 0 0,1 0 0 0 0,0 0 0 0 0,0 0 1 0 0,-1 0-1 0 0,1 0 0 0 0,-1 0 0 0 0,1-1 1 0 0,-1 1-1 0 0,4-4 0 0 0,3-3 704 0 0,-16 8-670 0 0,7 0-102 0 0,-1 0 0 0 0,0 1 0 0 0,1-1 0 0 0,-1 0 0 0 0,1 0 0 0 0,-1 1 1 0 0,0-1-1 0 0,1 0 0 0 0,-1 1 0 0 0,1-1 0 0 0,-1 1 0 0 0,0-1 0 0 0,1 1 0 0 0,0-1 0 0 0,-1 1 1 0 0,1-1-1 0 0,-1 1 0 0 0,1-1 0 0 0,-1 1 0 0 0,1 0 0 0 0,0-1 0 0 0,0 1 0 0 0,-1 0 1 0 0,1-1-1 0 0,0 1 0 0 0,0 0 0 0 0,0-1 0 0 0,0 1 0 0 0,-1 0 0 0 0,1-1 0 0 0,0 1 1 0 0,0 0-1 0 0,1-1 0 0 0,-1 2 0 0 0,0 0 1064 0 0,-5 0-624 0 0,4-3-376 0 0,-1 1-1 0 0,0 0 1 0 0,1 0 0 0 0,-1 0 0 0 0,1 0 0 0 0,-1 0 0 0 0,0 0-1 0 0,1 1 1 0 0,-1-1 0 0 0,1 0 0 0 0,-1 1 0 0 0,1 0-1 0 0,-1-1 1 0 0,1 1 0 0 0,-1 0 0 0 0,1-1 0 0 0,0 1 0 0 0,-1 0-1 0 0,1 0 1 0 0,0 0 0 0 0,0 0 0 0 0,-1 0 0 0 0,1 1 0 0 0,0-1-1 0 0,-1 3 1 0 0,1-3-278 0 0,-1 3-1038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52.435"/>
    </inkml:context>
    <inkml:brush xml:id="br0">
      <inkml:brushProperty name="width" value="0.035" units="cm"/>
      <inkml:brushProperty name="height" value="0.035" units="cm"/>
      <inkml:brushProperty name="color" value="#E71224"/>
    </inkml:brush>
  </inkml:definitions>
  <inkml:trace contextRef="#ctx0" brushRef="#br0">42 51 8073 0 0,'0'0'654'0'0,"-5"-17"2079"0"0,4 14-2415 0 0,0 0 0 0 0,0 0 0 0 0,-1 1-1 0 0,1-1 1 0 0,0 0 0 0 0,-1 1 0 0 0,0-1-1 0 0,1 1 1 0 0,-5-5 0 0 0,6 7-288 0 0,-1 0 0 0 0,1 0 0 0 0,0-1 0 0 0,0 1 0 0 0,0 0 0 0 0,-1 0 0 0 0,1 0 0 0 0,0-1 0 0 0,-1 1 0 0 0,1 0 0 0 0,0 0 0 0 0,-1 0 0 0 0,1 0 0 0 0,0 0 0 0 0,0 0 0 0 0,-1 0 0 0 0,1 0 0 0 0,0 0 0 0 0,-1 0 0 0 0,1 0 0 0 0,0 0 0 0 0,-1 0 0 0 0,1 0 0 0 0,0 0 0 0 0,-1 0 0 0 0,1 0 0 0 0,0 0 0 0 0,0 0 0 0 0,-1 1 0 0 0,1-1 0 0 0,0 0 0 0 0,-1 0 0 0 0,1 0 0 0 0,-7 21 405 0 0,6-7-124 0 0,0 1-1 0 0,1-1 0 0 0,1 0 0 0 0,1 1 0 0 0,0-1 1 0 0,7 24-1 0 0,32 87 888 0 0,-33-102-1072 0 0,33 86 218 0 0,49 158-226 0 0,-72-200-798 0 0,32 82 0 0 0,-49-146 29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52.867"/>
    </inkml:context>
    <inkml:brush xml:id="br0">
      <inkml:brushProperty name="width" value="0.035" units="cm"/>
      <inkml:brushProperty name="height" value="0.035" units="cm"/>
      <inkml:brushProperty name="color" value="#E71224"/>
    </inkml:brush>
  </inkml:definitions>
  <inkml:trace contextRef="#ctx0" brushRef="#br0">156 63 5797 0 0,'-1'-5'74'0'0,"1"2"135"0"0,0 1 0 0 0,0-1 0 0 0,-1 1 1 0 0,1 0-1 0 0,-1-1 0 0 0,0 1 0 0 0,1 0 0 0 0,-1-1 1 0 0,0 1-1 0 0,0 0 0 0 0,-1 0 0 0 0,1 0 0 0 0,0 0 0 0 0,-1 0 1 0 0,1 0-1 0 0,-1 0 0 0 0,-1-1 0 0 0,1 2 327 0 0,2 0-505 0 0,-1 1 1 0 0,1 0-1 0 0,-1-1 0 0 0,1 1 0 0 0,0 0 1 0 0,-1-1-1 0 0,1 1 0 0 0,-1 0 0 0 0,0 0 0 0 0,1-1 1 0 0,-1 1-1 0 0,1 0 0 0 0,-1 0 0 0 0,1 0 0 0 0,-1 0 1 0 0,1 0-1 0 0,-1 0 0 0 0,0 0 0 0 0,1 0 1 0 0,-1 0-1 0 0,1 0 0 0 0,-1 0 0 0 0,1 0 0 0 0,-1 0 1 0 0,0 0-1 0 0,1 0 0 0 0,-1 1 0 0 0,1-1 0 0 0,-1 0 1 0 0,1 0-1 0 0,-1 1 0 0 0,1-1 0 0 0,-1 1 1 0 0,-20 7 67 0 0,18-5-66 0 0,-1 1-1 0 0,1 0 1 0 0,0-1-1 0 0,0 1 1 0 0,0 0-1 0 0,1 0 1 0 0,-1 1-1 0 0,1-1 1 0 0,0 0-1 0 0,0 1 1 0 0,-1 5 0 0 0,-14 55 697 0 0,17-62-702 0 0,-5 44-16 0 0,5-44-105 0 0,-4 2-615 0 0,4-4 702 0 0,0-1 1 0 0,0 0-1 0 0,0 1 0 0 0,0-1 0 0 0,0 0 0 0 0,0 1 0 0 0,0-1 0 0 0,0 0 0 0 0,-1 0 0 0 0,1 1 0 0 0,0-1 0 0 0,0 0 0 0 0,0 1 1 0 0,0-1-1 0 0,0 0 0 0 0,-1 0 0 0 0,1 1 0 0 0,0-1 0 0 0,0 0 0 0 0,-1 0 0 0 0,1 1 0 0 0,0-1 0 0 0,0 0 0 0 0,-1 0 0 0 0,1 0 1 0 0,0 0-1 0 0,-1 1 0 0 0,1-1 0 0 0,0 0 0 0 0,0 0 0 0 0,-1 0 0 0 0,1 0 0 0 0,0 0 0 0 0,-1 0 0 0 0,1 0 0 0 0,0 0 0 0 0,-1 0 1 0 0,1 0-1 0 0,0 0 0 0 0,-1 0 0 0 0,1 0 0 0 0,0 0 0 0 0,-1 0 0 0 0,1 0 0 0 0,0 0 0 0 0,-1-1 0 0 0,1 1 0 0 0,0 0 0 0 0,0 0 1 0 0,-1 0-1 0 0,1 0 0 0 0,0-1 0 0 0,0 1 0 0 0,-1 0 0 0 0,1 0 0 0 0,0 0 0 0 0,0-1 0 0 0,-1 1 0 0 0,1 0 0 0 0,0-1 0 0 0,0 1 0 0 0,0 0 1 0 0,0 0-1 0 0,0-1 0 0 0,-1 1 0 0 0,1 0 0 0 0,0-1 0 0 0,0 1 0 0 0,-2-3 13 0 0,0 0 0 0 0,-1 0 1 0 0,2 1-1 0 0,-1-1 0 0 0,0 0 0 0 0,0-1 0 0 0,1 1 0 0 0,0 0 1 0 0,0 0-1 0 0,0-1 0 0 0,0 1 0 0 0,0 0 0 0 0,0-1 0 0 0,1 1 1 0 0,0-1-1 0 0,0 1 0 0 0,0-1 0 0 0,0 1 0 0 0,0-1 1 0 0,1 1-1 0 0,-1-1 0 0 0,1 1 0 0 0,0 0 0 0 0,0-1 0 0 0,0 1 1 0 0,1 0-1 0 0,-1 0 0 0 0,1 0 0 0 0,0 0 0 0 0,0 0 0 0 0,0 0 1 0 0,0 0-1 0 0,0 1 0 0 0,4-5 0 0 0,2-1 191 0 0,0-1-1 0 0,1 1 1 0 0,0 0-1 0 0,0 1 1 0 0,1 0-1 0 0,0 1 1 0 0,0 0-1 0 0,0 0 1 0 0,13-4-1 0 0,-16 7-236 0 0,1 1 0 0 0,0 0 0 0 0,0 0 0 0 0,0 1 0 0 0,0 0 0 0 0,0 0 0 0 0,0 1 0 0 0,0 0 0 0 0,0 0 0 0 0,1 1 0 0 0,11 3 0 0 0,-12-2-648 0 0,0 1-1 0 0,0 0 1 0 0,0 0-1 0 0,0 0 1 0 0,-1 1-1 0 0,12 8 1 0 0,-6-1-935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2.710"/>
    </inkml:context>
    <inkml:brush xml:id="br0">
      <inkml:brushProperty name="width" value="0.035" units="cm"/>
      <inkml:brushProperty name="height" value="0.035" units="cm"/>
      <inkml:brushProperty name="color" value="#E71224"/>
    </inkml:brush>
  </inkml:definitions>
  <inkml:trace contextRef="#ctx0" brushRef="#br0">257 87 9637 0 0,'-9'-21'702'0'0,"6"16"-315"0"0,0 0-1 0 0,-1 0 1 0 0,0 0-1 0 0,0 0 1 0 0,0 1-1 0 0,0 0 1 0 0,-1 0-1 0 0,0 0 1 0 0,0 0-1 0 0,0 1 1 0 0,0-1 0 0 0,0 1-1 0 0,-11-4 1 0 0,11 6-229 0 0,1 0 0 0 0,-1 0 0 0 0,0 1 0 0 0,1-1 1 0 0,-1 1-1 0 0,0 0 0 0 0,0 0 0 0 0,0 1 0 0 0,1-1 1 0 0,-1 1-1 0 0,0 0 0 0 0,1 1 0 0 0,-1-1 0 0 0,0 1 0 0 0,1-1 1 0 0,0 2-1 0 0,-1-1 0 0 0,1 0 0 0 0,-4 4 0 0 0,3-2-56 0 0,0 0 0 0 0,1 1 0 0 0,0 0 0 0 0,0 0 0 0 0,0 0 0 0 0,0 0 0 0 0,1 1 0 0 0,-1 0 0 0 0,2-1 0 0 0,-1 1-1 0 0,0 0 1 0 0,-1 7 0 0 0,-2 7 48 0 0,1-1 1 0 0,-5 32-1 0 0,9-44-149 0 0,0 0 1 0 0,1 0-1 0 0,0 0 1 0 0,0 0 0 0 0,1 0-1 0 0,0 0 1 0 0,0 0-1 0 0,0 0 1 0 0,4 11-1 0 0,-4-16-17 0 0,0 0-1 0 0,0-1 1 0 0,0 1-1 0 0,0 0 1 0 0,0-1-1 0 0,0 0 1 0 0,1 1-1 0 0,-1-1 1 0 0,0 1-1 0 0,1-1 1 0 0,-1 0-1 0 0,1 0 1 0 0,-1 0 0 0 0,1 0-1 0 0,0 0 1 0 0,-1 0-1 0 0,1-1 1 0 0,0 1-1 0 0,0 0 1 0 0,-1-1-1 0 0,1 1 1 0 0,0-1-1 0 0,0 0 1 0 0,0 1-1 0 0,0-1 1 0 0,0 0-1 0 0,-1 0 1 0 0,1-1 0 0 0,0 1-1 0 0,0 0 1 0 0,0 0-1 0 0,0-1 1 0 0,-1 1-1 0 0,1-1 1 0 0,0 0-1 0 0,0 1 1 0 0,-1-1-1 0 0,1 0 1 0 0,0 0-1 0 0,1-2 1 0 0,35-19-519 0 0,-27 14 493 0 0,-1 2 1 0 0,1-1-1 0 0,0 2 0 0 0,1-1 1 0 0,22-6-1 0 0,-31 11 67 0 0,0 1 0 0 0,0-1 1 0 0,-1 1-1 0 0,1 0 0 0 0,0 0 0 0 0,0 0 0 0 0,0 0 0 0 0,-1 0 1 0 0,1 1-1 0 0,0 0 0 0 0,0-1 0 0 0,-1 1 0 0 0,1 0 1 0 0,0 0-1 0 0,-1 0 0 0 0,1 1 0 0 0,-1-1 0 0 0,1 1 0 0 0,-1-1 1 0 0,0 1-1 0 0,0 0 0 0 0,0 0 0 0 0,0 0 0 0 0,0 0 0 0 0,0 0 1 0 0,0 0-1 0 0,-1 0 0 0 0,1 1 0 0 0,-1-1 0 0 0,1 1 0 0 0,-1-1 1 0 0,1 4-1 0 0,1 0 31 0 0,-1 1 0 0 0,0-1 0 0 0,0 1 1 0 0,0 0-1 0 0,-1 0 0 0 0,0-1 0 0 0,-1 1 0 0 0,1 0 1 0 0,-1 0-1 0 0,-1 0 0 0 0,1 0 0 0 0,-1 0 0 0 0,-1-1 0 0 0,1 1 1 0 0,-1 0-1 0 0,0-1 0 0 0,0 1 0 0 0,-1-1 0 0 0,0 0 1 0 0,0 1-1 0 0,0-1 0 0 0,-1-1 0 0 0,0 1 0 0 0,0-1 1 0 0,-1 1-1 0 0,1-1 0 0 0,-1 0 0 0 0,0-1 0 0 0,-1 1 0 0 0,1-1 1 0 0,-1 0-1 0 0,-8 4 0 0 0,-9 7-440 0 0,-4 2-1386 0 0,-50 26 0 0 0,66-39 145 0 0,0 0 0 0 0,-1 0 0 0 0,1-1 0 0 0,-22 3 0 0 0,22-4-335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3.348"/>
    </inkml:context>
    <inkml:brush xml:id="br0">
      <inkml:brushProperty name="width" value="0.035" units="cm"/>
      <inkml:brushProperty name="height" value="0.035" units="cm"/>
      <inkml:brushProperty name="color" value="#E71224"/>
    </inkml:brush>
  </inkml:definitions>
  <inkml:trace contextRef="#ctx0" brushRef="#br0">152 63 10809 0 0,'1'-33'760'0'0,"-10"12"3677"0"0,8 19-3651 0 0,1 1-724 0 0,-1 1 1 0 0,1-1 0 0 0,-1 1 0 0 0,1 0-1 0 0,-1-1 1 0 0,1 1 0 0 0,-1-1 0 0 0,1 1 0 0 0,-1 0-1 0 0,1-1 1 0 0,-1 1 0 0 0,1 0 0 0 0,-1 0 0 0 0,1 0-1 0 0,-1-1 1 0 0,0 1 0 0 0,1 0 0 0 0,-1 0-1 0 0,1 0 1 0 0,-1 0 0 0 0,0 0 0 0 0,1 0 0 0 0,-1 0-1 0 0,1 0 1 0 0,-1 0 0 0 0,0 0 0 0 0,1 0-1 0 0,-1 0 1 0 0,1 1 0 0 0,-2-1 0 0 0,-20 6 539 0 0,16-1-448 0 0,1 0 0 0 0,0 1 0 0 0,-1-1 0 0 0,2 1 0 0 0,-1 0 0 0 0,1 0 0 0 0,0 1 0 0 0,0-1 0 0 0,0 1 0 0 0,1 0 0 0 0,0 0 0 0 0,-2 9 0 0 0,-4 14 418 0 0,-8 47 0 0 0,1 39-253 0 0,15-103-286 0 0,0 0-1 0 0,1 0 1 0 0,1 1-1 0 0,0-1 1 0 0,0 0-1 0 0,7 23 1 0 0,-7-33-57 0 0,0-1 1 0 0,0 1-1 0 0,0-1 1 0 0,1 1-1 0 0,-1-1 0 0 0,1 1 1 0 0,-1-1-1 0 0,1 0 1 0 0,0 1-1 0 0,0-1 1 0 0,0 0-1 0 0,0 0 0 0 0,0-1 1 0 0,0 1-1 0 0,1 0 1 0 0,-1-1-1 0 0,0 1 1 0 0,1-1-1 0 0,0 0 0 0 0,-1 0 1 0 0,1 0-1 0 0,0 0 1 0 0,-1 0-1 0 0,1-1 1 0 0,0 1-1 0 0,0-1 1 0 0,0 1-1 0 0,-1-1 0 0 0,1 0 1 0 0,0 0-1 0 0,0-1 1 0 0,0 1-1 0 0,0-1 1 0 0,-1 1-1 0 0,1-1 0 0 0,0 0 1 0 0,3-1-1 0 0,1 0-299 0 0,0-1-1 0 0,-1 0 0 0 0,1 0 0 0 0,-1 0 1 0 0,1-1-1 0 0,-1 0 0 0 0,0 0 0 0 0,-1-1 1 0 0,1 1-1 0 0,-1-1 0 0 0,0-1 0 0 0,0 1 1 0 0,5-8-1 0 0,-9 10 312 0 0,0 1-1 0 0,0-1 1 0 0,0 0 0 0 0,-1 0 0 0 0,1 0-1 0 0,-1 0 1 0 0,0 0 0 0 0,0-1 0 0 0,0 1-1 0 0,0 0 1 0 0,-1 0 0 0 0,1 0 0 0 0,-1 0-1 0 0,1 0 1 0 0,-1 0 0 0 0,0 1 0 0 0,0-1-1 0 0,-1 0 1 0 0,1 0 0 0 0,-1 1 0 0 0,1-1-1 0 0,-1 0 1 0 0,0 1 0 0 0,0 0 0 0 0,0-1-1 0 0,-3-2 1 0 0,4 4 19 0 0,-1-1 426 0 0,-11-37 1409 0 0,13 36-1695 0 0,1-1 0 0 0,0 0 0 0 0,-1 1 0 0 0,1-1 0 0 0,1 0-1 0 0,-1 1 1 0 0,1-1 0 0 0,-1 1 0 0 0,1 0 0 0 0,0 0 0 0 0,0 0-1 0 0,0 0 1 0 0,1 0 0 0 0,-1 0 0 0 0,1 0 0 0 0,-1 1-1 0 0,1-1 1 0 0,0 1 0 0 0,0 0 0 0 0,0-1 0 0 0,0 2 0 0 0,1-1-1 0 0,-1 0 1 0 0,1 1 0 0 0,-1-1 0 0 0,1 1 0 0 0,-1 0 0 0 0,1 0-1 0 0,-1 0 1 0 0,1 1 0 0 0,0-1 0 0 0,0 1 0 0 0,-1 0-1 0 0,1 0 1 0 0,0 0 0 0 0,0 1 0 0 0,-1-1 0 0 0,1 1 0 0 0,0 0-1 0 0,-1 0 1 0 0,1 0 0 0 0,-1 1 0 0 0,1-1 0 0 0,-1 1 0 0 0,0 0-1 0 0,0 0 1 0 0,1 0 0 0 0,-1 0 0 0 0,-1 0 0 0 0,6 6-1 0 0,-4-4-58 0 0,1 0-1 0 0,-2 1 1 0 0,1-1-1 0 0,-1 1 0 0 0,1 0 1 0 0,-1 0-1 0 0,-1 0 0 0 0,1 1 1 0 0,-1-1-1 0 0,0 1 0 0 0,0-1 1 0 0,0 1-1 0 0,-1 0 0 0 0,0 0 1 0 0,0-1-1 0 0,0 1 0 0 0,-1 11 1 0 0,-10 37-955 0 0,-11-2-4177 0 0,20-50 3131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3.923"/>
    </inkml:context>
    <inkml:brush xml:id="br0">
      <inkml:brushProperty name="width" value="0.035" units="cm"/>
      <inkml:brushProperty name="height" value="0.035" units="cm"/>
      <inkml:brushProperty name="color" value="#E71224"/>
    </inkml:brush>
  </inkml:definitions>
  <inkml:trace contextRef="#ctx0" brushRef="#br0">82 308 7749 0 0,'0'0'98'0'0,"-2"-3"48"0"0,-11-24 509 0 0,4 11 408 0 0,1-1 1 0 0,1 0 0 0 0,0-1 0 0 0,-5-21 0 0 0,12 34-802 0 0,-1-1 1 0 0,1 0-1 0 0,0 0 0 0 0,1 1 0 0 0,-1-1 0 0 0,1 0 0 0 0,0 1 1 0 0,1-1-1 0 0,-1 1 0 0 0,1-1 0 0 0,0 1 0 0 0,1 0 0 0 0,-1-1 1 0 0,1 1-1 0 0,0 1 0 0 0,0-1 0 0 0,0 0 0 0 0,1 1 0 0 0,0-1 1 0 0,0 1-1 0 0,5-4 0 0 0,-3 2-30 0 0,1 1 0 0 0,0 0-1 0 0,0 0 1 0 0,1 0 0 0 0,-1 1 0 0 0,1 0-1 0 0,0 0 1 0 0,0 1 0 0 0,1 0 0 0 0,-1 1 0 0 0,0 0-1 0 0,16-2 1 0 0,-14 4-14 0 0,-1 0-1 0 0,1 0 1 0 0,0 1-1 0 0,0 1 1 0 0,0 0-1 0 0,-1 0 1 0 0,1 1-1 0 0,-1 0 1 0 0,0 0 0 0 0,0 1-1 0 0,0 0 1 0 0,0 1-1 0 0,-1 0 1 0 0,15 12-1 0 0,-13-9-68 0 0,0 1-1 0 0,-1 0 0 0 0,0 0 1 0 0,0 1-1 0 0,-1 0 0 0 0,0 1 0 0 0,-1 0 1 0 0,-1 0-1 0 0,1 0 0 0 0,7 23 1 0 0,-9-21-113 0 0,0 0 1 0 0,-1 0 0 0 0,-1 0-1 0 0,0 1 1 0 0,1 21 0 0 0,-4-29-27 0 0,0 0 0 0 0,-1 0 0 0 0,0 0 1 0 0,0 0-1 0 0,-1 0 0 0 0,0 0 0 0 0,0 0 1 0 0,0-1-1 0 0,-1 1 0 0 0,1-1 0 0 0,-1 1 1 0 0,-1-1-1 0 0,1 0 0 0 0,-1 0 0 0 0,-4 5 1 0 0,-8 8-325 0 0,-1 0 0 0 0,-1-1 0 0 0,0-1 0 0 0,-1 0 0 0 0,-1-1 0 0 0,-21 11 0 0 0,29-19 121 0 0,0-1 0 0 0,-1 0 0 0 0,0-1 0 0 0,0 0 0 0 0,0-1 0 0 0,0-1-1 0 0,-1 0 1 0 0,1-1 0 0 0,-1 0 0 0 0,0-1 0 0 0,0 0 0 0 0,-14-2 0 0 0,24 0-350 0 0,-1 1 0 0 0,1-1 0 0 0,0 0 1 0 0,-1 0-1 0 0,1 0 0 0 0,0-1 0 0 0,-1 1 1 0 0,1-1-1 0 0,0 0 0 0 0,0 0 0 0 0,0-1 0 0 0,1 1 1 0 0,-1-1-1 0 0,1 0 0 0 0,-1 0 0 0 0,1 0 0 0 0,0 0 1 0 0,-4-5-1 0 0,-2-6-1894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24.295"/>
    </inkml:context>
    <inkml:brush xml:id="br0">
      <inkml:brushProperty name="width" value="0.035" units="cm"/>
      <inkml:brushProperty name="height" value="0.035" units="cm"/>
      <inkml:brushProperty name="color" value="#E71224"/>
    </inkml:brush>
  </inkml:definitions>
  <inkml:trace contextRef="#ctx0" brushRef="#br0">43 0 11653 0 0,'0'0'9059'0'0,"-32"2"-5518"0"0,31-1-3465 0 0,0 0 0 0 0,0 0 0 0 0,1 0 1 0 0,-1 0-1 0 0,0 0 0 0 0,0 0 0 0 0,1 0 0 0 0,-1 1 0 0 0,0-1 1 0 0,1 0-1 0 0,-1 0 0 0 0,1 1 0 0 0,0-1 0 0 0,-1 0 0 0 0,1 1 1 0 0,0-1-1 0 0,0 1 0 0 0,0-1 0 0 0,0 0 0 0 0,0 1 0 0 0,0-1 0 0 0,1 3 1 0 0,5 38 961 0 0,-3-31-640 0 0,26 190 2066 0 0,-22-68-6269 0 0,-12-107-6384 0 0,4-20 9220 0 0,0-4-2100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53.506"/>
    </inkml:context>
    <inkml:brush xml:id="br0">
      <inkml:brushProperty name="width" value="0.035" units="cm"/>
      <inkml:brushProperty name="height" value="0.035" units="cm"/>
      <inkml:brushProperty name="color" value="#E71224"/>
    </inkml:brush>
  </inkml:definitions>
  <inkml:trace contextRef="#ctx0" brushRef="#br0">34 8 8681 0 0,'-1'-1'363'0'0,"0"0"0"0"0,0 0 0 0 0,0 1 0 0 0,0-1 0 0 0,0 0 1 0 0,-1 1-1 0 0,1-1 0 0 0,0 1 0 0 0,0-1 0 0 0,-1 1 0 0 0,1 0 0 0 0,0-1 0 0 0,-1 1 1 0 0,1 0-1 0 0,0 0 0 0 0,-1 0 0 0 0,1 0 0 0 0,0 0 0 0 0,-1 0 0 0 0,-1 1 0 0 0,2 0-262 0 0,1-1-1 0 0,-1 1 0 0 0,1 0 0 0 0,-1 0 0 0 0,1-1 0 0 0,0 1 0 0 0,-1 0 0 0 0,1 0 0 0 0,0 0 1 0 0,-1 0-1 0 0,1-1 0 0 0,0 1 0 0 0,0 0 0 0 0,0 0 0 0 0,0 0 0 0 0,0 0 0 0 0,0 0 1 0 0,0 0-1 0 0,0-1 0 0 0,0 1 0 0 0,0 0 0 0 0,1 0 0 0 0,-1 1 0 0 0,25 65-756 0 0,-18-53 1517 0 0,29 86 22 0 0,34 144-1 0 0,-66-231-2021 0 0,4 26 3040 0 0,-6-25-6169 0 0,-2-1-5757 0 0,0-7 8301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9:53.952"/>
    </inkml:context>
    <inkml:brush xml:id="br0">
      <inkml:brushProperty name="width" value="0.035" units="cm"/>
      <inkml:brushProperty name="height" value="0.035" units="cm"/>
      <inkml:brushProperty name="color" value="#E71224"/>
    </inkml:brush>
  </inkml:definitions>
  <inkml:trace contextRef="#ctx0" brushRef="#br0">135 293 6065 0 0,'0'0'3'0'0,"-2"-2"100"0"0,1-1 1 0 0,-1 1 0 0 0,0-1 0 0 0,1 1-1 0 0,-1 0 1 0 0,0 0 0 0 0,0 0 0 0 0,-1 0 0 0 0,1 0-1 0 0,0 1 1 0 0,-1-1 0 0 0,1 0 0 0 0,-1 1-1 0 0,1 0 1 0 0,-1 0 0 0 0,1 0 0 0 0,-1 0 0 0 0,-4-1-1 0 0,4 1 470 0 0,-11 4 1328 0 0,12-3-1877 0 0,1 0 0 0 0,-1 0 1 0 0,1 0-1 0 0,0 0 0 0 0,-1 0 1 0 0,1 0-1 0 0,-1 0 0 0 0,1 0 1 0 0,0 1-1 0 0,-1-1 0 0 0,1 1 1 0 0,0-1-1 0 0,-1 1 0 0 0,-1 1 1 0 0,-20 25-187 0 0,11-15-104 0 0,8-44 63 0 0,-1-33 172 0 0,3 39 261 0 0,0-48 0 0 0,2 68-61 0 0,0 0-1 0 0,1 0 1 0 0,0 0-1 0 0,0 0 0 0 0,1 0 1 0 0,-1 0-1 0 0,1 0 1 0 0,1 1-1 0 0,-1-1 0 0 0,1 1 1 0 0,0 0-1 0 0,0 0 0 0 0,5-6 1 0 0,-5 8-31 0 0,0 1 1 0 0,0 0-1 0 0,0-1 0 0 0,0 2 1 0 0,1-1-1 0 0,-1 0 0 0 0,1 1 1 0 0,-1-1-1 0 0,1 1 0 0 0,0 0 1 0 0,-1 0-1 0 0,1 0 0 0 0,0 1 1 0 0,-1 0-1 0 0,1-1 0 0 0,0 1 1 0 0,0 0-1 0 0,0 1 0 0 0,-1-1 1 0 0,1 1-1 0 0,5 1 0 0 0,6 1 122 0 0,1 1-1 0 0,-1 1 0 0 0,25 12 0 0 0,-21-8-247 0 0,-1 1 0 0 0,0 0 1 0 0,-1 2-1 0 0,17 13 1 0 0,-25-17-822 0 0,-1 0 1 0 0,0 1-1 0 0,0-1 1 0 0,0 1 0 0 0,6 11-1 0 0,-7-7-1327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33.813"/>
    </inkml:context>
    <inkml:brush xml:id="br0">
      <inkml:brushProperty name="width" value="0.035" units="cm"/>
      <inkml:brushProperty name="height" value="0.035" units="cm"/>
      <inkml:brushProperty name="color" value="#E71224"/>
    </inkml:brush>
  </inkml:definitions>
  <inkml:trace contextRef="#ctx0" brushRef="#br0">266 88 5308 0 0,'0'0'145'0'0,"2"-23"2713"0"0,-4 8 3754 0 0,-3 10-6271 0 0,0 0 0 0 0,0 1 1 0 0,-1-1-1 0 0,1 2 0 0 0,-1-1 0 0 0,0 0 0 0 0,0 1 0 0 0,0 0 0 0 0,0 1 0 0 0,-1-1 0 0 0,1 1 0 0 0,-1 0 0 0 0,0 1 0 0 0,1 0 0 0 0,-10-1 0 0 0,11 2-279 0 0,1 0 0 0 0,-1 0 0 0 0,1 1 0 0 0,-1 0 0 0 0,1 0 0 0 0,0 0-1 0 0,-1 0 1 0 0,1 1 0 0 0,0-1 0 0 0,0 1 0 0 0,0 0 0 0 0,0 0 0 0 0,0 1 0 0 0,0-1 0 0 0,1 1-1 0 0,-1 0 1 0 0,1 0 0 0 0,0 0 0 0 0,0 1 0 0 0,0-1 0 0 0,0 0 0 0 0,0 1 0 0 0,1 0 0 0 0,0 0-1 0 0,-3 5 1 0 0,2-3-48 0 0,0 1 0 0 0,1 0-1 0 0,-1 1 1 0 0,1-1 0 0 0,1 0 0 0 0,-1 1-1 0 0,1-1 1 0 0,1 1 0 0 0,-1-1-1 0 0,1 1 1 0 0,1 0 0 0 0,-1-1 0 0 0,3 11-1 0 0,-2-14-8 0 0,0 0-1 0 0,0 0 0 0 0,0 0 1 0 0,1 0-1 0 0,0 0 0 0 0,-1 0 1 0 0,1-1-1 0 0,1 1 0 0 0,-1-1 0 0 0,0 1 1 0 0,1-1-1 0 0,0 0 0 0 0,0 0 1 0 0,0 0-1 0 0,0 0 0 0 0,0 0 1 0 0,0-1-1 0 0,1 0 0 0 0,-1 1 1 0 0,1-1-1 0 0,0-1 0 0 0,0 1 0 0 0,0 0 1 0 0,0-1-1 0 0,4 1 0 0 0,-2-1 24 0 0,0 0-1 0 0,0 0 1 0 0,-1 1-1 0 0,1 0 1 0 0,0 0-1 0 0,-1 0 1 0 0,1 1-1 0 0,-1-1 1 0 0,0 1-1 0 0,0 1 1 0 0,0-1-1 0 0,0 1 1 0 0,-1 0-1 0 0,1 0 1 0 0,-1 0-1 0 0,0 0 1 0 0,0 1 0 0 0,0 0-1 0 0,-1-1 1 0 0,0 2-1 0 0,0-1 1 0 0,0 0-1 0 0,-1 0 1 0 0,1 1-1 0 0,-1 0 1 0 0,0-1-1 0 0,-1 1 1 0 0,0 0-1 0 0,0 0 1 0 0,1 11-1 0 0,-2-10 66 0 0,-1 1-1 0 0,1-1 1 0 0,-1 0-1 0 0,-1 1 1 0 0,0-1 0 0 0,0 0-1 0 0,0 0 1 0 0,-1 0-1 0 0,1 0 1 0 0,-2-1-1 0 0,1 1 1 0 0,-1-1 0 0 0,0 1-1 0 0,0-1 1 0 0,-7 7-1 0 0,3-6-330 0 0,1 0 0 0 0,-1 0-1 0 0,-1-1 1 0 0,1 1 0 0 0,-1-2-1 0 0,0 1 1 0 0,0-2 0 0 0,-1 1-1 0 0,-18 5 1 0 0,22-9-656 0 0,-1 0-1 0 0,1 0 1 0 0,0-1-1 0 0,-1 0 1 0 0,1 0-1 0 0,-1-1 1 0 0,1 0 0 0 0,-1 0-1 0 0,1-1 1 0 0,0 1-1 0 0,0-1 1 0 0,-10-5-1 0 0,13 6-1236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34.729"/>
    </inkml:context>
    <inkml:brush xml:id="br0">
      <inkml:brushProperty name="width" value="0.035" units="cm"/>
      <inkml:brushProperty name="height" value="0.035" units="cm"/>
      <inkml:brushProperty name="color" value="#E71224"/>
    </inkml:brush>
  </inkml:definitions>
  <inkml:trace contextRef="#ctx0" brushRef="#br0">92 110 6649 0 0,'0'0'5966'0'0,"1"-5"-5070"0"0,4-15-10 0 0,-4 15 1936 0 0,0 0-1961 0 0,2-16-65 0 0,-2 16 1173 0 0,-1-18-1047 0 0,0 22-890 0 0,0 0 1 0 0,0 0-1 0 0,0 0 0 0 0,0-1 0 0 0,0 1 0 0 0,0 0 0 0 0,0 0 0 0 0,-1 0 0 0 0,1 0 0 0 0,0 0 0 0 0,-1 0 0 0 0,1 0 1 0 0,-1 0-1 0 0,1 0 0 0 0,-1 0 0 0 0,1 0 0 0 0,-1 0 0 0 0,1 0 0 0 0,-1 0 0 0 0,0 0 0 0 0,-1-1 0 0 0,1 2-12 0 0,1 0 0 0 0,-1-1 0 0 0,0 1-1 0 0,0 0 1 0 0,0 0 0 0 0,0 0 0 0 0,0 0-1 0 0,0 0 1 0 0,0 0 0 0 0,1 0 0 0 0,-1 0-1 0 0,0 0 1 0 0,0 0 0 0 0,0 0 0 0 0,0 0-1 0 0,0 1 1 0 0,0-1 0 0 0,1 0 0 0 0,-1 1-1 0 0,-1 0 1 0 0,-1 1 32 0 0,-1-1 0 0 0,1 2-1 0 0,0-1 1 0 0,0 0 0 0 0,1 1 0 0 0,-1-1-1 0 0,0 1 1 0 0,1 0 0 0 0,-1 0 0 0 0,-2 4-1 0 0,-3 12 188 0 0,1 0 0 0 0,1 1 0 0 0,1-1 0 0 0,1 1 0 0 0,-4 37 0 0 0,6-19 24 0 0,1 0 0 0 0,5 47 0 0 0,-2-71-242 0 0,0 0 0 0 0,0 0 0 0 0,1 0-1 0 0,9 22 1 0 0,-10-31-50 0 0,0 0 1 0 0,1 0-1 0 0,-1 0 1 0 0,1-1-1 0 0,0 1 0 0 0,0-1 1 0 0,0 0-1 0 0,1 0 1 0 0,0 0-1 0 0,-1 0 0 0 0,1-1 1 0 0,1 1-1 0 0,-1-1 1 0 0,0 0-1 0 0,6 3 0 0 0,-8-5-68 0 0,-1-1 80 0 0,-1 0-1 0 0,0 1 1 0 0,0-1 0 0 0,1 0-1 0 0,-1 1 1 0 0,0-1-1 0 0,1 0 1 0 0,-1 0 0 0 0,0 1-1 0 0,1-1 1 0 0,-1 0 0 0 0,0 0-1 0 0,1 1 1 0 0,-1-1 0 0 0,0 0-1 0 0,1 0 1 0 0,-1 0 0 0 0,1 0-1 0 0,-1 0 1 0 0,0 0-1 0 0,1 0 1 0 0,-1 0 0 0 0,1 0-1 0 0,-1 0 1 0 0,1 0 0 0 0,-1 0-1 0 0,0 0 1 0 0,1 0 0 0 0,-1 0-1 0 0,1 0 1 0 0,-1 0 0 0 0,0 0-1 0 0,1 0 1 0 0,-1-1-1 0 0,0 1 1 0 0,1 0 0 0 0,-1 0-1 0 0,1 0 1 0 0,-1-1 0 0 0,0 1-1 0 0,0 0 1 0 0,1-1 0 0 0,-1 1-1 0 0,1-1 1 0 0,17-11-511 0 0,-15 4 363 0 0,-1 1 1 0 0,0-1 0 0 0,0 1 0 0 0,0-1-1 0 0,-1 0 1 0 0,0 0 0 0 0,-1 1 0 0 0,0-1-1 0 0,0 0 1 0 0,-1 0 0 0 0,0 0 0 0 0,0 1-1 0 0,-3-11 1 0 0,1 4 79 0 0,2 1 0 0 0,-1-1-1 0 0,2-16 1 0 0,0 22 79 0 0,1 1-1 0 0,0 0 0 0 0,0 0 0 0 0,0-1 1 0 0,1 1-1 0 0,1 0 0 0 0,-1 1 0 0 0,6-11 1 0 0,-8 16 19 0 0,1 0 1 0 0,0 0 0 0 0,-1 0 0 0 0,1 0-1 0 0,0 0 1 0 0,0 0 0 0 0,0 0-1 0 0,0 0 1 0 0,0 1 0 0 0,0-1-1 0 0,0 0 1 0 0,0 1 0 0 0,0-1 0 0 0,0 1-1 0 0,0-1 1 0 0,0 1 0 0 0,0 0-1 0 0,1-1 1 0 0,-1 1 0 0 0,0 0 0 0 0,0 0-1 0 0,2 0 1 0 0,0 0 56 0 0,-1 1 1 0 0,1-1-1 0 0,0 1 1 0 0,-1 0-1 0 0,1 0 0 0 0,-1 0 1 0 0,1 1-1 0 0,-1-1 0 0 0,0 1 1 0 0,1-1-1 0 0,-1 1 1 0 0,0 0-1 0 0,4 4 0 0 0,0 0 173 0 0,0 1 0 0 0,-1 0 0 0 0,1 1 0 0 0,-1-1-1 0 0,-1 1 1 0 0,0 0 0 0 0,0 0 0 0 0,0 0 0 0 0,-1 1 0 0 0,0 0-1 0 0,2 11 1 0 0,-1 3-271 0 0,0 0 1 0 0,-2 0-1 0 0,0 28 0 0 0,-10-21-2530 0 0,7-26-1208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35.256"/>
    </inkml:context>
    <inkml:brush xml:id="br0">
      <inkml:brushProperty name="width" value="0.035" units="cm"/>
      <inkml:brushProperty name="height" value="0.035" units="cm"/>
      <inkml:brushProperty name="color" value="#E71224"/>
    </inkml:brush>
  </inkml:definitions>
  <inkml:trace contextRef="#ctx0" brushRef="#br0">16 280 5753 0 0,'0'0'1015'0'0,"-2"-3"-470"0"0,0 0 184 0 0,0 0-1 0 0,0-1 1 0 0,1 1-1 0 0,-1-1 0 0 0,1 1 1 0 0,0-1-1 0 0,0 1 1 0 0,0-1-1 0 0,1 0 0 0 0,-1 1 1 0 0,1-1-1 0 0,0-6 1 0 0,1 2-253 0 0,0 0 1 0 0,0 0 0 0 0,1 0 0 0 0,0 0 0 0 0,4-11-1 0 0,3-1-150 0 0,0 0-1 0 0,1 1 0 0 0,19-27 0 0 0,-24 41-201 0 0,-1 0 1 0 0,1 0-1 0 0,0 0 1 0 0,0 1-1 0 0,1 0 0 0 0,-1 0 1 0 0,1 0-1 0 0,0 0 1 0 0,0 1-1 0 0,0 0 0 0 0,0 0 1 0 0,1 1-1 0 0,-1 0 1 0 0,1 0-1 0 0,0 0 1 0 0,-1 1-1 0 0,1 0 0 0 0,0 0 1 0 0,0 1-1 0 0,0 0 1 0 0,9 1-1 0 0,-9-1 12 0 0,0 1-1 0 0,0-1 1 0 0,-1 2 0 0 0,1-1-1 0 0,0 1 1 0 0,-1 0 0 0 0,0 0-1 0 0,1 1 1 0 0,-1 0 0 0 0,0 0-1 0 0,0 0 1 0 0,0 1 0 0 0,-1 0-1 0 0,1 0 1 0 0,-1 0 0 0 0,0 1-1 0 0,0 0 1 0 0,-1 0 0 0 0,1 0-1 0 0,-1 1 1 0 0,4 7 0 0 0,-5-8-91 0 0,-1 1 1 0 0,1 0-1 0 0,-2-1 1 0 0,1 1 0 0 0,-1 0-1 0 0,0 0 1 0 0,0 0-1 0 0,0 0 1 0 0,-1 0-1 0 0,0 0 1 0 0,0 0 0 0 0,-1 0-1 0 0,-1 9 1 0 0,-1-4-23 0 0,0-1 0 0 0,0 1 0 0 0,-1 0-1 0 0,-1-1 1 0 0,0 0 0 0 0,-11 17 0 0 0,-1-4-950 0 0,-1 0 1 0 0,-1-2-1 0 0,-1 0 0 0 0,-42 35 0 0 0,57-52 212 0 0,0 0 1 0 0,-1-1-1 0 0,1 1 1 0 0,-1-1-1 0 0,0 0 0 0 0,0 0 1 0 0,0-1-1 0 0,-10 3 1 0 0,13-4 431 0 0,1-1 1 0 0,-1 0 0 0 0,1 1 0 0 0,0-1 0 0 0,-1 0 0 0 0,1 0 0 0 0,-1-1-1 0 0,1 1 1 0 0,-1 0 0 0 0,1-1 0 0 0,0 0 0 0 0,-1 1 0 0 0,1-1 0 0 0,0 0-1 0 0,0 0 1 0 0,-1 0 0 0 0,1-1 0 0 0,0 1 0 0 0,0 0 0 0 0,0-1 0 0 0,1 1-1 0 0,-1-1 1 0 0,0 0 0 0 0,0 0 0 0 0,-1-2 0 0 0,-7-10-1504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35.626"/>
    </inkml:context>
    <inkml:brush xml:id="br0">
      <inkml:brushProperty name="width" value="0.035" units="cm"/>
      <inkml:brushProperty name="height" value="0.035" units="cm"/>
      <inkml:brushProperty name="color" value="#E71224"/>
    </inkml:brush>
  </inkml:definitions>
  <inkml:trace contextRef="#ctx0" brushRef="#br0">0 29 9397 0 0,'1'-2'201'0'0,"0"0"1"0"0,0 0 0 0 0,1 1-1 0 0,-1-1 1 0 0,0 0-1 0 0,1 1 1 0 0,-1-1 0 0 0,1 0-1 0 0,-1 1 1 0 0,1 0-1 0 0,0-1 1 0 0,0 1 0 0 0,-1 0-1 0 0,1 0 1 0 0,0 0-1 0 0,0 0 1 0 0,0 1-1 0 0,0-1 1 0 0,0 0 0 0 0,1 1-1 0 0,-1-1 1 0 0,0 1-1 0 0,0 0 1 0 0,0 0 0 0 0,0 0-1 0 0,0 0 1 0 0,1 0-1 0 0,-1 0 1 0 0,0 1 0 0 0,0-1-1 0 0,0 0 1 0 0,0 1-1 0 0,0 0 1 0 0,0 0-1 0 0,0-1 1 0 0,3 3 0 0 0,-2 0-6 0 0,0-1 1 0 0,1 1 0 0 0,-1 0 0 0 0,-1 0 0 0 0,1 0 0 0 0,0 0 0 0 0,-1 1-1 0 0,0-1 1 0 0,0 1 0 0 0,0-1 0 0 0,0 1 0 0 0,0 0 0 0 0,-1 0 0 0 0,1 0-1 0 0,-1 0 1 0 0,0 0 0 0 0,-1 0 0 0 0,2 6 0 0 0,-2 5-191 0 0,0 0 1 0 0,-1 0 0 0 0,-1 0-1 0 0,0 0 1 0 0,-1 0-1 0 0,-7 23 1 0 0,-20 45-8372 0 0,27-74 6755 0 0,-4 5-644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43.143"/>
    </inkml:context>
    <inkml:brush xml:id="br0">
      <inkml:brushProperty name="width" value="0.035" units="cm"/>
      <inkml:brushProperty name="height" value="0.035" units="cm"/>
      <inkml:brushProperty name="color" value="#E71224"/>
    </inkml:brush>
  </inkml:definitions>
  <inkml:trace contextRef="#ctx0" brushRef="#br0">90 115 4652 0 0,'-56'17'5715'0'0,"54"-16"-4684"0"0,1 0-896 0 0,1-1 0 0 0,-1 1 0 0 0,0-1 0 0 0,0 1-1 0 0,0-1 1 0 0,1 0 0 0 0,-1 1 0 0 0,0-1 0 0 0,0 0-1 0 0,0 1 1 0 0,0-1 0 0 0,0 0 0 0 0,0 0 0 0 0,0 0-1 0 0,0 0 1 0 0,1 0 0 0 0,-1 0 0 0 0,0 0 0 0 0,0 0 0 0 0,0 0-1 0 0,-2-1 1 0 0,-8-1 3150 0 0,14 0-429 0 0,67-6-1570 0 0,95 2 0 0 0,-15 2-955 0 0,73-11-307 0 0,269-53 0 0 0,-458 60-15 0 0,-5 1-20 0 0,0 1 0 0 0,0 2 0 0 0,0 0 0 0 0,42 1-1 0 0,-48 9 83 0 0,-19-5-3495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44.461"/>
    </inkml:context>
    <inkml:brush xml:id="br0">
      <inkml:brushProperty name="width" value="0.035" units="cm"/>
      <inkml:brushProperty name="height" value="0.035" units="cm"/>
      <inkml:brushProperty name="color" value="#E71224"/>
    </inkml:brush>
  </inkml:definitions>
  <inkml:trace contextRef="#ctx0" brushRef="#br0">1 186 6649 0 0,'13'-68'820'0'0,"-13"62"-330"0"0,5-21 1291 0 0,-3-36 4497 0 0,-2 61-4870 0 0,10-18 1645 0 0,-9 21-3000 0 0,0 0 1 0 0,0 0-1 0 0,0 0 0 0 0,0 1 1 0 0,0-1-1 0 0,-1 0 0 0 0,1 0 1 0 0,0 1-1 0 0,0-1 0 0 0,-1 0 0 0 0,1 1 1 0 0,-1-1-1 0 0,1 1 0 0 0,-1-1 1 0 0,0 1-1 0 0,0-1 0 0 0,1 1 0 0 0,-1 2 1 0 0,0 33 262 0 0,-1-25-181 0 0,-10 151 556 0 0,-2 3-70 0 0,13-145-481 0 0,1 1 1 0 0,1 0-1 0 0,0-1 1 0 0,2 0-1 0 0,8 28 1 0 0,-11-46-9 0 0,0-2-125 0 0,1 1 0 0 0,0-1 0 0 0,0 0 0 0 0,0 0-1 0 0,0 1 1 0 0,0-1 0 0 0,0-1 0 0 0,0 1 0 0 0,0 0-1 0 0,0 0 1 0 0,0-1 0 0 0,1 1 0 0 0,-1-1 0 0 0,0 0 0 0 0,0 0-1 0 0,5 0 1 0 0,18-1-29 0 0,1-1 1 0 0,0-1-1 0 0,44-13 0 0 0,-18 5 11 0 0,60-22-199 0 0,-75 21-250 0 0,-34 11 333 0 0,-1 0-2670 0 0,-1 1 2783 0 0,0 0 1 0 0,0 0-1 0 0,-1 0 0 0 0,1-1 1 0 0,0 1-1 0 0,0 0 0 0 0,-1-1 1 0 0,1 1-1 0 0,0-1 0 0 0,0 1 0 0 0,-1-1 1 0 0,1 1-1 0 0,-1-1 0 0 0,1 1 1 0 0,0-1-1 0 0,-1 0 0 0 0,1 1 1 0 0,-1-1-1 0 0,0 0 0 0 0,1 1 1 0 0,-1-1-1 0 0,1 0 0 0 0,-1 0 0 0 0,0 1 1 0 0,0-1-1 0 0,1 0 0 0 0,-1 0 1 0 0,0 0-1 0 0,0 0 0 0 0,0 1 1 0 0,0-1-1 0 0,0 0 0 0 0,0 0 0 0 0,0 0 1 0 0,0 1-1 0 0,0-1 0 0 0,-1 0 1 0 0,1 0-1 0 0,0 0 0 0 0,0 1 1 0 0,-1-1-1 0 0,0-1 0 0 0,-16-45 547 0 0,13 38-140 0 0,3 5-138 0 0,1 4-241 0 0,0 0-1 0 0,-1 0 1 0 0,1-1 0 0 0,0 1-1 0 0,0 0 1 0 0,0 0 0 0 0,0-1-1 0 0,0 1 1 0 0,0 0 0 0 0,0-1-1 0 0,0 1 1 0 0,0 0 0 0 0,0 0-1 0 0,0-1 1 0 0,0 1 0 0 0,0 0-1 0 0,0-1 1 0 0,0 1 0 0 0,0 0-1 0 0,0 0 1 0 0,0-1 0 0 0,0 1-1 0 0,0 0 1 0 0,1 0 0 0 0,-1-1-1 0 0,0 1 1 0 0,0 0 0 0 0,0 0-1 0 0,0-1 1 0 0,1 1 0 0 0,-1 0-1 0 0,0 0 1 0 0,0 0 0 0 0,1-1-1 0 0,-1 1 1 0 0,0 0 0 0 0,0 0-1 0 0,1 0 1 0 0,-1 0-1 0 0,0 0 1 0 0,0 0 0 0 0,1-1-1 0 0,13-6 299 0 0,-5 7-133 0 0,1 0 0 0 0,-1 1 1 0 0,1 1-1 0 0,-1 0 0 0 0,0 0 1 0 0,0 0-1 0 0,0 1 0 0 0,0 1 1 0 0,0 0-1 0 0,-1 0 0 0 0,1 0 1 0 0,-1 1-1 0 0,0 0 0 0 0,-1 1 0 0 0,1 0 1 0 0,-1 0-1 0 0,0 1 0 0 0,-1 0 1 0 0,1 0-1 0 0,9 15 0 0 0,-14-19-180 0 0,-1-1 0 0 0,1 1-1 0 0,-1 0 1 0 0,0-1 0 0 0,0 1-1 0 0,0 0 1 0 0,0 0 0 0 0,-1 0 0 0 0,1-1-1 0 0,-1 1 1 0 0,1 0 0 0 0,-1 0-1 0 0,0 0 1 0 0,0 0 0 0 0,-1 0-1 0 0,1 0 1 0 0,0 0 0 0 0,-1 0-1 0 0,0-1 1 0 0,0 1 0 0 0,0 0-1 0 0,0 0 1 0 0,0-1 0 0 0,0 1 0 0 0,-1 0-1 0 0,1-1 1 0 0,-1 0 0 0 0,0 1-1 0 0,0-1 1 0 0,0 0 0 0 0,-3 4-1 0 0,-36 25-2540 0 0,1-10-3529 0 0,26-15 3069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2.104"/>
    </inkml:context>
    <inkml:brush xml:id="br0">
      <inkml:brushProperty name="width" value="0.035" units="cm"/>
      <inkml:brushProperty name="height" value="0.035" units="cm"/>
      <inkml:brushProperty name="color" value="#E71224"/>
    </inkml:brush>
  </inkml:definitions>
  <inkml:trace contextRef="#ctx0" brushRef="#br0">287 81 4740 0 0,'0'0'104'0'0,"3"-9"630"0"0,6-27 7444 0 0,-9 34-7090 0 0,-5-6-152 0 0,5 6-744 0 0,-1 1 0 0 0,0-1 0 0 0,1 0 0 0 0,-1 1 0 0 0,0-1 0 0 0,0 1 0 0 0,0-1 0 0 0,0 1 0 0 0,0-1 0 0 0,0 1 0 0 0,0 0 0 0 0,-1-1 0 0 0,1 1 0 0 0,0 0 0 0 0,-1 0 0 0 0,-1-1 0 0 0,-5 2 52 0 0,-1-1 1 0 0,1 1-1 0 0,-1 1 0 0 0,1 0 1 0 0,-1 0-1 0 0,1 1 1 0 0,0-1-1 0 0,-1 2 1 0 0,1-1-1 0 0,0 2 1 0 0,0-1-1 0 0,1 1 0 0 0,-14 8 1 0 0,9-5-95 0 0,1 1-1 0 0,0 1 1 0 0,0 0 0 0 0,1 0-1 0 0,0 1 1 0 0,1 0 0 0 0,-16 23-1 0 0,17-20-54 0 0,2 0 0 0 0,-1 1 0 0 0,2 0 0 0 0,0 0 0 0 0,1 0-1 0 0,0 0 1 0 0,1 1 0 0 0,1 0 0 0 0,0-1 0 0 0,1 1-1 0 0,0 0 1 0 0,3 17 0 0 0,0-6-55 0 0,1 0-1 0 0,2 0 1 0 0,0 0 0 0 0,2-1 0 0 0,1 0 0 0 0,13 29-1 0 0,-19-50-30 0 0,1 1-1 0 0,0 0 1 0 0,1-1-1 0 0,-1 0 1 0 0,1 1 0 0 0,0-1-1 0 0,0-1 1 0 0,0 1-1 0 0,0-1 1 0 0,1 1-1 0 0,-1-1 1 0 0,1-1-1 0 0,0 1 1 0 0,0 0-1 0 0,0-1 1 0 0,0 0-1 0 0,0-1 1 0 0,1 1-1 0 0,-1-1 1 0 0,0 0-1 0 0,1 0 1 0 0,-1 0 0 0 0,1-1-1 0 0,10 0 1 0 0,-8-1-5 0 0,0 1-1 0 0,0-1 1 0 0,0 0 0 0 0,0 0 0 0 0,0-1 0 0 0,0 0 0 0 0,0 0 0 0 0,-1-1 0 0 0,1 0 0 0 0,-1-1 0 0 0,0 0 0 0 0,0 0 0 0 0,0 0 0 0 0,-1-1-1 0 0,1 1 1 0 0,9-11 0 0 0,-15 13-5 0 0,0 1 0 0 0,-1 0 0 0 0,1-1 0 0 0,0 1 0 0 0,-1-1 0 0 0,1 1 0 0 0,-1-1 0 0 0,0 1 0 0 0,1-1 0 0 0,-1 1 0 0 0,0-1 0 0 0,0 1 0 0 0,0-1 0 0 0,0 1 0 0 0,0-1 0 0 0,0 1 0 0 0,-1-1 0 0 0,1 1 0 0 0,0-1 0 0 0,-1 1 0 0 0,1-1-1 0 0,-1 1 1 0 0,1-1 0 0 0,-1 1 0 0 0,0 0 0 0 0,0-1 0 0 0,0 1 0 0 0,0 0 0 0 0,-1-2 0 0 0,-6-12 31 0 0,7 7-18 0 0,9 14-7 0 0,8 13-14 0 0,-13-14-9 0 0,1 0 1 0 0,1-1-1 0 0,-1 0 1 0 0,1 0-1 0 0,-1 0 0 0 0,1 0 1 0 0,0-1-1 0 0,1 0 1 0 0,-1 0-1 0 0,1 0 0 0 0,-1-1 1 0 0,1 0-1 0 0,0 0 1 0 0,-1 0-1 0 0,1-1 0 0 0,0 1 1 0 0,0-2-1 0 0,0 1 1 0 0,1-1-1 0 0,-1 1 1 0 0,0-2-1 0 0,0 1 0 0 0,0-1 1 0 0,0 0-1 0 0,0 0 1 0 0,0 0-1 0 0,0-1 0 0 0,-1 0 1 0 0,1 0-1 0 0,0-1 1 0 0,-1 0-1 0 0,0 0 0 0 0,1 0 1 0 0,-1 0-1 0 0,8-8 1 0 0,-11 9 1 0 0,0-1 0 0 0,0 1 0 0 0,0-1 0 0 0,-1 1 0 0 0,1-1 1 0 0,-1 1-1 0 0,1-1 0 0 0,-1 0 0 0 0,0 0 0 0 0,0 0 1 0 0,0 0-1 0 0,-1 0 0 0 0,1 0 0 0 0,-1 0 0 0 0,1 0 0 0 0,-1 0 1 0 0,0 0-1 0 0,0 0 0 0 0,-1 0 0 0 0,1 0 0 0 0,0 0 1 0 0,-1 0-1 0 0,0 0 0 0 0,-2-5 0 0 0,0-1-2 0 0,0-1 1 0 0,-1 1-1 0 0,0 0 1 0 0,-1 0-1 0 0,-11-16 0 0 0,8 14 15 0 0,5 5-18 0 0,-2 0 1 0 0,1 1 0 0 0,-1-1 0 0 0,0 1 0 0 0,0 0 0 0 0,-10-8-1 0 0,13 12 13 0 0,1 1 0 0 0,-1-1 0 0 0,1 0-1 0 0,-1 1 1 0 0,1-1 0 0 0,-1 1 0 0 0,0 0-1 0 0,1-1 1 0 0,-1 1 0 0 0,0 0 0 0 0,1 0-1 0 0,-1 0 1 0 0,0 0 0 0 0,1 1 0 0 0,-1-1-1 0 0,0 0 1 0 0,1 1 0 0 0,-1-1-1 0 0,0 1 1 0 0,1-1 0 0 0,-1 1 0 0 0,1 0-1 0 0,-1-1 1 0 0,1 1 0 0 0,0 0 0 0 0,-1 0-1 0 0,1 0 1 0 0,0 0 0 0 0,-1 1 0 0 0,1-1-1 0 0,0 0 1 0 0,0 0 0 0 0,0 1-1 0 0,-1 1 1 0 0,-3 4-120 0 0,0 1-1 0 0,1-1 1 0 0,-1 1 0 0 0,2-1-1 0 0,-1 1 1 0 0,1 0 0 0 0,0 1-1 0 0,1-1 1 0 0,0 0 0 0 0,-1 11-1 0 0,2-12-771 0 0,0-1-1 0 0,1 1 0 0 0,0 0 0 0 0,0-1 0 0 0,0 1 1 0 0,1-1-1 0 0,3 14 0 0 0,-3-18 383 0 0,0 0 1 0 0,1 0-1 0 0,-1 1 1 0 0,1-1-1 0 0,-1 0 0 0 0,1 0 1 0 0,0-1-1 0 0,0 1 1 0 0,0 0-1 0 0,0 0 0 0 0,0-1 1 0 0,2 2-1 0 0,-2-2 284 0 0,1 1-1584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3.646"/>
    </inkml:context>
    <inkml:brush xml:id="br0">
      <inkml:brushProperty name="width" value="0.035" units="cm"/>
      <inkml:brushProperty name="height" value="0.035" units="cm"/>
      <inkml:brushProperty name="color" value="#E71224"/>
    </inkml:brush>
  </inkml:definitions>
  <inkml:trace contextRef="#ctx0" brushRef="#br0">3 28 6921 0 0,'0'0'83'0'0,"7"-13"1771"0"0,-11 27-1498 0 0,2 0 0 0 0,0 1 0 0 0,1-1 0 0 0,0 0 0 0 0,1 1 0 0 0,1-1 0 0 0,0 1 0 0 0,1-1 0 0 0,1 0 0 0 0,0 0 1 0 0,6 16-1 0 0,-9-28-346 0 0,1 0 0 0 0,0 1 0 0 0,-1-1 0 0 0,1 0 1 0 0,0 0-1 0 0,0 0 0 0 0,0 0 0 0 0,1 0 0 0 0,-1 0 1 0 0,0 0-1 0 0,1-1 0 0 0,-1 1 0 0 0,1 0 0 0 0,-1-1 1 0 0,1 1-1 0 0,0-1 0 0 0,0 0 0 0 0,2 2 0 0 0,-3-3-11 0 0,-1 0 0 0 0,1 0 0 0 0,-1 0 0 0 0,1 1 0 0 0,-1-1 0 0 0,1 0 0 0 0,0 0 0 0 0,-1 0 0 0 0,1 0 0 0 0,-1 0 0 0 0,1-1 0 0 0,-1 1 0 0 0,1 0 0 0 0,-1 0 0 0 0,1 0 0 0 0,0 0 0 0 0,-1-1 0 0 0,1 1 0 0 0,-1 0 0 0 0,1 0 0 0 0,-1-1 0 0 0,0 1 0 0 0,1 0 0 0 0,-1-1 0 0 0,1 0 0 0 0,8-21-4 0 0,-9 20 68 0 0,1 1 0 0 0,-1-1 0 0 0,1 1 0 0 0,-1-1 0 0 0,0 0 1 0 0,0 1-1 0 0,0-1 0 0 0,0 1 0 0 0,0-1 0 0 0,0 0 0 0 0,-1 1 0 0 0,1-1 0 0 0,0 1 0 0 0,-1-1 0 0 0,1 0 0 0 0,-1 1 0 0 0,-1-3 0 0 0,1 4-43 0 0,0 1 0 0 0,0-1 0 0 0,0 1 0 0 0,1-1 0 0 0,-1 1 0 0 0,0 0 0 0 0,0-1 0 0 0,1 1 0 0 0,-1 0 0 0 0,0 0 0 0 0,1 0 0 0 0,-1-1 0 0 0,1 1 0 0 0,-1 0 0 0 0,1 0 0 0 0,-1 0 0 0 0,1 0 0 0 0,-1 0 0 0 0,1 0 0 0 0,0 0 0 0 0,0 0 0 0 0,-1 0 0 0 0,1 0 0 0 0,0 0 0 0 0,0 0 0 0 0,0 0 0 0 0,0 1 0 0 0,-5 18 74 0 0,0 1 0 0 0,2-1 0 0 0,0 1 0 0 0,1-1 1 0 0,1 1-1 0 0,2 28 0 0 0,-1-46-158 0 0,3 7-2941 0 0,-12-122 1288 0 0,2 45 1803 0 0,7 58 313 0 0,0 0 0 0 0,1 1 0 0 0,0-1 1 0 0,1 0-1 0 0,0 0 0 0 0,0 1 0 0 0,0-1 0 0 0,7-12 0 0 0,-8 19 66 0 0,13-12 1787 0 0,-13 13-2200 0 0,1 0 1 0 0,-1 0-1 0 0,0 0 0 0 0,1 0 0 0 0,-1 0 0 0 0,0 1 1 0 0,1-1-1 0 0,-1 0 0 0 0,1 1 0 0 0,0-1 0 0 0,-1 1 0 0 0,1-1 1 0 0,-1 1-1 0 0,1 0 0 0 0,0-1 0 0 0,-1 1 0 0 0,1 0 1 0 0,0 0-1 0 0,-1 0 0 0 0,1 1 0 0 0,0-1 0 0 0,-1 0 1 0 0,1 1-1 0 0,-1-1 0 0 0,3 2 0 0 0,0 0 25 0 0,-1 0 1 0 0,0 1-1 0 0,1 0 0 0 0,-1 0 1 0 0,-1 0-1 0 0,1 0 0 0 0,0 1 1 0 0,-1-1-1 0 0,5 8 0 0 0,4 7 130 0 0,2 0-1 0 0,0 0 0 0 0,26 26 0 0 0,-38-44-206 0 0,0 1 0 0 0,0 0-1 0 0,-1-1 1 0 0,1 1 0 0 0,0 0 0 0 0,0-1-1 0 0,0 1 1 0 0,-1-1 0 0 0,1 1 0 0 0,0-1-1 0 0,0 0 1 0 0,0 1 0 0 0,0-1-1 0 0,0 0 1 0 0,0 0 0 0 0,0 0 0 0 0,0 1-1 0 0,0-1 1 0 0,0 0 0 0 0,0 0 0 0 0,0-1-1 0 0,0 1 1 0 0,0 0 0 0 0,0 0-1 0 0,0 0 1 0 0,1-1 0 0 0,1 0 0 0 0,-1-1 0 0 0,0 1 0 0 0,1-1 0 0 0,-1 1 0 0 0,0-1-1 0 0,0 0 1 0 0,0 0 0 0 0,-1 0 0 0 0,1 0 0 0 0,1-3 0 0 0,6-8-2 0 0,-1-1-1 0 0,11-25 1 0 0,-15 29-3 0 0,24-34-21 0 0,-28 44 25 0 0,1-1 1 0 0,-1 1-1 0 0,1-1 0 0 0,0 0 0 0 0,-1 1 1 0 0,1-1-1 0 0,-1 1 0 0 0,1-1 0 0 0,0 1 1 0 0,-1 0-1 0 0,1-1 0 0 0,0 1 0 0 0,0 0 1 0 0,-1-1-1 0 0,1 1 0 0 0,0 0 0 0 0,0 0 0 0 0,0 0 1 0 0,-1 0-1 0 0,1 0 0 0 0,2 0 0 0 0,-2 0 6 0 0,-1 1-1 0 0,1 0 0 0 0,0-1 0 0 0,0 1 0 0 0,0 0 0 0 0,0 0 0 0 0,0 0 0 0 0,-1 0 1 0 0,1-1-1 0 0,0 1 0 0 0,-1 0 0 0 0,1 0 0 0 0,-1 0 0 0 0,1 1 0 0 0,-1-1 1 0 0,1 0-1 0 0,-1 0 0 0 0,0 0 0 0 0,0 0 0 0 0,1 2 0 0 0,7 45 231 0 0,-8-39-50 0 0,1 0 0 0 0,1 0 0 0 0,0 0 0 0 0,0-1-1 0 0,0 1 1 0 0,1-1 0 0 0,0 1 0 0 0,7 11-1 0 0,-8-18-114 0 0,1-1-68 0 0,0 0-1 0 0,0-1 1 0 0,1 1 0 0 0,-1-1 0 0 0,1 1 0 0 0,-1-1 0 0 0,0 0 0 0 0,1-1-1 0 0,-1 1 1 0 0,0-1 0 0 0,1 1 0 0 0,-1-1 0 0 0,0 0 0 0 0,0 0 0 0 0,0 0 0 0 0,0-1-1 0 0,0 1 1 0 0,0-1 0 0 0,0 1 0 0 0,0-1 0 0 0,0 0 0 0 0,3-4 0 0 0,3-1-3 0 0,-1 0-1 0 0,0 0 1 0 0,-1 0 0 0 0,0-1 0 0 0,0 0 0 0 0,6-10 0 0 0,-1-17-4 0 0,-10 26-12 0 0,0 1 1 0 0,1 0-1 0 0,0-1 0 0 0,8-13 1 0 0,-10 21 16 0 0,-1 0 0 0 0,1 0 0 0 0,-1 0 0 0 0,1 0 0 0 0,0 1 0 0 0,0-1 0 0 0,-1 0 0 0 0,1 0 0 0 0,0 1 0 0 0,0-1 0 0 0,0 1 0 0 0,0-1 0 0 0,0 1 0 0 0,0-1 0 0 0,0 1 0 0 0,0-1 0 0 0,0 1 0 0 0,0 0 0 0 0,0-1 0 0 0,0 1 0 0 0,0 0 0 0 0,0 0 0 0 0,0 0 0 0 0,0 0 0 0 0,0 0 0 0 0,0 0 0 0 0,0 0 0 0 0,0 0 0 0 0,0 1 0 0 0,0-1 0 0 0,1 0 0 0 0,-1 1 0 0 0,0-1 0 0 0,0 0 0 0 0,-1 1 0 0 0,1-1 0 0 0,0 1 0 0 0,0 0 0 0 0,0-1 0 0 0,0 1 0 0 0,0 0 0 0 0,-1-1 0 0 0,2 3 0 0 0,4 2 23 0 0,-1 0 0 0 0,-1 1-1 0 0,1 0 1 0 0,-1 0 0 0 0,0 0 0 0 0,0 0-1 0 0,-1 1 1 0 0,1 0 0 0 0,3 13 0 0 0,-1 0 162 0 0,0 0-1 0 0,3 26 1 0 0,3 11 467 0 0,1 9-221 0 0,-10-24-5730 0 0,-3-42 5194 0 0,0 0-1 0 0,0 0 0 0 0,0 1 1 0 0,0-1-1 0 0,0 0 1 0 0,0 0-1 0 0,0 1 0 0 0,0-1 1 0 0,0 0-1 0 0,0 1 0 0 0,0-1 1 0 0,0 0-1 0 0,0 0 0 0 0,0 1 1 0 0,0-1-1 0 0,0 0 0 0 0,0 1 1 0 0,0-1-1 0 0,0 0 1 0 0,0 0-1 0 0,0 1 0 0 0,1-1 1 0 0,-1 0-1 0 0,0 0 0 0 0,0 1 1 0 0,0-1-1 0 0,0 0 0 0 0,1 0 1 0 0,-1 0-1 0 0,0 1 0 0 0,0-1 1 0 0,1 0-1 0 0,-1 0 0 0 0,0 0 1 0 0,0 0-1 0 0,1 1 1 0 0,-1-1-1 0 0,0 0 0 0 0,0 0 1 0 0,1 0-1 0 0,10-9-2085 0 0,10-19 93 0 0,-21 27 1853 0 0,85-142-4748 0 0,-64 100 6089 0 0,24-62 0 0 0,-44 102 1722 0 0,0-4-435 0 0,0-2-90 0 0,-12 17-1216 0 0,4 0-613 0 0,1 1-1 0 0,0 0 1 0 0,0 0-1 0 0,1 1 0 0 0,0 0 1 0 0,1-1-1 0 0,0 2 0 0 0,0-1 1 0 0,-3 18-1 0 0,3-7 225 0 0,0 0 0 0 0,2 0 0 0 0,0 43 0 0 0,5-20-139 0 0,1 1 0 0 0,3-1 0 0 0,19 67 0 0 0,-25-109-634 0 0,0 7-2184 0 0,2-14 951 0 0,0-18-412 0 0,-12-81-2816 0 0,13-55 2544 0 0,-3 134 1908 0 0,4-62 642 0 0,5 5 4399 0 0,-9 78-4870 0 0,0-1 1 0 0,1 1 0 0 0,-1 0-1 0 0,1 0 1 0 0,0 0 0 0 0,0 0-1 0 0,1 1 1 0 0,-1-1 0 0 0,1 0-1 0 0,0 1 1 0 0,-1 0 0 0 0,2-1-1 0 0,-1 1 1 0 0,0 1-1 0 0,1-1 1 0 0,-1 0 0 0 0,1 1-1 0 0,0 0 1 0 0,-1-1 0 0 0,1 2-1 0 0,0-1 1 0 0,1 0 0 0 0,-1 1-1 0 0,0 0 1 0 0,0 0 0 0 0,1 0-1 0 0,-1 0 1 0 0,0 1 0 0 0,1-1-1 0 0,6 2 1 0 0,-5-2-18 0 0,-1 1 0 0 0,0 0 0 0 0,0 0 0 0 0,1 1 0 0 0,-1-1 0 0 0,0 1-1 0 0,0 1 1 0 0,0-1 0 0 0,0 1 0 0 0,0-1 0 0 0,0 1 0 0 0,0 1 0 0 0,0-1 0 0 0,-1 1 0 0 0,1 0 0 0 0,-1 0 0 0 0,0 0 0 0 0,0 0 0 0 0,0 1 0 0 0,0 0 0 0 0,-1 0 0 0 0,1 0 0 0 0,-1 0-1 0 0,5 7 1 0 0,-6-5-15 0 0,-1 0 0 0 0,1 0 0 0 0,-1 0 0 0 0,0 0-1 0 0,0 0 1 0 0,-1 0 0 0 0,0 0 0 0 0,0 1-1 0 0,0-1 1 0 0,-1 0 0 0 0,0 0 0 0 0,0 0 0 0 0,0 0-1 0 0,-1 0 1 0 0,0 0 0 0 0,0-1 0 0 0,-1 1 0 0 0,-5 9-1 0 0,-2 1-961 0 0,0 0 0 0 0,-1-1 0 0 0,-1-1 0 0 0,-24 24-1 0 0,25-31-1641 0 0,2-4-559 0 0,-4 2 624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5.133"/>
    </inkml:context>
    <inkml:brush xml:id="br0">
      <inkml:brushProperty name="width" value="0.035" units="cm"/>
      <inkml:brushProperty name="height" value="0.035" units="cm"/>
      <inkml:brushProperty name="color" value="#E71224"/>
    </inkml:brush>
  </inkml:definitions>
  <inkml:trace contextRef="#ctx0" brushRef="#br0">54 319 11301 0 0,'-1'-1'25'0'0,"1"0"1"0"0,-1 0-1 0 0,0 0 1 0 0,0 0-1 0 0,0 1 1 0 0,0-1-1 0 0,0 0 0 0 0,1 1 1 0 0,-1-1-1 0 0,0 0 1 0 0,-1 1-1 0 0,1 0 1 0 0,0-1-1 0 0,0 1 0 0 0,0-1 1 0 0,0 1-1 0 0,0 0 1 0 0,0 0-1 0 0,0 0 0 0 0,-1 0 1 0 0,1 0-1 0 0,0 0 1 0 0,0 0-1 0 0,0 0 1 0 0,0 0-1 0 0,0 0 0 0 0,-1 0 1 0 0,1 1-1 0 0,0-1 1 0 0,0 1-1 0 0,0-1 1 0 0,0 1-1 0 0,0-1 0 0 0,0 1 1 0 0,0-1-1 0 0,0 1 1 0 0,0 0-1 0 0,0 0 0 0 0,1-1 1 0 0,-1 1-1 0 0,0 0 1 0 0,0 0-1 0 0,1 0 1 0 0,-1 0-1 0 0,-1 2 0 0 0,1 0 131 0 0,0 0-1 0 0,0 0 1 0 0,0 0-1 0 0,0 0 0 0 0,0 0 1 0 0,0 0-1 0 0,1 0 1 0 0,0 1-1 0 0,-1-1 0 0 0,1 0 1 0 0,0 0-1 0 0,1 0 1 0 0,-1 1-1 0 0,1-1 0 0 0,1 5 1 0 0,6 13 1089 0 0,1 0 1 0 0,22 35-1 0 0,-29-54-1039 0 0,-1 0-213 0 0,0 1 1 0 0,1-1-1 0 0,-1 0 0 0 0,1 0 1 0 0,-1 0-1 0 0,1-1 0 0 0,0 1 1 0 0,0 0-1 0 0,0-1 0 0 0,0 1 0 0 0,0-1 1 0 0,0 1-1 0 0,0-1 0 0 0,0 0 1 0 0,0 0-1 0 0,1 0 0 0 0,-1 0 1 0 0,0-1-1 0 0,1 1 0 0 0,-1 0 0 0 0,1-1 1 0 0,-1 0-1 0 0,4 1 0 0 0,-3-2 2 0 0,-1 0-1 0 0,1-1 1 0 0,-1 1 0 0 0,1 0-1 0 0,-1-1 1 0 0,1 0-1 0 0,-1 1 1 0 0,0-1-1 0 0,0 0 1 0 0,1 0-1 0 0,-1 0 1 0 0,-1 0 0 0 0,1-1-1 0 0,0 1 1 0 0,-1 0-1 0 0,1-1 1 0 0,-1 0-1 0 0,1 1 1 0 0,-1-1-1 0 0,1-4 1 0 0,1-1 8 0 0,0 0 1 0 0,-1 0-1 0 0,0 0 0 0 0,0 0 0 0 0,0-16 1 0 0,-2 22 129 0 0,3 4-125 0 0,-1 0 0 0 0,0 0-1 0 0,0 1 1 0 0,-1-1 0 0 0,1 1 0 0 0,0-1-1 0 0,-1 1 1 0 0,0 0 0 0 0,1 0 0 0 0,-1-1-1 0 0,0 1 1 0 0,-1 0 0 0 0,1 0 0 0 0,0 0-1 0 0,-1 0 1 0 0,1 4 0 0 0,14 39 21 0 0,-13-43-33 0 0,0 0 1 0 0,0 0-1 0 0,0 0 1 0 0,1 0 0 0 0,-1 0-1 0 0,1 0 1 0 0,-1-1-1 0 0,1 1 1 0 0,0-1 0 0 0,0 0-1 0 0,0 0 1 0 0,1 0-1 0 0,-1 0 1 0 0,0 0-1 0 0,1-1 1 0 0,-1 0 0 0 0,1 1-1 0 0,-1-1 1 0 0,1-1-1 0 0,0 1 1 0 0,6 0 0 0 0,-6-1-15 0 0,1-1 1 0 0,0 0-1 0 0,-1 0 1 0 0,1 0-1 0 0,-1-1 1 0 0,1 1-1 0 0,-1-1 1 0 0,0 0-1 0 0,0 0 1 0 0,0-1-1 0 0,0 1 1 0 0,0-1-1 0 0,0 0 1 0 0,-1 0-1 0 0,1 0 1 0 0,-1-1-1 0 0,4-4 1 0 0,2-3 6 0 0,1 0 1 0 0,-2-1 0 0 0,0 0 0 0 0,-1 0-1 0 0,0-1 1 0 0,0 0 0 0 0,4-16-1 0 0,-3 2 37 0 0,-1 0 0 0 0,6-49 0 0 0,-6 33 268 0 0,1 1 1 0 0,3 0-1 0 0,21-58 0 0 0,-20 75 1616 0 0,-21 58-1953 0 0,3-13 172 0 0,-3 16 9 0 0,2 1 0 0 0,1 0 1 0 0,-1 38-1 0 0,6-54-39 0 0,2 0 0 0 0,0 1 1 0 0,1-1-1 0 0,1 0 0 0 0,0 0 0 0 0,12 33 0 0 0,-14-51-157 0 0,7-4-2633 0 0,-7 1 2672 0 0,0 0 1 0 0,0 0 0 0 0,0 0 0 0 0,0-1 0 0 0,0 1-1 0 0,-1 0 1 0 0,1 0 0 0 0,0-1 0 0 0,0 1 0 0 0,0 0-1 0 0,0-1 1 0 0,0 1 0 0 0,-1-1 0 0 0,1 1 0 0 0,0-1-1 0 0,0 1 1 0 0,-1-1 0 0 0,1 0 0 0 0,0 1 0 0 0,-1-1-1 0 0,2-1 1 0 0,32-42-131 0 0,12-12-412 0 0,-42 52 522 0 0,0 1 0 0 0,0 0 0 0 0,0 0 0 0 0,0 0 0 0 0,0 1-1 0 0,1-1 1 0 0,-1 1 0 0 0,1 0 0 0 0,0 1 0 0 0,0-1 0 0 0,-1 1 0 0 0,10-2-1 0 0,106-5 1517 0 0,-120 8-1466 0 0,1 0 1 0 0,0 0 0 0 0,-1 0-1 0 0,1 0 1 0 0,0 1 0 0 0,-1-1-1 0 0,1 0 1 0 0,0 0 0 0 0,-1 1-1 0 0,1-1 1 0 0,-1 0 0 0 0,1 1 0 0 0,-1-1-1 0 0,1 0 1 0 0,-1 1 0 0 0,1-1-1 0 0,-1 1 1 0 0,1-1 0 0 0,-1 1-1 0 0,1-1 1 0 0,-1 1 0 0 0,0-1 0 0 0,1 1-1 0 0,-1 0 1 0 0,0-1 0 0 0,1 1-1 0 0,-1-1 1 0 0,0 1 0 0 0,0 0-1 0 0,0-1 1 0 0,0 1 0 0 0,0 0 0 0 0,1-1-1 0 0,-1 1 1 0 0,0 0 0 0 0,0-1-1 0 0,-1 1 1 0 0,1 0 0 0 0,0-1-1 0 0,0 1 1 0 0,0 0 0 0 0,0-1 0 0 0,0 1-1 0 0,-1-1 1 0 0,1 1 0 0 0,0 0-1 0 0,-1-1 1 0 0,0 2 0 0 0,-15 37 135 0 0,14-33-77 0 0,-1-1-32 0 0,1 1-1 0 0,0-1 1 0 0,0 1-1 0 0,1-1 1 0 0,-1 1-1 0 0,1 0 1 0 0,0 0-1 0 0,1 0 1 0 0,0 0-1 0 0,0 0 1 0 0,0-1-1 0 0,0 1 1 0 0,1 0-1 0 0,2 8 1 0 0,-2-12 61 0 0,17 13 25 0 0,-15-15-144 0 0,0 0 1 0 0,-1 0-1 0 0,1 0 1 0 0,0-1-1 0 0,-1 1 1 0 0,1-1 0 0 0,-1 1-1 0 0,1-1 1 0 0,-1 0-1 0 0,1 0 1 0 0,-1 0-1 0 0,0 0 1 0 0,1-1-1 0 0,-1 1 1 0 0,0 0-1 0 0,0-1 1 0 0,0 0 0 0 0,0 0-1 0 0,0 1 1 0 0,3-5-1 0 0,36-49-504 0 0,-26 34 229 0 0,18-23 72 0 0,-30 44 228 0 0,0 0 1 0 0,-1-1-1 0 0,1 1 1 0 0,0 0 0 0 0,0 0-1 0 0,0 0 1 0 0,-1 1-1 0 0,1-1 1 0 0,0 1-1 0 0,0-1 1 0 0,-1 1-1 0 0,6 2 1 0 0,0-1 0 0 0,0 0-7 0 0,0 0-1 0 0,1-1 1 0 0,-1 0 0 0 0,1 0 0 0 0,-1-1-1 0 0,1 0 1 0 0,-1-1 0 0 0,9-1 0 0 0,-13 1 1 0 0,-1 0 0 0 0,0 0 0 0 0,0 0 1 0 0,0 0-1 0 0,0-1 0 0 0,0 1 0 0 0,-1-1 0 0 0,1 0 1 0 0,0 0-1 0 0,-1 0 0 0 0,1 0 0 0 0,-1 0 0 0 0,0 0 1 0 0,0-1-1 0 0,0 1 0 0 0,0-1 0 0 0,0 0 0 0 0,0 0 1 0 0,-1 1-1 0 0,1-1 0 0 0,-1 0 0 0 0,0 0 0 0 0,0 0 1 0 0,1-6-1 0 0,0 3-4 0 0,9-37 149 0 0,1 1-1 0 0,33-75 1 0 0,-43 114 214 0 0,14-24 681 0 0,-14 31-1006 0 0,0 0 1 0 0,-1 0-1 0 0,1 0 1 0 0,-1 0 0 0 0,1 0-1 0 0,-1 1 1 0 0,0-1-1 0 0,-1 0 1 0 0,1 1 0 0 0,-1-1-1 0 0,0 6 1 0 0,1-1-15 0 0,1 25 292 0 0,-2 59-1 0 0,-2-26 534 0 0,6-26-691 0 0,-4-39-272 0 0,0-1-320 0 0,0 0 405 0 0,0-1 1 0 0,0 1-1 0 0,0 0 0 0 0,0-1 1 0 0,0 1-1 0 0,0 0 0 0 0,0 0 1 0 0,0-1-1 0 0,0 1 0 0 0,0 0 0 0 0,1-1 1 0 0,-1 1-1 0 0,0 0 0 0 0,0-1 1 0 0,1 1-1 0 0,-1 0 0 0 0,0-1 1 0 0,1 1-1 0 0,-1-1 0 0 0,1 1 0 0 0,-1-1 1 0 0,1 1-1 0 0,-1-1 0 0 0,1 1 1 0 0,-1-1-1 0 0,1 1 0 0 0,-1-1 1 0 0,1 0-1 0 0,0 1 0 0 0,-1-1 0 0 0,1 0 1 0 0,0 1-1 0 0,-1-1 0 0 0,1 0 1 0 0,0 0-1 0 0,-1 0 0 0 0,1 0 1 0 0,0 1-1 0 0,-1-1 0 0 0,1 0 1 0 0,0 0-1 0 0,0 0 0 0 0,-1-1 0 0 0,1 1 1 0 0,0 0-1 0 0,-1 0 0 0 0,1 0 1 0 0,0 0-1 0 0,-1-1 0 0 0,1 1 1 0 0,0 0-1 0 0,-1-1 0 0 0,1 1 0 0 0,-1 0 1 0 0,2-2-1 0 0,2 0-90 0 0,0 0 0 0 0,0 0 0 0 0,0-1-1 0 0,-1 0 1 0 0,1 0 0 0 0,-1 0 0 0 0,4-4 0 0 0,21-41-649 0 0,-24 40 758 0 0,-1 0 0 0 0,1 0 0 0 0,1 1 0 0 0,-1 0 0 0 0,1 0-1 0 0,1 0 1 0 0,-1 0 0 0 0,1 1 0 0 0,12-10 0 0 0,-18 15 20 0 0,1 1 0 0 0,0 0-1 0 0,0 0 1 0 0,0 0 0 0 0,-1 0-1 0 0,1 0 1 0 0,0 0 0 0 0,0 0-1 0 0,-1 0 1 0 0,1 0 0 0 0,0 0-1 0 0,0 0 1 0 0,-1 0 0 0 0,1 1-1 0 0,0-1 1 0 0,0 0 0 0 0,-1 1-1 0 0,1-1 1 0 0,0 0 0 0 0,-1 1 0 0 0,1-1-1 0 0,0 1 1 0 0,-1-1 0 0 0,1 1-1 0 0,-1-1 1 0 0,1 1 0 0 0,-1-1-1 0 0,1 1 1 0 0,-1 0 0 0 0,1-1-1 0 0,-1 1 1 0 0,1 0 0 0 0,-1-1-1 0 0,0 1 1 0 0,0 0 0 0 0,1 0 0 0 0,-1-1-1 0 0,0 1 1 0 0,0 1 0 0 0,13 42 473 0 0,-11-35-264 0 0,15 48 97 0 0,-17-55-488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5.555"/>
    </inkml:context>
    <inkml:brush xml:id="br0">
      <inkml:brushProperty name="width" value="0.035" units="cm"/>
      <inkml:brushProperty name="height" value="0.035" units="cm"/>
      <inkml:brushProperty name="color" value="#E71224"/>
    </inkml:brush>
  </inkml:definitions>
  <inkml:trace contextRef="#ctx0" brushRef="#br0">14 19 10073 0 0,'0'0'7433'0'0,"2"-11"-6851"0"0,-4 4-5105 0 0,2 7 4413 0 0,-1 0 0 0 0,1 0-1 0 0,0 0 1 0 0,-1 0 0 0 0,1-1-1 0 0,-1 1 1 0 0,1 0 0 0 0,0 0-1 0 0,-1 0 1 0 0,1 0 0 0 0,-1 0-1 0 0,1 0 1 0 0,0 0 0 0 0,-1 0-1 0 0,1 0 1 0 0,-1 0 0 0 0,1 1-1 0 0,0-1 1 0 0,-1 0 0 0 0,1 0-1 0 0,-1 0 1 0 0,1 0 0 0 0,0 1-1 0 0,-1-1 1 0 0,1 0 0 0 0,0 0-1 0 0,-1 0 1 0 0,1 1 0 0 0,0-1-1 0 0,-1 0 1 0 0,1 1 0 0 0,0-1-1 0 0,0 0 1 0 0,-1 1 0 0 0,1 0-1 0 0,3 17-2042 0 0,21 27 301 0 0,-18-35 1071 0 0,13 35-1460 0 0,-19-43 1623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5.912"/>
    </inkml:context>
    <inkml:brush xml:id="br0">
      <inkml:brushProperty name="width" value="0.035" units="cm"/>
      <inkml:brushProperty name="height" value="0.035" units="cm"/>
      <inkml:brushProperty name="color" value="#E71224"/>
    </inkml:brush>
  </inkml:definitions>
  <inkml:trace contextRef="#ctx0" brushRef="#br0">5 41 4608 0 0,'0'0'8432'0'0,"7"17"-5420"0"0,-6-12-2735 0 0,0 0 0 0 0,-1 1 0 0 0,1-1 1 0 0,-1 0-1 0 0,-1 0 0 0 0,1 1 0 0 0,-1-1 0 0 0,0 0 0 0 0,0 0 0 0 0,-3 8 0 0 0,-2 14 401 0 0,5-24-558 0 0,7 33 71 0 0,-6-35-193 0 0,1 0 0 0 0,0-1 0 0 0,0 1 0 0 0,0 0 1 0 0,0-1-1 0 0,0 1 0 0 0,0-1 0 0 0,0 1 1 0 0,0-1-1 0 0,0 1 0 0 0,1-1 0 0 0,-1 0 1 0 0,0 0-1 0 0,0 0 0 0 0,0 1 0 0 0,0-1 1 0 0,1 0-1 0 0,-1 0 0 0 0,0-1 0 0 0,0 1 1 0 0,0 0-1 0 0,0 0 0 0 0,0 0 0 0 0,1-1 1 0 0,-1 1-1 0 0,0-1 0 0 0,0 1 0 0 0,0-1 1 0 0,0 1-1 0 0,0-1 0 0 0,0 1 0 0 0,0-1 1 0 0,0 0-1 0 0,-1 0 0 0 0,1 0 0 0 0,0 1 1 0 0,0-1-1 0 0,0-1 0 0 0,4-2-32 0 0,-1-1-1 0 0,0 1 0 0 0,-1 0 1 0 0,1-1-1 0 0,-1 0 0 0 0,4-7 1 0 0,-2 2-13 0 0,0-1 0 0 0,-1 0 1 0 0,-1 0-1 0 0,0 0 0 0 0,0 0 0 0 0,-1 0 1 0 0,0-1-1 0 0,-1 1 0 0 0,-1-21 0 0 0,0 29-45 0 0,-6 0-2914 0 0,6 2 2885 0 0,-1 1 1 0 0,0-1-1 0 0,1 0 1 0 0,-1 1-1 0 0,0-1 1 0 0,0 1-1 0 0,1-1 1 0 0,-1 1-1 0 0,0-1 1 0 0,0 1-1 0 0,0-1 1 0 0,0 1-1 0 0,0 0 0 0 0,0 0 1 0 0,0-1-1 0 0,0 1 1 0 0,0 0-1 0 0,0 0 1 0 0,0 0-1 0 0,0 0 1 0 0,1 0-1 0 0,-1 0 1 0 0,0 0-1 0 0,-2 1 1 0 0,0 0-268 0 0,-1 0 0 0 0,1 0 0 0 0,0 0 0 0 0,0 1 0 0 0,-1-1 0 0 0,1 1 0 0 0,0 0 0 0 0,0 0 0 0 0,1 0 0 0 0,-1 1 1 0 0,0-1-1 0 0,1 0 0 0 0,-1 1 0 0 0,1 0 0 0 0,0 0 0 0 0,0-1 0 0 0,0 1 0 0 0,0 1 0 0 0,1-1 0 0 0,-4 6 0 0 0,4-5-856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6.271"/>
    </inkml:context>
    <inkml:brush xml:id="br0">
      <inkml:brushProperty name="width" value="0.035" units="cm"/>
      <inkml:brushProperty name="height" value="0.035" units="cm"/>
      <inkml:brushProperty name="color" value="#E71224"/>
    </inkml:brush>
  </inkml:definitions>
  <inkml:trace contextRef="#ctx0" brushRef="#br0">0 37 5529 0 0,'30'-18'864'0'0,"-28"17"-228"0"0,29-16 3317 0 0,-29 17-3837 0 0,0 0 1 0 0,0-1-1 0 0,0 1 0 0 0,0 0 0 0 0,0 0 0 0 0,0 0 0 0 0,0 0 0 0 0,0 1 0 0 0,-1-1 0 0 0,1 0 1 0 0,0 1-1 0 0,0-1 0 0 0,0 1 0 0 0,0 0 0 0 0,0 0 0 0 0,0 0 0 0 0,-1 0 0 0 0,1 0 0 0 0,0 0 0 0 0,-1 0 1 0 0,1 0-1 0 0,-1 1 0 0 0,2 1 0 0 0,26 41 421 0 0,-26-39-592 0 0,-2-3 20 0 0,22 16 160 0 0,-18-17-127 0 0,-1 0 0 0 0,1-1 0 0 0,-1 0 1 0 0,1 0-1 0 0,-1 0 0 0 0,1 0 1 0 0,-1-1-1 0 0,1 1 0 0 0,-1-1 0 0 0,1 0 1 0 0,-1-1-1 0 0,0 1 0 0 0,0-1 0 0 0,1 0 1 0 0,6-4-1 0 0,-4 2 653 0 0,0 1 1 0 0,-1 0-1 0 0,1 1 0 0 0,0-1 1 0 0,1 2-1 0 0,-1-1 0 0 0,14-1 1 0 0,-10 3-328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6.657"/>
    </inkml:context>
    <inkml:brush xml:id="br0">
      <inkml:brushProperty name="width" value="0.035" units="cm"/>
      <inkml:brushProperty name="height" value="0.035" units="cm"/>
      <inkml:brushProperty name="color" value="#E71224"/>
    </inkml:brush>
  </inkml:definitions>
  <inkml:trace contextRef="#ctx0" brushRef="#br0">88 114 10613 0 0,'8'-69'511'0'0,"-11"24"10016"0"0,-2 53-8599 0 0,2 36-863 0 0,3 63-1 0 0,1-77-820 0 0,0-1 0 0 0,-2 0 0 0 0,-1 1 0 0 0,-2-1 0 0 0,-10 44 0 0 0,13-69-1271 0 0,0 0 0 0 0,-1-1 0 0 0,1 1 0 0 0,-1-1 0 0 0,0 1 0 0 0,0-1 0 0 0,0 0 0 0 0,-1 0 0 0 0,1 0 0 0 0,-5 4 0 0 0,7-6 884 0 0,-1-1 0 0 0,1 1 0 0 0,-1-1 0 0 0,1 0 0 0 0,-1 1 1 0 0,0-1-1 0 0,1 0 0 0 0,-1 0 0 0 0,1 0 0 0 0,-1 1 0 0 0,1-1 0 0 0,-1 0 0 0 0,0 0 0 0 0,1 0 0 0 0,-1 0 0 0 0,0 0 0 0 0,1 0 1 0 0,-1 0-1 0 0,1 0 0 0 0,-1 0 0 0 0,0 0 0 0 0,1 0 0 0 0,-1-1 0 0 0,-1 1 0 0 0,1-1 83 0 0,0 0 0 0 0,0 0 0 0 0,-1-1 0 0 0,1 1 0 0 0,0 0 0 0 0,0 0 0 0 0,0-1 0 0 0,0 1-1 0 0,1 0 1 0 0,-1-1 0 0 0,0 1 0 0 0,0-1 0 0 0,1 1 0 0 0,-1-3 0 0 0,-2-6 86 0 0,1 1 0 0 0,0-1 0 0 0,0 0 0 0 0,1 0-1 0 0,1 0 1 0 0,0-1 0 0 0,0 1 0 0 0,1 0 0 0 0,0 0 0 0 0,0 0 0 0 0,2 0-1 0 0,-1 1 1 0 0,1-1 0 0 0,5-12 0 0 0,-4 18 196 0 0,0 0-1 0 0,0 1 1 0 0,1 0 0 0 0,-1 0-1 0 0,1 0 1 0 0,0 0 0 0 0,-1 1-1 0 0,1 0 1 0 0,0 0 0 0 0,0 0-1 0 0,1 0 1 0 0,-1 1 0 0 0,0 0-1 0 0,8-1 1 0 0,0-1 358 0 0,-10 2-503 0 0,10-3 542 0 0,0 1-1 0 0,0 0 0 0 0,0 1 0 0 0,0 0 1 0 0,1 1-1 0 0,15 1 0 0 0,-26 1-528 0 0,1-1-1 0 0,-1 1 1 0 0,0 0-1 0 0,0-1 1 0 0,0 2-1 0 0,0-1 1 0 0,0 0 0 0 0,0 1-1 0 0,-1-1 1 0 0,1 1-1 0 0,0 0 1 0 0,-1 0-1 0 0,1 0 1 0 0,-1 0-1 0 0,1 0 1 0 0,-1 0 0 0 0,0 1-1 0 0,0-1 1 0 0,0 1-1 0 0,-1 0 1 0 0,1 0-1 0 0,-1-1 1 0 0,1 1-1 0 0,-1 0 1 0 0,0 0-1 0 0,0 0 1 0 0,0 0 0 0 0,0 0-1 0 0,-1 1 1 0 0,1-1-1 0 0,-1 6 1 0 0,1-1-133 0 0,0 0 0 0 0,0-1 0 0 0,-1 1 0 0 0,0 0 0 0 0,-1 0 0 0 0,0-1 0 0 0,0 1 0 0 0,-1 0 0 0 0,0-1 1 0 0,0 0-1 0 0,0 1 0 0 0,-1-1 0 0 0,0 0 0 0 0,-1 0 0 0 0,-6 11 0 0 0,8-16-634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7.336"/>
    </inkml:context>
    <inkml:brush xml:id="br0">
      <inkml:brushProperty name="width" value="0.035" units="cm"/>
      <inkml:brushProperty name="height" value="0.035" units="cm"/>
      <inkml:brushProperty name="color" value="#E71224"/>
    </inkml:brush>
  </inkml:definitions>
  <inkml:trace contextRef="#ctx0" brushRef="#br0">56 69 10957 0 0,'0'0'147'0'0,"-1"-1"-97"0"0,0 0 0 0 0,0 0 0 0 0,1 0 0 0 0,-1 0 1 0 0,0 0-1 0 0,0 1 0 0 0,0-1 0 0 0,0 0 0 0 0,0 0 1 0 0,0 1-1 0 0,0-1 0 0 0,0 1 0 0 0,0-1 0 0 0,-1 1 1 0 0,1-1-1 0 0,0 1 0 0 0,-2-1 0 0 0,2 1-27 0 0,-1 1-1 0 0,1-1 1 0 0,-1 0-1 0 0,1 0 1 0 0,-1 1 0 0 0,1-1-1 0 0,-1 1 1 0 0,1 0-1 0 0,-1-1 1 0 0,1 1 0 0 0,-1 0-1 0 0,1 0 1 0 0,0 0-1 0 0,-1 0 1 0 0,1 0 0 0 0,0 0-1 0 0,0 0 1 0 0,0 0-1 0 0,0 0 1 0 0,0 0-1 0 0,0 1 1 0 0,0-1 0 0 0,0 1-1 0 0,1-1 1 0 0,-1 0-1 0 0,0 1 1 0 0,0 1 0 0 0,1 1-46 0 0,-1 0 1 0 0,1 0 0 0 0,0 0 0 0 0,0 0 0 0 0,0 0 0 0 0,1 0 0 0 0,-1 0 0 0 0,1 0 0 0 0,0-1-1 0 0,3 8 1 0 0,1 3-658 0 0,2 0-1 0 0,-1 0 1 0 0,2 0 0 0 0,16 22-1 0 0,9 1-788 0 0,-17-25 7205 0 0,-14-11-4185 0 0,44 6 361 0 0,8 5-886 0 0,-39-8-907 0 0,0 0 0 0 0,0-1 0 0 0,0-1 0 0 0,1-1 0 0 0,23 0 0 0 0,-35-1-121 0 0,0-1 1 0 0,0 0-1 0 0,0 0 1 0 0,0 0-1 0 0,0 0 1 0 0,-1 0-1 0 0,1-1 1 0 0,0 0-1 0 0,-1 0 1 0 0,1 0-1 0 0,-1 0 1 0 0,0 0-1 0 0,1-1 1 0 0,-1 1-1 0 0,-1-1 1 0 0,1 0-1 0 0,0 0 1 0 0,-1 0-1 0 0,1 0 1 0 0,-1-1-1 0 0,0 1 1 0 0,0-1-1 0 0,0 1 1 0 0,0-1-1 0 0,-1 0 1 0 0,2-4-1 0 0,-3 6 60 0 0,19-12 758 0 0,25 31 46 0 0,-38-14-814 0 0,0 0-1 0 0,0 0 1 0 0,0-1-1 0 0,1 1 1 0 0,-1-2 0 0 0,1 1-1 0 0,-1-1 1 0 0,1 0-1 0 0,0 0 1 0 0,-1-1-1 0 0,1 0 1 0 0,0 0 0 0 0,12-2-1 0 0,-10 0-216 0 0,1 0-1 0 0,0-1 0 0 0,-1-1 0 0 0,0 1 1 0 0,0-1-1 0 0,0-1 0 0 0,0 0 1 0 0,-1 0-1 0 0,0-1 0 0 0,0 0 1 0 0,0 0-1 0 0,0 0 0 0 0,-1-1 0 0 0,-1-1 1 0 0,1 1-1 0 0,-1-1 0 0 0,0 0 1 0 0,-1 0-1 0 0,0-1 0 0 0,6-11 1 0 0,42-108 4096 0 0,-59 144-2947 0 0,1-1 1 0 0,0 0 0 0 0,1 1-1 0 0,1 0 1 0 0,-1 21-1 0 0,3-34-971 0 0,1 0-1 0 0,0 0 1 0 0,0 0-1 0 0,0 0 1 0 0,0 0-1 0 0,1-1 1 0 0,-1 1-1 0 0,1 0 1 0 0,-1 0-1 0 0,1 0 0 0 0,0-1 1 0 0,0 1-1 0 0,0 0 1 0 0,1-1-1 0 0,-1 1 1 0 0,1-1-1 0 0,-1 0 1 0 0,1 1-1 0 0,0-1 1 0 0,0 0-1 0 0,0 0 0 0 0,0 0 1 0 0,0 0-1 0 0,0 0 1 0 0,1-1-1 0 0,-1 1 1 0 0,1-1-1 0 0,-1 1 1 0 0,1-1-1 0 0,-1 0 1 0 0,1 0-1 0 0,0 0 0 0 0,-1 0 1 0 0,1-1-1 0 0,0 1 1 0 0,5 0-1 0 0,1-1-680 0 0,0-1 0 0 0,-1 1 0 0 0,1-2 0 0 0,0 1 0 0 0,0-1 0 0 0,-1 0-1 0 0,1-1 1 0 0,-1 0 0 0 0,0 0 0 0 0,13-8 0 0 0,10-7-2535 0 0,-16 8 490 0 0,1 1 1 0 0,0 1-1 0 0,0 1 1 0 0,20-7-1 0 0,-27 11 1307 0 0,11-3 3577 0 0,-10 4 6250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3:58.595"/>
    </inkml:context>
    <inkml:brush xml:id="br0">
      <inkml:brushProperty name="width" value="0.035" units="cm"/>
      <inkml:brushProperty name="height" value="0.035" units="cm"/>
      <inkml:brushProperty name="color" value="#E71224"/>
    </inkml:brush>
  </inkml:definitions>
  <inkml:trace contextRef="#ctx0" brushRef="#br0">85 63 8781 0 0,'0'0'2014'0'0,"-1"-14"1950"0"0,1 13-3477 0 0,9-37 3198 0 0,-10 28-3418 0 0,-9 25 539 0 0,4-1-619 0 0,1-1 0 0 0,0 1 1 0 0,1 1-1 0 0,0-1 0 0 0,1 1 0 0 0,-1 16 0 0 0,-2 96 603 0 0,5-91-580 0 0,-1 55 46 0 0,0 11-203 0 0,-22 156-1 0 0,20-234-58 0 0,0-11 1 0 0,2 0 0 0 0,0 0 0 0 0,0 0 0 0 0,1 0 0 0 0,0 0 0 0 0,2 0 0 0 0,-1 1-1 0 0,6 24 1 0 0,-6-35 4 0 0,1-1-1 0 0,0 0 0 0 0,0 1 1 0 0,0-1-1 0 0,0 0 0 0 0,1 0 1 0 0,-1 0-1 0 0,1 0 0 0 0,-1 0 0 0 0,1 0 1 0 0,0 0-1 0 0,0 0 0 0 0,-1-1 1 0 0,1 1-1 0 0,0-1 0 0 0,1 1 1 0 0,-1-1-1 0 0,0 0 0 0 0,0 0 1 0 0,1 0-1 0 0,-1 0 0 0 0,0 0 0 0 0,1-1 1 0 0,-1 1-1 0 0,1-1 0 0 0,-1 1 1 0 0,1-1-1 0 0,-1 0 0 0 0,1 0 1 0 0,-1 0-1 0 0,1 0 0 0 0,-1 0 1 0 0,1-1-1 0 0,-1 1 0 0 0,0-1 0 0 0,4-1 1 0 0,4-1-3 0 0,-1 0 0 0 0,1-1 0 0 0,-1 0 1 0 0,0-1-1 0 0,0 0 0 0 0,0 0 0 0 0,11-10 1 0 0,171-126-79 0 0,-156 119-485 0 0,2 2 0 0 0,0 1 0 0 0,63-23 0 0 0,-96 41 159 0 0,11-3-3271 0 0,-21-6 3517 0 0,-28-14 251 0 0,24 18-140 0 0,1-1 39 0 0,3 3 21 0 0,-1 0-1 0 0,2-1 1 0 0,-1 0 0 0 0,0 0 0 0 0,-7-10 0 0 0,12 15-3 0 0,1-1 1 0 0,0 0-1 0 0,-1 1 1 0 0,1-1 0 0 0,-1 0-1 0 0,1 0 1 0 0,0 1 0 0 0,0-1-1 0 0,-1 0 1 0 0,1 1-1 0 0,0-1 1 0 0,0 0 0 0 0,0 0-1 0 0,0 0 1 0 0,0 1-1 0 0,0-1 1 0 0,0 0 0 0 0,0 0-1 0 0,0 1 1 0 0,0-1 0 0 0,1 0-1 0 0,-1 0 1 0 0,0 1-1 0 0,1-2 1 0 0,0 1 13 0 0,0-1 0 0 0,1 1-1 0 0,-1 0 1 0 0,0-1 0 0 0,1 1 0 0 0,0 0-1 0 0,-1 0 1 0 0,1 0 0 0 0,-1 1 0 0 0,1-1-1 0 0,0 0 1 0 0,0 1 0 0 0,-1-1 0 0 0,1 1-1 0 0,2-1 1 0 0,10-2 271 0 0,0 0-1 0 0,0 1 1 0 0,0 1 0 0 0,0 0-1 0 0,0 1 1 0 0,0 0 0 0 0,0 1-1 0 0,1 1 1 0 0,-2 0-1 0 0,1 1 1 0 0,0 1 0 0 0,20 7-1 0 0,-28-8-222 0 0,0-1-1 0 0,0 1 1 0 0,0 0-1 0 0,0 1 0 0 0,-1 0 1 0 0,0 0-1 0 0,0 0 1 0 0,0 0-1 0 0,0 1 0 0 0,-1-1 1 0 0,1 1-1 0 0,-1 1 1 0 0,0-1-1 0 0,-1 0 1 0 0,1 1-1 0 0,-1 0 0 0 0,0 0 1 0 0,-1 0-1 0 0,1 0 1 0 0,-1 0-1 0 0,-1 0 0 0 0,1 1 1 0 0,-1-1-1 0 0,0 1 1 0 0,0-1-1 0 0,-1 1 1 0 0,0-1-1 0 0,-1 14 0 0 0,0-11-181 0 0,-1 1-1 0 0,0-1 0 0 0,-1 0 0 0 0,0 0 0 0 0,0-1 1 0 0,-1 1-1 0 0,0 0 0 0 0,0-1 0 0 0,-8 11 1 0 0,-2 0-1929 0 0,-1 0 1 0 0,-26 24-1 0 0,20-22-646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0.861"/>
    </inkml:context>
    <inkml:brush xml:id="br0">
      <inkml:brushProperty name="width" value="0.035" units="cm"/>
      <inkml:brushProperty name="height" value="0.035" units="cm"/>
      <inkml:brushProperty name="color" value="#E71224"/>
    </inkml:brush>
  </inkml:definitions>
  <inkml:trace contextRef="#ctx0" brushRef="#br0">4 76 9157 0 0,'1'-6'195'0'0,"3"-37"423"0"0,-9 17 3507 0 0,1 105-2939 0 0,23 161 983 0 0,-1-14-644 0 0,-15-125-1289 0 0,-2-63-234 0 0,-1-30-54 0 0,0-10-44 0 0,-11-592 299 0 0,11 594-193 0 0,-1-1-1 0 0,1 1 1 0 0,0-1-1 0 0,0 1 0 0 0,0-1 1 0 0,0 1-1 0 0,0-1 1 0 0,0 1-1 0 0,0-1 1 0 0,0 1-1 0 0,0-1 0 0 0,0 1 1 0 0,0-1-1 0 0,0 1 1 0 0,1 0-1 0 0,-1-1 0 0 0,0 1 1 0 0,0-1-1 0 0,0 1 1 0 0,1-1-1 0 0,-1 1 0 0 0,0-1 1 0 0,0 1-1 0 0,1 0 1 0 0,-1-1-1 0 0,0 1 0 0 0,1 0 1 0 0,-1-1-1 0 0,1 1 1 0 0,-1 0-1 0 0,0-1 1 0 0,1 1-1 0 0,-1 0 0 0 0,1 0 1 0 0,-1-1-1 0 0,2 1 1 0 0,15 10 226 0 0,13 25 126 0 0,40 62 267 0 0,-37-53-306 0 0,-2 1 1 0 0,31 59-1 0 0,-54-87-423 0 0,0 0 1 0 0,-2 0-1 0 0,0 1 0 0 0,-1 0 0 0 0,0 0 1 0 0,-2 1-1 0 0,0-1 0 0 0,-1 1 1 0 0,-1 0-1 0 0,-1 26 0 0 0,-1-39-374 0 0,-1 9-1064 0 0,2-8-5463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1.819"/>
    </inkml:context>
    <inkml:brush xml:id="br0">
      <inkml:brushProperty name="width" value="0.035" units="cm"/>
      <inkml:brushProperty name="height" value="0.035" units="cm"/>
      <inkml:brushProperty name="color" value="#E71224"/>
    </inkml:brush>
  </inkml:definitions>
  <inkml:trace contextRef="#ctx0" brushRef="#br0">52 279 9397 0 0,'0'0'150'0'0,"-36"-10"1256"0"0,34 9-1352 0 0,1 0 0 0 0,0 0 0 0 0,0 0 0 0 0,-1-1 1 0 0,1 1-1 0 0,0 0 0 0 0,0-1 0 0 0,0 1 0 0 0,1-1 0 0 0,-1 1 0 0 0,0-1 0 0 0,1 1 0 0 0,-1-1 1 0 0,1 0-1 0 0,-1 1 0 0 0,1-1 0 0 0,0 0 0 0 0,-1 1 0 0 0,1-1 0 0 0,0 0 0 0 0,0 1 1 0 0,0-1-1 0 0,1 0 0 0 0,-1 1 0 0 0,1-4 0 0 0,1 0 49 0 0,0 0-1 0 0,0 0 1 0 0,0 1-1 0 0,1-1 1 0 0,0 1-1 0 0,0-1 1 0 0,0 1 0 0 0,6-6-1 0 0,3-2 29 0 0,1 0 0 0 0,0 1 0 0 0,0 1 0 0 0,27-16 0 0 0,-9 11-769 0 0,47-15 1 0 0,-49 20-1009 0 0,52-26 1 0 0,-79 35 2054 0 0,-1 0-313 0 0,-1 0-1 0 0,1 1 1 0 0,-1-1 0 0 0,1 0-1 0 0,0 0 1 0 0,-1 1 0 0 0,1-1-1 0 0,0 0 1 0 0,0 1 0 0 0,-1-1 0 0 0,1 1-1 0 0,0-1 1 0 0,0 1 0 0 0,0-1-1 0 0,0 1 1 0 0,0-1 0 0 0,0 1-1 0 0,0 0 1 0 0,0 0 0 0 0,-1 0-1 0 0,1-1 1 0 0,0 1 0 0 0,0 0-1 0 0,0 0 1 0 0,0 0 0 0 0,0 0 0 0 0,0 1-1 0 0,0-1 1 0 0,0 0 0 0 0,0 0-1 0 0,0 0 1 0 0,0 1 0 0 0,0-1-1 0 0,0 1 1 0 0,0-1 0 0 0,0 1-1 0 0,-1-1 1 0 0,1 1 0 0 0,0-1 0 0 0,0 1-1 0 0,1 1 1 0 0,3 19 706 0 0,-1 0 0 0 0,1 33 0 0 0,6 29-114 0 0,-10-78-552 0 0,0 0 0 0 0,1 0 0 0 0,-1 0 0 0 0,1 0 1 0 0,0 0-1 0 0,0 0 0 0 0,0 0 0 0 0,1-1 0 0 0,-1 1 1 0 0,1-1-1 0 0,0 0 0 0 0,1 0 0 0 0,-1 0 0 0 0,1 0 1 0 0,-1 0-1 0 0,1-1 0 0 0,5 4 0 0 0,-6-6 73 0 0,-3 0-202 0 0,0 0 1 0 0,1-1-1 0 0,-1 1 1 0 0,0-1-1 0 0,1 1 0 0 0,-1-1 1 0 0,1 1-1 0 0,-1-1 1 0 0,1 1-1 0 0,-1-1 1 0 0,1 0-1 0 0,-1 1 1 0 0,1-1-1 0 0,0 0 0 0 0,-1 1 1 0 0,1-1-1 0 0,0 0 1 0 0,-1 0-1 0 0,1 0 1 0 0,-1 0-1 0 0,1 1 0 0 0,0-1 1 0 0,-1 0-1 0 0,1 0 1 0 0,0 0-1 0 0,-1 0 1 0 0,1 0-1 0 0,0-1 1 0 0,-1 1-1 0 0,1 0 0 0 0,0 0 1 0 0,0-1-1 0 0,23-4 9 0 0,-20 1-10 0 0,1 0 1 0 0,-1 0-1 0 0,0-1 0 0 0,0 1 1 0 0,-1-1-1 0 0,1 0 1 0 0,-1 0-1 0 0,0 0 0 0 0,-1 0 1 0 0,1 0-1 0 0,-1-1 0 0 0,0 1 1 0 0,0-1-1 0 0,-1 1 0 0 0,2-9 1 0 0,0-8 8 0 0,-1 0 0 0 0,0-34 0 0 0,-2 54-11 0 0,0-1 153 0 0,-4-7-42 0 0,3 17-110 0 0,0 0 1 0 0,0-1 0 0 0,1 1-1 0 0,0 0 1 0 0,1-1-1 0 0,0 1 1 0 0,0 0-1 0 0,4 12 1 0 0,-5-17-7 0 0,2 0 0 0 0,-1 0 0 0 0,0 1 1 0 0,0-1-1 0 0,1 0 0 0 0,-1 0 0 0 0,1-1 0 0 0,-1 1 0 0 0,1 0 0 0 0,0 0 1 0 0,0-1-1 0 0,0 1 0 0 0,0-1 0 0 0,0 0 0 0 0,0 0 0 0 0,0 1 0 0 0,0-1 1 0 0,0-1-1 0 0,1 1 0 0 0,-1 0 0 0 0,0 0 0 0 0,1-1 0 0 0,-1 1 0 0 0,1-1 0 0 0,-1 0 1 0 0,0 0-1 0 0,5 0 0 0 0,-3 0 1 0 0,0 0 0 0 0,-1 0 0 0 0,1 0 0 0 0,-1-1-1 0 0,1 1 1 0 0,0-1 0 0 0,-1 0 0 0 0,1 0 0 0 0,-1 0 0 0 0,1-1 0 0 0,-1 1 0 0 0,0-1 0 0 0,0 0 0 0 0,0 0 0 0 0,0 0-1 0 0,0 0 1 0 0,0 0 0 0 0,0-1 0 0 0,0 1 0 0 0,-1-1 0 0 0,0 0 0 0 0,1 0 0 0 0,-1 0 0 0 0,0 0 0 0 0,0 0 0 0 0,-1 0-1 0 0,1 0 1 0 0,-1-1 0 0 0,2-4 0 0 0,-3 8 1 0 0,0-1-1 0 0,0 1 1 0 0,0-1-1 0 0,0 1 0 0 0,0-1 1 0 0,0 1-1 0 0,1 0 1 0 0,-1-1-1 0 0,0 1 1 0 0,0-1-1 0 0,0 1 1 0 0,0 0-1 0 0,1-1 1 0 0,-1 1-1 0 0,0 0 1 0 0,0-1-1 0 0,1 1 0 0 0,-1 0 1 0 0,0-1-1 0 0,1 1 1 0 0,-1 0-1 0 0,0 0 1 0 0,1-1-1 0 0,-1 1 1 0 0,0 0-1 0 0,1 0 1 0 0,-1 0-1 0 0,0 0 0 0 0,1-1 1 0 0,-1 1-1 0 0,1 0 1 0 0,-1 0-1 0 0,1 0 1 0 0,-1 0-1 0 0,0 0 1 0 0,1 0-1 0 0,-1 0 1 0 0,1 0-1 0 0,-1 0 0 0 0,0 0 1 0 0,1 0-1 0 0,-1 0 1 0 0,1 0-1 0 0,-1 1 1 0 0,0-1-1 0 0,1 0 1 0 0,-1 0-1 0 0,1 0 1 0 0,-1 1-1 0 0,0-1 0 0 0,1 0 1 0 0,-1 0-1 0 0,1 1 1 0 0,21 24 16 0 0,-1-2-5 0 0,-14-19-12 0 0,-1-1 1 0 0,0 0-1 0 0,1 0 1 0 0,-1-1 0 0 0,1 0-1 0 0,0 0 1 0 0,-1 0-1 0 0,1-1 1 0 0,0 0 0 0 0,10 0-1 0 0,-14-1 1 0 0,-1 1 0 0 0,1-1 0 0 0,0 0-1 0 0,-1-1 1 0 0,1 1 0 0 0,0 0 0 0 0,0-1 0 0 0,-1 1-1 0 0,1-1 1 0 0,-1 0 0 0 0,1 0 0 0 0,0 0-1 0 0,-1 0 1 0 0,0 0 0 0 0,1-1 0 0 0,-1 1 0 0 0,0-1-1 0 0,0 0 1 0 0,0 1 0 0 0,0-1 0 0 0,0 0-1 0 0,0 0 1 0 0,0 0 0 0 0,0-1 0 0 0,-1 1 0 0 0,1 0-1 0 0,-1-1 1 0 0,1-2 0 0 0,-1 3 562 0 0,0 2-558 0 0,-1-1 0 0 0,0 1 0 0 0,1-1 0 0 0,0 1 0 0 0,-1 0 0 0 0,1-1 0 0 0,-1 1 0 0 0,1 0 0 0 0,-1 0 0 0 0,1-1 0 0 0,0 1 0 0 0,-1 0 0 0 0,1 0 0 0 0,-1 0 0 0 0,1 0 0 0 0,0 0 0 0 0,-1 0 0 0 0,1 0 0 0 0,0 0 0 0 0,-1 0 1 0 0,1 0-1 0 0,0 0 0 0 0,5 5-22 0 0,0-1 1 0 0,0 0 0 0 0,0-1 0 0 0,0 0 0 0 0,0 0 0 0 0,1 0-1 0 0,12 3 1 0 0,-16-5-14 0 0,0-1-1 0 0,1 0 0 0 0,-1 0 0 0 0,1 0 1 0 0,-1 0-1 0 0,1 0 0 0 0,-1-1 1 0 0,1 1-1 0 0,-1-1 0 0 0,0 0 0 0 0,1 0 1 0 0,-1-1-1 0 0,0 1 0 0 0,0-1 1 0 0,0 1-1 0 0,0-1 0 0 0,0 0 1 0 0,3-2-1 0 0,-4 2 16 0 0,0 0 0 0 0,0 0 0 0 0,-1 0 0 0 0,1 0 1 0 0,0-1-1 0 0,-1 1 0 0 0,1 0 0 0 0,-1-1 0 0 0,0 1 0 0 0,0-1 1 0 0,0 1-1 0 0,0-1 0 0 0,0 1 0 0 0,-1-1 0 0 0,1 0 0 0 0,-1 1 0 0 0,0-1 1 0 0,1 0-1 0 0,-1 0 0 0 0,0 1 0 0 0,-1-1 0 0 0,1 0 0 0 0,0 1 0 0 0,-1-1 1 0 0,-1-3-1 0 0,-1-6 14 0 0,-1 0 1 0 0,0 0-1 0 0,-11-19 1 0 0,12 25-16 0 0,3 5 17 0 0,0 0 0 0 0,0 0 1 0 0,-1 0-1 0 0,1 0 0 0 0,0 1 0 0 0,-1-1 1 0 0,1 0-1 0 0,-1 0 0 0 0,1 1 0 0 0,-1-1 1 0 0,1 0-1 0 0,-1 1 0 0 0,0-1 0 0 0,1 0 1 0 0,-1 1-1 0 0,0-1 0 0 0,0 1 0 0 0,1-1 1 0 0,-1 1-1 0 0,0-1 0 0 0,0 1 0 0 0,0 0 1 0 0,1-1-1 0 0,-1 1 0 0 0,0 0 0 0 0,0 0 1 0 0,0 0-1 0 0,-1-1 0 0 0,1 2-1 0 0,0-1 0 0 0,-1 1 0 0 0,1 0-1 0 0,0-1 1 0 0,0 1 0 0 0,0 0 0 0 0,0 0 0 0 0,0 0-1 0 0,0 0 1 0 0,0 0 0 0 0,0 0 0 0 0,0 0-1 0 0,0 0 1 0 0,0 0 0 0 0,-1 2 0 0 0,-20 47-75 0 0,21-48 64 0 0,0 1-75 0 0,-2 9-305 0 0,0 18-7362 0 0,2-27 6223 0 0,1-1-498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2.187"/>
    </inkml:context>
    <inkml:brush xml:id="br0">
      <inkml:brushProperty name="width" value="0.035" units="cm"/>
      <inkml:brushProperty name="height" value="0.035" units="cm"/>
      <inkml:brushProperty name="color" value="#E71224"/>
    </inkml:brush>
  </inkml:definitions>
  <inkml:trace contextRef="#ctx0" brushRef="#br0">1 19 8073 0 0,'1'-1'53'0'0,"0"1"1"0"0,1 0 0 0 0,-1-1 0 0 0,0 1 0 0 0,0 0-1 0 0,1 0 1 0 0,-1 0 0 0 0,0 0 0 0 0,0 0-1 0 0,1 0 1 0 0,-1 0 0 0 0,0 0 0 0 0,0 1-1 0 0,1-1 1 0 0,-1 0 0 0 0,0 1 0 0 0,0-1-1 0 0,0 1 1 0 0,0-1 0 0 0,1 1 0 0 0,-1 0-1 0 0,0-1 1 0 0,0 1 0 0 0,0 0 0 0 0,0 0-1 0 0,-1 0 1 0 0,1 0 0 0 0,0 0 0 0 0,0 0-1 0 0,1 1 1 0 0,-1 3 137 0 0,1-1 0 0 0,-1 1 1 0 0,0-1-1 0 0,0 1 0 0 0,-1-1 0 0 0,1 1 0 0 0,-1 5 0 0 0,0-6-131 0 0,0 0-1 0 0,0 1 0 0 0,1-1 1 0 0,-1 1-1 0 0,1-1 0 0 0,0 0 1 0 0,2 6-1 0 0,-2-9-40 0 0,0 0 0 0 0,0 0 0 0 0,0 0 0 0 0,-1 0 1 0 0,1 0-1 0 0,0 0 0 0 0,0 0 0 0 0,0 0 0 0 0,1 0 0 0 0,-1 0 0 0 0,0 0 0 0 0,0 0 0 0 0,0-1 0 0 0,1 1 0 0 0,-1-1 1 0 0,0 1-1 0 0,0-1 0 0 0,1 1 0 0 0,-1-1 0 0 0,1 0 0 0 0,-1 1 0 0 0,0-1 0 0 0,1 0 0 0 0,-1 0 0 0 0,1 0 1 0 0,-1 0-1 0 0,0-1 0 0 0,1 1 0 0 0,-1 0 0 0 0,1 0 0 0 0,-1-1 0 0 0,0 1 0 0 0,1-1 0 0 0,-1 1 0 0 0,0-1 0 0 0,0 0 1 0 0,0 1-1 0 0,1-1 0 0 0,1-2 0 0 0,2 0-34 0 0,1-1 0 0 0,-1 0-1 0 0,0-1 1 0 0,0 1 0 0 0,0-1 0 0 0,0 0 0 0 0,4-7 0 0 0,-8 11 5 0 0,0-1 0 0 0,1 1 0 0 0,-1-1 0 0 0,0 1 0 0 0,1 0 0 0 0,0-1 0 0 0,-1 1 0 0 0,1 0 0 0 0,0 0-1 0 0,-1 0 1 0 0,1 0 0 0 0,0 1 0 0 0,0-1 0 0 0,0 0 0 0 0,0 1 0 0 0,0-1 0 0 0,0 1 0 0 0,-1 0 0 0 0,1-1 0 0 0,3 1 0 0 0,48 7-415 0 0,-46-5 222 0 0,1-1-1 0 0,0 0 0 0 0,-1 0 0 0 0,1 0 0 0 0,0-1 0 0 0,-1 0 0 0 0,13-2 1 0 0,-4-2-745 0 0,0-1 0 0 0,-1-1 1 0 0,0-1-1 0 0,0 0 1 0 0,0-1-1 0 0,20-15 0 0 0,-21 13 14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2.524"/>
    </inkml:context>
    <inkml:brush xml:id="br0">
      <inkml:brushProperty name="width" value="0.035" units="cm"/>
      <inkml:brushProperty name="height" value="0.035" units="cm"/>
      <inkml:brushProperty name="color" value="#E71224"/>
    </inkml:brush>
  </inkml:definitions>
  <inkml:trace contextRef="#ctx0" brushRef="#br0">1 438 2904 0 0,'12'-38'1044'0'0,"-1"0"0"0"0,-1-1 0 0 0,-3 0 0 0 0,5-63 0 0 0,-6 44 3021 0 0,16-65 0 0 0,-22 133-3966 0 0,0 0 0 0 0,0 0 0 0 0,1 0-1 0 0,0 0 1 0 0,1 0 0 0 0,3 10 0 0 0,26 103 7 0 0,-1-5 17 0 0,1 9-682 0 0,-30-125 138 0 0,-1 0 205 0 0,0 0 1 0 0,-1 0 0 0 0,1 0-1 0 0,-1 0 1 0 0,1 0-1 0 0,-1 0 1 0 0,0 0-1 0 0,1 0 1 0 0,-1 0 0 0 0,0 0-1 0 0,0 0 1 0 0,-1 0-1 0 0,1 0 1 0 0,0-1-1 0 0,-1 1 1 0 0,1-1 0 0 0,-1 1-1 0 0,-1 1 1 0 0,0-2 252 0 0,0-1-1 0 0,0 1 1 0 0,0-1 0 0 0,1 0 0 0 0,-1 0-1 0 0,0 0 1 0 0,0 0 0 0 0,0 0 0 0 0,0-1 0 0 0,0 1-1 0 0,0-1 1 0 0,0 0 0 0 0,1 0 0 0 0,-1 0-1 0 0,-5-2 1 0 0,8 2 1 0 0,-1 1-1 0 0,0-1 1 0 0,1 1 0 0 0,-1-1-1 0 0,0 0 1 0 0,1 1-1 0 0,-1-1 1 0 0,1 0 0 0 0,-1 1-1 0 0,1-1 1 0 0,-1 0 0 0 0,1 0-1 0 0,0 0 1 0 0,-1 1-1 0 0,1-1 1 0 0,0 0 0 0 0,0 0-1 0 0,-1 0 1 0 0,1 0-1 0 0,0 0 1 0 0,0-1 0 0 0,0 0-12 0 0,1 0 1 0 0,-1-1-1 0 0,1 1 0 0 0,0 0 1 0 0,-1 0-1 0 0,1 0 1 0 0,0 0-1 0 0,0 0 1 0 0,0 1-1 0 0,1-1 0 0 0,-1 0 1 0 0,3-3-1 0 0,14-12-442 0 0,0 0-1 0 0,0 1 1 0 0,41-26-1 0 0,-33 24-1659 0 0,-12 9 398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2.963"/>
    </inkml:context>
    <inkml:brush xml:id="br0">
      <inkml:brushProperty name="width" value="0.035" units="cm"/>
      <inkml:brushProperty name="height" value="0.035" units="cm"/>
      <inkml:brushProperty name="color" value="#E71224"/>
    </inkml:brush>
  </inkml:definitions>
  <inkml:trace contextRef="#ctx0" brushRef="#br0">121 266 5753 0 0,'-11'-2'499'0'0,"0"0"1"0"0,-1 0-1 0 0,2-1 1 0 0,-1-1-1 0 0,0 1 1 0 0,1-2-1 0 0,-1 1 1 0 0,-11-9-1 0 0,21 12-380 0 0,0-1-1 0 0,0 1 1 0 0,0 0-1 0 0,0-1 1 0 0,0 1-1 0 0,0-1 1 0 0,0 0-1 0 0,1 1 1 0 0,-1-1-1 0 0,0 1 1 0 0,1-1-1 0 0,0 0 1 0 0,-1 0-1 0 0,1 1 1 0 0,0-1-1 0 0,0 0 1 0 0,0 0-1 0 0,0 1 1 0 0,0-1-1 0 0,0 0 1 0 0,0 0-1 0 0,1 1 1 0 0,-1-1-1 0 0,1 0 1 0 0,-1 1-1 0 0,1-1 1 0 0,1-2 0 0 0,0-1 172 0 0,1-1 0 0 0,-1 1 0 0 0,1 0 0 0 0,0 0 0 0 0,1 0 0 0 0,5-7 0 0 0,6-2 57 0 0,0 1-1 0 0,1 0 0 0 0,1 1 1 0 0,0 1-1 0 0,0 0 1 0 0,1 1-1 0 0,1 1 0 0 0,-1 1 1 0 0,1 1-1 0 0,1 0 1 0 0,-1 2-1 0 0,1 0 1 0 0,0 1-1 0 0,1 1 0 0 0,29-1 1 0 0,-38 4-273 0 0,1 0 1 0 0,-1 1-1 0 0,0 0 1 0 0,1 1 0 0 0,-1 0-1 0 0,0 1 1 0 0,0 1-1 0 0,0-1 1 0 0,0 2-1 0 0,-1 0 1 0 0,0 0-1 0 0,0 1 1 0 0,0 1 0 0 0,0-1-1 0 0,-1 2 1 0 0,0 0-1 0 0,-1 0 1 0 0,0 0-1 0 0,0 1 1 0 0,-1 1-1 0 0,0-1 1 0 0,-1 1 0 0 0,0 1-1 0 0,0-1 1 0 0,-1 1-1 0 0,7 16 1 0 0,-9-17-57 0 0,0 0 0 0 0,-1 0-1 0 0,0 0 1 0 0,-1 1 0 0 0,0-1 0 0 0,-1 0 0 0 0,0 1 0 0 0,0-1 0 0 0,-1 1-1 0 0,-1 0 1 0 0,1-1 0 0 0,-2 1 0 0 0,1-1 0 0 0,-2 0 0 0 0,1 1 0 0 0,-6 12-1 0 0,3-12-47 0 0,-1 0-1 0 0,0 0 0 0 0,-1-1 0 0 0,0 0 1 0 0,0 0-1 0 0,-1 0 0 0 0,0-1 0 0 0,-1-1 1 0 0,0 1-1 0 0,0-1 0 0 0,-1-1 0 0 0,0 0 1 0 0,-20 11-1 0 0,-1-2-628 0 0,-1-1 1 0 0,-63 19 0 0 0,80-30 42 0 0,-1 0-1 0 0,0 0 1 0 0,0-2 0 0 0,0 0 0 0 0,0-1 0 0 0,0-1-1 0 0,0 0 1 0 0,-21-3 0 0 0,4-7-5735 0 0,31 9 4387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3.331"/>
    </inkml:context>
    <inkml:brush xml:id="br0">
      <inkml:brushProperty name="width" value="0.035" units="cm"/>
      <inkml:brushProperty name="height" value="0.035" units="cm"/>
      <inkml:brushProperty name="color" value="#E71224"/>
    </inkml:brush>
  </inkml:definitions>
  <inkml:trace contextRef="#ctx0" brushRef="#br0">0 33 10709 0 0,'2'-19'1051'0'0,"0"5"4332"0"0,9 32-4332 0 0,-3-1-885 0 0,-1 0 1 0 0,0 1-1 0 0,-1-1 1 0 0,-1 1-1 0 0,-1 1 1 0 0,0-1-1 0 0,-1 1 1 0 0,-2-1-1 0 0,1 1 1 0 0,-2 0-1 0 0,-1 0 1 0 0,-4 28 0 0 0,-1 10-779 0 0,7-22-2597 0 0,5-22 517 0 0,-1-6-115 0 0,5 4 545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3.672"/>
    </inkml:context>
    <inkml:brush xml:id="br0">
      <inkml:brushProperty name="width" value="0.035" units="cm"/>
      <inkml:brushProperty name="height" value="0.035" units="cm"/>
      <inkml:brushProperty name="color" value="#E71224"/>
    </inkml:brush>
  </inkml:definitions>
  <inkml:trace contextRef="#ctx0" brushRef="#br0">171 33 10905 0 0,'8'-27'1296'0'0,"-9"26"-1192"0"0,-1 1-1 0 0,1-1 0 0 0,0 0 1 0 0,-1 1-1 0 0,1-1 1 0 0,-1 1-1 0 0,1-1 1 0 0,-1 1-1 0 0,1 0 0 0 0,-1-1 1 0 0,1 1-1 0 0,-1 0 1 0 0,0 0-1 0 0,1 0 0 0 0,-1 1 1 0 0,1-1-1 0 0,-1 0 1 0 0,1 0-1 0 0,-1 1 1 0 0,1-1-1 0 0,-1 1 0 0 0,1-1 1 0 0,0 1-1 0 0,-1 0 1 0 0,1 0-1 0 0,0-1 1 0 0,-1 1-1 0 0,1 0 0 0 0,0 0 1 0 0,-2 2-1 0 0,-39 37 1054 0 0,39-37-985 0 0,-11 13 11 0 0,1 0 0 0 0,1 0-1 0 0,-15 28 1 0 0,24-40-177 0 0,1 1 0 0 0,-1-1 1 0 0,1 1-1 0 0,0-1 0 0 0,0 1 0 0 0,0 0 0 0 0,1 0 0 0 0,0 0 0 0 0,0 0 0 0 0,0 0 1 0 0,0 0-1 0 0,1 0 0 0 0,0 0 0 0 0,0 0 0 0 0,0 0 0 0 0,1 0 0 0 0,0 0 0 0 0,2 10 1 0 0,-2-14-43 0 0,-1 0 0 0 0,1 0 1 0 0,0 0-1 0 0,0 0 0 0 0,-1 0 0 0 0,1 0 1 0 0,0 0-1 0 0,0-1 0 0 0,0 1 1 0 0,0 0-1 0 0,0 0 0 0 0,0-1 0 0 0,0 1 1 0 0,0-1-1 0 0,1 1 0 0 0,-1-1 1 0 0,0 0-1 0 0,0 1 0 0 0,0-1 1 0 0,1 0-1 0 0,-1 0 0 0 0,0 1 0 0 0,0-1 1 0 0,0 0-1 0 0,1 0 0 0 0,-1-1 1 0 0,0 1-1 0 0,0 0 0 0 0,1 0 1 0 0,-1 0-1 0 0,0-1 0 0 0,0 1 0 0 0,0-1 1 0 0,0 1-1 0 0,0-1 0 0 0,1 1 1 0 0,-1-1-1 0 0,0 0 0 0 0,0 0 1 0 0,-1 1-1 0 0,1-1 0 0 0,1-1 0 0 0,43-40-1554 0 0,-40 37 1266 0 0,11-15 121 0 0,0-1 0 0 0,-2-1 0 0 0,0 0 0 0 0,19-44 0 0 0,-32 64 569 0 0,2 0 97 0 0,-3 2-443 0 0,0 0 1 0 0,0 1-1 0 0,0-1 0 0 0,0 0 1 0 0,0 0-1 0 0,0 1 1 0 0,0-1-1 0 0,0 0 1 0 0,0 1-1 0 0,0-1 1 0 0,1 0-1 0 0,-1 0 1 0 0,0 1-1 0 0,0-1 0 0 0,0 0 1 0 0,0 0-1 0 0,1 1 1 0 0,-1-1-1 0 0,0 0 1 0 0,0 0-1 0 0,1 0 1 0 0,-1 0-1 0 0,0 1 0 0 0,0-1 1 0 0,1 0-1 0 0,-1 0 1 0 0,0 0-1 0 0,0 0 1 0 0,1 0-1 0 0,-1 0 1 0 0,0 0-1 0 0,1 0 1 0 0,-1 1-1 0 0,0-1 0 0 0,0 0 1 0 0,1 0-1 0 0,-1 0 1 0 0,0 0-1 0 0,1-1 1 0 0,-1 1-1 0 0,0 0 1 0 0,1 0-1 0 0,-1 0 0 0 0,0 0 1 0 0,0 0-1 0 0,1 0 1 0 0,-1 0-1 0 0,0 0 1 0 0,0-1-1 0 0,1 1 1 0 0,-1 0-1 0 0,0 0 1 0 0,0 0-1 0 0,1-1 0 0 0,-1 1 1 0 0,0 0-1 0 0,0 0 1 0 0,0-1-1 0 0,0 1 1 0 0,1 0-1 0 0,-1 0 1 0 0,0-1-1 0 0,0 1 0 0 0,0 0 1 0 0,0-1-1 0 0,0 44 1026 0 0,-1-36-937 0 0,0 0 1 0 0,1 1 0 0 0,0-1 0 0 0,1 0 0 0 0,-1 0 0 0 0,4 12 0 0 0,-3-17-123 0 0,0 0 1 0 0,0 0-1 0 0,0 0 1 0 0,0 0 0 0 0,0 0-1 0 0,1 0 1 0 0,-1 0 0 0 0,1 0-1 0 0,-1 0 1 0 0,1-1-1 0 0,0 1 1 0 0,0-1 0 0 0,-1 1-1 0 0,1-1 1 0 0,0 0-1 0 0,0 0 1 0 0,1 0 0 0 0,-1 0-1 0 0,0 0 1 0 0,0 0-1 0 0,0 0 1 0 0,1-1 0 0 0,-1 1-1 0 0,0-1 1 0 0,4 1 0 0 0,0-1-433 0 0,0 0 1 0 0,0-1-1 0 0,0 0 1 0 0,0 1-1 0 0,0-2 1 0 0,0 1-1 0 0,0-1 1 0 0,0 0-1 0 0,0 0 1 0 0,-1 0-1 0 0,1-1 1 0 0,-1 0-1 0 0,0 0 1 0 0,0-1-1 0 0,0 1 1 0 0,0-1-1 0 0,4-5 1 0 0,8-3-1472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4.246"/>
    </inkml:context>
    <inkml:brush xml:id="br0">
      <inkml:brushProperty name="width" value="0.035" units="cm"/>
      <inkml:brushProperty name="height" value="0.035" units="cm"/>
      <inkml:brushProperty name="color" value="#E71224"/>
    </inkml:brush>
  </inkml:definitions>
  <inkml:trace contextRef="#ctx0" brushRef="#br0">0 169 8449 0 0,'78'-150'8969'0'0,"-74"143"-8139"0"0,2-5-355 0 0,-4 12-226 0 0,0 7 141 0 0,-2 166 2737 0 0,-3-127-2914 0 0,3 1 1 0 0,8 72-1 0 0,-8-116-282 0 0,-3 11-3473 0 0,-2 6 809 0 0,0-21 2081 0 0,-2-14 457 0 0,5 12 183 0 0,1-1-1 0 0,0 1 1 0 0,0-1-1 0 0,0 0 1 0 0,0 1-1 0 0,0-1 1 0 0,1 0-1 0 0,-1 0 1 0 0,1 0-1 0 0,0 0 1 0 0,1 1-1 0 0,-1-1 1 0 0,0 0 0 0 0,1 0-1 0 0,0 0 1 0 0,0 1-1 0 0,0-1 1 0 0,1 0-1 0 0,-1 1 1 0 0,1-1-1 0 0,0 1 1 0 0,0 0-1 0 0,0 0 1 0 0,0-1-1 0 0,0 1 1 0 0,1 0-1 0 0,-1 1 1 0 0,1-1-1 0 0,0 0 1 0 0,4-2 0 0 0,9-6 44 0 0,1 1 1 0 0,0 1 0 0 0,0 0 0 0 0,1 1-1 0 0,18-5 1 0 0,30-14-67 0 0,-60 23 50 0 0,0 1 1 0 0,0-1-1 0 0,0-1 0 0 0,-1 1 1 0 0,1-1-1 0 0,-1 1 0 0 0,0-2 0 0 0,-1 1 1 0 0,1 0-1 0 0,-1-1 0 0 0,7-11 0 0 0,-11 15 1699 0 0,-2 5-1533 0 0,-1 0 1 0 0,1 0 0 0 0,-1 0-1 0 0,1 0 1 0 0,0 0 0 0 0,0 1 0 0 0,1-1-1 0 0,-1 1 1 0 0,1 0 0 0 0,0-1-1 0 0,-1 6 1 0 0,-16 55 218 0 0,18-64-400 0 0,-2 12 22 0 0,0 1-1 0 0,1-1 1 0 0,1 1-1 0 0,0-1 1 0 0,3 14-1 0 0,-3-24-22 0 0,0-1 0 0 0,0 1 0 0 0,1-1-1 0 0,-1 1 1 0 0,1-1 0 0 0,-1 1 0 0 0,1-1 0 0 0,0 0 0 0 0,-1 1-1 0 0,1-1 1 0 0,0 0 0 0 0,0 0 0 0 0,0 0 0 0 0,0 1-1 0 0,0-1 1 0 0,0 0 0 0 0,0 0 0 0 0,0-1 0 0 0,0 1 0 0 0,1 0-1 0 0,1 1 1 0 0,-1-2-5 0 0,0 0 0 0 0,1 1 0 0 0,-1-1-1 0 0,1 0 1 0 0,-1 0 0 0 0,0-1 0 0 0,1 1-1 0 0,-1 0 1 0 0,0-1 0 0 0,1 0 0 0 0,-1 1-1 0 0,0-1 1 0 0,1 0 0 0 0,-1 0 0 0 0,0 0 0 0 0,0-1-1 0 0,0 1 1 0 0,2-2 0 0 0,10-7-93 0 0,-1-1 0 0 0,-1 0 0 0 0,0-1 0 0 0,0 0 0 0 0,-1-1 0 0 0,-1-1 0 0 0,0 1 0 0 0,0-2 0 0 0,-2 1 0 0 0,10-22 0 0 0,7-10 250 0 0,-23 44 356 0 0,-1 0-380 0 0,0 1-1 0 0,0 0 1 0 0,1 0 0 0 0,-1 0 0 0 0,0 0-1 0 0,1 0 1 0 0,-1 0 0 0 0,1 1 0 0 0,-1-1-1 0 0,0 0 1 0 0,1 1 0 0 0,3-1 0 0 0,-3 7 124 0 0,0 1 0 0 0,0 0 0 0 0,-1 0 1 0 0,0 0-1 0 0,0-1 0 0 0,-1 1 0 0 0,0 0 1 0 0,0 0-1 0 0,0 0 0 0 0,-1 0 0 0 0,0 0 1 0 0,-3 10-1 0 0,0 16 530 0 0,2 11-534 0 0,-1 20 724 0 0,2-42-5479 0 0,1-1-4467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5.329"/>
    </inkml:context>
    <inkml:brush xml:id="br0">
      <inkml:brushProperty name="width" value="0.035" units="cm"/>
      <inkml:brushProperty name="height" value="0.035" units="cm"/>
      <inkml:brushProperty name="color" value="#E71224"/>
    </inkml:brush>
  </inkml:definitions>
  <inkml:trace contextRef="#ctx0" brushRef="#br0">60 1 8825 0 0,'-1'1'12'0'0,"-2"2"98"0"0,-1 0 1 0 0,1 0 0 0 0,0 0-1 0 0,-1-1 1 0 0,1 1 0 0 0,-1-1-1 0 0,0 0 1 0 0,0 0 0 0 0,0 0 0 0 0,-8 2 5566 0 0,2 4-3625 0 0,10-2-1861 0 0,0-1-1 0 0,0 0 1 0 0,0 0 0 0 0,0 1 0 0 0,1-1-1 0 0,0 0 1 0 0,0 0 0 0 0,1 0 0 0 0,-1 0-1 0 0,1 0 1 0 0,0 0 0 0 0,5 8 0 0 0,9 33 844 0 0,-11-12-580 0 0,-1 1 1 0 0,-2 37 0 0 0,-3-48-359 0 0,2 1 1 0 0,0 0-1 0 0,2-1 1 0 0,1 1 0 0 0,12 43-1 0 0,-14-63-97 0 0,0 0 0 0 0,0 0 0 0 0,0 0 1 0 0,1 0-1 0 0,-1 0 0 0 0,1-1 0 0 0,0 0 0 0 0,1 1 0 0 0,-1-1 0 0 0,1 0 0 0 0,0 0 0 0 0,0-1 0 0 0,0 1 0 0 0,0-1 1 0 0,1 0-1 0 0,-1 0 0 0 0,1 0 0 0 0,0-1 0 0 0,0 0 0 0 0,0 1 0 0 0,0-2 0 0 0,10 3 0 0 0,-2-2-53 0 0,1-1-1 0 0,-1-1 0 0 0,1 0 1 0 0,-1-1-1 0 0,1-1 0 0 0,-1 0 0 0 0,26-8 1 0 0,55-19-330 0 0,-2-5 1 0 0,109-55 0 0 0,-81 33-636 0 0,-109 52 690 0 0,27-13-174 0 0,-36 16 318 0 0,0 0 0 0 0,0 1 1 0 0,0-2-1 0 0,0 1 0 0 0,-1 0 1 0 0,1 0-1 0 0,0-1 0 0 0,-1 1 0 0 0,1 0 1 0 0,-1-1-1 0 0,1 0 0 0 0,-1 1 0 0 0,0-1 1 0 0,0 0-1 0 0,1-2 0 0 0,-2 4 174 0 0,0 0-1 0 0,0-1 0 0 0,1 1 1 0 0,-1 0-1 0 0,0-1 1 0 0,0 1-1 0 0,0-1 1 0 0,0 1-1 0 0,-1 0 1 0 0,1-1-1 0 0,0 1 0 0 0,0 0 1 0 0,0-1-1 0 0,0 1 1 0 0,0 0-1 0 0,0-1 1 0 0,0 1-1 0 0,-1 0 0 0 0,1-1 1 0 0,0 1-1 0 0,0 0 1 0 0,-1-1-1 0 0,1 1 1 0 0,0 0-1 0 0,0 0 0 0 0,-1-1 1 0 0,1 1-1 0 0,0 0 1 0 0,0 0-1 0 0,-1 0 1 0 0,1-1-1 0 0,0 1 0 0 0,-1 0 1 0 0,1 0-1 0 0,-1 0 1 0 0,1 0-1 0 0,-1 0 1 0 0,-22-2-191 0 0,-33 11 85 0 0,45-7 79 0 0,-46 10 89 0 0,54-12 241 0 0,0 0-160 0 0,-10 1-17 0 0,10-1-1 0 0,7-3 119 0 0,17-1-12 0 0,-1 0 1 0 0,1 1 0 0 0,0 1 0 0 0,0 0 0 0 0,-1 2 0 0 0,1 1-1 0 0,0 0 1 0 0,0 2 0 0 0,0 0 0 0 0,-1 1 0 0 0,0 1 0 0 0,0 1-1 0 0,27 12 1 0 0,-41-16-200 0 0,0 1 1 0 0,0 0-1 0 0,0 1 0 0 0,0 0 1 0 0,-1-1-1 0 0,0 2 0 0 0,1-1 1 0 0,-1 1-1 0 0,-1-1 0 0 0,1 2 1 0 0,-1-1-1 0 0,1 0 0 0 0,4 10 1 0 0,-7-12-162 0 0,-1 1-1 0 0,0-1 1 0 0,0 1 0 0 0,0-1 0 0 0,-1 1 0 0 0,1-1 0 0 0,-1 1-1 0 0,0-1 1 0 0,0 1 0 0 0,0 0 0 0 0,0-1 0 0 0,-1 1 0 0 0,1-1 0 0 0,-1 1-1 0 0,0-1 1 0 0,0 1 0 0 0,0-1 0 0 0,0 0 0 0 0,-1 1 0 0 0,0-1 0 0 0,1 0-1 0 0,-1 0 1 0 0,0 0 0 0 0,0 0 0 0 0,-1 0 0 0 0,1-1 0 0 0,-4 4 0 0 0,-13 12-1929 0 0,-3 2-409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7.095"/>
    </inkml:context>
    <inkml:brush xml:id="br0">
      <inkml:brushProperty name="width" value="0.035" units="cm"/>
      <inkml:brushProperty name="height" value="0.035" units="cm"/>
      <inkml:brushProperty name="color" value="#E71224"/>
    </inkml:brush>
  </inkml:definitions>
  <inkml:trace contextRef="#ctx0" brushRef="#br0">25 109 8357 0 0,'-5'-16'275'0'0,"3"9"-1051"0"0,-9-31 4380 0 0,11 30-1025 0 0,9 23-1441 0 0,10 33-740 0 0,-2 2 1 0 0,-2 0 0 0 0,-2 1 0 0 0,9 80 0 0 0,-10-59-190 0 0,5 47-88 0 0,-17-117-178 0 0,2 6-115 0 0,-2-6 125 0 0,0-10 9 0 0,-4-39-12 0 0,-2 2-1 0 0,-2-1 1 0 0,-2 1 0 0 0,-20-53-1 0 0,26 84 46 0 0,-20-57 41 0 0,12 39-21 0 0,2-1 1 0 0,-12-67-1 0 0,21 98 5 0 0,1 0-1 0 0,-1 0 1 0 0,1 0 0 0 0,0 0-1 0 0,0 0 1 0 0,0 0-1 0 0,0 0 1 0 0,0 0 0 0 0,1 0-1 0 0,-1 0 1 0 0,0 0 0 0 0,1 1-1 0 0,0-1 1 0 0,-1 0-1 0 0,1 0 1 0 0,0 0 0 0 0,0 1-1 0 0,0-1 1 0 0,0 0-1 0 0,0 1 1 0 0,2-3 0 0 0,-1 3 16 0 0,-1 1 1 0 0,1-1-1 0 0,-1 0 0 0 0,1 0 1 0 0,0 1-1 0 0,-1-1 1 0 0,1 1-1 0 0,0 0 1 0 0,0-1-1 0 0,0 1 1 0 0,-1 0-1 0 0,1 0 1 0 0,0 0-1 0 0,0 0 1 0 0,-1 0-1 0 0,1 1 0 0 0,0-1 1 0 0,2 1-1 0 0,4 2 71 0 0,-1 0-1 0 0,1 0 0 0 0,-1 0 0 0 0,0 1 0 0 0,0 0 1 0 0,0 0-1 0 0,-1 1 0 0 0,0-1 0 0 0,7 8 0 0 0,11 11-11 0 0,-2 1-1 0 0,-1 1 1 0 0,-1 1-1 0 0,-1 1 1 0 0,-1 1-1 0 0,-2 0 1 0 0,-1 1-1 0 0,15 38 1 0 0,-19-41-350 0 0,1 0 1 0 0,19 30 0 0 0,12 26-5527 0 0,-36-67 2012 0 0,-3-4 1730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7.468"/>
    </inkml:context>
    <inkml:brush xml:id="br0">
      <inkml:brushProperty name="width" value="0.035" units="cm"/>
      <inkml:brushProperty name="height" value="0.035" units="cm"/>
      <inkml:brushProperty name="color" value="#E71224"/>
    </inkml:brush>
  </inkml:definitions>
  <inkml:trace contextRef="#ctx0" brushRef="#br0">53 150 7793 0 0,'-16'4'26'0'0,"13"-3"56"0"0,2-1 20 0 0,-1 0 0 0 0,0 1 0 0 0,0-1-1 0 0,1-1 1 0 0,-1 1 0 0 0,0 0-1 0 0,0 0 1 0 0,1-1 0 0 0,-1 1 0 0 0,0-1-1 0 0,0 1 1 0 0,1-1 0 0 0,-1 0-1 0 0,1 1 1 0 0,-1-1 0 0 0,-1-2 0 0 0,2 2-84 0 0,1 0 0 0 0,-1 0 0 0 0,1 0 0 0 0,0-1 1 0 0,-1 1-1 0 0,1 0 0 0 0,0 0 0 0 0,0-1 1 0 0,0 1-1 0 0,0 0 0 0 0,0-1 0 0 0,0 1 0 0 0,0 0 1 0 0,0 0-1 0 0,1-1 0 0 0,-1 1 0 0 0,0 0 0 0 0,1 0 1 0 0,-1-1-1 0 0,1 1 0 0 0,-1 0 0 0 0,2-2 1 0 0,1-3-4 0 0,0 1 0 0 0,1-1 0 0 0,-1 1 0 0 0,1-1 0 0 0,0 1 0 0 0,0 0 0 0 0,0 1-1 0 0,1-1 1 0 0,0 1 0 0 0,0 0 0 0 0,9-6 0 0 0,5-1-749 0 0,0 1-1 0 0,24-9 1 0 0,-34 15 133 0 0,10-3-647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7.852"/>
    </inkml:context>
    <inkml:brush xml:id="br0">
      <inkml:brushProperty name="width" value="0.035" units="cm"/>
      <inkml:brushProperty name="height" value="0.035" units="cm"/>
      <inkml:brushProperty name="color" value="#E71224"/>
    </inkml:brush>
  </inkml:definitions>
  <inkml:trace contextRef="#ctx0" brushRef="#br0">162 14 5088 0 0,'0'0'213'0'0,"-10"2"86"0"0,3-3 5854 0 0,5 1-6084 0 0,-7-4 331 0 0,0 1 1 0 0,0 1-1 0 0,0 0 1 0 0,-1 0 0 0 0,1 1-1 0 0,-16 0 1 0 0,23 1-326 0 0,-1 1 0 0 0,1-1 1 0 0,-1 1-1 0 0,0-1 0 0 0,1 1 0 0 0,0 0 1 0 0,-1 0-1 0 0,1 0 0 0 0,-1 1 0 0 0,1-1 1 0 0,0 0-1 0 0,0 1 0 0 0,0-1 0 0 0,0 1 1 0 0,0 0-1 0 0,0 0 0 0 0,0 0 0 0 0,1 0 0 0 0,-1 0 1 0 0,1 0-1 0 0,-1 0 0 0 0,1 1 0 0 0,0-1 1 0 0,0 0-1 0 0,0 1 0 0 0,0-1 0 0 0,0 1 1 0 0,0-1-1 0 0,1 1 0 0 0,-1-1 0 0 0,1 4 1 0 0,-3 11 394 0 0,0 1 0 0 0,2-1 0 0 0,0 1 0 0 0,1-1 0 0 0,4 29 0 0 0,-3-37-396 0 0,1 1 0 0 0,0-1 0 0 0,0 0-1 0 0,1 0 1 0 0,1 0 0 0 0,0 0 0 0 0,0 0-1 0 0,0-1 1 0 0,1 0 0 0 0,0 0 0 0 0,1 0-1 0 0,6 7 1 0 0,-10-12-173 0 0,1-1 0 0 0,-1 0 0 0 0,1 0 0 0 0,-1-1 0 0 0,1 1 0 0 0,0-1 0 0 0,0 1 0 0 0,-1-1 0 0 0,1 0 0 0 0,0 0 0 0 0,0 0 0 0 0,0 0 0 0 0,0 0 0 0 0,1-1 0 0 0,-1 1 0 0 0,0-1 0 0 0,0 0 0 0 0,0 0 0 0 0,0 0 0 0 0,0-1 0 0 0,0 1 0 0 0,1-1 0 0 0,-1 1 0 0 0,0-1 0 0 0,0 0 0 0 0,0 0 0 0 0,-1-1 0 0 0,1 1 0 0 0,0 0 0 0 0,3-3 0 0 0,1 0-694 0 0,-1 0 0 0 0,1-1 0 0 0,-1 0 1 0 0,0 0-1 0 0,0-1 0 0 0,-1 1 0 0 0,1-1 0 0 0,-1 0 0 0 0,0-1 0 0 0,7-12 0 0 0,-3-2-1156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9.186"/>
    </inkml:context>
    <inkml:brush xml:id="br0">
      <inkml:brushProperty name="width" value="0.035" units="cm"/>
      <inkml:brushProperty name="height" value="0.035" units="cm"/>
      <inkml:brushProperty name="color" value="#E71224"/>
    </inkml:brush>
  </inkml:definitions>
  <inkml:trace contextRef="#ctx0" brushRef="#br0">111 285 9397 0 0,'0'0'135'0'0,"-13"-11"385"0"0,9 10-414 0 0,1 0 0 0 0,-1 0 1 0 0,0 0-1 0 0,0 0 0 0 0,0 1 0 0 0,1 0 0 0 0,-1 0 0 0 0,0 0 0 0 0,0 0 0 0 0,0 0 0 0 0,0 1 0 0 0,0-1 0 0 0,1 1 1 0 0,-1 0-1 0 0,-5 2 0 0 0,7-1-44 0 0,0-1 0 0 0,0 0 0 0 0,0 1 0 0 0,-1 0 0 0 0,2-1 0 0 0,-1 1 0 0 0,0 0 0 0 0,0 0 0 0 0,0 0 0 0 0,1 0-1 0 0,-1 0 1 0 0,1 1 0 0 0,0-1 0 0 0,0 0 0 0 0,0 1 0 0 0,0-1 0 0 0,0 1 0 0 0,0-1 0 0 0,1 1 0 0 0,-1-1 0 0 0,1 1 0 0 0,-1-1 0 0 0,1 1 0 0 0,0 0 0 0 0,0 2 0 0 0,0 9 137 0 0,0 21 222 0 0,1-1 0 0 0,7 41 0 0 0,-7-66-409 0 0,1 0 1 0 0,0-1 0 0 0,0 0-1 0 0,1 1 1 0 0,0-1 0 0 0,1 0-1 0 0,-1 0 1 0 0,1-1 0 0 0,1 1-1 0 0,0-1 1 0 0,0 0 0 0 0,0 0-1 0 0,1 0 1 0 0,7 6 0 0 0,-11-12-19 0 0,-1 1 0 0 0,1-1 0 0 0,-1 0 0 0 0,1 0-1 0 0,-1 0 1 0 0,1 0 0 0 0,0-1 0 0 0,0 1 0 0 0,-1 0 0 0 0,1-1 0 0 0,0 1 0 0 0,0-1 0 0 0,0 0 0 0 0,0 1 0 0 0,0-1 0 0 0,-1 0 0 0 0,1 0 0 0 0,0 0 0 0 0,0 0 0 0 0,0-1 0 0 0,3 0 0 0 0,-1 0-47 0 0,-1-1 0 0 0,0 1 0 0 0,0-1 0 0 0,0 0 1 0 0,0 0-1 0 0,0 0 0 0 0,0-1 0 0 0,0 1 0 0 0,-1-1 0 0 0,5-5 1 0 0,-1 0-139 0 0,0-1 1 0 0,0 0-1 0 0,-1 0 1 0 0,0-1-1 0 0,-1 1 1 0 0,0-1-1 0 0,3-11 1 0 0,-1-5 292 0 0,-2 1 0 0 0,-1-1 0 0 0,0-39 0 0 0,-3 63 1644 0 0,4-6-948 0 0,-3 10-475 0 0,2 8-293 0 0,-2-5-30 0 0,2 6 99 0 0,0 0 1 0 0,0 0 0 0 0,1 0-1 0 0,1 0 1 0 0,0-1 0 0 0,8 13-1 0 0,-11-21-94 0 0,0 0-1 0 0,0 0 0 0 0,0 0 1 0 0,0 0-1 0 0,0 0 0 0 0,0 0 1 0 0,1 0-1 0 0,-1-1 0 0 0,1 1 1 0 0,-1-1-1 0 0,1 0 0 0 0,0 0 1 0 0,0 0-1 0 0,-1 0 0 0 0,1 0 1 0 0,0 0-1 0 0,0-1 0 0 0,0 0 1 0 0,0 1-1 0 0,0-1 0 0 0,0 0 1 0 0,0 0-1 0 0,-1-1 0 0 0,1 1 1 0 0,0-1-1 0 0,0 1 0 0 0,0-1 1 0 0,0 0-1 0 0,-1 0 0 0 0,5-2 1 0 0,-1 0-9 0 0,1 0 0 0 0,-1 0 1 0 0,0-1-1 0 0,0 0 0 0 0,0 0 0 0 0,-1-1 1 0 0,1 1-1 0 0,-1-1 0 0 0,0-1 1 0 0,0 1-1 0 0,-1-1 0 0 0,0 1 1 0 0,0-1-1 0 0,0-1 0 0 0,0 1 1 0 0,-1 0-1 0 0,0-1 0 0 0,-1 0 1 0 0,1 1-1 0 0,-1-1 0 0 0,-1 0 1 0 0,1 0-1 0 0,-1 0 0 0 0,0-10 1 0 0,-1 16 5 0 0,0 1 1 0 0,0 0 0 0 0,0-1 0 0 0,0 1 0 0 0,0 0-1 0 0,1 0 1 0 0,-1-1 0 0 0,0 1 0 0 0,0 0 0 0 0,0 0-1 0 0,0-1 1 0 0,1 1 0 0 0,-1 0 0 0 0,0 0 0 0 0,0-1-1 0 0,0 1 1 0 0,1 0 0 0 0,-1 0 0 0 0,0 0 0 0 0,0 0-1 0 0,1-1 1 0 0,-1 1 0 0 0,0 0 0 0 0,0 0 0 0 0,1 0-1 0 0,-1 0 1 0 0,0 0 0 0 0,1 0 0 0 0,-1 0 0 0 0,0 0-1 0 0,0 0 1 0 0,1 0 0 0 0,-1 0 0 0 0,0 0-1 0 0,1 0 1 0 0,-1 0 0 0 0,0 0 0 0 0,0 0 0 0 0,1 0-1 0 0,-1 0 1 0 0,0 0 0 0 0,1 0 0 0 0,-1 0 0 0 0,0 0-1 0 0,0 1 1 0 0,1-1 0 0 0,-1 0 0 0 0,0 0 0 0 0,0 0-1 0 0,1 0 1 0 0,-1 1 0 0 0,0-1 0 0 0,0 0 0 0 0,0 0-1 0 0,1 1 1 0 0,21 14-29 0 0,-15-10 44 0 0,-4-3-17 0 0,0 1 0 0 0,1-1 1 0 0,-1 0-1 0 0,1-1 1 0 0,0 1-1 0 0,-1-1 1 0 0,1 1-1 0 0,0-1 0 0 0,0 0 1 0 0,0-1-1 0 0,0 1 1 0 0,0-1-1 0 0,0 1 1 0 0,0-1-1 0 0,0 0 0 0 0,0-1 1 0 0,0 1-1 0 0,0-1 1 0 0,0 0-1 0 0,0 0 1 0 0,0 0-1 0 0,-1 0 0 0 0,1-1 1 0 0,0 1-1 0 0,-1-1 1 0 0,1 0-1 0 0,-1 0 1 0 0,1 0-1 0 0,-1-1 0 0 0,0 1 1 0 0,0-1-1 0 0,0 0 1 0 0,0 0-1 0 0,-1 0 1 0 0,1 0-1 0 0,-1 0 1 0 0,0-1-1 0 0,0 1 0 0 0,0-1 1 0 0,0 1-1 0 0,0-1 1 0 0,-1 0-1 0 0,0 1 1 0 0,1-1-1 0 0,-2 0 0 0 0,1 0 1 0 0,0-5-1 0 0,-1 9 0 0 0,0-1 1 0 0,0 1-1 0 0,1-1 0 0 0,-1 1 0 0 0,0 0 1 0 0,0-1-1 0 0,0 1 0 0 0,0 0 0 0 0,1-1 1 0 0,-1 1-1 0 0,0 0 0 0 0,0 0 0 0 0,0-1 0 0 0,1 1 1 0 0,-1 0-1 0 0,0 0 0 0 0,1-1 0 0 0,-1 1 1 0 0,0 0-1 0 0,0 0 0 0 0,1 0 0 0 0,-1-1 0 0 0,0 1 1 0 0,1 0-1 0 0,-1 0 0 0 0,0 0 0 0 0,1 0 1 0 0,-1 0-1 0 0,1 0 0 0 0,-1 0 0 0 0,0 0 1 0 0,1 0-1 0 0,-1 0 0 0 0,0 0 0 0 0,1 0 0 0 0,-1 0 1 0 0,0 0-1 0 0,1 0 0 0 0,-1 0 0 0 0,0 0 1 0 0,1 0-1 0 0,-1 0 0 0 0,0 1 0 0 0,1-1 1 0 0,-1 0-1 0 0,0 0 0 0 0,1 0 0 0 0,-1 1 0 0 0,23 14-196 0 0,-8-5 148 0 0,-10-7 41 0 0,0-1 0 0 0,0 0 1 0 0,1 0-1 0 0,-1-1 1 0 0,0 1-1 0 0,1-1 1 0 0,0 0-1 0 0,-1-1 0 0 0,9 1 1 0 0,-12-1 6 0 0,0-1 0 0 0,0 1 1 0 0,0 0-1 0 0,0 0 0 0 0,0-1 0 0 0,0 1 1 0 0,0-1-1 0 0,0 1 0 0 0,-1-1 0 0 0,1 0 0 0 0,0 0 1 0 0,0 0-1 0 0,-1 0 0 0 0,1 0 0 0 0,-1 0 1 0 0,1-1-1 0 0,-1 1 0 0 0,1 0 0 0 0,-1-1 1 0 0,0 1-1 0 0,1-1 0 0 0,-1 1 0 0 0,0-1 1 0 0,0 0-1 0 0,0 1 0 0 0,-1-1 0 0 0,1 0 1 0 0,0 0-1 0 0,-1 0 0 0 0,1 0 0 0 0,0-2 1 0 0,2-16 132 0 0,-5 29-101 0 0,-1 38-2 0 0,4-38 28 0 0,1-1-1 0 0,-1 1 1 0 0,2-1 0 0 0,-1 0 0 0 0,1 0 0 0 0,1 0 0 0 0,-1 0 0 0 0,1 0 0 0 0,1-1 0 0 0,-1 1 0 0 0,8 7 0 0 0,-10-12-47 0 0,1 0-1 0 0,0 0 1 0 0,0 0-1 0 0,0-1 1 0 0,0 1 0 0 0,0-1-1 0 0,1 0 1 0 0,-1 0-1 0 0,1 0 1 0 0,0 0 0 0 0,0 0-1 0 0,-1-1 1 0 0,1 0-1 0 0,0 0 1 0 0,0 0 0 0 0,0 0-1 0 0,0 0 1 0 0,0-1-1 0 0,0 0 1 0 0,1 0 0 0 0,-1 0-1 0 0,0 0 1 0 0,0-1-1 0 0,5-1 1 0 0,-7 1-39 0 0,1 0 1 0 0,-1 0-1 0 0,1-1 0 0 0,-1 1 1 0 0,1-1-1 0 0,-1 0 0 0 0,0 1 1 0 0,0-1-1 0 0,0 0 0 0 0,0-1 1 0 0,0 1-1 0 0,0 0 0 0 0,0 0 1 0 0,-1-1-1 0 0,1 1 0 0 0,-1-1 1 0 0,0 1-1 0 0,1-1 0 0 0,0-3 1 0 0,15-55-13 0 0,-16 55 20 0 0,3-14-4 0 0,0 0-1 0 0,2 1 1 0 0,0 0-1 0 0,1 0 1 0 0,1 1-1 0 0,1 0 1 0 0,21-33-1 0 0,-28 49 1648 0 0,-2-14-707 0 0,0 15-910 0 0,0 1-1 0 0,0 0 1 0 0,0-1-1 0 0,0 1 0 0 0,0-1 1 0 0,-1 1-1 0 0,1 0 1 0 0,0-1-1 0 0,0 1 1 0 0,-1 0-1 0 0,1-1 0 0 0,0 1 1 0 0,-1 0-1 0 0,1 0 1 0 0,0-1-1 0 0,-1 1 1 0 0,1 0-1 0 0,0 0 0 0 0,-1-1 1 0 0,1 1-1 0 0,0 0 1 0 0,-1 0-1 0 0,1 0 1 0 0,-1 0-1 0 0,1 0 1 0 0,0 0-1 0 0,-1-1 0 0 0,1 1 1 0 0,-1 0-1 0 0,1 0 1 0 0,0 0-1 0 0,-1 0 1 0 0,1 1-1 0 0,-1-1 0 0 0,1 0 1 0 0,-1 0-1 0 0,1 0 1 0 0,0 0-1 0 0,-1 0 1 0 0,1 0-1 0 0,0 1 1 0 0,-1-1-1 0 0,1 0 0 0 0,-1 0 1 0 0,1 1-1 0 0,0-1 1 0 0,0 0-1 0 0,-1 0 1 0 0,1 1-1 0 0,0-1 0 0 0,-1 0 1 0 0,1 1-1 0 0,0-1 1 0 0,0 0-1 0 0,0 1 1 0 0,-1-1-1 0 0,1 1 1 0 0,-3 3 36 0 0,0 0 0 0 0,1 0 0 0 0,-1 0 0 0 0,1 1 1 0 0,0-1-1 0 0,1 1 0 0 0,-1-1 0 0 0,1 1 1 0 0,-1 0-1 0 0,1 0 0 0 0,1-1 0 0 0,-1 1 1 0 0,1 0-1 0 0,0 0 0 0 0,0 0 0 0 0,1 9 1 0 0,0-2 10 0 0,1 1 1 0 0,0-1-1 0 0,1 1 1 0 0,0-1 0 0 0,8 16-1 0 0,-10-25-61 0 0,1 0 0 0 0,0 0 0 0 0,0 0 0 0 0,0 0 0 0 0,0 0 0 0 0,0 0 0 0 0,1-1 0 0 0,-1 0 0 0 0,1 1-1 0 0,0-1 1 0 0,-1 0 0 0 0,1 0 0 0 0,0 0 0 0 0,0-1 0 0 0,1 1 0 0 0,-1-1 0 0 0,0 1 0 0 0,0-1 0 0 0,1 0 0 0 0,-1 0-1 0 0,1-1 1 0 0,-1 1 0 0 0,0-1 0 0 0,5 0 0 0 0,-4 1-38 0 0,1-1 0 0 0,-1-1-1 0 0,1 1 1 0 0,-1-1 0 0 0,1 1 0 0 0,-1-2-1 0 0,0 1 1 0 0,1 0 0 0 0,-1-1 0 0 0,0 1 0 0 0,0-1-1 0 0,0-1 1 0 0,0 1 0 0 0,0 0 0 0 0,0-1-1 0 0,-1 0 1 0 0,6-5 0 0 0,-3 1 35 0 0,-2-1 0 0 0,1 1 1 0 0,-1-1-1 0 0,0 0 0 0 0,-1-1 0 0 0,0 1 1 0 0,0 0-1 0 0,-1-1 0 0 0,0 0 0 0 0,-1 1 1 0 0,0-1-1 0 0,0 0 0 0 0,0 0 0 0 0,-1 0 1 0 0,-2-13-1 0 0,2 9 17 0 0,0 12 72 0 0,0-1-1 0 0,0 1 1 0 0,0 0-1 0 0,0-1 1 0 0,0 1-1 0 0,1-1 0 0 0,-1 1 1 0 0,0 0-1 0 0,1-1 1 0 0,-1 1-1 0 0,1 0 1 0 0,0 0-1 0 0,-1-1 1 0 0,1 1-1 0 0,0 0 1 0 0,1-2-1 0 0,-2 3-64 0 0,1 0 1 0 0,-1 0-1 0 0,0 0 0 0 0,1 0 1 0 0,-1 0-1 0 0,1 0 1 0 0,-1 0-1 0 0,1 0 0 0 0,-1 0 1 0 0,0 0-1 0 0,1 0 0 0 0,-1 0 1 0 0,1 0-1 0 0,-1 1 0 0 0,1-1 1 0 0,-1 0-1 0 0,0 0 0 0 0,1 0 1 0 0,-1 1-1 0 0,0-1 0 0 0,1 0 1 0 0,-1 0-1 0 0,1 1 1 0 0,-1-1-1 0 0,0 0 0 0 0,0 1 1 0 0,1-1-1 0 0,-1 0 0 0 0,0 1 1 0 0,0-1-1 0 0,1 0 0 0 0,-1 1 1 0 0,0-1-1 0 0,0 1 0 0 0,0-1 1 0 0,0 0-1 0 0,1 1 0 0 0,-1-1 1 0 0,0 1-1 0 0,0-1 1 0 0,0 1-1 0 0,0-1 0 0 0,0 0 1 0 0,0 1-1 0 0,0-1 0 0 0,0 1 1 0 0,0-1-1 0 0,-1 1 0 0 0,1 0 1 0 0,2 9 28 0 0,0-1 0 0 0,1 1 1 0 0,0 0-1 0 0,1-1 0 0 0,0 0 0 0 0,1 1 1 0 0,-1-2-1 0 0,8 11 0 0 0,-9-15-54 0 0,1-1-1 0 0,-1 1 0 0 0,1-1 0 0 0,0 1 0 0 0,0-1 0 0 0,0 0 0 0 0,0-1 0 0 0,1 1 0 0 0,-1-1 1 0 0,1 0-1 0 0,-1 0 0 0 0,1 0 0 0 0,0 0 0 0 0,0-1 0 0 0,0 0 0 0 0,0 0 0 0 0,-1 0 1 0 0,7-1-1 0 0,-9 1-41 0 0,1-1 0 0 0,-1 0 0 0 0,1 0 0 0 0,-1-1 0 0 0,0 1 0 0 0,1 0 0 0 0,-1-1 0 0 0,1 1 0 0 0,-1-1 0 0 0,0 0 0 0 0,1 0 0 0 0,-1 0 1 0 0,0 0-1 0 0,0 0 0 0 0,0-1 0 0 0,0 1 0 0 0,0-1 0 0 0,0 1 0 0 0,0-1 0 0 0,0 0 0 0 0,-1 1 0 0 0,1-1 0 0 0,0 0 0 0 0,-1 0 0 0 0,0 0 0 0 0,1 0 0 0 0,-1-1 0 0 0,0 1 1 0 0,1-4-1 0 0,2-6-115 0 0,-1-1 1 0 0,0 1 0 0 0,-1-1 0 0 0,1-21 0 0 0,1-3 259 0 0,-1 21-81 0 0,1 0 0 0 0,0 1 0 0 0,1 0 0 0 0,1 0-1 0 0,1 0 1 0 0,10-19 0 0 0,-15 31 461 0 0,8-3 284 0 0,-10 6-739 0 0,0-1 1 0 0,1 1-1 0 0,-1 0 1 0 0,0-1 0 0 0,0 1-1 0 0,1 0 1 0 0,-1-1-1 0 0,0 1 1 0 0,0 0-1 0 0,1 0 1 0 0,-1-1 0 0 0,0 1-1 0 0,1 0 1 0 0,-1 0-1 0 0,1 0 1 0 0,-1-1-1 0 0,0 1 1 0 0,1 0 0 0 0,-1 0-1 0 0,1 0 1 0 0,-1 0-1 0 0,0 0 1 0 0,1 0-1 0 0,-1 0 1 0 0,1 0 0 0 0,-1 0-1 0 0,0 0 1 0 0,1 0-1 0 0,-1 0 1 0 0,1 0-1 0 0,-1 0 1 0 0,0 0 0 0 0,1 0-1 0 0,-1 0 1 0 0,1 1-1 0 0,-1-1 1 0 0,0 0-1 0 0,1 0 1 0 0,-1 0-1 0 0,0 1 1 0 0,1-1 0 0 0,-1 0-1 0 0,0 0 1 0 0,1 1-1 0 0,-1-1 1 0 0,0 0-1 0 0,0 1 1 0 0,1-1 0 0 0,-1 0-1 0 0,0 1 1 0 0,5 8 186 0 0,0 0 1 0 0,0 0 0 0 0,-1 0 0 0 0,-1 0-1 0 0,0 0 1 0 0,0 1 0 0 0,3 17-1 0 0,0 0 205 0 0,10 50 361 0 0,-3 1-1 0 0,-4 0 1 0 0,-4 0 0 0 0,-4 89 0 0 0,-1-151-954 0 0,-1-1 1 0 0,0 0 0 0 0,-1 1-1 0 0,-1-1 1 0 0,0 0-1 0 0,-1 0 1 0 0,-6 15-1 0 0,9-28-713 0 0,-3 1-3789 0 0,3-3 4450 0 0,1 0 0 0 0,-1 0-1 0 0,1 0 1 0 0,-1 0-1 0 0,1 1 1 0 0,-1-1-1 0 0,0 0 1 0 0,1 0 0 0 0,-1 0-1 0 0,1 0 1 0 0,-1 0-1 0 0,1-1 1 0 0,-1 1-1 0 0,1 0 1 0 0,-1 0 0 0 0,0 0-1 0 0,1 0 1 0 0,-1-1-1 0 0,1 1 1 0 0,-1 0 0 0 0,0-1-1 0 0,-8-14-2836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4:09.559"/>
    </inkml:context>
    <inkml:brush xml:id="br0">
      <inkml:brushProperty name="width" value="0.035" units="cm"/>
      <inkml:brushProperty name="height" value="0.035" units="cm"/>
      <inkml:brushProperty name="color" value="#E71224"/>
    </inkml:brush>
  </inkml:definitions>
  <inkml:trace contextRef="#ctx0" brushRef="#br0">0 6 24026 0 0,'26'-6'5541'0'0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1:25.178"/>
    </inkml:context>
    <inkml:brush xml:id="br0">
      <inkml:brushProperty name="width" value="0.035" units="cm"/>
      <inkml:brushProperty name="height" value="0.035" units="cm"/>
      <inkml:brushProperty name="color" value="#E71224"/>
    </inkml:brush>
  </inkml:definitions>
  <inkml:trace contextRef="#ctx0" brushRef="#br0">52 730 9301 0 0,'-38'-9'6750'0'0,"37"9"-6637"0"0,0-1 0 0 0,0 1 0 0 0,0-1 1 0 0,0 0-1 0 0,0 0 0 0 0,1 1 0 0 0,-1-1 0 0 0,0 0 1 0 0,0 0-1 0 0,1 0 0 0 0,-1 0 0 0 0,1 0 0 0 0,-1 0 1 0 0,1 0-1 0 0,-1 0 0 0 0,1 0 0 0 0,0 0 0 0 0,-1 0 0 0 0,1-1 1 0 0,0 1-1 0 0,0 0 0 0 0,0 0 0 0 0,0 0 0 0 0,0 0 1 0 0,0 0-1 0 0,0 0 0 0 0,0-1 0 0 0,0 1 0 0 0,1 0 1 0 0,-1 0-1 0 0,0 0 0 0 0,1 0 0 0 0,-1 0 0 0 0,1 0 1 0 0,-1 0-1 0 0,1 0 0 0 0,-1 0 0 0 0,1 0 0 0 0,0 0 1 0 0,-1 0-1 0 0,1 1 0 0 0,2-3 0 0 0,4-4 87 0 0,0 0-1 0 0,1 0 1 0 0,17-11 0 0 0,-13 10 32 0 0,96-68 1034 0 0,151-78 0 0 0,-189 115-1219 0 0,91-46 65 0 0,-24 14-130 0 0,-135 70 77 0 0,0 0-81 0 0,1 0 0 0 0,0 1 0 0 0,-1-2 0 0 0,1 1 0 0 0,0 0 0 0 0,-1 0 0 0 0,0-1 1 0 0,1 1-1 0 0,-1-1 0 0 0,0 0 0 0 0,0 0 0 0 0,0 0 0 0 0,0 0 0 0 0,0 0 0 0 0,0 0 0 0 0,2-4 0 0 0,-4 5-213 0 0,-9-7-301 0 0,-1 0 0 0 0,0 0 0 0 0,-15-8 0 0 0,5 4-45 0 0,18 11 412 0 0,-32-42-433 0 0,34 40 629 0 0,0 1-1 0 0,0-1 1 0 0,0 1 0 0 0,0-1-1 0 0,1 1 1 0 0,-1-1-1 0 0,1 1 1 0 0,-1 0 0 0 0,1-1-1 0 0,0 1 1 0 0,0 0-1 0 0,0 0 1 0 0,0-1 0 0 0,1 1-1 0 0,-1 0 1 0 0,0 0-1 0 0,1 0 1 0 0,-1 0 0 0 0,1 1-1 0 0,0-1 1 0 0,0 0 0 0 0,0 1-1 0 0,0-1 1 0 0,0 1-1 0 0,0 0 1 0 0,0-1 0 0 0,0 1-1 0 0,0 0 1 0 0,1 0-1 0 0,-1 1 1 0 0,3-2 0 0 0,5-1 337 0 0,0 0 0 0 0,0 0 1 0 0,0 1-1 0 0,0 0 0 0 0,0 1 1 0 0,12-1-1 0 0,-19 2-290 0 0,0 0 1 0 0,0 0-1 0 0,0 0 1 0 0,0 0-1 0 0,0 1 0 0 0,0-1 1 0 0,0 1-1 0 0,0 0 1 0 0,0 0-1 0 0,0 0 1 0 0,0 0-1 0 0,0 1 0 0 0,0-1 1 0 0,-1 1-1 0 0,1-1 1 0 0,-1 1-1 0 0,1 0 1 0 0,-1 0-1 0 0,1 0 0 0 0,-1 0 1 0 0,0 1-1 0 0,0-1 1 0 0,0 1-1 0 0,-1-1 1 0 0,1 1-1 0 0,0-1 0 0 0,-1 1 1 0 0,0 0-1 0 0,1 0 1 0 0,-1 0-1 0 0,0 0 0 0 0,-1 0 1 0 0,2 5-1 0 0,-1-1-102 0 0,-1 0 0 0 0,0 0 0 0 0,0 0-1 0 0,-1 0 1 0 0,1 0 0 0 0,-1 0 0 0 0,-1 0 0 0 0,1-1-1 0 0,-1 1 1 0 0,-1 0 0 0 0,1-1 0 0 0,-1 0 0 0 0,-6 10-1 0 0,-37 47-3973 0 0,-7-6-5263 0 0,40-43 6447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1:26.585"/>
    </inkml:context>
    <inkml:brush xml:id="br0">
      <inkml:brushProperty name="width" value="0.035" units="cm"/>
      <inkml:brushProperty name="height" value="0.035" units="cm"/>
      <inkml:brushProperty name="color" value="#E71224"/>
    </inkml:brush>
  </inkml:definitions>
  <inkml:trace contextRef="#ctx0" brushRef="#br0">319 89 6513 0 0,'0'0'3243'0'0,"-1"-4"-2672"0"0,-4-6 177 0 0,0 1 0 0 0,-1 0 0 0 0,0 0 0 0 0,-11-13 0 0 0,13 19-224 0 0,1 0-14 0 0,0 1-416 0 0,1 0 1 0 0,-1 0-1 0 0,0 0 0 0 0,1 0 1 0 0,-1 1-1 0 0,0-1 0 0 0,0 1 1 0 0,0 0-1 0 0,0 0 1 0 0,0 0-1 0 0,-1 0 0 0 0,1 1 1 0 0,0-1-1 0 0,0 1 1 0 0,0 0-1 0 0,-1 0 0 0 0,1 0 1 0 0,0 0-1 0 0,-5 1 1 0 0,3 1 69 0 0,-1 0 0 0 0,0 0 0 0 0,1 1 0 0 0,-1-1 0 0 0,1 1 0 0 0,0 0 0 0 0,0 1 0 0 0,0-1 0 0 0,-8 8 0 0 0,-6 9 438 0 0,0 0 0 0 0,2 2 0 0 0,-25 39 1 0 0,36-52-440 0 0,1-2-141 0 0,0 1 1 0 0,0-1-1 0 0,1 1 1 0 0,0 0-1 0 0,0 0 1 0 0,1 0-1 0 0,0 1 1 0 0,1-1-1 0 0,-1 1 1 0 0,2 0-1 0 0,-1-1 1 0 0,1 1-1 0 0,1 0 1 0 0,-1 0-1 0 0,2 0 1 0 0,-1 0-1 0 0,1-1 0 0 0,4 18 1 0 0,-4-24-127 0 0,7 11-157 0 0,-6-12 241 0 0,0 0 0 0 0,0 0 0 0 0,0 0 1 0 0,-1 0-1 0 0,1-1 0 0 0,0 1 0 0 0,0-1 1 0 0,0 1-1 0 0,0-1 0 0 0,0 0 1 0 0,0 1-1 0 0,0-1 0 0 0,0 0 0 0 0,0 0 1 0 0,0-1-1 0 0,0 1 0 0 0,0 0 0 0 0,0-1 1 0 0,4 0-1 0 0,38-22-34 0 0,-39 19 59 0 0,1 0 1 0 0,0 1-1 0 0,0 0 1 0 0,1 0-1 0 0,-1 0 1 0 0,1 1-1 0 0,11-3 1 0 0,-7 4 58 0 0,-1 1 0 0 0,1 0 0 0 0,0 1 0 0 0,-1 0 0 0 0,1 0 0 0 0,-1 1 0 0 0,0 1 0 0 0,1 0 0 0 0,-1 0 0 0 0,15 8 0 0 0,-22-10-41 0 0,0 1 0 0 0,-1-1 0 0 0,1 1 0 0 0,0-1-1 0 0,-1 1 1 0 0,1 0 0 0 0,-1 0 0 0 0,0 0 0 0 0,1 0 0 0 0,-1 1 0 0 0,0-1 0 0 0,0 0 0 0 0,-1 1 0 0 0,1 0 0 0 0,0-1 0 0 0,-1 1 0 0 0,0 0 0 0 0,1 0 0 0 0,-1 0 0 0 0,0 0 0 0 0,-1 0 0 0 0,1 0 0 0 0,0 0 0 0 0,-1 0 0 0 0,0 0 0 0 0,0 0 0 0 0,0 0 0 0 0,0 0 0 0 0,0 0 0 0 0,0 1 0 0 0,-1-1 0 0 0,0 0 0 0 0,1 0 0 0 0,-1 0 0 0 0,0 0 0 0 0,-1-1 0 0 0,1 1 0 0 0,0 0-1 0 0,-1 0 1 0 0,-2 2 0 0 0,-3 8-182 0 0,-1 0 0 0 0,0 0 0 0 0,-1-1 0 0 0,0-1 0 0 0,-1 1 0 0 0,0-2 0 0 0,-1 1 0 0 0,0-1 0 0 0,-1-1 0 0 0,0 0 0 0 0,0-1 0 0 0,-1 0 0 0 0,0-1 0 0 0,-22 9 0 0 0,5-5-2781 0 0,11-3-2235 0 0,18-8 4685 0 0,-13 6-1594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1:27.295"/>
    </inkml:context>
    <inkml:brush xml:id="br0">
      <inkml:brushProperty name="width" value="0.035" units="cm"/>
      <inkml:brushProperty name="height" value="0.035" units="cm"/>
      <inkml:brushProperty name="color" value="#E71224"/>
    </inkml:brush>
  </inkml:definitions>
  <inkml:trace contextRef="#ctx0" brushRef="#br0">140 39 7517 0 0,'-36'-29'2004'0'0,"5"19"7190"0"0,15 19-8493 0 0,11-4-615 0 0,0 0 1 0 0,1 0 0 0 0,0 1-1 0 0,-1-1 1 0 0,2 1 0 0 0,-1 0-1 0 0,1 0 1 0 0,0 1 0 0 0,0-1-1 0 0,0 1 1 0 0,1 0 0 0 0,0-1-1 0 0,-1 12 1 0 0,0-1 174 0 0,1-1 1 0 0,0 0-1 0 0,1 1 1 0 0,3 29-1 0 0,-1-32-233 0 0,1-1 0 0 0,1 0 0 0 0,0 0 1 0 0,0 0-1 0 0,2-1 0 0 0,-1 1 0 0 0,2-1 0 0 0,-1 0 0 0 0,2-1 0 0 0,0 1 1 0 0,0-1-1 0 0,1 0 0 0 0,0-1 0 0 0,18 18 0 0 0,-24-27-117 0 0,14 3-3803 0 0,-14-5 3869 0 0,-1 1-1 0 0,1 0 1 0 0,-1-1 0 0 0,1 1 0 0 0,-1-1-1 0 0,1 1 1 0 0,-1-1 0 0 0,0 1-1 0 0,1-1 1 0 0,-1 0 0 0 0,0 0-1 0 0,1 0 1 0 0,-1 0 0 0 0,0 0 0 0 0,0 0-1 0 0,0 0 1 0 0,0 0 0 0 0,0 0-1 0 0,0-1 1 0 0,0 1 0 0 0,0 0-1 0 0,0-1 1 0 0,-1 1 0 0 0,1-1 0 0 0,0 1-1 0 0,-1-1 1 0 0,0 1 0 0 0,1-1-1 0 0,-1 1 1 0 0,0-1 0 0 0,1 1-1 0 0,-1-1 1 0 0,0 1 0 0 0,-1-3 0 0 0,2-2-10 0 0,-1 1 1 0 0,-1-1-1 0 0,1 0 1 0 0,-1 0-1 0 0,0 1 1 0 0,0-1-1 0 0,-1 0 1 0 0,-2-6 0 0 0,-11-20 49 0 0,14 30 344 0 0,1-2-227 0 0,0 0-41 0 0,-1 0-1 0 0,1 0 0 0 0,0 0 0 0 0,1 0 0 0 0,-1 0 1 0 0,1 0-1 0 0,0 0 0 0 0,0 1 0 0 0,0-1 0 0 0,0 0 1 0 0,1 0-1 0 0,0 1 0 0 0,-1-1 0 0 0,1 1 1 0 0,1-1-1 0 0,-1 1 0 0 0,0 0 0 0 0,1 0 0 0 0,-1 0 1 0 0,1 0-1 0 0,4-3 0 0 0,-6 5-29 0 0,1 0 0 0 0,0 0 0 0 0,0 1 0 0 0,0-1-1 0 0,0 0 1 0 0,0 1 0 0 0,0-1 0 0 0,0 1 0 0 0,0-1 0 0 0,0 1 0 0 0,0 0-1 0 0,0 0 1 0 0,0 0 0 0 0,0 0 0 0 0,0 1 0 0 0,0-1 0 0 0,0 0 0 0 0,0 1 0 0 0,-1-1-1 0 0,1 1 1 0 0,0 0 0 0 0,0-1 0 0 0,0 1 0 0 0,0 0 0 0 0,-1 0 0 0 0,1 1-1 0 0,0-1 1 0 0,-1 0 0 0 0,1 0 0 0 0,-1 1 0 0 0,1-1 0 0 0,-1 1 0 0 0,0-1-1 0 0,2 4 1 0 0,3 1 24 0 0,-1 0 0 0 0,0 1 0 0 0,0 0 0 0 0,0 0 0 0 0,-1 0 0 0 0,6 15-1 0 0,-8-14-123 0 0,0 0 0 0 0,0 0 1 0 0,-1 1-1 0 0,0-1 0 0 0,0 0 0 0 0,-1 1 0 0 0,0-1 0 0 0,-1 1 0 0 0,-1 10 0 0 0,-8 20-3361 0 0,10-36 1910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1:27.913"/>
    </inkml:context>
    <inkml:brush xml:id="br0">
      <inkml:brushProperty name="width" value="0.035" units="cm"/>
      <inkml:brushProperty name="height" value="0.035" units="cm"/>
      <inkml:brushProperty name="color" value="#E71224"/>
    </inkml:brush>
  </inkml:definitions>
  <inkml:trace contextRef="#ctx0" brushRef="#br0">90 303 6021 0 0,'-21'-13'800'0'0,"16"10"-389"0"0,-1 0 0 0 0,2-1 0 0 0,-1 0 0 0 0,0 0 0 0 0,1-1 0 0 0,0 1 0 0 0,0-1 0 0 0,0 0 0 0 0,0 0 0 0 0,1 0 1 0 0,0-1-1 0 0,0 1 0 0 0,0-1 0 0 0,1 0 0 0 0,0 1 0 0 0,0-1 0 0 0,0 0 0 0 0,1 0 0 0 0,0-1 0 0 0,0 1 0 0 0,0 0 0 0 0,1-12 0 0 0,1 10-152 0 0,0 1-1 0 0,0 0 0 0 0,0 0 1 0 0,1 0-1 0 0,0 0 0 0 0,1 0 1 0 0,-1 0-1 0 0,1 1 0 0 0,1-1 0 0 0,-1 1 1 0 0,1 0-1 0 0,0 0 0 0 0,0 0 1 0 0,1 0-1 0 0,0 1 0 0 0,0 0 0 0 0,0 0 1 0 0,1 0-1 0 0,-1 0 0 0 0,1 1 1 0 0,0 0-1 0 0,1 0 0 0 0,11-4 1 0 0,-13 5-187 0 0,0 1 0 0 0,0 0 0 0 0,0 0 1 0 0,0 1-1 0 0,1 0 0 0 0,-1 0 0 0 0,1 0 1 0 0,-1 0-1 0 0,1 1 0 0 0,-1 0 0 0 0,1 0 1 0 0,-1 0-1 0 0,1 1 0 0 0,-1 0 0 0 0,1 0 1 0 0,-1 0-1 0 0,0 1 0 0 0,1 0 0 0 0,-1 0 1 0 0,0 0-1 0 0,0 1 0 0 0,-1-1 0 0 0,1 1 1 0 0,0 0-1 0 0,-1 1 0 0 0,0-1 0 0 0,1 1 1 0 0,-1 0-1 0 0,-1 0 0 0 0,1 0 0 0 0,-1 0 1 0 0,4 7-1 0 0,0-1 47 0 0,-1 0-1 0 0,-1 0 1 0 0,0 1 0 0 0,0 0 0 0 0,-1-1-1 0 0,0 2 1 0 0,-1-1 0 0 0,-1 0 0 0 0,1 1-1 0 0,-2-1 1 0 0,0 1 0 0 0,0 0 0 0 0,-1 0-1 0 0,-3 22 1 0 0,1-24-171 0 0,0 0 1 0 0,-1 0-1 0 0,0 0 0 0 0,0 0 1 0 0,-1-1-1 0 0,-1 0 0 0 0,0 0 1 0 0,0 0-1 0 0,-1 0 0 0 0,0-1 1 0 0,0 0-1 0 0,-1 0 0 0 0,0-1 0 0 0,0 1 1 0 0,-1-2-1 0 0,1 1 0 0 0,-13 7 1 0 0,10-8-668 0 0,0 0 0 0 0,-1-1 0 0 0,1-1 0 0 0,-1 1 0 0 0,0-1 0 0 0,-22 4 0 0 0,23-6-1530 0 0,-1-1 1 0 0,0 0 0 0 0,0-1-1 0 0,-11 0 1 0 0,19-1 194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1:28.302"/>
    </inkml:context>
    <inkml:brush xml:id="br0">
      <inkml:brushProperty name="width" value="0.035" units="cm"/>
      <inkml:brushProperty name="height" value="0.035" units="cm"/>
      <inkml:brushProperty name="color" value="#E71224"/>
    </inkml:brush>
  </inkml:definitions>
  <inkml:trace contextRef="#ctx0" brushRef="#br0">6 34 7197 0 0,'0'0'8121'0'0,"-6"-33"-3590"0"0,9 35-4198 0 0,0 1-1 0 0,0 0 0 0 0,-1 0 1 0 0,1 0-1 0 0,-1 0 0 0 0,1 0 1 0 0,-1 0-1 0 0,0 1 0 0 0,2 5 1 0 0,7 14 426 0 0,-2 0 0 0 0,0 1 0 0 0,-2 0 0 0 0,9 50 0 0 0,-12-41-2720 0 0,0 49 1 0 0,-9-55-7850 0 0,4-22 8918 0 0,0-2-1828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1:29.089"/>
    </inkml:context>
    <inkml:brush xml:id="br0">
      <inkml:brushProperty name="width" value="0.035" units="cm"/>
      <inkml:brushProperty name="height" value="0.035" units="cm"/>
      <inkml:brushProperty name="color" value="#E71224"/>
    </inkml:brush>
  </inkml:definitions>
  <inkml:trace contextRef="#ctx0" brushRef="#br0">87 504 8589 0 0,'-30'1'1207'0'0,"27"-1"68"0"0,-39-4 11891 0 0,41 3-11807 0 0,-2-1-699 0 0,3 1-596 0 0,-1 1 1 0 0,1 0 0 0 0,-1 0 0 0 0,1 0 0 0 0,0 0 0 0 0,-1 0 0 0 0,1-1 0 0 0,0 1 0 0 0,-1 0 0 0 0,1 0 0 0 0,0 0 0 0 0,-1-1-1 0 0,1 1 1 0 0,0 0 0 0 0,0-1 0 0 0,-1 1 0 0 0,1 0 0 0 0,0-1 0 0 0,0 1 0 0 0,0 0 0 0 0,-1-1 0 0 0,1 1 0 0 0,0 0 0 0 0,0-1-1 0 0,0 1 1 0 0,0 0 0 0 0,0-1 0 0 0,0 1 0 0 0,0-1 0 0 0,0 1 0 0 0,0 0 0 0 0,0-1 0 0 0,0 1 0 0 0,0-1 0 0 0,0 1 0 0 0,0 0-1 0 0,0-1 1 0 0,0 1 0 0 0,0 0 0 0 0,0-1 0 0 0,0 1 0 0 0,1 0 0 0 0,-1-1 0 0 0,0 1 0 0 0,0 0 0 0 0,0-1 0 0 0,1 1 0 0 0,-1 0-1 0 0,0-1 1 0 0,1 1 0 0 0,-1 0 0 0 0,0 0 0 0 0,0-1 0 0 0,1 1 0 0 0,-1 0 0 0 0,0 0 0 0 0,1 0 0 0 0,-1-1 0 0 0,1 1 0 0 0,-1 0-1 0 0,137-72 1834 0 0,-32 13-1423 0 0,-27 16-379 0 0,85-61 0 0 0,42-26-109 0 0,-165 107 12 0 0,21-11 2 0 0,-19 20-19 0 0,-41 14-117 0 0,1 0-2077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0.937"/>
    </inkml:context>
    <inkml:brush xml:id="br0">
      <inkml:brushProperty name="width" value="0.035" units="cm"/>
      <inkml:brushProperty name="height" value="0.035" units="cm"/>
      <inkml:brushProperty name="color" value="#E71224"/>
    </inkml:brush>
  </inkml:definitions>
  <inkml:trace contextRef="#ctx0" brushRef="#br0">118 36 7749 0 0,'0'0'137'0'0,"-33"-34"6468"0"0,32 33-5016 0 0,-2 2-1319 0 0,0-1 0 0 0,1 1 0 0 0,-1 0 0 0 0,1 1 0 0 0,0-1 0 0 0,-1 0-1 0 0,1 1 1 0 0,0-1 0 0 0,0 1 0 0 0,0-1 0 0 0,0 1 0 0 0,0 0 0 0 0,0 0 0 0 0,0 0 0 0 0,1 0 0 0 0,-1 0 0 0 0,1 1-1 0 0,-1-1 1 0 0,1 0 0 0 0,0 1 0 0 0,0-1 0 0 0,0 1 0 0 0,0-1 0 0 0,1 1 0 0 0,-2 4 0 0 0,-1 6-217 0 0,-1 1 0 0 0,2-1 0 0 0,0 0 0 0 0,0 24 0 0 0,2-16-31 0 0,0-15 6 0 0,6-1-325 0 0,-6-5 294 0 0,0 0 0 0 0,0 1-1 0 0,0-1 1 0 0,0 1 0 0 0,1-1-1 0 0,-1 0 1 0 0,0 0 0 0 0,0 1-1 0 0,0-1 1 0 0,1 0 0 0 0,-1 1-1 0 0,0-1 1 0 0,1 0 0 0 0,-1 0-1 0 0,0 1 1 0 0,0-1 0 0 0,1 0-1 0 0,-1 0 1 0 0,1 0 0 0 0,-1 1-1 0 0,0-1 1 0 0,1 0 0 0 0,-1 0-1 0 0,0 0 1 0 0,1 0 0 0 0,-1 0-1 0 0,0 0 1 0 0,1 0-1 0 0,-1 0 1 0 0,1 0 0 0 0,-1 0-1 0 0,0 0 1 0 0,1 0 0 0 0,-1 0-1 0 0,1 0 1 0 0,-1 0 0 0 0,5-2-17 0 0,-1 1 0 0 0,0-1 0 0 0,1 0 0 0 0,-1 0-1 0 0,0 0 1 0 0,0 0 0 0 0,0-1 0 0 0,-1 1 0 0 0,1-1 0 0 0,-1 0 0 0 0,1-1 0 0 0,-1 1 0 0 0,0 0 0 0 0,0-1 0 0 0,0 0 0 0 0,-1 1 0 0 0,1-1 0 0 0,-1 0-1 0 0,0-1 1 0 0,0 1 0 0 0,1-6 0 0 0,-1 7 22 0 0,-1-1 0 0 0,0 1 0 0 0,0-1 0 0 0,0 1 0 0 0,-1-1 0 0 0,1 1-1 0 0,-1-1 1 0 0,0 1 0 0 0,0-1 0 0 0,0 1 0 0 0,0-1 0 0 0,-1 1 0 0 0,0-1-1 0 0,1 1 1 0 0,-1-1 0 0 0,0 1 0 0 0,-1 0 0 0 0,1-1 0 0 0,0 1 0 0 0,-1 0 0 0 0,0 0-1 0 0,0 0 1 0 0,0 0 0 0 0,0 0 0 0 0,0 0 0 0 0,-1 1 0 0 0,1-1 0 0 0,-1 1 0 0 0,-3-3-1 0 0,4 4-31 0 0,-20 14 144 0 0,16-8-115 0 0,1 1 1 0 0,-1 0-1 0 0,1 1 1 0 0,0-1-1 0 0,0 1 0 0 0,1 0 1 0 0,-1 0-1 0 0,2 0 1 0 0,-1 0-1 0 0,1 1 1 0 0,0 0-1 0 0,1-1 1 0 0,0 1-1 0 0,0 0 1 0 0,0 0-1 0 0,0 16 0 0 0,2-23-25 0 0,0 0 0 0 0,0 0 0 0 0,0 0 0 0 0,0 0 0 0 0,1 0 0 0 0,-1 0 0 0 0,0 0 0 0 0,1 0 0 0 0,-1 0 0 0 0,0 0 0 0 0,1 0 0 0 0,-1 0 0 0 0,1 0-1 0 0,-1-1 1 0 0,1 1 0 0 0,0 0 0 0 0,-1 0 0 0 0,1 0 0 0 0,0-1 0 0 0,0 1 0 0 0,-1 0 0 0 0,1-1 0 0 0,0 1 0 0 0,0 0 0 0 0,0-1 0 0 0,0 1 0 0 0,0-1 0 0 0,0 0-1 0 0,0 1 1 0 0,0-1 0 0 0,0 0 0 0 0,0 0 0 0 0,0 1 0 0 0,0-1 0 0 0,0 0 0 0 0,0 0 0 0 0,0 0 0 0 0,0 0 0 0 0,0 0 0 0 0,0 0 0 0 0,0-1 0 0 0,0 1 0 0 0,0 0-1 0 0,0-1 1 0 0,0 1 0 0 0,0 0 0 0 0,0-1 0 0 0,1 0 0 0 0,2 0 49 0 0,-1-1 1 0 0,0 0-1 0 0,0 1 0 0 0,0-1 0 0 0,0-1 1 0 0,0 1-1 0 0,0 0 0 0 0,0-1 1 0 0,-1 1-1 0 0,1-1 0 0 0,-1 0 0 0 0,4-5 1 0 0,2-15 400 0 0,-8 21-338 0 0,-5-13 53 0 0,3 15-136 0 0,1 0 0 0 0,-1 0 1 0 0,1 1-1 0 0,-1-1 0 0 0,1 0 0 0 0,0 1 0 0 0,-1-1 0 0 0,1 1 1 0 0,0 0-1 0 0,-1-1 0 0 0,1 1 0 0 0,0 0 0 0 0,0 0 0 0 0,-1 0 0 0 0,1 0 1 0 0,0 0-1 0 0,0 0 0 0 0,0 0 0 0 0,0 0 0 0 0,1 0 0 0 0,-1 0 1 0 0,0 1-1 0 0,0-1 0 0 0,1 0 0 0 0,-1 1 0 0 0,1-1 0 0 0,-1 0 1 0 0,1 1-1 0 0,-1-1 0 0 0,1 3 0 0 0,-2 1-93 0 0,1 1-1 0 0,-1-1 1 0 0,1 1-1 0 0,1-1 1 0 0,-1 1-1 0 0,1 7 1 0 0,0-10-44 0 0,15 4-116 0 0,-13-7 242 0 0,0 0 0 0 0,1 0-1 0 0,-1-1 1 0 0,0 1 0 0 0,0 0-1 0 0,1-1 1 0 0,-1 1 0 0 0,0-1-1 0 0,0 0 1 0 0,0 0 0 0 0,0 0-1 0 0,0 0 1 0 0,0 0 0 0 0,0 0-1 0 0,0-1 1 0 0,0 1 0 0 0,0-1-1 0 0,-1 1 1 0 0,1-1 0 0 0,-1 0-1 0 0,1 1 1 0 0,-1-1 0 0 0,0 0-1 0 0,1 0 1 0 0,-1 0 0 0 0,0 0-1 0 0,0 0 1 0 0,0 0 0 0 0,-1 0-1 0 0,1-1 1 0 0,0-3 0 0 0,2-2 123 0 0,-1-1 0 0 0,0 1 0 0 0,-1-1 1 0 0,0 1-1 0 0,0-1 0 0 0,-1 0 0 0 0,0-11 1 0 0,-1 20-106 0 0,0 0 0 0 0,1 0 1 0 0,-1 0-1 0 0,1 0 0 0 0,-1 0 1 0 0,0 0-1 0 0,1 0 0 0 0,-1 0 0 0 0,1 0 1 0 0,-1 1-1 0 0,1-1 0 0 0,-1 0 1 0 0,1 0-1 0 0,-1 1 0 0 0,1-1 1 0 0,-1 0-1 0 0,1 1 0 0 0,-1-1 1 0 0,1 0-1 0 0,-1 1 0 0 0,1-1 0 0 0,0 1 1 0 0,-1-1-1 0 0,1 1 0 0 0,0-1 1 0 0,-1 1-1 0 0,1-1 0 0 0,0 1 1 0 0,0-1-1 0 0,-1 2 0 0 0,-14 17 45 0 0,-5 22 76 0 0,19-37-190 0 0,5 14-1247 0 0,-2-17 1276 0 0,-1 1 0 0 0,1-2 0 0 0,0 1 0 0 0,-1 0 0 0 0,1 0 0 0 0,0 0 0 0 0,0-1 1 0 0,0 1-1 0 0,-1-1 0 0 0,1 0 0 0 0,0 1 0 0 0,0-1 0 0 0,0 0 0 0 0,0 0 0 0 0,0 0 0 0 0,0 0 1 0 0,-1 0-1 0 0,1-1 0 0 0,0 1 0 0 0,0-1 0 0 0,0 1 0 0 0,2-2 0 0 0,-1 1 1910 0 0,-2-1-1864 0 0,0 0 0 0 0,1 0 0 0 0,-1-1 0 0 0,0 1 0 0 0,0 0 0 0 0,0 0 0 0 0,0-1 0 0 0,-1 1 0 0 0,1-1 0 0 0,-1 1 0 0 0,1-1 0 0 0,-1 1 0 0 0,0 0 0 0 0,0-5 0 0 0,0 7-6 0 0,0-4 158 0 0,0 3-163 0 0,0 1 0 0 0,-1-1 0 0 0,1 1 0 0 0,0-1 0 0 0,-1 1 0 0 0,1-1 0 0 0,-1 1 0 0 0,1-1 0 0 0,0 1 0 0 0,-1 0 0 0 0,1-1 0 0 0,-1 1 0 0 0,1-1 0 0 0,-1 1 0 0 0,1 0 0 0 0,-1 0 0 0 0,1-1 0 0 0,-1 1 0 0 0,0 0-1 0 0,1 0 1 0 0,-1 0 0 0 0,1-1 0 0 0,-1 1 0 0 0,0 0 0 0 0,1 0 0 0 0,-1 0 0 0 0,1 0 0 0 0,-1 0 0 0 0,0 0 0 0 0,1 0 0 0 0,-1 0 0 0 0,1 1 0 0 0,-1-1 0 0 0,0 0 0 0 0,-11 14-59 0 0,10-11-40 0 0,3 9-3465 0 0,0-12 4304 0 0,0-2-728 0 0,1 0-1 0 0,-1 0 1 0 0,0 1-1 0 0,0-1 1 0 0,0 0-1 0 0,-1 0 1 0 0,1 0 0 0 0,0 0-1 0 0,-1 0 1 0 0,1-1-1 0 0,-1-3 1 0 0,0-9 100 0 0,0 15-114 0 0,0 0 0 0 0,0 0 0 0 0,0-1 0 0 0,0 1-1 0 0,-1 0 1 0 0,1 0 0 0 0,0 0 0 0 0,0 0 0 0 0,0 0 0 0 0,0-1-1 0 0,-1 1 1 0 0,1 0 0 0 0,0 0 0 0 0,0 0 0 0 0,0 0 0 0 0,-1 0-1 0 0,1 0 1 0 0,0 0 0 0 0,0 0 0 0 0,-1 0 0 0 0,1 0 0 0 0,0 0-1 0 0,0 0 1 0 0,0 0 0 0 0,-1 0 0 0 0,1 0 0 0 0,0 0 0 0 0,0 0-1 0 0,0 0 1 0 0,-1 0 0 0 0,1 0 0 0 0,0 0 0 0 0,0 0 0 0 0,0 1-1 0 0,-1-1 1 0 0,1 0 0 0 0,0 0 0 0 0,0 0 0 0 0,0 0 0 0 0,-1 0-1 0 0,1 0 1 0 0,0 1 0 0 0,0-1 0 0 0,0 0 0 0 0,0 0 0 0 0,0 0 0 0 0,0 1-1 0 0,0-1 1 0 0,-1 0 0 0 0,1 0 0 0 0,-1 2-54 0 0,1-2-46 0 0,-1 1 74 0 0,1 0 0 0 0,-1 0 0 0 0,1 0 0 0 0,0-1-1 0 0,-1 1 1 0 0,1 0 0 0 0,0 0 0 0 0,0 0 0 0 0,-1 0 0 0 0,1 0 0 0 0,0 0 0 0 0,0 0-1 0 0,0-1 1 0 0,0 1 0 0 0,0 0 0 0 0,1 0 0 0 0,-1 0 0 0 0,0 0 0 0 0,0 0-1 0 0,1 0 1 0 0,-1-1 0 0 0,0 1 0 0 0,1 0 0 0 0,0 1 0 0 0,5 11-395 0 0,-6-13 413 0 0,0 0-1 0 0,0 1 0 0 0,0-1 1 0 0,1 0-1 0 0,-1 0 0 0 0,0 0 0 0 0,0 0 1 0 0,0 0-1 0 0,0 1 0 0 0,0-1 1 0 0,0 0-1 0 0,1 0 0 0 0,-1 0 0 0 0,0 0 1 0 0,0 0-1 0 0,0 0 0 0 0,0 0 1 0 0,0 0-1 0 0,1 0 0 0 0,-1 0 0 0 0,0 0 1 0 0,0 0-1 0 0,0 0 0 0 0,0 0 1 0 0,1 0-1 0 0,-1 0 0 0 0,0 0 1 0 0,0 0-1 0 0,0 0 0 0 0,0 0 0 0 0,1 0 1 0 0,-1 0-1 0 0,0 0 0 0 0,0 0 1 0 0,0 0-1 0 0,0 0 0 0 0,0 0 0 0 0,1 0 1 0 0,-1 0-1 0 0,0 0 0 0 0,0 0 1 0 0,0-1-1 0 0,0 1 0 0 0,0 0 0 0 0,0 0 1 0 0,1 0-1 0 0,-1 0 0 0 0,0 0 1 0 0,0 0-1 0 0,0-1 0 0 0,0 1 0 0 0,0 0 1 0 0,16-35-81 0 0,-15 31 344 0 0,-1-2-159 0 0,1 1-69 0 0,0 2-1 0 0,-1 0 0 0 0,1 1 0 0 0,-1-1 0 0 0,0 0 1 0 0,0 0-1 0 0,0 1 0 0 0,0-1 0 0 0,0 0 0 0 0,-1 0 1 0 0,1 1-1 0 0,-1-1 0 0 0,1 0 0 0 0,-1 1 0 0 0,0-1 1 0 0,0 1-1 0 0,-1-1 0 0 0,1 1 0 0 0,0-1 0 0 0,-4-3 0 0 0,5 6-11 0 0,-1 0 0 0 0,0 0 0 0 0,0 0-1 0 0,0 0 1 0 0,1 1 0 0 0,-1-1-1 0 0,0 0 1 0 0,0 0 0 0 0,0 1-1 0 0,1-1 1 0 0,-1 0 0 0 0,0 1 0 0 0,1-1-1 0 0,-1 1 1 0 0,0-1 0 0 0,1 1-1 0 0,-1-1 1 0 0,1 1 0 0 0,-1-1-1 0 0,1 1 1 0 0,-1 0 0 0 0,1-1-1 0 0,-1 1 1 0 0,1 0 0 0 0,-1-1 0 0 0,1 1-1 0 0,0 0 1 0 0,-1 1 0 0 0,-12 24 742 0 0,12-25-726 0 0,-3 7 346 0 0,-11 29 113 0 0,14-36-511 0 0,1 0-1 0 0,0 0 1 0 0,-1-1-1 0 0,1 1 1 0 0,0 0-1 0 0,0 0 1 0 0,0 0-1 0 0,-1 0 1 0 0,1 0-1 0 0,0 0 1 0 0,0 0-1 0 0,0 0 1 0 0,1 0-1 0 0,-1-1 1 0 0,0 1-1 0 0,0 0 1 0 0,0 0-1 0 0,1 0 1 0 0,-1 0-1 0 0,0 0 1 0 0,1 0-1 0 0,-1-1 1 0 0,1 1-1 0 0,-1 0 1 0 0,1 0-1 0 0,-1-1 1 0 0,1 1-1 0 0,-1 0 1 0 0,1-1-1 0 0,0 1 1 0 0,0 0-1 0 0,0 0 1 0 0,1 0-234 0 0,16-17 986 0 0,-8-17-468 0 0,-8 10-99 0 0,-2 23-163 0 0,0 0 0 0 0,0-1 0 0 0,0 1 0 0 0,0-1 0 0 0,0 1 0 0 0,0 0 0 0 0,0-1 0 0 0,0 1 0 0 0,-1-1-1 0 0,1 1 1 0 0,0 0 0 0 0,0-1 0 0 0,0 1 0 0 0,-1 0 0 0 0,1-1 0 0 0,0 1 0 0 0,0 0 0 0 0,-1-1 0 0 0,1 1 0 0 0,0 0 0 0 0,-1-1-1 0 0,1 1 1 0 0,0 0 0 0 0,-1 0 0 0 0,1-1 0 0 0,0 1 0 0 0,-1 0 0 0 0,1 0 0 0 0,-1 0 0 0 0,1 0 0 0 0,0 0 0 0 0,-1 0 0 0 0,1-1 0 0 0,-1 1-1 0 0,-1 1 4 0 0,1 0 0 0 0,-1 0-1 0 0,1 0 1 0 0,0 0 0 0 0,-1 0-1 0 0,1 0 1 0 0,0 0 0 0 0,0 0-1 0 0,0 0 1 0 0,-1 0 0 0 0,1 1-1 0 0,0-1 1 0 0,1 0 0 0 0,-1 1-1 0 0,0-1 1 0 0,0 1 0 0 0,1-1-1 0 0,-1 1 1 0 0,1 0 0 0 0,-1-1-1 0 0,0 3 1 0 0,-8 34-57 0 0,8-36-8 0 0,2 0-102 0 0,-1 0 0 0 0,0 1 1 0 0,0-1-1 0 0,1 0 0 0 0,-1 0 0 0 0,1 1 1 0 0,-1-1-1 0 0,1 0 0 0 0,0 0 0 0 0,0 0 0 0 0,2 3 1 0 0,-2-4-19 0 0,15-10-125 0 0,-13 5 371 0 0,-1 0 0 0 0,1 0 0 0 0,-1 0 0 0 0,0-1 0 0 0,0 1 0 0 0,-1-1 0 0 0,1 1 0 0 0,-1-1 1 0 0,1-7-1 0 0,-1 10 134 0 0,-3-27 1127 0 0,2 29-1325 0 0,0 0 0 0 0,-1 0 0 0 0,1-1 0 0 0,-1 1 0 0 0,1 0-1 0 0,-1 0 1 0 0,1 0 0 0 0,-1 0 0 0 0,1 0 0 0 0,-1 0 0 0 0,1-1 0 0 0,-1 1 0 0 0,1 0 0 0 0,-1 0-1 0 0,1 0 1 0 0,-1 1 0 0 0,1-1 0 0 0,-1 0 0 0 0,1 0 0 0 0,-1 0 0 0 0,1 0 0 0 0,-1 0 0 0 0,1 1-1 0 0,-1-1 1 0 0,1 0 0 0 0,-1 0 0 0 0,1 1 0 0 0,0-1 0 0 0,-1 0 0 0 0,1 1 0 0 0,0-1 0 0 0,-1 0 0 0 0,1 1-1 0 0,0-1 1 0 0,-1 1 0 0 0,-11 18-1724 0 0,11-17 1649 0 0,-1 2-709 0 0,1-1-2611 0 0,0 1 2847 0 0,-3 4 72 0 0,3 0-3722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7.677"/>
    </inkml:context>
    <inkml:brush xml:id="br0">
      <inkml:brushProperty name="width" value="0.035" units="cm"/>
      <inkml:brushProperty name="height" value="0.035" units="cm"/>
      <inkml:brushProperty name="color" value="#E71224"/>
    </inkml:brush>
  </inkml:definitions>
  <inkml:trace contextRef="#ctx0" brushRef="#br0">81 17 10217 0 0,'-14'-17'2564'0'0,"12"18"-2316"0"0,0-1 1 0 0,-1 1 0 0 0,1 0 0 0 0,0-1 0 0 0,-1 1-1 0 0,1 0 1 0 0,0 1 0 0 0,0-1 0 0 0,0 0 0 0 0,0 0 0 0 0,0 1-1 0 0,0 0 1 0 0,1-1 0 0 0,-1 1 0 0 0,0 0 0 0 0,1 0 0 0 0,-1-1-1 0 0,1 1 1 0 0,0 0 0 0 0,-1 1 0 0 0,1-1 0 0 0,0 0 0 0 0,0 0-1 0 0,1 0 1 0 0,-1 1 0 0 0,0 2 0 0 0,-5 12 180 0 0,2 1-1 0 0,-4 26 1 0 0,5-26-273 0 0,3-6-296 0 0,5-11 188 0 0,-4-3 7 0 0,0 1 1 0 0,0 0-1 0 0,0-1 1 0 0,0 1-1 0 0,0 0 1 0 0,0-1-1 0 0,-1 1 1 0 0,1-1-1 0 0,0 1 0 0 0,-1-1 1 0 0,1 1-1 0 0,-1-1 1 0 0,0 0-1 0 0,1-2 1 0 0,2-19 199 0 0,-2 17 167 0 0,-1 1-342 0 0,0-20 42 0 0,0 19-283 0 0,0 25-799 0 0,-1-3 683 0 0,0-9 110 0 0,1 0 0 0 0,0 0 1 0 0,0 0-1 0 0,0 0 0 0 0,1 0 0 0 0,2 11 1 0 0,2-18 84 0 0,1-10 90 0 0,2-10 48 0 0,-7 16-125 0 0,0 1 302 0 0,0 0 0 0 0,0-1 0 0 0,0 1 0 0 0,0 0-1 0 0,0-1 1 0 0,-1 1 0 0 0,1-1 0 0 0,-1 1 0 0 0,0-1 0 0 0,0 1 0 0 0,0-1 0 0 0,-1 1 0 0 0,1-1 0 0 0,-2-4 0 0 0,1 8-182 0 0,0 0-1 0 0,0 1 1 0 0,1-1-1 0 0,-1 1 1 0 0,1-1 0 0 0,-1 1-1 0 0,0-1 1 0 0,1 1-1 0 0,-1 0 1 0 0,1-1-1 0 0,0 1 1 0 0,-1-1-1 0 0,1 1 1 0 0,-1 0 0 0 0,1 0-1 0 0,0-1 1 0 0,-1 1-1 0 0,1 0 1 0 0,0-1-1 0 0,0 1 1 0 0,0 0-1 0 0,0 0 1 0 0,0 1 0 0 0,-5 55-51 0 0,5-34-7542 0 0,0-15-171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8.645"/>
    </inkml:context>
    <inkml:brush xml:id="br0">
      <inkml:brushProperty name="width" value="0.035" units="cm"/>
      <inkml:brushProperty name="height" value="0.035" units="cm"/>
      <inkml:brushProperty name="color" value="#E71224"/>
    </inkml:brush>
  </inkml:definitions>
  <inkml:trace contextRef="#ctx0" brushRef="#br0">111 52 11053 0 0,'0'0'9477'0'0,"-4"-37"-2681"0"0,4 36-6767 0 0,-1 0-1 0 0,1 0 1 0 0,-1 0 0 0 0,1 0 0 0 0,-1 0 0 0 0,1 1 0 0 0,-1-1-1 0 0,0 0 1 0 0,1 0 0 0 0,-1 1 0 0 0,0-1 0 0 0,0 1 0 0 0,0-1-1 0 0,1 1 1 0 0,-1-1 0 0 0,0 1 0 0 0,0-1 0 0 0,0 1 0 0 0,0 0-1 0 0,0-1 1 0 0,0 1 0 0 0,0 0 0 0 0,0 0 0 0 0,0 0 0 0 0,0-1-1 0 0,0 1 1 0 0,0 0 0 0 0,0 1 0 0 0,0-1 0 0 0,0 0 0 0 0,0 0-1 0 0,0 0 1 0 0,0 1 0 0 0,0-1 0 0 0,0 0 0 0 0,0 1 0 0 0,1-1-1 0 0,-1 1 1 0 0,0-1 0 0 0,0 1 0 0 0,0-1 0 0 0,0 1 0 0 0,1-1-1 0 0,-1 1 1 0 0,0 0 0 0 0,1 0 0 0 0,-1-1 0 0 0,0 1 0 0 0,1 0-1 0 0,-1 0 1 0 0,0 1 0 0 0,-3 3 67 0 0,0 1-1 0 0,0-1 1 0 0,0 1 0 0 0,1 0 0 0 0,0-1-1 0 0,0 1 1 0 0,-2 7 0 0 0,4-9-50 0 0,-10 36 268 0 0,-7 50-1 0 0,16-80-312 0 0,1 0 0 0 0,0 0 0 0 0,1 0 0 0 0,0 0 0 0 0,0 1 0 0 0,1-1-1 0 0,0 0 1 0 0,1 0 0 0 0,1-1 0 0 0,6 20 0 0 0,-7-25-52 0 0,0 1 0 0 0,0-1-1 0 0,1 0 1 0 0,-1 0 0 0 0,1 0 0 0 0,0 0-1 0 0,0 0 1 0 0,1 0 0 0 0,-1-1 0 0 0,1 0-1 0 0,0 0 1 0 0,0 0 0 0 0,0 0 0 0 0,0 0-1 0 0,0-1 1 0 0,0 0 0 0 0,1 0-1 0 0,-1 0 1 0 0,1 0 0 0 0,0-1 0 0 0,-1 0-1 0 0,1 0 1 0 0,0 0 0 0 0,0 0 0 0 0,0-1-1 0 0,0 0 1 0 0,-1 0 0 0 0,1 0 0 0 0,0-1-1 0 0,0 1 1 0 0,0-1 0 0 0,0 0 0 0 0,-1-1-1 0 0,1 1 1 0 0,-1-1 0 0 0,1 0 0 0 0,-1 0-1 0 0,1 0 1 0 0,-1-1 0 0 0,5-3 0 0 0,41-42-901 0 0,-47 45 835 0 0,-1 0 0 0 0,0 0 0 0 0,0 0 0 0 0,0-1 1 0 0,0 1-1 0 0,-1-1 0 0 0,1 1 0 0 0,-1-1 0 0 0,0 1 0 0 0,0-1 0 0 0,0 0 0 0 0,0 0 0 0 0,0-5 0 0 0,0 11 86 0 0,1-1-1 0 0,0 1 1 0 0,0 0-1 0 0,0 0 1 0 0,1-1 0 0 0,-1 1-1 0 0,0-1 1 0 0,0 0-1 0 0,1 0 1 0 0,-1 0-1 0 0,1 0 1 0 0,-1 0-1 0 0,1 0 1 0 0,0 0-1 0 0,4 0 1 0 0,-2 0-16 0 0,0 0-1 0 0,0-1 1 0 0,0 1 0 0 0,0-1 0 0 0,1 0-1 0 0,-1 0 1 0 0,0 0 0 0 0,0-1-1 0 0,0 0 1 0 0,0 0 0 0 0,0 0-1 0 0,0-1 1 0 0,9-3 0 0 0,-11 3-5 0 0,0 0-1 0 0,0 0 1 0 0,-1 0 0 0 0,0 0 0 0 0,1 0-1 0 0,-1 0 1 0 0,0-1 0 0 0,0 1 0 0 0,0-1-1 0 0,0 1 1 0 0,0-1 0 0 0,-1 0 0 0 0,1 0-1 0 0,-1 0 1 0 0,0 0 0 0 0,0 0 0 0 0,0 0-1 0 0,0 0 1 0 0,0 0 0 0 0,-1-1 0 0 0,1 1-1 0 0,-1 0 1 0 0,0-6 0 0 0,-1-13 67 0 0,-2 1 0 0 0,-6-33 0 0 0,1 15 165 0 0,9 38-146 0 0,-1-1 1 0 0,-1 1-1 0 0,1-1 0 0 0,0 1 1 0 0,0-1-1 0 0,0 0 0 0 0,-1 1 0 0 0,1-1 1 0 0,-1 1-1 0 0,1-1 0 0 0,-1 1 0 0 0,0 0 1 0 0,1-1-1 0 0,-1 1 0 0 0,0 0 1 0 0,0-1-1 0 0,0 1 0 0 0,0 0 0 0 0,0 0 1 0 0,0 0-1 0 0,-1 0 0 0 0,1 0 0 0 0,-2-2 1 0 0,1 4-22 0 0,1-1-1 0 0,-1 0 1 0 0,1 0 0 0 0,0 0 0 0 0,-1 1 0 0 0,1-1 0 0 0,0 1 0 0 0,0-1 0 0 0,-1 1 0 0 0,1-1 0 0 0,0 1-1 0 0,0 0 1 0 0,0 0 0 0 0,-1 0 0 0 0,1-1 0 0 0,0 1 0 0 0,0 0 0 0 0,0 0 0 0 0,1 0 0 0 0,-2 2 0 0 0,-7 8-13 0 0,1 1 1 0 0,0 0-1 0 0,-9 18 1 0 0,12-19-42 0 0,-21 43-2587 0 0,16-23-6713 0 0,9-28 7018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9.214"/>
    </inkml:context>
    <inkml:brush xml:id="br0">
      <inkml:brushProperty name="width" value="0.035" units="cm"/>
      <inkml:brushProperty name="height" value="0.035" units="cm"/>
      <inkml:brushProperty name="color" value="#E71224"/>
    </inkml:brush>
  </inkml:definitions>
  <inkml:trace contextRef="#ctx0" brushRef="#br0">10 80 11701 0 0,'4'-27'2329'0'0,"-4"27"-2278"0"0,-1 0 0 0 0,1-1 1 0 0,0 1-1 0 0,0 0 0 0 0,0 0 1 0 0,0-1-1 0 0,0 1 0 0 0,0 0 0 0 0,0 0 1 0 0,-1-1-1 0 0,1 1 0 0 0,0 0 0 0 0,0 0 1 0 0,0 0-1 0 0,-1-1 0 0 0,1 1 0 0 0,0 0 1 0 0,0 0-1 0 0,0 0 0 0 0,-1-1 0 0 0,1 1 1 0 0,0 0-1 0 0,0 0 0 0 0,-1 0 0 0 0,1 0 1 0 0,0 0-1 0 0,-1 0 0 0 0,1 0 0 0 0,0 0 1 0 0,0 0-1 0 0,-1 0 0 0 0,1 0 1 0 0,0 0-1 0 0,-1 0 0 0 0,1 0 0 0 0,0 0 1 0 0,0 0-1 0 0,-1 0 0 0 0,1 0 0 0 0,0 0 1 0 0,0 0-1 0 0,-1 0 0 0 0,1 0 0 0 0,0 1 1 0 0,0-1-1 0 0,-1 0 0 0 0,1 0 0 0 0,0 0 1 0 0,0 0-1 0 0,-1 1 0 0 0,1-1 0 0 0,0 0 1 0 0,0 0-1 0 0,0 0 0 0 0,0 1 1 0 0,-1-1-1 0 0,1 0 0 0 0,0 0 0 0 0,0 1 1 0 0,-1 0 286 0 0,14 32 466 0 0,-13-32-790 0 0,1 0 0 0 0,0 0 1 0 0,0 0-1 0 0,0 0 0 0 0,0 0 0 0 0,-1-1 1 0 0,1 1-1 0 0,0 0 0 0 0,0-1 0 0 0,0 1 1 0 0,0-1-1 0 0,1 1 0 0 0,-1-1 1 0 0,0 1-1 0 0,0-1 0 0 0,0 0 0 0 0,0 0 1 0 0,0 1-1 0 0,1-1 0 0 0,-1 0 1 0 0,0 0-1 0 0,0 0 0 0 0,0 0 0 0 0,0 0 1 0 0,1-1-1 0 0,-1 1 0 0 0,0 0 1 0 0,0 0-1 0 0,0-1 0 0 0,0 1 0 0 0,0-1 1 0 0,2 0-1 0 0,25-25 1286 0 0,-26 24-1007 0 0,5-7 583 0 0,4-7 644 0 0,-10 15-1515 0 0,-1 1 0 0 0,0 0 1 0 0,1 0-1 0 0,-1 0 0 0 0,0 0 0 0 0,1 0 1 0 0,-1-1-1 0 0,0 1 0 0 0,1 0 0 0 0,-1 0 0 0 0,1 0 1 0 0,-1 0-1 0 0,0 0 0 0 0,1 0 0 0 0,-1 0 1 0 0,1 0-1 0 0,-1 0 0 0 0,0 0 0 0 0,1 0 1 0 0,-1 1-1 0 0,0-1 0 0 0,1 0 0 0 0,-1 0 1 0 0,1 0-1 0 0,-1 0 0 0 0,0 1 0 0 0,1-1 1 0 0,-1 0-1 0 0,0 0 0 0 0,0 1 0 0 0,1-1 1 0 0,-1 0-1 0 0,0 0 0 0 0,0 1 0 0 0,1-1 0 0 0,-1 0 1 0 0,0 1-1 0 0,0-1 0 0 0,0 0 0 0 0,1 1 1 0 0,-1-1-1 0 0,0 1 0 0 0,0-1 0 0 0,0 0 1 0 0,0 1-1 0 0,0 0 0 0 0,6 17 2 0 0,8 12-319 0 0,-13-30 302 0 0,-1 1 0 0 0,1 0 0 0 0,0-1-1 0 0,0 1 1 0 0,0-1 0 0 0,0 1 0 0 0,0-1 0 0 0,0 0 0 0 0,0 1 0 0 0,0-1 0 0 0,0 0 0 0 0,1 0-1 0 0,-1 0 1 0 0,0 1 0 0 0,0-1 0 0 0,0 0 0 0 0,0-1 0 0 0,0 1 0 0 0,0 0 0 0 0,0 0 0 0 0,0 0-1 0 0,0-1 1 0 0,0 1 0 0 0,1 0 0 0 0,-1-1 0 0 0,0 1 0 0 0,-1-1 0 0 0,1 1 0 0 0,0-1 0 0 0,0 0 0 0 0,1 0-1 0 0,14-9-17 0 0,0-1-1 0 0,22-20 1 0 0,-34 27 4818 0 0,-1 0-4576 0 0,1 0-1 0 0,0 0 1 0 0,-1 0-1 0 0,1 0 1 0 0,0 1-1 0 0,7-5 1 0 0,-8 5-8 0 0,-2 3-138 0 0,0-1 0 0 0,0 0 1 0 0,0 1-1 0 0,0-1 0 0 0,1 1 0 0 0,-1 0 1 0 0,0-1-1 0 0,0 1 0 0 0,0 0 1 0 0,0 0-1 0 0,1 0 0 0 0,-1-1 1 0 0,0 1-1 0 0,0 0 0 0 0,0 1 1 0 0,0-1-1 0 0,1 0 0 0 0,-1 0 0 0 0,0 0 1 0 0,0 1-1 0 0,0-1 0 0 0,0 1 1 0 0,0-1-1 0 0,0 1 0 0 0,0-1 1 0 0,2 2-1 0 0,30 22 522 0 0,-12-9-512 0 0,-16-13-223 0 0,-1-1 0 0 0,1 1 0 0 0,-1-1 1 0 0,1-1-1 0 0,0 1 0 0 0,-1-1 0 0 0,1 1 0 0 0,0-1 1 0 0,0-1-1 0 0,6 0 0 0 0,-9 1-640 0 0,43-10-8362 0 0,-11-3 3620 0 0,-18 6 2589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9.800"/>
    </inkml:context>
    <inkml:brush xml:id="br0">
      <inkml:brushProperty name="width" value="0.035" units="cm"/>
      <inkml:brushProperty name="height" value="0.035" units="cm"/>
      <inkml:brushProperty name="color" value="#E71224"/>
    </inkml:brush>
  </inkml:definitions>
  <inkml:trace contextRef="#ctx0" brushRef="#br0">9 148 10905 0 0,'-6'-21'9695'0'0,"7"37"-5556"0"0,8 53-2000 0 0,2 12-786 0 0,-9-44-566 0 0,-5 53 0 0 0,0-16-970 0 0,3-71-196 0 0,0 8-386 0 0,-9-144-11923 0 0,4 103 13152 0 0,2-1 1 0 0,1 1-1 0 0,2-1 0 0 0,0 0 1 0 0,3 0-1 0 0,9-50 0 0 0,-9 74-149 0 0,0-1-1 0 0,0 1 0 0 0,1 0 1 0 0,0 0-1 0 0,0 1 0 0 0,1-1 1 0 0,0 1-1 0 0,0 0 0 0 0,0 0 1 0 0,1 1-1 0 0,0-1 0 0 0,0 1 1 0 0,0 1-1 0 0,9-6 0 0 0,-13 9-248 0 0,0-1-1 0 0,1 1 0 0 0,-1-1 0 0 0,1 1 1 0 0,0 0-1 0 0,-1 0 0 0 0,1 0 1 0 0,0 0-1 0 0,0 1 0 0 0,0-1 1 0 0,0 1-1 0 0,-1 0 0 0 0,1 0 0 0 0,0 0 1 0 0,0 0-1 0 0,0 0 0 0 0,0 0 1 0 0,0 1-1 0 0,0-1 0 0 0,-1 1 1 0 0,1 0-1 0 0,0 0 0 0 0,-1 0 0 0 0,1 0 1 0 0,0 1-1 0 0,-1-1 0 0 0,1 1 1 0 0,-1-1-1 0 0,0 1 0 0 0,0 0 1 0 0,0 0-1 0 0,1 0 0 0 0,-2 0 0 0 0,1 0 1 0 0,0 1-1 0 0,0-1 0 0 0,-1 1 1 0 0,1-1-1 0 0,-1 1 0 0 0,0-1 1 0 0,2 5-1 0 0,1 2 147 0 0,1 1 0 0 0,-1-1 1 0 0,-1 1-1 0 0,0 0 0 0 0,0 1 1 0 0,2 14-1 0 0,-5-18-334 0 0,-1 0 0 0 0,1 0 1 0 0,-1 0-1 0 0,0-1 0 0 0,0 1 0 0 0,-1 0 1 0 0,0 0-1 0 0,0-1 0 0 0,-1 0 1 0 0,0 1-1 0 0,-4 7 0 0 0,-5 5-1434 0 0,1-7-1537 0 0,2-9-5185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0.724"/>
    </inkml:context>
    <inkml:brush xml:id="br0">
      <inkml:brushProperty name="width" value="0.035" units="cm"/>
      <inkml:brushProperty name="height" value="0.035" units="cm"/>
      <inkml:brushProperty name="color" value="#E71224"/>
    </inkml:brush>
  </inkml:definitions>
  <inkml:trace contextRef="#ctx0" brushRef="#br0">47 295 12209 0 0,'-23'-18'839'0'0,"4"2"3774"0"0,15 13-2179 0 0,4 5-553 0 0,7 12-1281 0 0,1 0 1 0 0,-2 0-1 0 0,6 19 0 0 0,13 28 307 0 0,-24-61-1039 0 0,-1 1 0 0 0,0 0 0 0 0,1 0 0 0 0,-1 0 1 0 0,1-1-1 0 0,0 1 0 0 0,-1 0 0 0 0,1 0 0 0 0,-1-1 0 0 0,1 1 0 0 0,0-1 0 0 0,0 1 0 0 0,-1 0 0 0 0,1-1 0 0 0,0 1 0 0 0,0-1 0 0 0,0 0 0 0 0,0 1 0 0 0,-1-1 0 0 0,1 0 0 0 0,0 1 0 0 0,0-1 0 0 0,0 0 0 0 0,0 0 0 0 0,0 0 0 0 0,0 0 0 0 0,0 0 0 0 0,2 0 0 0 0,-1-1 89 0 0,1 0 1 0 0,0 0-1 0 0,0 0 0 0 0,-1 0 0 0 0,1 0 0 0 0,0-1 0 0 0,-1 1 0 0 0,1-1 0 0 0,2-2 0 0 0,41-43 1585 0 0,-44 45-1829 0 0,2-3 503 0 0,12-21 158 0 0,-6 12-361 0 0,-4 17-21 0 0,2 32-40 0 0,4 9 7 0 0,-11-42-38 0 0,0-1-1 0 0,0 1 0 0 0,0-1 0 0 0,0 1 0 0 0,0-1 1 0 0,1 0-1 0 0,-1 1 0 0 0,0-1 0 0 0,1 0 0 0 0,-1 0 1 0 0,1 0-1 0 0,-1 0 0 0 0,1 0 0 0 0,0 0 0 0 0,-1 0 1 0 0,1-1-1 0 0,0 1 0 0 0,0-1 0 0 0,-1 1 0 0 0,1-1 1 0 0,0 0-1 0 0,0 1 0 0 0,2-1 0 0 0,-1-1-115 0 0,0 1-1 0 0,0-1 0 0 0,0 0 0 0 0,0 0 1 0 0,0 0-1 0 0,0 0 0 0 0,-1-1 0 0 0,1 1 0 0 0,0-1 1 0 0,-1 0-1 0 0,1 0 0 0 0,3-3 0 0 0,1-2-134 0 0,0 0 0 0 0,-1-1-1 0 0,0 1 1 0 0,0-1-1 0 0,-1 0 1 0 0,0-1-1 0 0,-1 1 1 0 0,5-11-1 0 0,2-18 891 0 0,-2 1-1 0 0,-1-1 1 0 0,-1 0-1 0 0,-3-1 0 0 0,1-55 1 0 0,-3 67 3601 0 0,3 34-3038 0 0,3 36-731 0 0,0 51 1125 0 0,-1 4-1210 0 0,-5-33-9312 0 0,-2-56 8820 0 0,-1-18 311 0 0,0-13 169 0 0,1 16 1186 0 0,2-1-1064 0 0,24-64 689 0 0,-22 63-862 0 0,0 1-43 0 0,0 1-176 0 0,1-1 0 0 0,-1 1 0 0 0,1 0 0 0 0,0 0 0 0 0,1 0 0 0 0,-1 1 0 0 0,1-1 0 0 0,0 1 0 0 0,0 1 0 0 0,0-1 0 0 0,0 1 0 0 0,1 0 0 0 0,-1 1 0 0 0,1-1 1 0 0,0 1-1 0 0,0 0 0 0 0,10-1 0 0 0,8 3-2548 0 0,-14 0-3849 0 0,2 0 3833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2.209"/>
    </inkml:context>
    <inkml:brush xml:id="br0">
      <inkml:brushProperty name="width" value="0.035" units="cm"/>
      <inkml:brushProperty name="height" value="0.035" units="cm"/>
      <inkml:brushProperty name="color" value="#E71224"/>
    </inkml:brush>
  </inkml:definitions>
  <inkml:trace contextRef="#ctx0" brushRef="#br0">11 587 11353 0 0,'0'0'77'0'0,"-11"-22"1566"0"0,13 17-1467 0 0,0 1 0 0 0,-1-1 0 0 0,2 1 0 0 0,-1 0 0 0 0,0 0 0 0 0,1 0 0 0 0,0 0 0 0 0,-1 0 0 0 0,2 0 0 0 0,-1 1 0 0 0,0-1 0 0 0,1 1-1 0 0,0 0 1 0 0,-1 0 0 0 0,1 0 0 0 0,7-3 0 0 0,10-4 477 0 0,-1 0 1 0 0,34-9-1 0 0,-33 12-218 0 0,1-1 0 0 0,20-11 1 0 0,-36 15-356 0 0,1 0 0 0 0,-1 0-1 0 0,0 0 1 0 0,0-1 0 0 0,0 0 0 0 0,-1 0 0 0 0,0 0 0 0 0,0-1 0 0 0,0 1 0 0 0,6-12 0 0 0,-9 13-58 0 0,0 0 0 0 0,-1 0 0 0 0,1 1 0 0 0,-1-1 0 0 0,0 0 0 0 0,0 0 0 0 0,-1 0 0 0 0,1 0 0 0 0,-1 0 0 0 0,0 0 0 0 0,0 0 0 0 0,0 0 0 0 0,-1 0 0 0 0,1 0 0 0 0,-1 0 0 0 0,0 0 0 0 0,0 0 0 0 0,-1 0 0 0 0,1 0 0 0 0,-1 0 0 0 0,0 1 0 0 0,-4-7 0 0 0,5 7 41 0 0,0 1 1 0 0,-1-1 0 0 0,1 1-1 0 0,-1-1 1 0 0,0 1 0 0 0,1-1 0 0 0,-1 1-1 0 0,-1 0 1 0 0,1 0 0 0 0,0 0 0 0 0,0 0-1 0 0,-1 1 1 0 0,1-1 0 0 0,-1 1-1 0 0,1-1 1 0 0,-1 1 0 0 0,0 0 0 0 0,1 0-1 0 0,-7-1 1 0 0,6 2-46 0 0,0 0 1 0 0,0 1-1 0 0,0-1 1 0 0,0 1-1 0 0,1 0 1 0 0,-1 0-1 0 0,0 0 0 0 0,0 0 1 0 0,1 0-1 0 0,-1 1 1 0 0,0-1-1 0 0,1 1 0 0 0,-1 0 1 0 0,1 0-1 0 0,0 0 1 0 0,0 0-1 0 0,0 0 1 0 0,0 0-1 0 0,-3 5 0 0 0,-3 4 65 0 0,0 0-1 0 0,2 0 0 0 0,-1 1 1 0 0,1 0-1 0 0,1 0 0 0 0,0 1 1 0 0,1 0-1 0 0,0 0 0 0 0,1 0 1 0 0,0 0-1 0 0,1 0 0 0 0,1 1 1 0 0,0-1-1 0 0,1 1 0 0 0,0-1 1 0 0,1 0-1 0 0,0 1 0 0 0,7 23 1 0 0,-7-34-83 0 0,0 1 1 0 0,0-1 0 0 0,0 0 0 0 0,1 0 0 0 0,-1 0 0 0 0,1 0 0 0 0,0 0 0 0 0,0 0 0 0 0,0 0 0 0 0,0-1 0 0 0,1 1 0 0 0,-1-1 0 0 0,1 0 0 0 0,-1 1 0 0 0,1-1 0 0 0,0 0 0 0 0,0-1 0 0 0,0 1-1 0 0,0 0 1 0 0,4 1 0 0 0,-2-2-123 0 0,0 0 0 0 0,0 0 0 0 0,0-1 0 0 0,0 0-1 0 0,0 0 1 0 0,0 0 0 0 0,0 0 0 0 0,0-1 0 0 0,0 0 0 0 0,0 0-1 0 0,-1 0 1 0 0,9-3 0 0 0,-1-1-311 0 0,1-1 0 0 0,-1 0 0 0 0,0-1 0 0 0,0 0 0 0 0,-1-1 0 0 0,1 0 0 0 0,-2-1 0 0 0,1 0 0 0 0,9-12 0 0 0,-2-2 258 0 0,-1-1 0 0 0,-1 0 0 0 0,-1-1 0 0 0,-2-1-1 0 0,0 0 1 0 0,-2 0 0 0 0,11-37 0 0 0,-15 36 694 0 0,-1 0 0 0 0,-1 0 0 0 0,-1 0 1 0 0,0-42-1 0 0,-7 49 1154 0 0,-2 26-977 0 0,-4 33-300 0 0,8-16-139 0 0,1 1 0 0 0,1-1 0 0 0,1 1 0 0 0,1-1 0 0 0,1 1 0 0 0,1-1 0 0 0,0-1-1 0 0,2 1 1 0 0,18 39 0 0 0,4-13 321 0 0,-18-34-406 0 0,-2 2-1 0 0,0-1 0 0 0,0 1 0 0 0,-2 0 0 0 0,9 28 1 0 0,-16-43-222 0 0,1 1 1 0 0,-1-1 0 0 0,1 0-1 0 0,-1 0 1 0 0,0 0 0 0 0,0 0-1 0 0,0 0 1 0 0,0 0-1 0 0,0 1 1 0 0,-1-1 0 0 0,1 0-1 0 0,-1 0 1 0 0,1 0 0 0 0,-1 0-1 0 0,0 0 1 0 0,1 0 0 0 0,-1 0-1 0 0,0 0 1 0 0,0-1-1 0 0,-1 1 1 0 0,1 0 0 0 0,0 0-1 0 0,-1-1 1 0 0,1 1 0 0 0,-1-1-1 0 0,1 1 1 0 0,-1-1-1 0 0,0 0 1 0 0,-2 2 0 0 0,1-1-76 0 0,-1-1 0 0 0,1 1 1 0 0,-1-1-1 0 0,1 0 0 0 0,-1 0 0 0 0,0 0 0 0 0,1-1 1 0 0,-1 1-1 0 0,0-1 0 0 0,1 0 0 0 0,-1 0 1 0 0,0 0-1 0 0,0 0 0 0 0,-4-2 0 0 0,6 1 110 0 0,0 0-1 0 0,0 0 0 0 0,0 0 0 0 0,0 0 0 0 0,0 0 0 0 0,1 0 1 0 0,-1-1-1 0 0,1 1 0 0 0,-1-1 0 0 0,1 1 0 0 0,-1-1 0 0 0,1 1 0 0 0,0-1 1 0 0,0 0-1 0 0,0 0 0 0 0,0 0 0 0 0,0 0 0 0 0,0 0 0 0 0,0 0 1 0 0,1 0-1 0 0,-1 0 0 0 0,1 0 0 0 0,-1 0 0 0 0,1-2 0 0 0,-2-48-124 0 0,4 41 94 0 0,0 1 0 0 0,1-1 1 0 0,1 1-1 0 0,0 0 0 0 0,0 0 0 0 0,1 0 0 0 0,0 1 0 0 0,1-1 0 0 0,0 1 0 0 0,0 1 0 0 0,1-1 0 0 0,0 1 0 0 0,15-14 0 0 0,-10 11-326 0 0,1 1 0 0 0,0 1 0 0 0,0 0 0 0 0,1 0 0 0 0,0 2-1 0 0,0 0 1 0 0,1 0 0 0 0,21-6 0 0 0,-26 11-399 0 0,-1-2-1 0 0,0 1 1 0 0,0-1 0 0 0,0 0-1 0 0,-1-1 1 0 0,1 0 0 0 0,-1 0 0 0 0,0-1-1 0 0,8-8 1 0 0,-9 8 935 0 0,-2-1 0 0 0,1 1 0 0 0,-1-2-1 0 0,0 1 1 0 0,0-1 0 0 0,-1 1 0 0 0,0-1 0 0 0,0 0 0 0 0,-1-1 0 0 0,0 1 0 0 0,-1 0-1 0 0,1-1 1 0 0,-2 0 0 0 0,1 0 0 0 0,-1-11 0 0 0,4-77 8445 0 0,-3 97-8587 0 0,-1 1 0 0 0,1-1 0 0 0,-1 1 0 0 0,0 0 0 0 0,0 0-1 0 0,1-1 1 0 0,-1 1 0 0 0,0 0 0 0 0,0 0 0 0 0,0 0 0 0 0,0 0 0 0 0,0 0 0 0 0,0 1 0 0 0,0-1 0 0 0,-1 0 0 0 0,1 0 0 0 0,0 0 0 0 0,0 1 0 0 0,0 2 0 0 0,16 37 30 0 0,-9-22 37 0 0,104 206 1999 0 0,-108-218-2162 0 0,-1 0-1 0 0,-1 0 1 0 0,1 1-1 0 0,-1-1 1 0 0,-1 1-1 0 0,1-1 1 0 0,-1 1 0 0 0,0 0-1 0 0,-1 0 1 0 0,0-1-1 0 0,0 1 1 0 0,-1 0 0 0 0,0-1-1 0 0,-3 14 1 0 0,4-19-153 0 0,-1-1-1 0 0,1 0 1 0 0,-1 1 0 0 0,1-1-1 0 0,-1 0 1 0 0,0 1 0 0 0,1-1 0 0 0,-1 0-1 0 0,0 0 1 0 0,0 0 0 0 0,0 0-1 0 0,0 1 1 0 0,0-1 0 0 0,0 0 0 0 0,0-1-1 0 0,0 1 1 0 0,0 0 0 0 0,-2 1-1 0 0,1-2 153 0 0,0 1 0 0 0,0-1 0 0 0,1 0 0 0 0,-1 1 0 0 0,0-1 0 0 0,0 0 0 0 0,0 0 0 0 0,0 0 0 0 0,0-1 0 0 0,0 1 0 0 0,0 0 0 0 0,0-1 0 0 0,0 1 0 0 0,0-1 0 0 0,0 0 0 0 0,1 1 0 0 0,-1-1 0 0 0,-2-2 0 0 0,-1 1 90 0 0,1-1-1 0 0,0 1 1 0 0,0-1 0 0 0,0 0-1 0 0,0-1 1 0 0,1 1 0 0 0,-1-1-1 0 0,1 1 1 0 0,0-1 0 0 0,0 0-1 0 0,0 0 1 0 0,-2-6 0 0 0,4 6-30 0 0,0 0 1 0 0,1 0-1 0 0,0 0 1 0 0,0-1-1 0 0,0 1 1 0 0,0 0-1 0 0,1 0 1 0 0,-1 0-1 0 0,1 0 1 0 0,0 0-1 0 0,1 0 1 0 0,-1 1-1 0 0,0-1 1 0 0,1 0-1 0 0,0 1 1 0 0,0-1-1 0 0,0 1 1 0 0,0-1-1 0 0,1 1 1 0 0,0 0 0 0 0,-1 0-1 0 0,6-4 1 0 0,-3 2 43 0 0,-1 0 0 0 0,1 1 0 0 0,1 0 0 0 0,-1 0 0 0 0,1 0 0 0 0,-1 1 0 0 0,1 0 1 0 0,0 0-1 0 0,0 0 0 0 0,0 1 0 0 0,1 0 0 0 0,-1 0 0 0 0,10-1 0 0 0,12 4-566 0 0,40 16 4991 0 0,-24-4-5929 0 0,-22-9-2971 0 0,0-2-3534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2.616"/>
    </inkml:context>
    <inkml:brush xml:id="br0">
      <inkml:brushProperty name="width" value="0.035" units="cm"/>
      <inkml:brushProperty name="height" value="0.035" units="cm"/>
      <inkml:brushProperty name="color" value="#E71224"/>
    </inkml:brush>
  </inkml:definitions>
  <inkml:trace contextRef="#ctx0" brushRef="#br0">1 14 11953 0 0,'0'0'10478'0'0,"7"-8"-11394"0"0,4 3-8914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3.846"/>
    </inkml:context>
    <inkml:brush xml:id="br0">
      <inkml:brushProperty name="width" value="0.035" units="cm"/>
      <inkml:brushProperty name="height" value="0.035" units="cm"/>
      <inkml:brushProperty name="color" value="#E71224"/>
    </inkml:brush>
  </inkml:definitions>
  <inkml:trace contextRef="#ctx0" brushRef="#br0">87 10 10905 0 0,'0'0'161'0'0,"-14"-7"945"0"0,12 7-938 0 0,-1 0 0 0 0,0 0 0 0 0,1 0 0 0 0,-1 0 0 0 0,0 1 0 0 0,1-1 0 0 0,-1 1 0 0 0,0-1 0 0 0,1 1 0 0 0,-1 0 0 0 0,1 0 0 0 0,-1 0 0 0 0,1 1 1 0 0,0-1-1 0 0,-1 0 0 0 0,1 1 0 0 0,0 0 0 0 0,0-1 0 0 0,0 1 0 0 0,0 0 0 0 0,0 0 0 0 0,1 0 0 0 0,-1 0 0 0 0,1 0 0 0 0,-1 1 0 0 0,1-1 0 0 0,0 0 0 0 0,-1 1 0 0 0,1-1 0 0 0,-1 5 0 0 0,0 5 474 0 0,0 0 0 0 0,1-1 0 0 0,0 1-1 0 0,1 0 1 0 0,2 20 0 0 0,-1 0 366 0 0,-1-29-845 0 0,8 23-2021 0 0,-7-26 1825 0 0,0-1-1 0 0,0 1 0 0 0,0-1 0 0 0,0 1 1 0 0,0-1-1 0 0,0 0 0 0 0,0 0 1 0 0,0 0-1 0 0,-1 1 0 0 0,1-1 1 0 0,0 0-1 0 0,0 0 0 0 0,-1 0 1 0 0,1 0-1 0 0,-1 0 0 0 0,1 0 0 0 0,-1 0 1 0 0,1 0-1 0 0,-1-1 0 0 0,1 1 1 0 0,-1 0-1 0 0,0 0 0 0 0,0-2 1 0 0,6-31-141 0 0,-15-64 415 0 0,9 96 1826 0 0,-1 2-2053 0 0,1 0-1 0 0,-1 1 1 0 0,0-1-1 0 0,0 1 1 0 0,1 0-1 0 0,-1-1 0 0 0,0 1 1 0 0,1 0-1 0 0,-1-1 1 0 0,1 1-1 0 0,-1 0 1 0 0,1 0-1 0 0,-1-1 1 0 0,1 1-1 0 0,-1 0 0 0 0,1 0 1 0 0,0 0-1 0 0,-1 0 1 0 0,1 0-1 0 0,0-1 1 0 0,0 1-1 0 0,0 0 0 0 0,0 2 1 0 0,-4 27 13 0 0,3-25 11 0 0,0 1-20 0 0,-1 1 0 0 0,1 0 1 0 0,1-1-1 0 0,-1 1 0 0 0,1 0 0 0 0,1 0 0 0 0,-1 0 0 0 0,1-1 0 0 0,0 1 0 0 0,1 0 0 0 0,-1-1 0 0 0,1 1 0 0 0,1-1 0 0 0,3 9 0 0 0,-5-14-30 0 0,0 0-1 0 0,-1 0 1 0 0,1 0-1 0 0,0 0 1 0 0,0 0-1 0 0,-1-1 1 0 0,1 1-1 0 0,0 0 1 0 0,0 0-1 0 0,0-1 1 0 0,0 1-1 0 0,0-1 1 0 0,0 1-1 0 0,0-1 1 0 0,0 1-1 0 0,0-1 1 0 0,0 0-1 0 0,1 1 0 0 0,-1-1 1 0 0,0 0-1 0 0,0 0 1 0 0,0 0-1 0 0,0 0 1 0 0,0 0-1 0 0,1 0 1 0 0,-1 0-1 0 0,0 0 1 0 0,0 0-1 0 0,0-1 1 0 0,0 1-1 0 0,0 0 1 0 0,0-1-1 0 0,1 1 1 0 0,-1-1-1 0 0,0 1 1 0 0,0-1-1 0 0,0 1 1 0 0,-1-1-1 0 0,1 0 1 0 0,0 0-1 0 0,0 1 1 0 0,0-1-1 0 0,0 0 1 0 0,-1 0-1 0 0,1 0 1 0 0,0 0-1 0 0,-1 0 1 0 0,1 0-1 0 0,-1 0 1 0 0,1-2-1 0 0,3-2-39 0 0,-1 0-1 0 0,0 0 0 0 0,0 0 1 0 0,0-1-1 0 0,-1 1 1 0 0,0-1-1 0 0,0 0 0 0 0,1-6 1 0 0,-2 2 43 0 0,-1 0-1 0 0,-1 0 1 0 0,0 0 0 0 0,0 0 0 0 0,-5-17 0 0 0,5 22 7 0 0,0 0 1 0 0,-1 0-1 0 0,0 0 0 0 0,0 1 1 0 0,0-1-1 0 0,0 0 0 0 0,-1 1 0 0 0,0 0 1 0 0,0 0-1 0 0,0 0 0 0 0,0 0 1 0 0,-8-7-1 0 0,11 11 0 0 0,-1 0 0 0 0,1-1-1 0 0,0 1 1 0 0,-1 0 0 0 0,1-1 0 0 0,-1 1-1 0 0,1 0 1 0 0,-1-1 0 0 0,1 1 0 0 0,-1 0 0 0 0,1 0-1 0 0,-1 0 1 0 0,1 0 0 0 0,-1-1 0 0 0,1 1-1 0 0,-1 0 1 0 0,1 0 0 0 0,-1 0 0 0 0,1 0 0 0 0,-1 0-1 0 0,1 0 1 0 0,-1 0 0 0 0,0 0 0 0 0,1 1-1 0 0,-1-1 1 0 0,1 0 0 0 0,-1 0 0 0 0,1 0 0 0 0,-1 0-1 0 0,1 1 1 0 0,-1-1 0 0 0,1 0 0 0 0,0 1-1 0 0,-1-1 1 0 0,0 1 0 0 0,-7 21-22 0 0,7 30 43 0 0,2-40-50 0 0,-1-7 12 0 0,0-1 0 0 0,0 1 0 0 0,1 0 0 0 0,0-1 0 0 0,0 1 1 0 0,0-1-1 0 0,0 1 0 0 0,0-1 0 0 0,1 0 0 0 0,0 1 0 0 0,0-1 1 0 0,0 0-1 0 0,1 0 0 0 0,-1 0 0 0 0,1-1 0 0 0,0 1 0 0 0,0-1 0 0 0,0 1 1 0 0,0-1-1 0 0,6 4 0 0 0,-8-7-17 0 0,-1 0 1 0 0,1 1-1 0 0,0-1 1 0 0,0 0-1 0 0,0 0 1 0 0,0 0 0 0 0,-1 0-1 0 0,1 0 1 0 0,0 0-1 0 0,0 0 1 0 0,0 0-1 0 0,0 0 1 0 0,0-1-1 0 0,-1 1 1 0 0,1 0-1 0 0,0-1 1 0 0,0 1-1 0 0,-1 0 1 0 0,1-1-1 0 0,0 1 1 0 0,0-1-1 0 0,-1 1 1 0 0,1-1-1 0 0,0 1 1 0 0,-1-1-1 0 0,1 0 1 0 0,-1 1-1 0 0,1-1 1 0 0,-1 0-1 0 0,1 1 1 0 0,-1-1 0 0 0,1 0-1 0 0,-1 0 1 0 0,1 0-1 0 0,11-29-539 0 0,-11 19 552 0 0,-1 0-1 0 0,1 0 1 0 0,-2-1 0 0 0,0 1-1 0 0,-4-20 1 0 0,5 27 323 0 0,0 4-295 0 0,0-1 0 0 0,0 0 0 0 0,0 0-1 0 0,0 0 1 0 0,0 0 0 0 0,0 0 0 0 0,0 1 0 0 0,0-1 0 0 0,-1 0-1 0 0,1 0 1 0 0,0 0 0 0 0,0 0 0 0 0,-1 1 0 0 0,1-1 0 0 0,-1 0-1 0 0,1 0 1 0 0,-1 1 0 0 0,1-1 0 0 0,-1 0 0 0 0,1 1-1 0 0,-1-1 1 0 0,1 0 0 0 0,-1 1 0 0 0,0-1 0 0 0,1 1 0 0 0,-1-1-1 0 0,0 1 1 0 0,0-1 0 0 0,1 1 0 0 0,-1 0 0 0 0,0-1 0 0 0,0 1-1 0 0,0 0 1 0 0,1 0 0 0 0,-1 0 0 0 0,0-1 0 0 0,0 1 0 0 0,0 0-1 0 0,0 0 1 0 0,0 0 0 0 0,1 0 0 0 0,-1 0 0 0 0,0 0 0 0 0,0 1-1 0 0,0-1 1 0 0,0 0 0 0 0,1 0 0 0 0,-1 1 0 0 0,0-1-1 0 0,0 0 1 0 0,0 1 0 0 0,1-1 0 0 0,-1 1 0 0 0,0-1 0 0 0,1 1-1 0 0,-1-1 1 0 0,0 1 0 0 0,1 0 0 0 0,-1-1 0 0 0,1 1 0 0 0,-1 0-1 0 0,1-1 1 0 0,-1 1 0 0 0,1 0 0 0 0,-1 0 0 0 0,1-1 0 0 0,0 1-1 0 0,-1 0 1 0 0,1 1 0 0 0,-1 6 1 0 0,0 0 1 0 0,0 0-1 0 0,1 0 0 0 0,0 0 0 0 0,1 0 1 0 0,0 0-1 0 0,0 0 0 0 0,1 0 0 0 0,0-1 0 0 0,0 1 1 0 0,1 0-1 0 0,0-1 0 0 0,6 13 0 0 0,-7-18-189 0 0,0-2-1353 0 0,-1 0 1525 0 0,0 0 1 0 0,0-1-1 0 0,1 1 1 0 0,-1 0-1 0 0,0-1 1 0 0,0 1-1 0 0,0-1 1 0 0,0 1-1 0 0,0-1 1 0 0,0 0-1 0 0,0 1 1 0 0,0-1-1 0 0,0 0 1 0 0,0 0-1 0 0,-1 1 1 0 0,2-3-1 0 0,1-3 34 0 0,-1 0-1 0 0,0 0 1 0 0,-1 0 0 0 0,1 0-1 0 0,-1 0 1 0 0,0-1-1 0 0,-1 1 1 0 0,0 0-1 0 0,0-10 1 0 0,0 10-6 0 0,0 3 74 0 0,-4-15 1937 0 0,3 18-2017 0 0,1-1 0 0 0,0 1 1 0 0,0 0-1 0 0,0 0 1 0 0,0-1-1 0 0,0 1 0 0 0,0 0 1 0 0,-1 0-1 0 0,1-1 0 0 0,0 1 1 0 0,0 0-1 0 0,-1 0 1 0 0,1-1-1 0 0,0 1 0 0 0,0 0 1 0 0,0 0-1 0 0,-1 0 0 0 0,1 0 1 0 0,0-1-1 0 0,-1 1 1 0 0,1 0-1 0 0,0 0 0 0 0,0 0 1 0 0,-1 0-1 0 0,1 0 0 0 0,0 0 1 0 0,-1 0-1 0 0,1 0 0 0 0,0 0 1 0 0,-1 0-1 0 0,1 0 1 0 0,0 0-1 0 0,0 0 0 0 0,-1 0 1 0 0,1 0-1 0 0,0 0 0 0 0,-1 0 1 0 0,1 0-1 0 0,0 0 1 0 0,-1 1-1 0 0,1-1 0 0 0,0 0 1 0 0,0 0-1 0 0,-1 0 0 0 0,1 0 1 0 0,0 1-1 0 0,0-1 0 0 0,0 0 1 0 0,-1 0-1 0 0,1 1 1 0 0,0-1-1 0 0,0 0 0 0 0,0 0 1 0 0,-1 1-1 0 0,1-1 0 0 0,0 0 1 0 0,0 0-1 0 0,0 1 1 0 0,0-1-1 0 0,0 1 0 0 0,-2 3-100 0 0,0 1-1 0 0,1-1 1 0 0,-1 1-1 0 0,1 0 1 0 0,0 0-1 0 0,1 0 0 0 0,-1 9 1 0 0,1 6-4523 0 0,0-10-426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5.373"/>
    </inkml:context>
    <inkml:brush xml:id="br0">
      <inkml:brushProperty name="width" value="0.035" units="cm"/>
      <inkml:brushProperty name="height" value="0.035" units="cm"/>
      <inkml:brushProperty name="color" value="#E71224"/>
    </inkml:brush>
  </inkml:definitions>
  <inkml:trace contextRef="#ctx0" brushRef="#br0">1 245 10905 0 0,'0'-17'395'0'0,"0"-12"1226"0"0,3 12 4907 0 0,2 18-5674 0 0,3 11-348 0 0,5 13 210 0 0,-6-8-388 0 0,1 0-38 0 0,-1-1 1 0 0,-1 2-1 0 0,0-1 0 0 0,-1 1 1 0 0,-1 0-1 0 0,0 0 0 0 0,-2 0 0 0 0,1 23 1 0 0,-5 0-185 0 0,2-39-272 0 0,-14 19-2472 0 0,11-27 2584 0 0,0-1 0 0 0,0 1 0 0 0,1-1 0 0 0,0 0 0 0 0,0 0 0 0 0,0 1 0 0 0,1-1 0 0 0,0 0-1 0 0,1-1 1 0 0,-1 1 0 0 0,2-11 0 0 0,-3-13 4 0 0,-20-203 748 0 0,21 230-238 0 0,2-17-7 0 0,0 20-446 0 0,-1 1-1 0 0,0 0 1 0 0,0 0-1 0 0,0-1 1 0 0,1 1 0 0 0,-1 0-1 0 0,0-1 1 0 0,0 1-1 0 0,0 0 1 0 0,1 0-1 0 0,-1 0 1 0 0,0-1-1 0 0,1 1 1 0 0,-1 0-1 0 0,0 0 1 0 0,0 0 0 0 0,1 0-1 0 0,-1-1 1 0 0,0 1-1 0 0,1 0 1 0 0,-1 0-1 0 0,0 0 1 0 0,1 0-1 0 0,-1 0 1 0 0,0 0 0 0 0,1 0-1 0 0,-1 0 1 0 0,0 0-1 0 0,1 0 1 0 0,-1 0-1 0 0,0 0 1 0 0,1 0-1 0 0,-1 0 1 0 0,0 1-1 0 0,1-1 1 0 0,-1 0 0 0 0,0 0-1 0 0,1 0 1 0 0,-1 0-1 0 0,0 0 1 0 0,0 1-1 0 0,1-1 1 0 0,-1 0-1 0 0,0 0 1 0 0,0 1-1 0 0,1-1 1 0 0,-1 0 0 0 0,0 0-1 0 0,0 1 1 0 0,0-1-1 0 0,1 0 1 0 0,-1 1-1 0 0,0-1 1 0 0,0 0-1 0 0,0 1 1 0 0,0-1-1 0 0,18 25 162 0 0,-1 0 0 0 0,-2 0 0 0 0,19 41 0 0 0,-18-34 78 0 0,37 58 0 0 0,-52-87-278 0 0,1 0 1 0 0,0-1 0 0 0,0 0-1 0 0,-1 1 1 0 0,1-1-1 0 0,1 0 1 0 0,-1 0 0 0 0,0 0-1 0 0,0 0 1 0 0,1-1-1 0 0,-1 1 1 0 0,1-1 0 0 0,-1 1-1 0 0,1-1 1 0 0,0 0-1 0 0,0 0 1 0 0,-1 0-1 0 0,1 0 1 0 0,0-1 0 0 0,0 1-1 0 0,6 0 1 0 0,-6-2-4 0 0,1 0 0 0 0,-1 0 0 0 0,0 0 0 0 0,1 0 0 0 0,-1 0 1 0 0,0-1-1 0 0,0 1 0 0 0,0-1 0 0 0,0 0 0 0 0,0 0 0 0 0,0 0 0 0 0,0-1 0 0 0,-1 1 1 0 0,1 0-1 0 0,3-5 0 0 0,2-3-3 0 0,-1-1 1 0 0,0 1-1 0 0,0-1 0 0 0,-1-1 1 0 0,-1 1-1 0 0,0-1 0 0 0,-1 0 1 0 0,0 0-1 0 0,3-13 0 0 0,3-100 112 0 0,-4 29 316 0 0,-6 93-298 0 0,4-7 160 0 0,-2 2-89 0 0,6 15-74 0 0,-2 4-61 0 0,-1 0 0 0 0,-1 1 0 0 0,0 0 1 0 0,0 0-1 0 0,-2 0 0 0 0,1 0 0 0 0,-1 0 0 0 0,-1 0 0 0 0,0 18 1 0 0,4 20-20 0 0,-1-19 4 0 0,6 33 35 0 0,-10-60-69 0 0,2 1 0 0 0,-1-1 0 0 0,0 0 0 0 0,1 0 0 0 0,0 0 0 0 0,0 0 0 0 0,0 0-1 0 0,0-1 1 0 0,1 1 0 0 0,-1-1 0 0 0,5 5 0 0 0,-6-7 3 0 0,0 0 0 0 0,-1-1 0 0 0,1 1 0 0 0,0 0 0 0 0,0-1 0 0 0,0 1 0 0 0,0 0 0 0 0,0-1 0 0 0,0 1 0 0 0,1-1 0 0 0,-1 0 0 0 0,0 1 0 0 0,0-1 0 0 0,0 0 0 0 0,0 1 0 0 0,0-1 0 0 0,1 0 0 0 0,-1 0 0 0 0,0 0 0 0 0,0 0 0 0 0,0 0 0 0 0,1-1 0 0 0,-1 1 0 0 0,0 0 0 0 0,2-1 0 0 0,-1 0 5 0 0,1-1 0 0 0,-1 1-1 0 0,0-1 1 0 0,0 0 0 0 0,0 1-1 0 0,0-1 1 0 0,0 0-1 0 0,0 0 1 0 0,0 0 0 0 0,-1 0-1 0 0,2-3 1 0 0,1-2 9 0 0,0 1 0 0 0,-1-1 0 0 0,0 0 0 0 0,0 0 0 0 0,-1 0 0 0 0,0 0 0 0 0,2-9 0 0 0,-4 13-42 0 0,3-29 252 0 0,0 23 36 0 0,1 19-99 0 0,-2 0-121 0 0,1 1 0 0 0,0 0 0 0 0,0-1 0 0 0,1 0-1 0 0,7 14 1 0 0,-9-20-21 0 0,1 1-1 0 0,0-1 0 0 0,0 0 0 0 0,0 0 1 0 0,0 0-1 0 0,1 0 0 0 0,0 0 1 0 0,-1-1-1 0 0,1 0 0 0 0,1 0 0 0 0,-1 0 1 0 0,0 0-1 0 0,7 3 0 0 0,-10-6-25 0 0,1 1 0 0 0,0-1 0 0 0,-1 1 0 0 0,1-1-1 0 0,0 1 1 0 0,0-1 0 0 0,0 0 0 0 0,-1 0 0 0 0,1 0 0 0 0,0 0 0 0 0,0 0-1 0 0,-1-1 1 0 0,1 1 0 0 0,0 0 0 0 0,0-1 0 0 0,-1 1 0 0 0,1-1 0 0 0,0 1-1 0 0,-1-1 1 0 0,1 0 0 0 0,-1 0 0 0 0,1 0 0 0 0,-1 0 0 0 0,1 0 0 0 0,-1 0-1 0 0,0 0 1 0 0,1-1 0 0 0,-1 1 0 0 0,0 0 0 0 0,0-1 0 0 0,0 1 0 0 0,0-1-1 0 0,0 1 1 0 0,0-1 0 0 0,0 1 0 0 0,-1-1 0 0 0,2-3 0 0 0,1-4-57 0 0,0 0-1 0 0,0 0 1 0 0,-1 0 0 0 0,0 0 0 0 0,1-14 0 0 0,-3 9 63 0 0,0 1 0 0 0,-1-1 0 0 0,0 1 0 0 0,-1 0 1 0 0,0-1-1 0 0,-1 1 0 0 0,-1 0 0 0 0,-9-24 0 0 0,11 35-56 0 0,2 1-424 0 0,0 0 440 0 0,-1 0 1 0 0,1 0 0 0 0,-1 0-1 0 0,0 0 1 0 0,1 1 0 0 0,-1-1 0 0 0,0 0-1 0 0,1 0 1 0 0,-1 0 0 0 0,0 1-1 0 0,0-1 1 0 0,0 0 0 0 0,0 1 0 0 0,-1-2-1 0 0,0 3 34 0 0,0 0 1 0 0,0-1-1 0 0,1 1 0 0 0,-1 0 0 0 0,0 0 0 0 0,0 0 0 0 0,1 0 0 0 0,-1 1 0 0 0,1-1 1 0 0,-1 0-1 0 0,1 1 0 0 0,-1-1 0 0 0,1 1 0 0 0,0-1 0 0 0,0 1 0 0 0,0 0 1 0 0,0-1-1 0 0,-1 3 0 0 0,-19 37-484 0 0,19-37 401 0 0,-15 48-2427 0 0,11-19-4104 0 0,6-31 4476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6.265"/>
    </inkml:context>
    <inkml:brush xml:id="br0">
      <inkml:brushProperty name="width" value="0.035" units="cm"/>
      <inkml:brushProperty name="height" value="0.035" units="cm"/>
      <inkml:brushProperty name="color" value="#E71224"/>
    </inkml:brush>
  </inkml:definitions>
  <inkml:trace contextRef="#ctx0" brushRef="#br0">96 198 11105 0 0,'4'-20'7263'0'0,"-2"32"-5833"0"0,3 20-1170 0 0,13 50 258 0 0,-11-46-191 0 0,19 59-1 0 0,11 6-1320 0 0,-41-109 993 0 0,0 1 0 0 0,0 0 0 0 0,-1 0 0 0 0,0 0-1 0 0,0 1 1 0 0,0 0 0 0 0,-1 0 0 0 0,-9-8 0 0 0,13 12 0 0 0,0 0-1 0 0,0 1 1 0 0,0-1 0 0 0,0 1-1 0 0,0-1 1 0 0,0 1 0 0 0,-1 0 0 0 0,1-1-1 0 0,0 1 1 0 0,-1 0 0 0 0,1 1-1 0 0,-1-1 1 0 0,1 0 0 0 0,-1 1 0 0 0,1-1-1 0 0,-1 1 1 0 0,0 0 0 0 0,1 0-1 0 0,-1 0 1 0 0,1 0 0 0 0,-1 0 0 0 0,0 1-1 0 0,1-1 1 0 0,-1 1 0 0 0,1 0-1 0 0,-1-1 1 0 0,1 1 0 0 0,-1 0 0 0 0,1 1-1 0 0,0-1 1 0 0,0 0 0 0 0,-1 1-1 0 0,1-1 1 0 0,0 1 0 0 0,-2 2 0 0 0,-2 4 81 0 0,0 0 1 0 0,0 0 0 0 0,1 1 0 0 0,1-1-1 0 0,-1 1 1 0 0,1 0 0 0 0,1 1 0 0 0,0-1 0 0 0,0 1-1 0 0,1-1 1 0 0,-2 17 0 0 0,3-20-56 0 0,0 1-1 0 0,0-1 1 0 0,1 1 0 0 0,-1-1-1 0 0,2 1 1 0 0,-1-1 0 0 0,1 1-1 0 0,0-1 1 0 0,0 0 0 0 0,1 1-1 0 0,0-1 1 0 0,0 0 0 0 0,0 0-1 0 0,1 0 1 0 0,0 0 0 0 0,0 0-1 0 0,0-1 1 0 0,7 8 0 0 0,-9-11-40 0 0,1-1 0 0 0,-1 0 0 0 0,1 1 0 0 0,0-1 0 0 0,-1 0 0 0 0,1 0 0 0 0,0 0 0 0 0,0 0 0 0 0,0-1 0 0 0,0 1 0 0 0,0 0 0 0 0,0-1 0 0 0,0 0 0 0 0,0 1 0 0 0,0-1 0 0 0,0 0 0 0 0,0 0 0 0 0,0 0 0 0 0,0 0 0 0 0,3-1 0 0 0,0 0-52 0 0,0 0 0 0 0,-1-1 0 0 0,1 1 0 0 0,-1-1 0 0 0,1-1 1 0 0,-1 1-1 0 0,0 0 0 0 0,6-6 0 0 0,7-5-237 0 0,-1-2 0 0 0,-1 0 0 0 0,15-19 0 0 0,-24 26 209 0 0,7-8 121 0 0,0 0 1 0 0,-2 0-1 0 0,0-1 0 0 0,0 0 0 0 0,-2-1 0 0 0,0-1 1 0 0,-2 1-1 0 0,0-1 0 0 0,6-23 0 0 0,-13 39 2060 0 0,1-14-1915 0 0,1 29-56 0 0,6 28-162 0 0,-7-37-17 0 0,0 0 0 0 0,0 0 0 0 0,1-1 0 0 0,-1 1 0 0 0,1-1 0 0 0,-1 1 0 0 0,1-1 0 0 0,0 0 0 0 0,0 1 0 0 0,0-1 0 0 0,0 0 0 0 0,1 0 0 0 0,-1-1-1 0 0,0 1 1 0 0,1 0 0 0 0,0-1 0 0 0,-1 1 0 0 0,1-1 0 0 0,0 0 0 0 0,-1 0 0 0 0,1 0 0 0 0,0 0 0 0 0,0-1 0 0 0,0 1 0 0 0,0-1 0 0 0,0 1 0 0 0,0-1 0 0 0,0 0 0 0 0,0 0 0 0 0,0-1 0 0 0,0 1 0 0 0,0-1 0 0 0,0 1 0 0 0,-1-1 0 0 0,1 0 0 0 0,0 0 0 0 0,0 0 0 0 0,0 0 0 0 0,-1-1 0 0 0,1 1-1 0 0,4-4 1 0 0,1-2-184 0 0,1 0-1 0 0,-1-1 0 0 0,-1 0 0 0 0,1 0 0 0 0,-2-1 0 0 0,1 0 0 0 0,-1 0 0 0 0,0 0 1 0 0,-1-1-1 0 0,0 0 0 0 0,0 0 0 0 0,-1 0 0 0 0,-1-1 0 0 0,0 1 0 0 0,0-1 0 0 0,1-12 0 0 0,1-14 351 0 0,-1 0 0 0 0,-2 0 0 0 0,-4-54 0 0 0,1 73 835 0 0,-1-1 0 0 0,0 1 0 0 0,-8-31-1 0 0,9 47-513 0 0,-5-1 469 0 0,6 2-865 0 0,0 1 0 0 0,-1-1 0 0 0,1 1 0 0 0,0-1 0 0 0,0 1 0 0 0,-1 0 0 0 0,1-1 0 0 0,0 1 0 0 0,-1 0 0 0 0,1-1 0 0 0,-1 1-1 0 0,1 0 1 0 0,0 0 0 0 0,-1-1 0 0 0,1 1 0 0 0,-1 0 0 0 0,1 0 0 0 0,-1 0 0 0 0,1 0 0 0 0,0 0 0 0 0,-1-1 0 0 0,1 1 0 0 0,-1 0 0 0 0,1 0 0 0 0,-1 0 0 0 0,1 0-1 0 0,-1 0 1 0 0,1 0 0 0 0,-1 0 0 0 0,1 1 0 0 0,-1-1 0 0 0,1 0 0 0 0,-1 0 0 0 0,1 0 0 0 0,-1 0 0 0 0,1 1 0 0 0,0-1 0 0 0,-1 0 0 0 0,1 0 0 0 0,-1 1 0 0 0,1-1-1 0 0,0 0 1 0 0,-1 1 0 0 0,1-1 0 0 0,0 0 0 0 0,-1 1 0 0 0,1 0 0 0 0,-4 5 92 0 0,1 1-1 0 0,-1 0 1 0 0,1 0 0 0 0,1 0 0 0 0,0 0-1 0 0,0 0 1 0 0,0 0 0 0 0,1 0-1 0 0,0 1 1 0 0,0-1 0 0 0,1 1 0 0 0,1 12-1 0 0,0 7 554 0 0,2 0-1 0 0,7 30 0 0 0,23 56 797 0 0,-22-78-2000 0 0,14 66-1 0 0,-24-99-210 0 0,3 29-9525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7.120"/>
    </inkml:context>
    <inkml:brush xml:id="br0">
      <inkml:brushProperty name="width" value="0.035" units="cm"/>
      <inkml:brushProperty name="height" value="0.035" units="cm"/>
      <inkml:brushProperty name="color" value="#E71224"/>
    </inkml:brush>
  </inkml:definitions>
  <inkml:trace contextRef="#ctx0" brushRef="#br0">7 77 13333 0 0,'0'0'5161'0'0,"-6"-9"-1876"0"0,7 18-2901 0 0,0 0 1 0 0,1 0 0 0 0,0 0-1 0 0,6 15 1 0 0,5 23 253 0 0,-5 21-22 0 0,-2 1 0 0 0,-4-1 1 0 0,-7 80-1 0 0,5-148-754 0 0,0 1 0 0 0,1 0 0 0 0,-1 0 0 0 0,0 0-1 0 0,0-1 1 0 0,0 1 0 0 0,-1 0 0 0 0,1 0 0 0 0,0 0 0 0 0,0-1 0 0 0,0 1 0 0 0,0 0-1 0 0,-1 0 1 0 0,1-1 0 0 0,0 1 0 0 0,-1 0 0 0 0,1-1 0 0 0,-1 1 0 0 0,1 0 0 0 0,-1-1-1 0 0,1 1 1 0 0,-2 0 0 0 0,-6-13-1024 0 0,-4-32 719 0 0,8-93-27 0 0,2 30 447 0 0,-5-115 1059 0 0,7 219-306 0 0,10-15 506 0 0,-8 18-1184 0 0,0-1-1 0 0,-1 1 0 0 0,1 0 0 0 0,0 0 1 0 0,-1 0-1 0 0,1 0 0 0 0,0 0 1 0 0,-1 0-1 0 0,1 0 0 0 0,-1 1 0 0 0,1-1 1 0 0,0 1-1 0 0,-1-1 0 0 0,1 1 1 0 0,-1-1-1 0 0,1 1 0 0 0,-1 0 0 0 0,1 0 1 0 0,-1 0-1 0 0,0 0 0 0 0,1 0 1 0 0,0 2-1 0 0,34 31 724 0 0,-24-23-479 0 0,39 35 377 0 0,-33-31-599 0 0,0 0 1 0 0,-1 1 0 0 0,-1 1-1 0 0,0 1 1 0 0,-2 0 0 0 0,0 1 0 0 0,20 35-1 0 0,-29-43-98 0 0,28 61-754 0 0,-20-27-2669 0 0,-13-42 2159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7.522"/>
    </inkml:context>
    <inkml:brush xml:id="br0">
      <inkml:brushProperty name="width" value="0.035" units="cm"/>
      <inkml:brushProperty name="height" value="0.035" units="cm"/>
      <inkml:brushProperty name="color" value="#E71224"/>
    </inkml:brush>
  </inkml:definitions>
  <inkml:trace contextRef="#ctx0" brushRef="#br0">27 212 5529 0 0,'-2'0'96'0'0,"0"0"0"0"0,0-1 0 0 0,0 0 0 0 0,0 1 0 0 0,0-1 0 0 0,0 0 1 0 0,0 0-1 0 0,0 0 0 0 0,1 0 0 0 0,-1 0 0 0 0,0-1 0 0 0,-1-1 1 0 0,3 0 28 0 0,1 1 1 0 0,0-1 0 0 0,-1 0 0 0 0,1 1 0 0 0,1-1 0 0 0,-1 1 0 0 0,0-1 0 0 0,0 1-1 0 0,1 0 1 0 0,0-1 0 0 0,-1 1 0 0 0,1 0 0 0 0,0 0 0 0 0,0 0 0 0 0,0 0-1 0 0,0 1 1 0 0,0-1 0 0 0,5-2 0 0 0,48-27 1147 0 0,-49 28-1177 0 0,85-37 317 0 0,-45 20-1897 0 0,49-29 1 0 0,-78 39 155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58.295"/>
    </inkml:context>
    <inkml:brush xml:id="br0">
      <inkml:brushProperty name="width" value="0.035" units="cm"/>
      <inkml:brushProperty name="height" value="0.035" units="cm"/>
      <inkml:brushProperty name="color" value="#E71224"/>
    </inkml:brush>
  </inkml:definitions>
  <inkml:trace contextRef="#ctx0" brushRef="#br0">97 104 10857 0 0,'0'0'8017'0'0,"0"0"-7963"0"0,0-1 1 0 0,0 0-1 0 0,0 1 0 0 0,0-1 0 0 0,0 1 0 0 0,0-1 0 0 0,0 1 0 0 0,0-1 0 0 0,-1 1 0 0 0,1-1 0 0 0,0 1 1 0 0,0-1-1 0 0,-1 1 0 0 0,1-1 0 0 0,0 1 0 0 0,-1-1 0 0 0,1 1 0 0 0,0-1 0 0 0,-1 1 0 0 0,1 0 0 0 0,0-1 1 0 0,-1 1-1 0 0,1 0 0 0 0,-1-1 0 0 0,1 1 0 0 0,-1 0 0 0 0,0-1 0 0 0,-2 3-4 0 0,0-1 0 0 0,-1 1 0 0 0,1 0 0 0 0,0 0 0 0 0,0 0 0 0 0,0 1-1 0 0,1-1 1 0 0,-1 1 0 0 0,1-1 0 0 0,-1 1 0 0 0,1 0 0 0 0,0 0 0 0 0,0 0 0 0 0,0 0 0 0 0,0 0 0 0 0,1 0-1 0 0,-1 1 1 0 0,-1 6 0 0 0,-21 67 662 0 0,23-75-692 0 0,-2 11 45 0 0,0-5-65 0 0,1 0-1 0 0,0-1 0 0 0,0 1 0 0 0,1 0 0 0 0,0 0 1 0 0,0 1-1 0 0,1-1 0 0 0,0 0 0 0 0,0 0 0 0 0,1 0 0 0 0,2 12 1 0 0,-2-19-42 0 0,0 0 1 0 0,0 0 0 0 0,1 0-1 0 0,-1 0 1 0 0,0 0 0 0 0,1 0-1 0 0,-1 0 1 0 0,0 0 0 0 0,1 0-1 0 0,-1-1 1 0 0,1 1 0 0 0,-1 0-1 0 0,1-1 1 0 0,0 0 0 0 0,-1 1-1 0 0,1-1 1 0 0,-1 0 0 0 0,1 0 0 0 0,0 0-1 0 0,-1 0 1 0 0,1 0 0 0 0,0 0-1 0 0,1-1 1 0 0,38-6-483 0 0,-34 4 371 0 0,1 1 1 0 0,-1-2-1 0 0,0 1 0 0 0,0-1 0 0 0,0 0 0 0 0,-1 0 0 0 0,1-1 0 0 0,-1 0 1 0 0,0 0-1 0 0,8-10 0 0 0,0-2-320 0 0,-1-1 1 0 0,15-26-1 0 0,-7 9 413 0 0,-19 33 1806 0 0,-2 2-1728 0 0,0 0 0 0 0,0 0-1 0 0,0 0 1 0 0,0 0 0 0 0,0 0 0 0 0,0 0-1 0 0,0 1 1 0 0,1-1 0 0 0,-1 0-1 0 0,0 0 1 0 0,0 0 0 0 0,0 0-1 0 0,0 0 1 0 0,0 0 0 0 0,0 0-1 0 0,1 0 1 0 0,-1 0 0 0 0,0 0-1 0 0,0 0 1 0 0,0 0 0 0 0,0 0 0 0 0,0 0-1 0 0,0 0 1 0 0,1 0 0 0 0,-1 0-1 0 0,0 0 1 0 0,0 0 0 0 0,0-1-1 0 0,0 1 1 0 0,0 0 0 0 0,0 0-1 0 0,1 0 1 0 0,-1 0 0 0 0,0 0-1 0 0,0 0 1 0 0,0 0 0 0 0,0 0 0 0 0,0 0-1 0 0,0-1 1 0 0,6 17 114 0 0,-6-9-120 0 0,1 0-1 0 0,1-1 1 0 0,0 1 0 0 0,-1-1-1 0 0,2 0 1 0 0,-1 1 0 0 0,1-1-1 0 0,0 0 1 0 0,0-1 0 0 0,6 8-1 0 0,-8-11-17 0 0,1-1-1 0 0,-1 1 0 0 0,1 0 0 0 0,0 0 0 0 0,0-1 0 0 0,0 0 0 0 0,0 1 1 0 0,0-1-1 0 0,0 0 0 0 0,0 0 0 0 0,0 0 0 0 0,0 0 0 0 0,1 0 0 0 0,-1 0 1 0 0,0-1-1 0 0,1 1 0 0 0,-1-1 0 0 0,0 1 0 0 0,1-1 0 0 0,-1 0 0 0 0,1 0 0 0 0,-1 0 1 0 0,0-1-1 0 0,1 1 0 0 0,-1 0 0 0 0,0-1 0 0 0,1 0 0 0 0,-1 1 0 0 0,0-1 1 0 0,1 0-1 0 0,-1 0 0 0 0,0 0 0 0 0,4-3 0 0 0,3-1-149 0 0,0-1-1 0 0,-1 0 1 0 0,1-1 0 0 0,-1 1-1 0 0,-1-2 1 0 0,8-8 0 0 0,-11 12 316 0 0,-1 0 0 0 0,1-1-1 0 0,-1 0 1 0 0,0 1 0 0 0,-1-1 0 0 0,1 0 0 0 0,-1 0 0 0 0,0 0 0 0 0,0-1 0 0 0,-1 1 0 0 0,0 0 0 0 0,0-1 0 0 0,0 1 0 0 0,0-7 0 0 0,-1 11-133 0 0,0 0 1 0 0,1-1-1 0 0,-1 1 0 0 0,0 0 1 0 0,1-1-1 0 0,-1 1 1 0 0,1 0-1 0 0,0 0 0 0 0,-1-1 1 0 0,1 1-1 0 0,0 0 0 0 0,0 0 1 0 0,-1 0-1 0 0,1 0 0 0 0,0 0 1 0 0,0 0-1 0 0,0 0 1 0 0,0 0-1 0 0,1 0 0 0 0,-1 0 1 0 0,0 1-1 0 0,0-1 0 0 0,0 0 1 0 0,1 1-1 0 0,-1-1 1 0 0,0 1-1 0 0,1-1 0 0 0,0 1 1 0 0,49-9-24 0 0,-24 5-61 0 0,-15 0-136 0 0,0-1-1 0 0,-1 1 0 0 0,0-2 0 0 0,0 1 1 0 0,-1-2-1 0 0,1 1 0 0 0,-1-2 0 0 0,-1 1 1 0 0,16-16 2975 0 0,-2 6-3142 0 0,-4 28-3873 0 0,4 1 3209 0 0,-21-12 1811 0 0,15-11 2884 0 0,-15 6-2145 0 0,8-15 5218 0 0,-9 19-6694 0 0,-1 1 1 0 0,0 0-1 0 0,1 0 1 0 0,-1-1 0 0 0,1 1-1 0 0,-1 0 1 0 0,0 0-1 0 0,1 0 1 0 0,-1 0-1 0 0,1 0 1 0 0,-1 0 0 0 0,1 0-1 0 0,-1-1 1 0 0,0 1-1 0 0,1 0 1 0 0,-1 0-1 0 0,1 1 1 0 0,-1-1 0 0 0,1 0-1 0 0,-1 0 1 0 0,0 0-1 0 0,1 0 1 0 0,-1 0-1 0 0,1 0 1 0 0,-1 0 0 0 0,0 1-1 0 0,1-1 1 0 0,-1 0-1 0 0,0 0 1 0 0,1 1-1 0 0,-1-1 1 0 0,0 0-1 0 0,1 0 1 0 0,-1 1 0 0 0,0-1-1 0 0,1 0 1 0 0,-1 1-1 0 0,0-1 1 0 0,0 1-1 0 0,1-1 1 0 0,-1 0 0 0 0,0 1-1 0 0,0-1 1 0 0,0 1-1 0 0,0-1 1 0 0,0 0-1 0 0,0 1 1 0 0,1-1 0 0 0,-1 1-1 0 0,0-1 1 0 0,0 1-1 0 0,5 12-49 0 0,1-1 0 0 0,-2 1-1 0 0,0 1 1 0 0,0-1 0 0 0,-1 1-1 0 0,-1-1 1 0 0,0 1 0 0 0,-1 0 0 0 0,0-1-1 0 0,-1 1 1 0 0,-1 0 0 0 0,0 0-1 0 0,-1 0 1 0 0,-1-1 0 0 0,0 1-1 0 0,0-1 1 0 0,-1 0 0 0 0,-10 20-1 0 0,8-19-1 0 0,-1-1 0 0 0,-1 0 0 0 0,0 0 0 0 0,-1 0 0 0 0,0-1 0 0 0,-1-1 0 0 0,0 1-1 0 0,-1-2 1 0 0,0 1 0 0 0,-1-2 0 0 0,0 1 0 0 0,-1-2 0 0 0,0 1 0 0 0,0-2 0 0 0,0 0-1 0 0,-28 10 1 0 0,-5-2-285 0 0,-99 31-3623 0 0,112-38 394 0 0,1-2 0 0 0,-54 5 0 0 0,38-9-246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15.757"/>
    </inkml:context>
    <inkml:brush xml:id="br0">
      <inkml:brushProperty name="width" value="0.035" units="cm"/>
      <inkml:brushProperty name="height" value="0.035" units="cm"/>
      <inkml:brushProperty name="color" value="#E71224"/>
    </inkml:brush>
  </inkml:definitions>
  <inkml:trace contextRef="#ctx0" brushRef="#br0">471 6 4348 0 0,'0'0'1464'0'0,"-3"-1"1189"0"0,-16-3 9195 0 0,12 4-9574 0 0,-4 9-2060 0 0,0 0 0 0 0,0 1 0 0 0,1 0 0 0 0,0 1 0 0 0,1 0 1 0 0,0 0-1 0 0,1 1 0 0 0,0 0 0 0 0,-11 24 0 0 0,-7 9 506 0 0,-82 108 1067 0 0,-29 47-1019 0 0,104-153-958 0 0,31-45 36 0 0,-2 0 1771 0 0,0 2-5258 0 0,-10 1-9854 0 0,6-12 11004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16.390"/>
    </inkml:context>
    <inkml:brush xml:id="br0">
      <inkml:brushProperty name="width" value="0.035" units="cm"/>
      <inkml:brushProperty name="height" value="0.035" units="cm"/>
      <inkml:brushProperty name="color" value="#E71224"/>
    </inkml:brush>
  </inkml:definitions>
  <inkml:trace contextRef="#ctx0" brushRef="#br0">162 37 6377 0 0,'0'0'3193'0'0,"-15"-18"-215"0"0,9 18-2709 0 0,0 1 0 0 0,0 0-1 0 0,0 1 1 0 0,0-1 0 0 0,0 1 0 0 0,0 0 0 0 0,1 1 0 0 0,-1-1 0 0 0,1 1-1 0 0,0 0 1 0 0,-1 1 0 0 0,1-1 0 0 0,0 1 0 0 0,1 0 0 0 0,-6 6 0 0 0,-39 25 76 0 0,49-35-343 0 0,0 0-1 0 0,0-1 1 0 0,0 1 0 0 0,0 0 0 0 0,0 0-1 0 0,0 0 1 0 0,0 0 0 0 0,0 0 0 0 0,0 0 0 0 0,0 0-1 0 0,0-1 1 0 0,0 1 0 0 0,0 0 0 0 0,0 0-1 0 0,0 0 1 0 0,0 0 0 0 0,0 0 0 0 0,0 0-1 0 0,0-1 1 0 0,0 1 0 0 0,0 0 0 0 0,-1 0-1 0 0,1 0 1 0 0,0 0 0 0 0,0 0 0 0 0,0 0-1 0 0,0 0 1 0 0,0 0 0 0 0,0 0 0 0 0,0 0 0 0 0,0 0-1 0 0,-1-1 1 0 0,1 1 0 0 0,0 0 0 0 0,0 0-1 0 0,0 0 1 0 0,0 0 0 0 0,0 0 0 0 0,0 0-1 0 0,-1 0 1 0 0,1 0 0 0 0,0 0 0 0 0,0 0-1 0 0,0 0 1 0 0,0 0 0 0 0,0 0 0 0 0,0 0-1 0 0,-1 0 1 0 0,1 0 0 0 0,0 0 0 0 0,0 1 0 0 0,0-1-1 0 0,0 0 1 0 0,0 0 0 0 0,0 0 0 0 0,0 0-1 0 0,-1 0 1 0 0,14-18 236 0 0,-7 11 14 0 0,0 0-1 0 0,1 0 1 0 0,0 0 0 0 0,13-8 0 0 0,-11 10 35 0 0,0 0 1 0 0,0 1 0 0 0,1 0-1 0 0,0 0 1 0 0,0 1 0 0 0,0 0 0 0 0,1 1-1 0 0,-1 0 1 0 0,0 1 0 0 0,1 0-1 0 0,-1 1 1 0 0,1 0 0 0 0,-1 0-1 0 0,1 1 1 0 0,15 3 0 0 0,-20-2-93 0 0,1 0 0 0 0,-1 0 0 0 0,0 0 0 0 0,0 0 0 0 0,0 1 1 0 0,0 0-1 0 0,-1 0 0 0 0,1 1 0 0 0,-1-1 0 0 0,1 1 0 0 0,-1 1 0 0 0,-1-1 1 0 0,1 1-1 0 0,-1-1 0 0 0,1 1 0 0 0,-1 1 0 0 0,-1-1 0 0 0,1 0 0 0 0,-1 1 1 0 0,0 0-1 0 0,0 0 0 0 0,-1 0 0 0 0,1 0 0 0 0,-1 0 0 0 0,-1 0 0 0 0,1 1 1 0 0,0 6-1 0 0,-1-3-76 0 0,-1 0 1 0 0,0-1-1 0 0,-1 1 1 0 0,0 0 0 0 0,0-1-1 0 0,-1 1 1 0 0,0 0 0 0 0,0-1-1 0 0,-8 17 1 0 0,9-24-313 0 0,-4 7-6083 0 0,3-6 3271 0 0,-3 7-6557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19.329"/>
    </inkml:context>
    <inkml:brush xml:id="br0">
      <inkml:brushProperty name="width" value="0.035" units="cm"/>
      <inkml:brushProperty name="height" value="0.035" units="cm"/>
      <inkml:brushProperty name="color" value="#E71224"/>
    </inkml:brush>
  </inkml:definitions>
  <inkml:trace contextRef="#ctx0" brushRef="#br0">273 60 3876 0 0,'2'-9'-184'0'0,"4"-13"4039"0"0,-3 12-72 0 0,8-5 735 0 0,-6 11-690 0 0,-7 13-2997 0 0,-70 230 3704 0 0,51-179-4222 0 0,-2 0 1 0 0,-3-1-1 0 0,-3-1 1 0 0,-54 80-1 0 0,53-101-567 0 0,28-34 103 0 0,-9 6-12162 0 0,15-16 9535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19.792"/>
    </inkml:context>
    <inkml:brush xml:id="br0">
      <inkml:brushProperty name="width" value="0.035" units="cm"/>
      <inkml:brushProperty name="height" value="0.035" units="cm"/>
      <inkml:brushProperty name="color" value="#E71224"/>
    </inkml:brush>
  </inkml:definitions>
  <inkml:trace contextRef="#ctx0" brushRef="#br0">169 52 6605 0 0,'0'0'2208'0'0,"0"-6"-1269"0"0,-2-5 605 0 0,-3 13-1383 0 0,-1 1 0 0 0,1-1 1 0 0,-1 1-1 0 0,1 0 1 0 0,0 1-1 0 0,0-1 0 0 0,1 1 1 0 0,-1 0-1 0 0,1 0 1 0 0,-4 5-1 0 0,-29 22 1321 0 0,28-25-1395 0 0,5-3-42 0 0,-1 1 1 0 0,1-1-1 0 0,-1 0 0 0 0,0 0 1 0 0,0-1-1 0 0,0 1 0 0 0,0-1 1 0 0,-1 0-1 0 0,-9 2 0 0 0,14-5-45 0 0,1 1 0 0 0,0-1 0 0 0,0 1-1 0 0,-1 0 1 0 0,1-1 0 0 0,0 1 0 0 0,0-1-1 0 0,-1 1 1 0 0,1-1 0 0 0,0 1 0 0 0,0-1-1 0 0,0 1 1 0 0,0-1 0 0 0,0 1 0 0 0,0-1-1 0 0,0 1 1 0 0,0-1 0 0 0,0 1 0 0 0,0-1-1 0 0,0 1 1 0 0,0-1 0 0 0,0 1 0 0 0,0-1-1 0 0,0 1 1 0 0,1-1 0 0 0,-1 1 0 0 0,0-1-1 0 0,0 1 1 0 0,1-1 0 0 0,-1 1 0 0 0,0-1-1 0 0,0 1 1 0 0,1 0 0 0 0,-1-1 0 0 0,0 1-1 0 0,1-1 1 0 0,-1 1 0 0 0,1 0 0 0 0,0-1-1 0 0,16-24 0 0 0,-15 23 5 0 0,4-7 120 0 0,1 1 0 0 0,0 0 0 0 0,1 0 0 0 0,0 1 0 0 0,0 0 0 0 0,1 0 0 0 0,-1 0 0 0 0,2 1 0 0 0,-1 1 0 0 0,0 0 0 0 0,17-6 0 0 0,-22 9-20 0 0,1 1 0 0 0,0 0-1 0 0,-1 0 1 0 0,1 0 0 0 0,0 0-1 0 0,-1 1 1 0 0,1 0 0 0 0,0 0 0 0 0,0 0-1 0 0,-1 1 1 0 0,1 0 0 0 0,0 0-1 0 0,-1 0 1 0 0,1 0 0 0 0,-1 1 0 0 0,1-1-1 0 0,-1 1 1 0 0,0 0 0 0 0,0 1-1 0 0,0-1 1 0 0,0 1 0 0 0,0-1 0 0 0,0 1-1 0 0,-1 0 1 0 0,1 1 0 0 0,-1-1-1 0 0,0 1 1 0 0,6 7 0 0 0,-5-5-36 0 0,-1 1 1 0 0,1 0 0 0 0,-1-1-1 0 0,0 1 1 0 0,0 0 0 0 0,-1 1-1 0 0,0-1 1 0 0,0 0 0 0 0,-1 1-1 0 0,0-1 1 0 0,0 1 0 0 0,-1-1-1 0 0,0 1 1 0 0,0-1 0 0 0,-2 12-1 0 0,-12 48-1508 0 0,-8-6-3703 0 0,15-44 2615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29.228"/>
    </inkml:context>
    <inkml:brush xml:id="br0">
      <inkml:brushProperty name="width" value="0.035" units="cm"/>
      <inkml:brushProperty name="height" value="0.035" units="cm"/>
      <inkml:brushProperty name="color" value="#E71224"/>
    </inkml:brush>
  </inkml:definitions>
  <inkml:trace contextRef="#ctx0" brushRef="#br0">200 37 3284 0 0,'0'0'550'0'0,"1"-20"11197"0"0,-3 14-9649 0 0,-3 4-1894 0 0,1 0-1 0 0,0 1 1 0 0,-1-1 0 0 0,1 1-1 0 0,-1 0 1 0 0,1 1 0 0 0,-1-1-1 0 0,1 1 1 0 0,-1 0 0 0 0,1 0-1 0 0,-1 0 1 0 0,1 1 0 0 0,-1-1-1 0 0,1 1 1 0 0,-1 0 0 0 0,1 1-1 0 0,-1-1 1 0 0,1 1 0 0 0,0-1-1 0 0,0 2 1 0 0,0-1 0 0 0,0 0-1 0 0,0 1 1 0 0,0-1 0 0 0,1 1 0 0 0,-1 0-1 0 0,1 0 1 0 0,0 1 0 0 0,0-1-1 0 0,0 1 1 0 0,-2 3 0 0 0,-3 4-53 0 0,1 0 1 0 0,1 0 0 0 0,0 0 0 0 0,0 1 0 0 0,1 0-1 0 0,1 0 1 0 0,0 1 0 0 0,0-1 0 0 0,1 1 0 0 0,-1 15-1 0 0,3-20-65 0 0,-3 29 236 0 0,1 0 1 0 0,2 0 0 0 0,6 53 0 0 0,-4-79-283 0 0,1 0 0 0 0,0-1 1 0 0,1 0-1 0 0,1 1 0 0 0,-1-1 1 0 0,2 0-1 0 0,6 11 0 0 0,-8-16-37 0 0,0 0 0 0 0,1 0 0 0 0,-1 0 0 0 0,1-1 0 0 0,1 0 0 0 0,-1 0 0 0 0,0 0 0 0 0,1 0 0 0 0,0-1 0 0 0,0 0 0 0 0,0 0 0 0 0,0 0 0 0 0,0 0 0 0 0,8 2 0 0 0,-8-4-28 0 0,0 1 1 0 0,0-1-1 0 0,0 0 1 0 0,0 0-1 0 0,1-1 1 0 0,-1 1-1 0 0,0-1 1 0 0,0 0-1 0 0,1-1 0 0 0,-1 1 1 0 0,0-1-1 0 0,0 0 1 0 0,1 0-1 0 0,-1-1 1 0 0,0 1-1 0 0,0-1 1 0 0,0-1-1 0 0,-1 1 1 0 0,1 0-1 0 0,-1-1 1 0 0,1 0-1 0 0,-1 0 1 0 0,0-1-1 0 0,0 1 0 0 0,0-1 1 0 0,0 0-1 0 0,-1 0 1 0 0,4-4-1 0 0,-3 2-73 0 0,0 1 0 0 0,-1-1 0 0 0,1 0-1 0 0,-1 0 1 0 0,-1-1 0 0 0,1 1 0 0 0,-1-1-1 0 0,0 1 1 0 0,0-1 0 0 0,-1 0 0 0 0,0 1-1 0 0,0-1 1 0 0,-1 0 0 0 0,0 0 0 0 0,0 0-1 0 0,0 1 1 0 0,-1-1 0 0 0,0 0 0 0 0,-1 0-1 0 0,1 1 1 0 0,-4-9 0 0 0,-13-55 134 0 0,18 69-36 0 0,0 0 0 0 0,0 0 1 0 0,0 1-1 0 0,0-1 0 0 0,1 0 0 0 0,-1 0 0 0 0,0 0 1 0 0,0 0-1 0 0,0 1 0 0 0,1-1 0 0 0,-1 0 1 0 0,0 0-1 0 0,1 0 0 0 0,-1 1 0 0 0,1-1 0 0 0,-1 0 1 0 0,1 1-1 0 0,-1-1 0 0 0,1 0 0 0 0,0 1 1 0 0,-1-1-1 0 0,1 1 0 0 0,0-1 0 0 0,-1 1 0 0 0,1-1 1 0 0,0 1-1 0 0,0-1 0 0 0,-1 1 0 0 0,1 0 0 0 0,0-1 1 0 0,0 1-1 0 0,0 0 0 0 0,0 0 0 0 0,-1 0 1 0 0,1-1-1 0 0,1 1 0 0 0,2 0 36 0 0,-1-1 0 0 0,1 0 1 0 0,-1 1-1 0 0,1 0 0 0 0,0 0 0 0 0,-1 0 1 0 0,1 0-1 0 0,4 2 0 0 0,-4-1 33 0 0,0 0 0 0 0,0 1 0 0 0,0 0 0 0 0,0-1-1 0 0,0 2 1 0 0,0-1 0 0 0,-1 0 0 0 0,1 1 0 0 0,-1-1 0 0 0,0 1 0 0 0,0 0 0 0 0,0 0 0 0 0,0 1 0 0 0,0-1-1 0 0,-1 0 1 0 0,1 1 0 0 0,-1 0 0 0 0,0-1 0 0 0,0 1 0 0 0,1 6 0 0 0,0-3 18 0 0,-1 1 1 0 0,-1-1-1 0 0,1 1 1 0 0,-1-1-1 0 0,-1 1 0 0 0,0 0 1 0 0,0 0-1 0 0,0-1 1 0 0,-1 1-1 0 0,0 0 1 0 0,-3 12-1 0 0,1-9-58 0 0,0-1 1 0 0,-1 1-1 0 0,0-1 0 0 0,-1 0 0 0 0,-7 12 0 0 0,2-9-3474 0 0,-1-3-3645 0 0,11-9 6988 0 0,0-1-1 0 0,0 0 1 0 0,-1 0 0 0 0,1 0-1 0 0,0 1 1 0 0,0-1-1 0 0,0 0 1 0 0,0 0 0 0 0,-1 0-1 0 0,1 0 1 0 0,0 1 0 0 0,0-1-1 0 0,0 0 1 0 0,-1 0 0 0 0,1 0-1 0 0,0 0 1 0 0,0 0 0 0 0,-1 0-1 0 0,1 0 1 0 0,0 0-1 0 0,0 0 1 0 0,-1 0 0 0 0,1 0-1 0 0,0 0 1 0 0,0 0 0 0 0,0 0-1 0 0,-1 0 1 0 0,1 0 0 0 0,0 0-1 0 0,0 0 1 0 0,-1 0 0 0 0,1 0-1 0 0,0 0 1 0 0,0 0 0 0 0,-1 0-1 0 0,1 0 1 0 0,0 0-1 0 0,0-1 1 0 0,0 1 0 0 0,-1 0-1 0 0,1 0 1 0 0,0 0 0 0 0,0 0-1 0 0,0-1 1 0 0,0 1 0 0 0,-1 0-1 0 0,1 0 1 0 0,0 0 0 0 0,0-1-1 0 0,0 1 1 0 0,0 0 0 0 0,0 0-1 0 0,0 0 1 0 0,0-1-1 0 0,0 1 1 0 0,0 0 0 0 0,-1 0-1 0 0,1-1 1 0 0,0 1 0 0 0,0 0-1 0 0,0 0 1 0 0,0-1 0 0 0,1 1-1 0 0,-2-11-2200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29.753"/>
    </inkml:context>
    <inkml:brush xml:id="br0">
      <inkml:brushProperty name="width" value="0.035" units="cm"/>
      <inkml:brushProperty name="height" value="0.035" units="cm"/>
      <inkml:brushProperty name="color" value="#E71224"/>
    </inkml:brush>
  </inkml:definitions>
  <inkml:trace contextRef="#ctx0" brushRef="#br0">45 195 5929 0 0,'-5'-6'415'0'0,"0"1"0"0"0,1-1 0 0 0,-1 0 0 0 0,1 0 0 0 0,1 0 0 0 0,-1 0 0 0 0,1-1 0 0 0,0 1 0 0 0,1-1 0 0 0,-4-12 0 0 0,6 15-238 0 0,-1 1 1 0 0,1-1-1 0 0,0 0 1 0 0,1 0-1 0 0,-1 1 1 0 0,0-1-1 0 0,1 0 1 0 0,0 1-1 0 0,0-1 1 0 0,0 1-1 0 0,0-1 1 0 0,1 1-1 0 0,-1-1 1 0 0,1 1-1 0 0,0 0 1 0 0,0 0-1 0 0,0 0 1 0 0,0 0-1 0 0,1 0 1 0 0,-1 0-1 0 0,1 1 1 0 0,3-3-1 0 0,-2 1 125 0 0,0 0-1 0 0,1 1 1 0 0,-1 0 0 0 0,1 0 0 0 0,0 0-1 0 0,0 0 1 0 0,0 1 0 0 0,0 0 0 0 0,1 0-1 0 0,-1 1 1 0 0,1-1 0 0 0,-1 1 0 0 0,1 0-1 0 0,10 0 1 0 0,-13 1-187 0 0,0 0 0 0 0,0 0 0 0 0,0 1 0 0 0,0-1 0 0 0,1 1 0 0 0,-1 0 0 0 0,0 0 0 0 0,0 0 0 0 0,0 0 0 0 0,-1 1 0 0 0,1-1 0 0 0,0 1 0 0 0,0 0 1 0 0,-1 0-1 0 0,1 0 0 0 0,-1 0 0 0 0,0 0 0 0 0,1 0 0 0 0,-1 1 0 0 0,0-1 0 0 0,0 1 0 0 0,-1-1 0 0 0,1 1 0 0 0,-1 0 0 0 0,1 0 0 0 0,1 5 0 0 0,18 41 560 0 0,-12-30-437 0 0,-1 0-1 0 0,-1 1 1 0 0,0 1 0 0 0,-1-1 0 0 0,3 25-1 0 0,-9-39-239 0 0,1 1-1 0 0,-1-1 1 0 0,-1 1-1 0 0,1-1 1 0 0,-1 1-1 0 0,0-1 1 0 0,-1 1-1 0 0,1-1 1 0 0,-1 0 0 0 0,0 0-1 0 0,-1 0 1 0 0,0 0-1 0 0,0 0 1 0 0,0 0-1 0 0,0-1 1 0 0,-1 1-1 0 0,0-1 1 0 0,0 0-1 0 0,-1 0 1 0 0,1-1-1 0 0,-9 7 1 0 0,2-1-746 0 0,-1-2-1 0 0,0 1 1 0 0,-24 11 0 0 0,-4-6-3731 0 0,35-14 3420 0 0,1 1 0 0 0,0-1 0 0 0,0 1 0 0 0,-1-1 0 0 0,1-1-1 0 0,0 1 1 0 0,-7-2 0 0 0,8 2-846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0:30.122"/>
    </inkml:context>
    <inkml:brush xml:id="br0">
      <inkml:brushProperty name="width" value="0.035" units="cm"/>
      <inkml:brushProperty name="height" value="0.035" units="cm"/>
      <inkml:brushProperty name="color" value="#E71224"/>
    </inkml:brush>
  </inkml:definitions>
  <inkml:trace contextRef="#ctx0" brushRef="#br0">0 28 7105 0 0,'6'-15'1242'0'0,"-5"15"-1009"0"0,-1-1 0 0 0,0 0 1 0 0,0 0-1 0 0,1 1 0 0 0,-1-1 1 0 0,0 0-1 0 0,1 1 0 0 0,-1-1 1 0 0,1 1-1 0 0,-1-1 0 0 0,1 1 0 0 0,-1-1 1 0 0,1 0-1 0 0,-1 1 0 0 0,1 0 1 0 0,-1-1-1 0 0,1 1 0 0 0,0-1 1 0 0,-1 1-1 0 0,1 0 0 0 0,0-1 1 0 0,-1 1-1 0 0,1 0 0 0 0,0 0 0 0 0,-1 0 1 0 0,1-1-1 0 0,0 1 0 0 0,0 0 1 0 0,-1 0-1 0 0,1 0 0 0 0,0 0 1 0 0,0 0-1 0 0,-1 0 0 0 0,1 0 1 0 0,0 1-1 0 0,0-1 0 0 0,-1 0 0 0 0,1 0 1 0 0,0 1-1 0 0,0-1 0 0 0,1 3 62 0 0,0-1 0 0 0,-1 0-1 0 0,1 1 1 0 0,-1 0-1 0 0,1-1 1 0 0,-1 1-1 0 0,0 0 1 0 0,0-1-1 0 0,0 1 1 0 0,0 5 0 0 0,10 84 966 0 0,-11-91-1088 0 0,8 125-552 0 0,-8-123-291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3.005"/>
    </inkml:context>
    <inkml:brush xml:id="br0">
      <inkml:brushProperty name="width" value="0.035" units="cm"/>
      <inkml:brushProperty name="height" value="0.035" units="cm"/>
      <inkml:brushProperty name="color" value="#E71224"/>
    </inkml:brush>
  </inkml:definitions>
  <inkml:trace contextRef="#ctx0" brushRef="#br0">185 98 8637 0 0,'0'0'4502'0'0,"8"-22"-2528"0"0,-7 19-1729 0 0,0-1 1 0 0,-1 0-1 0 0,1 1 0 0 0,-1-1 1 0 0,0 0-1 0 0,0 0 0 0 0,-1 1 1 0 0,1-1-1 0 0,-1 0 1 0 0,1 1-1 0 0,-1-1 0 0 0,0 1 1 0 0,-1-1-1 0 0,1 1 1 0 0,-1-1-1 0 0,-3-5 0 0 0,4 7 1123 0 0,0 1-1347 0 0,1 1-1 0 0,-1-1 1 0 0,1 1 0 0 0,-1 0-1 0 0,1-1 1 0 0,-1 1 0 0 0,1-1-1 0 0,-1 1 1 0 0,1 0 0 0 0,-1-1 0 0 0,0 1-1 0 0,1 0 1 0 0,-1 0 0 0 0,0-1-1 0 0,1 1 1 0 0,-1 0 0 0 0,0 0-1 0 0,1 0 1 0 0,-1 0 0 0 0,0 0 0 0 0,1 0-1 0 0,-1 0 1 0 0,0 0 0 0 0,1 0-1 0 0,-1 0 1 0 0,-1 1 0 0 0,-17 1 122 0 0,12 0-65 0 0,0 0 0 0 0,0 0 0 0 0,1 1 0 0 0,-1 0 0 0 0,1 0 1 0 0,-1 0-1 0 0,1 1 0 0 0,0 0 0 0 0,0 0 0 0 0,1 1 0 0 0,-1 0 0 0 0,1 0 0 0 0,0 0 0 0 0,1 0 0 0 0,-1 1 0 0 0,1 0 1 0 0,0 0-1 0 0,0 0 0 0 0,1 1 0 0 0,0-1 0 0 0,0 1 0 0 0,0-1 0 0 0,1 1 0 0 0,0 0 0 0 0,-1 9 0 0 0,-4 19 270 0 0,2 0 0 0 0,1 0 0 0 0,3 66-1 0 0,1-76-382 0 0,0-12 40 0 0,1-1 1 0 0,1 1 0 0 0,0 0-1 0 0,0-1 1 0 0,1 1 0 0 0,1-1 0 0 0,0 0-1 0 0,8 15 1 0 0,-11-24-7 0 0,0 0 0 0 0,0-1 0 0 0,1 1 0 0 0,-1 0 0 0 0,1-1 0 0 0,0 1 0 0 0,0-1 0 0 0,0 0 0 0 0,0 1 0 0 0,0-1 0 0 0,0 0 0 0 0,1 0 0 0 0,-1 0 0 0 0,1-1 0 0 0,-1 1 0 0 0,1-1 0 0 0,0 1 0 0 0,-1-1 0 0 0,1 0 0 0 0,0 0 0 0 0,0 0 0 0 0,0 0 0 0 0,0-1 0 0 0,0 1 0 0 0,0-1 0 0 0,0 0 0 0 0,0 0 0 0 0,0 0 0 0 0,0 0 0 0 0,0 0 0 0 0,0-1 0 0 0,0 1 0 0 0,0-1 0 0 0,0 0 0 0 0,0 0 0 0 0,0 0 0 0 0,0 0 0 0 0,-1-1 0 0 0,1 1 0 0 0,3-3 0 0 0,5-2-119 0 0,1-2 0 0 0,-1 0 0 0 0,-1 0 0 0 0,1-1 0 0 0,-1 0 0 0 0,12-16 0 0 0,-18 20 78 0 0,0 0 0 0 0,-1 0 0 0 0,1-1 0 0 0,-1 1 0 0 0,0-1 0 0 0,-1 0 0 0 0,0 0 1 0 0,3-9-1 0 0,-4 11 49 0 0,-1 1 0 0 0,1-1 0 0 0,-1 0 1 0 0,0 1-1 0 0,0-1 0 0 0,0 0 1 0 0,-1 1-1 0 0,1-1 0 0 0,-2-5 1 0 0,5 42 19 0 0,-3-28-28 0 0,0 0-1 0 0,0 0 1 0 0,0-1-1 0 0,1 1 0 0 0,0 0 1 0 0,0 0-1 0 0,2 4 1 0 0,7 14-7 0 0,-7-16 72 0 0,0-4-171 0 0,0 0 60 0 0,0-1 0 0 0,0 1 0 0 0,0-1 0 0 0,0 0 1 0 0,1 0-1 0 0,-1 0 0 0 0,0 0 0 0 0,1-1 0 0 0,-1 1 0 0 0,1-1 0 0 0,0 0 0 0 0,0 0 0 0 0,-1-1 0 0 0,1 1 0 0 0,0-1 0 0 0,0 1 1 0 0,0-1-1 0 0,0-1 0 0 0,6 0 0 0 0,-7 1 30 0 0,0-1 1 0 0,0 1 0 0 0,0-1-1 0 0,0 0 1 0 0,0 0-1 0 0,0 0 1 0 0,0 0-1 0 0,0-1 1 0 0,-1 1-1 0 0,1-1 1 0 0,-1 0 0 0 0,1 0-1 0 0,-1 0 1 0 0,1 0-1 0 0,-1 0 1 0 0,0 0-1 0 0,0 0 1 0 0,0-1 0 0 0,0 1-1 0 0,-1-1 1 0 0,1 0-1 0 0,-1 1 1 0 0,1-1-1 0 0,-1 0 1 0 0,0 0-1 0 0,1-5 1 0 0,0-8 6 0 0,-1 1 1 0 0,-1-1-1 0 0,-1 1 1 0 0,0-1-1 0 0,-1 1 0 0 0,-1 0 1 0 0,0 0-1 0 0,-1 0 1 0 0,-1 0-1 0 0,0 0 1 0 0,-1 1-1 0 0,-10-18 0 0 0,16 30 7 0 0,-1 1-1 0 0,0-1 1 0 0,0 0-1 0 0,0 0 1 0 0,0 1-1 0 0,0-1 1 0 0,0 1-1 0 0,0-1 1 0 0,0 1-1 0 0,-1-1 1 0 0,1 1-1 0 0,0 0 1 0 0,-1 0-1 0 0,1-1 1 0 0,-1 1-1 0 0,0 0 1 0 0,1 0-1 0 0,-1 1 1 0 0,0-1-1 0 0,0 0 1 0 0,1 0-1 0 0,-1 1 1 0 0,0-1-1 0 0,0 1 1 0 0,0 0-1 0 0,0 0 0 0 0,0-1 1 0 0,0 1-1 0 0,0 0 1 0 0,0 1-1 0 0,1-1 1 0 0,-1 0-1 0 0,0 0 1 0 0,0 1-1 0 0,0-1 1 0 0,0 1-1 0 0,0 0 1 0 0,1 0-1 0 0,-1-1 1 0 0,0 1-1 0 0,1 0 1 0 0,-1 0-1 0 0,1 1 1 0 0,-1-1-1 0 0,1 0 1 0 0,-2 2-1 0 0,-3 3-110 0 0,0-1-1 0 0,1 2 1 0 0,-1-1-1 0 0,2 0 0 0 0,-1 1 1 0 0,1 0-1 0 0,0 0 1 0 0,0 1-1 0 0,-4 12 1 0 0,-5 13-1266 0 0,-8 26-1628 0 0,21-55 2320 0 0,-1-1 0 0 0,1 1 0 0 0,0 0 0 0 0,0-1-1 0 0,0 1 1 0 0,0 0 0 0 0,1-1 0 0 0,-1 1 0 0 0,2 3 0 0 0,2 5-1239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3.425"/>
    </inkml:context>
    <inkml:brush xml:id="br0">
      <inkml:brushProperty name="width" value="0.035" units="cm"/>
      <inkml:brushProperty name="height" value="0.035" units="cm"/>
      <inkml:brushProperty name="color" value="#E71224"/>
    </inkml:brush>
  </inkml:definitions>
  <inkml:trace contextRef="#ctx0" brushRef="#br0">1 15 6741 0 0,'0'0'959'0'0,"7"-3"4349"0"0,-5 9-4472 0 0,1 7-422 0 0,1-1 0 0 0,0 1 0 0 0,11 21 0 0 0,-14-33-413 0 0,-1 0 0 0 0,0 0 1 0 0,1 1-1 0 0,-1-1 0 0 0,1 0 1 0 0,0 0-1 0 0,-1 0 0 0 0,1 0 1 0 0,0 0-1 0 0,0 0 0 0 0,-1 0 0 0 0,1 0 1 0 0,0-1-1 0 0,0 1 0 0 0,0 0 1 0 0,0 0-1 0 0,0-1 0 0 0,0 1 1 0 0,0-1-1 0 0,1 1 0 0 0,-1-1 0 0 0,0 1 1 0 0,0-1-1 0 0,0 0 0 0 0,0 1 1 0 0,1-1-1 0 0,-1 0 0 0 0,0 0 1 0 0,0 0-1 0 0,1 0 0 0 0,-1 0 1 0 0,0 0-1 0 0,0 0 0 0 0,0 0 0 0 0,1-1 1 0 0,-1 1-1 0 0,0 0 0 0 0,0-1 1 0 0,0 1-1 0 0,0-1 0 0 0,1 1 1 0 0,-1-1-1 0 0,0 0 0 0 0,0 1 0 0 0,0-1 1 0 0,0 0-1 0 0,-1 0 0 0 0,1 0 1 0 0,0 0-1 0 0,0 0 0 0 0,0 0 1 0 0,-1 0-1 0 0,1 0 0 0 0,1-2 0 0 0,1-2 93 0 0,1-1-1 0 0,-1 0 0 0 0,0-1 0 0 0,-1 1 0 0 0,1 0 1 0 0,2-13-1 0 0,0 3 467 0 0,-5 14 70 0 0,6-6 592 0 0,-6 8-1174 0 0,0-1-1 0 0,0 0 0 0 0,1 1 1 0 0,-1-1-1 0 0,0 1 1 0 0,0-1-1 0 0,1 0 1 0 0,-1 1-1 0 0,0-1 0 0 0,1 1 1 0 0,-1-1-1 0 0,0 1 1 0 0,1-1-1 0 0,-1 1 1 0 0,1-1-1 0 0,-1 1 0 0 0,1 0 1 0 0,-1-1-1 0 0,1 1 1 0 0,-1-1-1 0 0,1 1 1 0 0,0 0-1 0 0,-1 0 0 0 0,1-1 1 0 0,-1 1-1 0 0,1 0 1 0 0,0 0-1 0 0,-1 0 1 0 0,1 0-1 0 0,-1 0 0 0 0,1 0 1 0 0,0 0-1 0 0,-1 0 1 0 0,1 0-1 0 0,0 0 1 0 0,-1 0-1 0 0,1 0 0 0 0,1 0 1 0 0,25 25 997 0 0,-24-21-1643 0 0,0 0-1198 0 0,3 5 578 0 0,15 20-7093 0 0,-14-19 7893 0 0,-3-5-1647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4.334"/>
    </inkml:context>
    <inkml:brush xml:id="br0">
      <inkml:brushProperty name="width" value="0.035" units="cm"/>
      <inkml:brushProperty name="height" value="0.035" units="cm"/>
      <inkml:brushProperty name="color" value="#E71224"/>
    </inkml:brush>
  </inkml:definitions>
  <inkml:trace contextRef="#ctx0" brushRef="#br0">36 154 11153 0 0,'0'0'4664'0'0,"-33"-25"-1417"0"0,33 27-3196 0 0,-1 0-1 0 0,0 0 0 0 0,1-1 0 0 0,0 1 0 0 0,0 0 0 0 0,-1 0 0 0 0,1 0 0 0 0,0 0 1 0 0,0 0-1 0 0,1 0 0 0 0,-1-1 0 0 0,0 1 0 0 0,1 0 0 0 0,-1 0 0 0 0,1 0 0 0 0,1 3 0 0 0,15 39 508 0 0,-15-41-559 0 0,-1-1-1 0 0,1 1 1 0 0,0-1 0 0 0,0 1 0 0 0,0-1 0 0 0,0 0-1 0 0,0 0 1 0 0,1 0 0 0 0,-1 0 0 0 0,1 0 0 0 0,-1 0 0 0 0,1 0-1 0 0,0-1 1 0 0,-1 0 0 0 0,1 1 0 0 0,0-1 0 0 0,0 0-1 0 0,4 0 1 0 0,-6 0 1 0 0,1-1-1 0 0,0 0 1 0 0,0 0 0 0 0,0-1-1 0 0,-1 1 1 0 0,1 0 0 0 0,0-1-1 0 0,0 1 1 0 0,-1-1 0 0 0,1 1-1 0 0,0-1 1 0 0,-1 0 0 0 0,1 0-1 0 0,0 0 1 0 0,-1 0 0 0 0,1 0-1 0 0,-1 0 1 0 0,0 0 0 0 0,1 0-1 0 0,-1 0 1 0 0,0-1 0 0 0,0 1-1 0 0,0-1 1 0 0,0 1 0 0 0,0-1-1 0 0,0 1 1 0 0,0-1 0 0 0,0 1 0 0 0,0-1-1 0 0,-1 0 1 0 0,1 0 0 0 0,-1 1-1 0 0,1-1 1 0 0,-1 0 0 0 0,0-2-1 0 0,12-63-1 0 0,-12 64 79 0 0,8-21 990 0 0,-8 24-1069 0 0,1 0 1 0 0,0 1-1 0 0,-1-1 0 0 0,1 0 0 0 0,-1 1 0 0 0,1-1 0 0 0,0 0 0 0 0,-1 1 0 0 0,1-1 0 0 0,-1 0 0 0 0,1 1 0 0 0,-1-1 1 0 0,1 1-1 0 0,-1-1 0 0 0,0 1 0 0 0,1-1 0 0 0,-1 1 0 0 0,0-1 0 0 0,1 1 0 0 0,-1 0 0 0 0,0-1 0 0 0,1 1 0 0 0,-1-1 1 0 0,0 1-1 0 0,0 0 0 0 0,0 1 0 0 0,11 27-258 0 0,-7-15-46 0 0,-3-11 275 0 0,0 0 1 0 0,1 0-1 0 0,0 0 1 0 0,-1 0-1 0 0,1-1 0 0 0,0 1 1 0 0,0 0-1 0 0,0-1 1 0 0,1 1-1 0 0,-1-1 0 0 0,1 0 1 0 0,-1 0-1 0 0,1 0 1 0 0,0 0-1 0 0,-1 0 0 0 0,1 0 1 0 0,0-1-1 0 0,0 0 1 0 0,1 1-1 0 0,-1-1 1 0 0,0 0-1 0 0,0 0 0 0 0,0-1 1 0 0,1 1-1 0 0,-1-1 1 0 0,0 0-1 0 0,1 0 0 0 0,-1 0 1 0 0,1 0-1 0 0,-1 0 1 0 0,0-1-1 0 0,0 1 0 0 0,1-1 1 0 0,-1 0-1 0 0,0 0 1 0 0,0 0-1 0 0,0-1 0 0 0,0 1 1 0 0,0-1-1 0 0,0 1 1 0 0,0-1-1 0 0,0 0 1 0 0,-1 0-1 0 0,1 0 0 0 0,-1-1 1 0 0,1 1-1 0 0,-1-1 1 0 0,0 1-1 0 0,0-1 0 0 0,2-3 1 0 0,8-16 557 0 0,-1-1 1 0 0,0 0 0 0 0,13-47-1 0 0,-22 64-418 0 0,-1 4 34 0 0,0-22 2019 0 0,-6 15-870 0 0,-9 22-1268 0 0,7-3 30 0 0,1 1 0 0 0,1 0 0 0 0,0 1 0 0 0,0-1 0 0 0,1 1 0 0 0,-4 19 0 0 0,7-27-52 0 0,0 0 0 0 0,0 0 1 0 0,0 0-1 0 0,0 0 0 0 0,1 0 0 0 0,0 0 0 0 0,0 0 0 0 0,0 0 0 0 0,0 0 0 0 0,1 0 0 0 0,-1 0 0 0 0,1 0 0 0 0,0 0 0 0 0,0 0 1 0 0,0 0-1 0 0,1-1 0 0 0,0 1 0 0 0,-1 0 0 0 0,1-1 0 0 0,0 1 0 0 0,1-1 0 0 0,-1 0 0 0 0,1 1 0 0 0,4 3 0 0 0,-5-6-13 0 0,1 0 0 0 0,0 0 0 0 0,-1 0 1 0 0,1-1-1 0 0,0 1 0 0 0,-1-1 0 0 0,1 0 0 0 0,0 1 0 0 0,0-1 0 0 0,0 0 0 0 0,-1-1 0 0 0,1 1 0 0 0,0 0 0 0 0,0-1 0 0 0,-1 0 0 0 0,1 0 0 0 0,0 0 0 0 0,-1 0 0 0 0,1 0 0 0 0,-1 0 0 0 0,3-2 0 0 0,60-38-878 0 0,-49 30 448 0 0,-9 7 403 0 0,-1-1 0 0 0,-1 0 1 0 0,1 0-1 0 0,-1-1 0 0 0,0 0 0 0 0,0 0 1 0 0,0 0-1 0 0,-1 0 0 0 0,4-8 1 0 0,-6 11 1796 0 0,0-15-1588 0 0,-9 62-160 0 0,7-41-78 0 0,0 3-6933 0 0,0-4 6613 0 0,0 1 0 0 0,0 0 0 0 0,1-1-1 0 0,-1 1 1 0 0,1 0 0 0 0,-1-1-1 0 0,1 1 1 0 0,0-1 0 0 0,0 1 0 0 0,0-1-1 0 0,0 0 1 0 0,1 1 0 0 0,-1-1-1 0 0,1 0 1 0 0,2 3 0 0 0,-1-3-2212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4.816"/>
    </inkml:context>
    <inkml:brush xml:id="br0">
      <inkml:brushProperty name="width" value="0.035" units="cm"/>
      <inkml:brushProperty name="height" value="0.035" units="cm"/>
      <inkml:brushProperty name="color" value="#E71224"/>
    </inkml:brush>
  </inkml:definitions>
  <inkml:trace contextRef="#ctx0" brushRef="#br0">152 48 12513 0 0,'0'0'1761'0'0,"-2"-4"-934"0"0,-1 0-631 0 0,0 1 0 0 0,0-1 0 0 0,0 1 0 0 0,0 0 0 0 0,0 0 0 0 0,-1 0 0 0 0,0 0 1 0 0,1 1-1 0 0,-1 0 0 0 0,0-1 0 0 0,0 1 0 0 0,0 1 0 0 0,0-1 0 0 0,-1 1 0 0 0,1-1 0 0 0,0 1 0 0 0,-9-1 1 0 0,11 2-129 0 0,-1 0 0 0 0,1 0 0 0 0,-1 1 0 0 0,1-1 0 0 0,0 0 0 0 0,-1 1 0 0 0,1 0 0 0 0,-1-1 0 0 0,1 1 0 0 0,0 0 0 0 0,0 0 0 0 0,0 0 0 0 0,0 1 0 0 0,0-1 0 0 0,0 0 0 0 0,0 1 0 0 0,0 0 1 0 0,0-1-1 0 0,0 1 0 0 0,1 0 0 0 0,-1 0 0 0 0,1 0 0 0 0,-1 0 0 0 0,1 0 0 0 0,0 0 0 0 0,0 0 0 0 0,0 0 0 0 0,0 0 0 0 0,0 1 0 0 0,0-1 0 0 0,1 0 0 0 0,-1 1 0 0 0,1-1 0 0 0,0 1 1 0 0,-1 3-1 0 0,-4 29 831 0 0,-6 56 110 0 0,11-89-1077 0 0,2 0-185 0 0,-1 0 228 0 0,0 0 0 0 0,1 0 0 0 0,0 0 0 0 0,-1 0 1 0 0,1-1-1 0 0,0 1 0 0 0,0 0 0 0 0,0-1 0 0 0,3 2 0 0 0,-3-2 20 0 0,1-1 0 0 0,0 1 0 0 0,0 0 0 0 0,0-1 0 0 0,0 0 0 0 0,-1 0 0 0 0,1 0 0 0 0,0 0 0 0 0,0 0-1 0 0,0-1 1 0 0,0 1 0 0 0,-1-1 0 0 0,1 0 0 0 0,0 1 0 0 0,0-1 0 0 0,-1-1 0 0 0,1 1 0 0 0,-1 0 0 0 0,1-1 0 0 0,-1 1 0 0 0,1-1-1 0 0,-1 0 1 0 0,0 1 0 0 0,0-1 0 0 0,0 0 0 0 0,0-1 0 0 0,2-2 0 0 0,1-2 156 0 0,0 0 0 0 0,0-1 0 0 0,-1 1 0 0 0,-1-1-1 0 0,1 0 1 0 0,-1 0 0 0 0,3-12 0 0 0,-5 17 165 0 0,2-20 1327 0 0,-6 21-706 0 0,-2 15-685 0 0,-2 30 650 0 0,-2 63 0 0 0,0 7 509 0 0,0-16-197 0 0,8-67-1439 0 0,-2-1 1 0 0,0 0-1 0 0,-2 0 0 0 0,-10 33 0 0 0,11-54-515 0 0,-10 12-11742 0 0,9-15 10388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5.637"/>
    </inkml:context>
    <inkml:brush xml:id="br0">
      <inkml:brushProperty name="width" value="0.035" units="cm"/>
      <inkml:brushProperty name="height" value="0.035" units="cm"/>
      <inkml:brushProperty name="color" value="#E71224"/>
    </inkml:brush>
  </inkml:definitions>
  <inkml:trace contextRef="#ctx0" brushRef="#br0">1 300 9109 0 0,'60'-110'4511'0'0,"-58"107"-4083"0"0,19-22 5792 0 0,-18 20-5939 0 0,9-17-20 0 0,1-4 354 0 0,-16 49-199 0 0,0-9-311 0 0,0 1-1 0 0,0 1 1 0 0,2-1-1 0 0,0 0 1 0 0,0 0-1 0 0,2 0 1 0 0,0 1-1 0 0,4 22 0 0 0,-5-38-111 0 0,0 1 0 0 0,0 0-1 0 0,0 0 1 0 0,1 0-1 0 0,-1-1 1 0 0,0 1 0 0 0,0 0-1 0 0,1 0 1 0 0,-1-1-1 0 0,0 1 1 0 0,1 0 0 0 0,-1-1-1 0 0,1 1 1 0 0,-1 0-1 0 0,1-1 1 0 0,-1 1 0 0 0,1-1-1 0 0,0 1 1 0 0,-1-1-1 0 0,1 1 1 0 0,0-1 0 0 0,-1 1-1 0 0,1-1 1 0 0,0 0-1 0 0,0 1 1 0 0,-1-1 0 0 0,1 0-1 0 0,0 0 1 0 0,0 1-1 0 0,-1-1 1 0 0,1 0 0 0 0,1 0-1 0 0,0-1-13 0 0,0 1-1 0 0,0-1 0 0 0,0 0 1 0 0,0 1-1 0 0,0-1 1 0 0,0 0-1 0 0,-1 0 0 0 0,1-1 1 0 0,0 1-1 0 0,-1 0 0 0 0,1-1 1 0 0,1-1-1 0 0,35-43-504 0 0,-25 27 404 0 0,-8 9 260 0 0,1 1-1 0 0,1 0 1 0 0,0 0-1 0 0,0 1 1 0 0,14-13-1 0 0,-20 21-127 0 0,-1 0-1 0 0,0 0 0 0 0,1 0 1 0 0,-1 0-1 0 0,1 0 1 0 0,-1 0-1 0 0,0 0 0 0 0,1 1 1 0 0,-1-1-1 0 0,0 0 0 0 0,1 0 1 0 0,-1 0-1 0 0,1 1 1 0 0,-1-1-1 0 0,0 0 0 0 0,0 0 1 0 0,1 1-1 0 0,-1-1 0 0 0,0 0 1 0 0,1 1-1 0 0,-1-1 1 0 0,0 0-1 0 0,0 1 0 0 0,0-1 1 0 0,1 0-1 0 0,-1 1 0 0 0,0-1 1 0 0,0 1-1 0 0,0-1 0 0 0,0 0 1 0 0,0 1-1 0 0,0-1 1 0 0,0 1-1 0 0,0-1 0 0 0,0 0 1 0 0,0 1-1 0 0,0 0 0 0 0,3 16-14 0 0,-3-15-10 0 0,0 1 1 0 0,0-1-1 0 0,1 0 0 0 0,-1 1 1 0 0,0-1-1 0 0,1 0 0 0 0,-1 1 0 0 0,1-1 1 0 0,0 0-1 0 0,0 0 0 0 0,0 0 0 0 0,0 0 1 0 0,0 0-1 0 0,0 0 0 0 0,0 0 1 0 0,1 0-1 0 0,-1 0 0 0 0,1 0 0 0 0,2 2 1 0 0,-2-3-6 0 0,0-1 0 0 0,0 1 1 0 0,1-1-1 0 0,-1 1 0 0 0,0-1 1 0 0,0 1-1 0 0,1-1 0 0 0,-1 0 1 0 0,0 0-1 0 0,0 0 0 0 0,0-1 1 0 0,1 1-1 0 0,-1 0 0 0 0,0-1 1 0 0,0 0-1 0 0,0 1 0 0 0,1-1 1 0 0,-1 0-1 0 0,0 0 0 0 0,2-2 1 0 0,2 1-22 0 0,-1-1 0 0 0,0 0 0 0 0,1-1-1 0 0,-2 1 1 0 0,1-1 0 0 0,0 0 0 0 0,-1 0 0 0 0,0-1 0 0 0,0 1 0 0 0,0-1 0 0 0,0 0 0 0 0,-1 0 0 0 0,6-10 0 0 0,-2-2 13 0 0,-1 0 0 0 0,0 0 0 0 0,4-22 0 0 0,4-11-59 0 0,-11 26 6691 0 0,-3 50-5148 0 0,7 4-447 0 0,-3-18-825 0 0,-1 1 1 0 0,0 0-1 0 0,-1 0 0 0 0,0 0 0 0 0,-1 0 1 0 0,-1 0-1 0 0,0 1 0 0 0,-1-1 0 0 0,0 0 0 0 0,-1 0 1 0 0,0 0-1 0 0,-5 14 0 0 0,5-19-208 0 0,-1 0-1 0 0,1 0 1 0 0,-2-1 0 0 0,1 1-1 0 0,-1-1 1 0 0,0 0 0 0 0,-1 0-1 0 0,1 0 1 0 0,-1-1 0 0 0,-1 0-1 0 0,-9 10 1 0 0,12-14-263 0 0,-15 3-1265 0 0,17-5 1261 0 0,0 1-1 0 0,-1 0 1 0 0,1-1 0 0 0,0 1-1 0 0,0-1 1 0 0,0 1-1 0 0,-1-1 1 0 0,1 1-1 0 0,0-1 1 0 0,0 0-1 0 0,-1 0 1 0 0,1 0-1 0 0,0 0 1 0 0,-1 0 0 0 0,1 0-1 0 0,0 0 1 0 0,0 0-1 0 0,-1 0 1 0 0,1-1-1 0 0,0 1 1 0 0,0 0-1 0 0,-1-1 1 0 0,1 1 0 0 0,0-1-1 0 0,0 1 1 0 0,0-1-1 0 0,0 0 1 0 0,0 1-1 0 0,0-1 1 0 0,-1-1-1 0 0,0 0-147 0 0,1-1 0 0 0,0 1 0 0 0,0 0 1 0 0,0-1-1 0 0,1 1 0 0 0,-1-1 0 0 0,1 1 0 0 0,-1-1 0 0 0,1 1 0 0 0,0-1 0 0 0,0 1 0 0 0,0-1 0 0 0,0 1 0 0 0,0-1 0 0 0,1 1 0 0 0,-1-1 0 0 0,1 1 0 0 0,1-4 0 0 0,-2 2-151 0 0,5-13-2048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8:46.270"/>
    </inkml:context>
    <inkml:brush xml:id="br0">
      <inkml:brushProperty name="width" value="0.035" units="cm"/>
      <inkml:brushProperty name="height" value="0.035" units="cm"/>
      <inkml:brushProperty name="color" value="#E71224"/>
    </inkml:brush>
  </inkml:definitions>
  <inkml:trace contextRef="#ctx0" brushRef="#br0">0 90 7333 0 0,'0'0'5406'0'0,"4"-5"-4328"0"0,12-14-13 0 0,-12 15 2199 0 0,6-17-1245 0 0,-9 17-1649 0 0,1-1 1856 0 0,-1 3-1994 0 0,0 1 0 0 0,0-1 0 0 0,0 0 1 0 0,0 1-1 0 0,0-1 0 0 0,-1 0 0 0 0,1 0 0 0 0,-1 0 1 0 0,1 1-1 0 0,-1-1 0 0 0,0 0 0 0 0,0-3 1 0 0,-2 0 1020 0 0,-4 17-485 0 0,-4 19 987 0 0,-11 61 0 0 0,19-80-1594 0 0,0 0 0 0 0,1 1 0 0 0,1-1 0 0 0,0 0 0 0 0,0 1 0 0 0,2-1 0 0 0,-1 0 0 0 0,5 17 0 0 0,-5-27-159 0 0,0 1 0 0 0,-1-1 0 0 0,1 1 0 0 0,0-1 0 0 0,0 1 0 0 0,0-1 0 0 0,1 0 0 0 0,-1 1 0 0 0,0-1 0 0 0,1 0 0 0 0,0 0 0 0 0,-1 0 0 0 0,1 0 0 0 0,0 0 0 0 0,0-1 0 0 0,0 1 0 0 0,0 0 0 0 0,0-1 0 0 0,1 0 1 0 0,-1 1-1 0 0,0-1 0 0 0,5 1 0 0 0,-4-1-21 0 0,0-1 1 0 0,1 0 0 0 0,-1 0 0 0 0,0 0 0 0 0,1-1 0 0 0,-1 1 0 0 0,0-1 0 0 0,1 0 0 0 0,-1 0 0 0 0,0 0 0 0 0,0 0 0 0 0,0 0 0 0 0,0-1 0 0 0,0 0 0 0 0,3-1-1 0 0,11-9-77 0 0,-1-1 1 0 0,-1 0-1 0 0,0-1 0 0 0,19-22 0 0 0,-25 25 278 0 0,0-1 0 0 0,-1 0 1 0 0,9-14-1 0 0,-16 25-183 0 0,1-1-1 0 0,-1 1 1 0 0,1 0-1 0 0,0 0 1 0 0,0 1-1 0 0,-1-1 1 0 0,1 0-1 0 0,0 0 1 0 0,0 1-1 0 0,0-1 1 0 0,0 1-1 0 0,2 0 1 0 0,24-10-4379 0 0,-24 8 4282 0 0,-3 2 74 0 0,0-1-1 0 0,0 1 1 0 0,0-1 0 0 0,0 1 0 0 0,0-1 0 0 0,0 0 0 0 0,0 0 0 0 0,0 1 0 0 0,-1-1 0 0 0,1 0 0 0 0,0 0 0 0 0,0 0 0 0 0,-1 0 0 0 0,1 0 0 0 0,0 0 0 0 0,-1 0 0 0 0,1 0 0 0 0,-1 0 0 0 0,1-1 0 0 0,-1 1 0 0 0,0 0 0 0 0,0 0 0 0 0,1-2 0 0 0,-4 2-1164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2:04.680"/>
    </inkml:context>
    <inkml:brush xml:id="br0">
      <inkml:brushProperty name="width" value="0.035" units="cm"/>
      <inkml:brushProperty name="height" value="0.035" units="cm"/>
      <inkml:brushProperty name="color" value="#E71224"/>
    </inkml:brush>
  </inkml:definitions>
  <inkml:trace contextRef="#ctx0" brushRef="#br0">174 0 7657 0 0,'0'0'5670'0'0,"-6"2"-4962"0"0,-17 2-43 0 0,17-3-80 0 0,-1 0-14 0 0,-20 1 20 0 0,20-1 1346 0 0,0-1-1214 0 0,-50 1 3539 0 0,52-1-2291 0 0,-21 4 762 0 0,27-4-2705 0 0,-1 0 0 0 0,0 0 1 0 0,1 0-1 0 0,-1 0 0 0 0,0 1 1 0 0,1-1-1 0 0,-1 0 0 0 0,0 0 1 0 0,0 1-1 0 0,1-1 0 0 0,-1 0 0 0 0,0 0 1 0 0,0 1-1 0 0,0-1 0 0 0,1 0 1 0 0,-1 1-1 0 0,0-1 0 0 0,0 0 1 0 0,0 1-1 0 0,0-1 0 0 0,0 0 1 0 0,0 1-1 0 0,0-1 0 0 0,0 0 1 0 0,0 1-1 0 0,0-1 0 0 0,0 0 0 0 0,0 1 1 0 0,0-1-1 0 0,0 0 0 0 0,0 1 1 0 0,0-1-1 0 0,0 1 0 0 0,0-1 1 0 0,0 0-1 0 0,0 1 0 0 0,0-1 1 0 0,-1 0-1 0 0,1 0 0 0 0,0 1 1 0 0,0-1-1 0 0,0 0 0 0 0,-1 1 0 0 0,1-1 1 0 0,0 0-1 0 0,0 0 0 0 0,-1 1 1 0 0,1-1-1 0 0,0 0 0 0 0,-1 0 1 0 0,1 0-1 0 0,0 0 0 0 0,-1 1 1 0 0,1-1-1 0 0,0 0 0 0 0,-1 0 0 0 0,1 0 1 0 0,0 0-1 0 0,-1 0 0 0 0,1 0 1 0 0,-1 0-1 0 0,15 5 204 0 0,0-1-1 0 0,0 0 1 0 0,1-1-1 0 0,-1-1 1 0 0,1 0-1 0 0,-1-1 1 0 0,1 0-1 0 0,25-3 1 0 0,-2 2 42 0 0,100-1 108 0 0,69-8-152 0 0,-82 0-240 0 0,0 7-1 0 0,204 20 1 0 0,-260-1-23 0 0,-68-17-152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2:05.918"/>
    </inkml:context>
    <inkml:brush xml:id="br0">
      <inkml:brushProperty name="width" value="0.035" units="cm"/>
      <inkml:brushProperty name="height" value="0.035" units="cm"/>
      <inkml:brushProperty name="color" value="#E71224"/>
    </inkml:brush>
  </inkml:definitions>
  <inkml:trace contextRef="#ctx0" brushRef="#br0">125 81 6921 0 0,'0'0'5121'0'0,"-4"1"-4319"0"0,-49 15 4494 0 0,-15 6 5069 0 0,98-11-8379 0 0,8-8-1609 0 0,-1-3 1 0 0,1-1 0 0 0,-1-1 0 0 0,0-3-1 0 0,63-14 1 0 0,-68 12-368 0 0,16-2-10 0 0,313-73 0 0 0,-344 76 1474 0 0,-8 3-3122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2:07.031"/>
    </inkml:context>
    <inkml:brush xml:id="br0">
      <inkml:brushProperty name="width" value="0.035" units="cm"/>
      <inkml:brushProperty name="height" value="0.035" units="cm"/>
      <inkml:brushProperty name="color" value="#E71224"/>
    </inkml:brush>
  </inkml:definitions>
  <inkml:trace contextRef="#ctx0" brushRef="#br0">246 76 9397 0 0,'0'0'245'0'0,"-4"0"-1"0"0,-25-2 325 0 0,0 2 0 0 0,1 1 0 0 0,-30 5 0 0 0,29-2 4449 0 0,3 0 4548 0 0,25-4-9412 0 0,-3 0 1157 0 0,-24 8 564 0 0,27-8-1850 0 0,1 0-1 0 0,-1 0 1 0 0,1 0 0 0 0,0 0 0 0 0,-1 0-1 0 0,1 0 1 0 0,-1 0 0 0 0,1 0-1 0 0,0 0 1 0 0,-1 0 0 0 0,1 1-1 0 0,0-1 1 0 0,-1 0 0 0 0,1 0 0 0 0,0 1-1 0 0,-1-1 1 0 0,1 0 0 0 0,0 0-1 0 0,0 1 1 0 0,-1-1 0 0 0,1 0-1 0 0,0 1 1 0 0,0-1 0 0 0,-1 0 0 0 0,1 1-1 0 0,0-1 1 0 0,0 0 0 0 0,0 1-1 0 0,0-1 1 0 0,0 0 0 0 0,0 1-1 0 0,-1-1 1 0 0,1 0 0 0 0,0 1 0 0 0,0-1-1 0 0,0 1 1 0 0,0-1 0 0 0,0 0-1 0 0,0 1 1 0 0,1-1 0 0 0,-1 1-1 0 0,0-1 1 0 0,0 0 0 0 0,0 1 0 0 0,0-1-1 0 0,0 0 1 0 0,0 1 0 0 0,1-1-1 0 0,-1 0 1 0 0,0 1 0 0 0,0-1-1 0 0,1 0 1 0 0,-1 1 0 0 0,0-1 0 0 0,0 0-1 0 0,1 0 1 0 0,-1 1 0 0 0,0-1-1 0 0,1 0 1 0 0,-1 0 0 0 0,0 1-1 0 0,1-1 1 0 0,0 0 0 0 0,10 5 72 0 0,1 0 1 0 0,0-1 0 0 0,0 0-1 0 0,1-1 1 0 0,-1-1-1 0 0,1 0 1 0 0,-1 0-1 0 0,1-1 1 0 0,-1-1 0 0 0,1 0-1 0 0,19-3 1 0 0,15-4-134 0 0,76-20 1 0 0,-53 9 19 0 0,0-3 0 0 0,72-33 1 0 0,-139 53-254 0 0,8-5-5887 0 0,-4 2-1839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5:47.374"/>
    </inkml:context>
    <inkml:brush xml:id="br0">
      <inkml:brushProperty name="width" value="0.035" units="cm"/>
      <inkml:brushProperty name="height" value="0.035" units="cm"/>
      <inkml:brushProperty name="color" value="#E71224"/>
    </inkml:brush>
  </inkml:definitions>
  <inkml:trace contextRef="#ctx0" brushRef="#br0">1 53 1908 0 0,'7'8'6421'0'0,"8"2"-3357"0"0,44 23-3590 0 0,-26-16 1184 0 0,-33-17-560 0 0,4 2 53 0 0,31 5 519 0 0,-30-5-626 0 0,0-1 0 0 0,-1 1 1 0 0,1-1-1 0 0,0 0 0 0 0,0-1 0 0 0,9 1 0 0 0,-12-2-29 0 0,-1 1-1 0 0,1 0 1 0 0,0-1-1 0 0,-1 1 1 0 0,1-1-1 0 0,-1 0 1 0 0,1 1 0 0 0,-1-1-1 0 0,0 0 1 0 0,1 0-1 0 0,-1 0 1 0 0,0 0-1 0 0,1 0 1 0 0,-1 0 0 0 0,0 0-1 0 0,0 0 1 0 0,0-1-1 0 0,0 1 1 0 0,0 0-1 0 0,0-1 1 0 0,-1 1 0 0 0,1-1-1 0 0,0 1 1 0 0,-1-1-1 0 0,2-2 1 0 0,-2 2-6 0 0,1 0 1 0 0,0 0-1 0 0,-1-1 0 0 0,0 1 1 0 0,1 0-1 0 0,-1 0 0 0 0,0 0 1 0 0,0 0-1 0 0,0 0 1 0 0,-1 0-1 0 0,1-1 0 0 0,0 1 1 0 0,-1 0-1 0 0,1 0 0 0 0,-1 0 1 0 0,0 0-1 0 0,1 0 1 0 0,-1 0-1 0 0,-3-3 0 0 0,2 1 16 0 0,-1 0 0 0 0,-1 1-1 0 0,1-1 1 0 0,0 1 0 0 0,-1 0-1 0 0,0 0 1 0 0,0 0 0 0 0,-7-4 0 0 0,2 3 64 0 0,-1-1 1 0 0,1 1-1 0 0,-1 0 1 0 0,-1 1-1 0 0,1 0 1 0 0,0 1-1 0 0,-12-2 1 0 0,19 4 305 0 0,-1 0-245 0 0,3 0-127 0 0,0 0-1 0 0,0 0 1 0 0,0-1-1 0 0,0 1 1 0 0,0 0 0 0 0,0 0-1 0 0,1 0 1 0 0,-1 0-1 0 0,0 1 1 0 0,0-1-1 0 0,0 0 1 0 0,0 0-1 0 0,0 0 1 0 0,0 1-1 0 0,0-1 1 0 0,1 0-1 0 0,-1 1 1 0 0,0-1 0 0 0,0 1-1 0 0,0-1 1 0 0,1 1-1 0 0,-1-1 1 0 0,0 1-1 0 0,0 1 1 0 0,0 3-12 0 0,1-1 0 0 0,0 1 0 0 0,0 0 1 0 0,0 0-1 0 0,0 0 0 0 0,1 0 1 0 0,0-1-1 0 0,0 1 0 0 0,0 0 0 0 0,1-1 1 0 0,0 1-1 0 0,-1-1 0 0 0,2 1 0 0 0,-1-1 1 0 0,0 0-1 0 0,1 0 0 0 0,0 0 0 0 0,4 5 1 0 0,-1-1 13 0 0,0-1 0 0 0,1 1 0 0 0,0-1 0 0 0,1-1 1 0 0,-1 1-1 0 0,1-2 0 0 0,1 1 0 0 0,12 7 0 0 0,-19-12-12 0 0,-1 0-1 0 0,1 0 1 0 0,0-1-1 0 0,-1 1 1 0 0,1 0-1 0 0,0-1 0 0 0,0 1 1 0 0,-1-1-1 0 0,1 1 1 0 0,0-1-1 0 0,0 0 0 0 0,0 0 1 0 0,0 1-1 0 0,0-2 1 0 0,0 1-1 0 0,-1 0 0 0 0,1 0 1 0 0,0 0-1 0 0,0-1 1 0 0,0 1-1 0 0,0-1 1 0 0,2-1-1 0 0,-3 1-9 0 0,0 0 0 0 0,0 0 0 0 0,-1 0 0 0 0,1-1 0 0 0,0 1 0 0 0,0 0 0 0 0,-1-1 0 0 0,1 1 0 0 0,-1-1 0 0 0,1 1 1 0 0,-1-1-1 0 0,1 1 0 0 0,-1-1 0 0 0,0 1 0 0 0,0-1 0 0 0,0 1 0 0 0,0-1 0 0 0,0 1 0 0 0,0-1 0 0 0,-1-2 0 0 0,0-2-5 0 0,0-1-1 0 0,0 1 1 0 0,-1 0-1 0 0,0 0 1 0 0,0 0-1 0 0,-1 0 1 0 0,0 0 0 0 0,0 1-1 0 0,0-1 1 0 0,-1 1-1 0 0,1 0 1 0 0,-6-5-1 0 0,8 9 4 0 0,0 0 0 0 0,0 0-1 0 0,0-1 1 0 0,0 1 0 0 0,0 0-1 0 0,-1 0 1 0 0,1 1-1 0 0,-1-1 1 0 0,1 0 0 0 0,0 0-1 0 0,-1 1 1 0 0,1-1-1 0 0,-1 1 1 0 0,0-1 0 0 0,1 1-1 0 0,-1-1 1 0 0,1 1 0 0 0,-1 0-1 0 0,0 0 1 0 0,1 0-1 0 0,-1 0 1 0 0,1 0 0 0 0,-1 0-1 0 0,0 1 1 0 0,1-1 0 0 0,-1 0-1 0 0,1 1 1 0 0,-4 1-1 0 0,4-1-1 0 0,1 0 0 0 0,-1 0-1 0 0,1 0 1 0 0,-1 0 0 0 0,1 0-1 0 0,-1 1 1 0 0,1-1 0 0 0,-1 0-1 0 0,1 0 1 0 0,0 1 0 0 0,0-1-1 0 0,0 0 1 0 0,0 1 0 0 0,0-1-1 0 0,0 0 1 0 0,0 0 0 0 0,0 1-1 0 0,1-1 1 0 0,-1 0 0 0 0,0 0-1 0 0,1 1 1 0 0,-1-1 0 0 0,1 0-1 0 0,-1 0 1 0 0,1 0 0 0 0,0 0-1 0 0,-1 0 1 0 0,1 0 0 0 0,0 0-1 0 0,0 0 1 0 0,0 0 0 0 0,0 0-1 0 0,0 0 1 0 0,0 0 0 0 0,2 1-1 0 0,-2-1 8 0 0,-1 0 0 0 0,1 0-1 0 0,0 0 1 0 0,0 0-1 0 0,0 0 1 0 0,0 0-1 0 0,0 0 1 0 0,0 0 0 0 0,1 0-1 0 0,-1-1 1 0 0,0 1-1 0 0,0-1 1 0 0,1 1-1 0 0,-1-1 1 0 0,0 1 0 0 0,1-1-1 0 0,-1 1 1 0 0,0-1-1 0 0,1 0 1 0 0,1 0-1 0 0,-3 0 0 0 0,1 0 0 0 0,0-1-1 0 0,-1 1 1 0 0,1 0-1 0 0,-1-1 1 0 0,1 1 0 0 0,-1 0-1 0 0,1-1 1 0 0,-1 1-1 0 0,1-1 1 0 0,-1 1 0 0 0,1-1-1 0 0,-1 1 1 0 0,0-1-1 0 0,1 1 1 0 0,-1-1 0 0 0,0 0-1 0 0,1 1 1 0 0,-1-1-1 0 0,0 0 1 0 0,0 1 0 0 0,0-1-1 0 0,1 1 1 0 0,-1-1-1 0 0,0 0 1 0 0,0 1 0 0 0,0-2-1 0 0,0 1-1 0 0,0-1 0 0 0,0 1-1 0 0,0-1 1 0 0,0 1 0 0 0,0-1 0 0 0,0 1-1 0 0,-1 0 1 0 0,1-1 0 0 0,0 1 0 0 0,-1 0-1 0 0,1-1 1 0 0,-1 1 0 0 0,0 0-1 0 0,1-1 1 0 0,-1 1 0 0 0,0 0 0 0 0,0 0-1 0 0,0 0 1 0 0,0 0 0 0 0,1 0 0 0 0,-2 0-1 0 0,1 0 1 0 0,0 0 0 0 0,0 0 0 0 0,0 0-1 0 0,0 0 1 0 0,-1 1 0 0 0,1-1-1 0 0,0 1 1 0 0,0-1 0 0 0,-1 1 0 0 0,1-1-1 0 0,-1 1 1 0 0,1 0 0 0 0,-3-1 0 0 0,4 1-3 0 0,0 0 1 0 0,0 0-1 0 0,0 0 1 0 0,0 0-1 0 0,0 0 1 0 0,0 0-1 0 0,-1 0 1 0 0,1 0-1 0 0,0 0 1 0 0,0 0-1 0 0,0 0 1 0 0,0 0-1 0 0,0 0 1 0 0,-1 0-1 0 0,1 0 1 0 0,0 0-1 0 0,0 0 1 0 0,0 0-1 0 0,0 0 1 0 0,0 0 0 0 0,0 0-1 0 0,-1 0 1 0 0,1 1-1 0 0,0-1 1 0 0,0 0-1 0 0,0 0 1 0 0,0 0-1 0 0,0 0 1 0 0,0 0-1 0 0,0 0 1 0 0,0 0-1 0 0,-1 0 1 0 0,1 1-1 0 0,0-1 1 0 0,0 0-1 0 0,0 0 1 0 0,0 0-1 0 0,0 0 1 0 0,0 0-1 0 0,0 1 1 0 0,0-1-1 0 0,0 0 1 0 0,0 0 0 0 0,0 0-1 0 0,0 0 1 0 0,0 0-1 0 0,0 0 1 0 0,0 1-1 0 0,0-1 1 0 0,0 0-1 0 0,0 0 1 0 0,0 0-1 0 0,0 0 1 0 0,0 0-1 0 0,0 1 1 0 0,1-1-1 0 0,7 10 57 0 0,14 8 23 0 0,3-9 10 0 0,-25-9-87 0 0,1 0 0 0 0,0 0 0 0 0,-1 0 0 0 0,1 0 0 0 0,-1 1 0 0 0,1-1 0 0 0,-1 0 0 0 0,1 0 0 0 0,0 0 0 0 0,-1 0 0 0 0,1-1 0 0 0,-1 1 0 0 0,1 0 0 0 0,-1 0 0 0 0,1 0 0 0 0,0 0 0 0 0,-1 0 0 0 0,1-1 0 0 0,-1 1 0 0 0,1 0 0 0 0,-1-1 0 0 0,1 1 0 0 0,-1 0-1 0 0,0-1 1 0 0,1 1 0 0 0,-1 0 0 0 0,1-1 0 0 0,-1 1 0 0 0,0-1 0 0 0,1 1 0 0 0,-1-1 0 0 0,0 1 0 0 0,1-1 0 0 0,-1 1 0 0 0,0-1 0 0 0,0 1 0 0 0,1-1 0 0 0,-1 1 0 0 0,0-1 0 0 0,0 0 0 0 0,0 1 0 0 0,0-1 0 0 0,0 0 0 0 0,-2-1 8 0 0,1-1 0 0 0,-1 1 0 0 0,0 0 0 0 0,0 0 0 0 0,0 0 0 0 0,0 0 0 0 0,-1 0 0 0 0,1 0 0 0 0,0 0 0 0 0,-1 1 0 0 0,1 0 0 0 0,-1-1 0 0 0,0 1 0 0 0,0 0 0 0 0,1 0 0 0 0,-1 0 0 0 0,0 0 0 0 0,-5 0 0 0 0,8 1-11 0 0,0 0 0 0 0,-1 0 0 0 0,0 0 0 0 0,1-1-1 0 0,-1 1 1 0 0,1 0 0 0 0,-1 0 0 0 0,1 0 0 0 0,-1 0 0 0 0,1 0-1 0 0,-1 0 1 0 0,1 0 0 0 0,-1 1 0 0 0,1-1 0 0 0,-1 0 0 0 0,1 0 0 0 0,-1 0-1 0 0,1 0 1 0 0,-1 1 0 0 0,1-1 0 0 0,-1 0 0 0 0,1 0 0 0 0,0 1-1 0 0,-1-1 1 0 0,1 0 0 0 0,-1 1 0 0 0,1-1 0 0 0,0 0 0 0 0,-1 1-1 0 0,1-1 1 0 0,0 1 0 0 0,-1-1 0 0 0,1 1 0 0 0,0-1 0 0 0,0 1-1 0 0,-1-1 1 0 0,1 1 0 0 0,0-1 0 0 0,0 1 0 0 0,0-1 0 0 0,0 1 0 0 0,0-1-1 0 0,0 1 1 0 0,0-1 0 0 0,0 1 0 0 0,0-1 0 0 0,0 1 0 0 0,0-1-1 0 0,0 1 1 0 0,0-1 0 0 0,0 1 0 0 0,0-1 0 0 0,1 1 0 0 0,-1-1-1 0 0,0 1 1 0 0,0-1 0 0 0,1 1 0 0 0,-1-1 0 0 0,0 0 0 0 0,0 1-1 0 0,1-1 1 0 0,-1 1 0 0 0,0-1 0 0 0,1 0 0 0 0,-1 1 0 0 0,1-1-1 0 0,0 1 1 0 0,25 26 39 0 0,-24-26-35 0 0,0 1 1 0 0,-1-1 0 0 0,1 0-1 0 0,0 0 1 0 0,0-1 0 0 0,1 1-1 0 0,-1 0 1 0 0,0-1-1 0 0,0 1 1 0 0,0-1 0 0 0,0 0-1 0 0,0 1 1 0 0,1-1 0 0 0,-1 0-1 0 0,0 0 1 0 0,0-1 0 0 0,5 0-1 0 0,-7 1-3 0 0,1 0 0 0 0,-1 0 0 0 0,0 0-1 0 0,1-1 1 0 0,-1 1 0 0 0,0 0-1 0 0,1 0 1 0 0,-1-1 0 0 0,0 1 0 0 0,1 0-1 0 0,-1 0 1 0 0,0-1 0 0 0,1 1-1 0 0,-1 0 1 0 0,0-1 0 0 0,0 1-1 0 0,0 0 1 0 0,1-1 0 0 0,-1 1 0 0 0,0 0-1 0 0,0-1 1 0 0,0 1 0 0 0,0-1-1 0 0,0 1 1 0 0,1 0 0 0 0,-1-1 0 0 0,0 1-1 0 0,0-1 1 0 0,0 1 0 0 0,0 0-1 0 0,0-2 1 0 0,-16-18-15 0 0,14 18 13 0 0,0 1 1 0 0,0-1-1 0 0,0 0 0 0 0,-1 1 0 0 0,1 0 1 0 0,-1-1-1 0 0,1 1 0 0 0,-1 0 0 0 0,1 0 1 0 0,-1 0-1 0 0,0 1 0 0 0,1-1 0 0 0,-1 1 1 0 0,0-1-1 0 0,1 1 0 0 0,-1 0 0 0 0,0 0 1 0 0,-3 1-1 0 0,5-1 1 0 0,1 0 0 0 0,-1 0 0 0 0,1 0 0 0 0,-1 1 0 0 0,1-1 0 0 0,-1 0 0 0 0,1 0 0 0 0,-1 1 0 0 0,1-1 0 0 0,-1 0 0 0 0,1 1 0 0 0,0-1 0 0 0,-1 0 0 0 0,1 1 0 0 0,-1-1 0 0 0,1 1 0 0 0,0-1 0 0 0,-1 1-1 0 0,1-1 1 0 0,0 1 0 0 0,0-1 0 0 0,-1 1 0 0 0,1-1 0 0 0,0 1 0 0 0,0-1 0 0 0,0 1 0 0 0,0-1 0 0 0,0 1 0 0 0,0-1 0 0 0,0 2 0 0 0,0 0 0 0 0,0 0 0 0 0,1 0 0 0 0,0 0 0 0 0,-1 0 0 0 0,1 0 0 0 0,0 0 0 0 0,0 0 0 0 0,0 0 0 0 0,0 0 0 0 0,0 0 1 0 0,1-1-1 0 0,2 4 0 0 0,37 35 38 0 0,-40-39-37 0 0,1 1 1 0 0,0-1 0 0 0,-1 1-1 0 0,1-1 1 0 0,0 0 0 0 0,0 0-1 0 0,0 1 1 0 0,0-1 0 0 0,0-1-1 0 0,0 1 1 0 0,0 0 0 0 0,0 0-1 0 0,0-1 1 0 0,0 1-1 0 0,0-1 1 0 0,0 0 0 0 0,1 0-1 0 0,-1 1 1 0 0,0-1 0 0 0,0-1-1 0 0,0 1 1 0 0,1 0 0 0 0,-1 0-1 0 0,2-2 1 0 0,-3 2-2 0 0,-1 0-1 0 0,1-1 1 0 0,-1 1 0 0 0,0 0-1 0 0,1 0 1 0 0,-1-1 0 0 0,0 1 0 0 0,1-1-1 0 0,-1 1 1 0 0,0 0 0 0 0,0-1 0 0 0,1 1-1 0 0,-1-1 1 0 0,0 1 0 0 0,0-1-1 0 0,0 1 1 0 0,0 0 0 0 0,1-1 0 0 0,-1 1-1 0 0,0-1 1 0 0,0 1 0 0 0,0-1-1 0 0,0 1 1 0 0,0-1 0 0 0,0 1 0 0 0,0-1-1 0 0,0 1 1 0 0,-1-1 0 0 0,1 1-1 0 0,0-1 1 0 0,0 1 0 0 0,0-1 0 0 0,-13-17-7 0 0,-20-8-8 0 0,31 25 13 0 0,0 0 1 0 0,0 0 0 0 0,-1 0 0 0 0,1 0 0 0 0,0 0 0 0 0,0 0 0 0 0,-1 0-1 0 0,1 1 1 0 0,0 0 0 0 0,-1-1 0 0 0,1 1 0 0 0,-1 0 0 0 0,1 0 0 0 0,-1 0-1 0 0,1 0 1 0 0,-5 2 0 0 0,6-2 0 0 0,0 1 1 0 0,0-1-1 0 0,0 1 0 0 0,0-1 0 0 0,0 1 0 0 0,0 0 1 0 0,0 0-1 0 0,0 0 0 0 0,1-1 0 0 0,-1 1 1 0 0,0 0-1 0 0,0 0 0 0 0,1 0 0 0 0,-1 0 0 0 0,0 0 1 0 0,1 0-1 0 0,-1 0 0 0 0,1 1 0 0 0,0-1 1 0 0,-1 0-1 0 0,1 0 0 0 0,0 0 0 0 0,-1 2 1 0 0,1 1 1 0 0,0-1 1 0 0,0 0-1 0 0,1 0 1 0 0,-1 1-1 0 0,1-1 1 0 0,0 0-1 0 0,-1 0 1 0 0,1 0-1 0 0,1 0 1 0 0,-1 0-1 0 0,0 0 1 0 0,1 0-1 0 0,-1 0 1 0 0,1 0-1 0 0,0-1 1 0 0,0 1-1 0 0,0-1 1 0 0,1 1-1 0 0,-1-1 1 0 0,0 0-1 0 0,1 0 1 0 0,-1 0-1 0 0,6 3 1 0 0,-8-5-1 0 0,1 1 1 0 0,0 0 0 0 0,-1-1 0 0 0,1 1-1 0 0,0-1 1 0 0,-1 1 0 0 0,1-1 0 0 0,0 0-1 0 0,0 1 1 0 0,0-1 0 0 0,-1 0 0 0 0,1 1-1 0 0,0-1 1 0 0,0 0 0 0 0,0 0 0 0 0,0 0-1 0 0,0 0 1 0 0,0 0 0 0 0,-1 0 0 0 0,1 0-1 0 0,0 0 1 0 0,0 0 0 0 0,0 0 0 0 0,0 0 0 0 0,0-1-1 0 0,-1 1 1 0 0,1 0 0 0 0,0-1 0 0 0,0 1-1 0 0,0 0 1 0 0,-1-1 0 0 0,1 1 0 0 0,0-1-1 0 0,0 1 1 0 0,-1-1 0 0 0,1 0 0 0 0,-1 1-1 0 0,1-1 1 0 0,0 0 0 0 0,-1 1 0 0 0,1-1-1 0 0,-1 0 1 0 0,0 0 0 0 0,1 1 0 0 0,-1-1-1 0 0,1 0 1 0 0,-1 0 0 0 0,0 0 0 0 0,0 0-1 0 0,0 1 1 0 0,1-1 0 0 0,-1 0 0 0 0,0 0-1 0 0,0 0 1 0 0,0-1 0 0 0,0-2-8 0 0,0-1-1 0 0,0 1 1 0 0,0-1-1 0 0,-1 1 1 0 0,1-1-1 0 0,-1 1 1 0 0,0-1-1 0 0,0 1 1 0 0,-3-7 0 0 0,2 7 0 0 0,0 1 1 0 0,-1 0-1 0 0,1 0 1 0 0,0-1-1 0 0,-1 1 1 0 0,0 1-1 0 0,0-1 1 0 0,0 0-1 0 0,0 1 0 0 0,0-1 1 0 0,0 1-1 0 0,0 0 1 0 0,-1 0-1 0 0,1 0 1 0 0,-1 1-1 0 0,0-1 1 0 0,0 1-1 0 0,1 0 1 0 0,-1 0-1 0 0,0 0 1 0 0,0 1-1 0 0,-5-1 1 0 0,8 1 10 0 0,0 0-1 0 0,0 1 1 0 0,0-1 0 0 0,0 1 0 0 0,0-1-1 0 0,0 1 1 0 0,0-1 0 0 0,0 1 0 0 0,0-1-1 0 0,0 1 1 0 0,0 0 0 0 0,0 0 0 0 0,1-1-1 0 0,-1 1 1 0 0,0 0 0 0 0,1 0 0 0 0,-1 0-1 0 0,0 0 1 0 0,1 0 0 0 0,-1 0 0 0 0,1 0-1 0 0,-1 0 1 0 0,1 0 0 0 0,0 0 0 0 0,-1 0-1 0 0,1 0 1 0 0,0 0 0 0 0,0 0-1 0 0,0 0 1 0 0,0 0 0 0 0,0 0 0 0 0,0 1-1 0 0,0-1 1 0 0,0 0 0 0 0,1 2 0 0 0,6 36-37 0 0,-5-33 28 0 0,1 1 0 0 0,0-1 0 0 0,0 0 0 0 0,1 0 0 0 0,-1 0 0 0 0,1 0 0 0 0,1-1 0 0 0,-1 0 0 0 0,1 0 0 0 0,0 0 1 0 0,0 0-1 0 0,0-1 0 0 0,1 0 0 0 0,10 7 0 0 0,-15-11 7 0 0,0 1 1 0 0,0-1-1 0 0,0 0 0 0 0,0 0 1 0 0,0 1-1 0 0,0-1 1 0 0,0 0-1 0 0,0 0 0 0 0,0 0 1 0 0,0 0-1 0 0,0 0 0 0 0,0 0 1 0 0,0 0-1 0 0,0-1 1 0 0,0 1-1 0 0,0 0 0 0 0,0 0 1 0 0,-1-1-1 0 0,1 1 0 0 0,0-1 1 0 0,0 1-1 0 0,0-1 1 0 0,0 1-1 0 0,0-1 0 0 0,-1 1 1 0 0,1-1-1 0 0,0 0 0 0 0,-1 1 1 0 0,1-1-1 0 0,0 0 1 0 0,-1 0-1 0 0,1 1 0 0 0,-1-1 1 0 0,1-1-1 0 0,11-23-2 0 0,-11 21-59 0 0,-3 0 1 0 0,-1-1 62 0 0,0 1-1 0 0,-1-1 1 0 0,1 1 0 0 0,-1 0 0 0 0,0 0 0 0 0,0 1-1 0 0,0-1 1 0 0,0 1 0 0 0,-1 0 0 0 0,1 0-1 0 0,-7-3 1 0 0,10 5-4 0 0,0 0 0 0 0,-1 0 0 0 0,1 0 0 0 0,0 1 0 0 0,-1-1-1 0 0,1 1 1 0 0,-1-1 0 0 0,1 1 0 0 0,0-1 0 0 0,-1 1 0 0 0,1 0 0 0 0,-1-1-1 0 0,1 1 1 0 0,-1 0 0 0 0,1 0 0 0 0,-1 0 0 0 0,1 1 0 0 0,-1-1 0 0 0,1 0 0 0 0,-1 0-1 0 0,1 1 1 0 0,-1-1 0 0 0,1 1 0 0 0,0-1 0 0 0,-1 1 0 0 0,1 0 0 0 0,0-1 0 0 0,-1 1-1 0 0,1 0 1 0 0,0 0 0 0 0,0 0 0 0 0,0 0 0 0 0,0 0 0 0 0,0 0 0 0 0,0 0 0 0 0,0 1-1 0 0,0-1 1 0 0,0 0 0 0 0,0 0 0 0 0,1 1 0 0 0,-1-1 0 0 0,0 0 0 0 0,1 1-1 0 0,-1-1 1 0 0,1 3 0 0 0,0-3 26 0 0,-1 1 0 0 0,1 0 0 0 0,1 0 0 0 0,-1 0 0 0 0,0-1 0 0 0,0 1 0 0 0,1 0 0 0 0,-1 0 0 0 0,1-1 0 0 0,-1 1 0 0 0,1 0-1 0 0,0 0 1 0 0,0-1 0 0 0,-1 1 0 0 0,1-1 0 0 0,0 1 0 0 0,1-1 0 0 0,-1 1 0 0 0,1 0 0 0 0,23 22 258 0 0,-24-23-243 0 0,1 1-157 0 0,0 0 0 0 0,0-1 1 0 0,0 1-1 0 0,0 0 0 0 0,0-1 1 0 0,1 0-1 0 0,-1 1 0 0 0,1-1 1 0 0,-1 0-1 0 0,0 0 0 0 0,1 0 1 0 0,0-1-1 0 0,-1 1 0 0 0,1-1 0 0 0,-1 1 1 0 0,1-1-1 0 0,0 0 0 0 0,-1 0 1 0 0,1 0-1 0 0,0 0 0 0 0,4-1 1 0 0,-5 0-200 0 0,1 0 1 0 0,-1 0 0 0 0,0-1-1 0 0,0 1 1 0 0,0 0 0 0 0,0-1-1 0 0,-1 1 1 0 0,1-1-1 0 0,0 0 1 0 0,-1 0 0 0 0,1 0-1 0 0,-1 1 1 0 0,1-1 0 0 0,-1-1-1 0 0,0 1 1 0 0,0 0 0 0 0,0 0-1 0 0,0 0 1 0 0,0-1 0 0 0,0-2-1 0 0,0 2-1439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5:57.982"/>
    </inkml:context>
    <inkml:brush xml:id="br0">
      <inkml:brushProperty name="width" value="0.035" units="cm"/>
      <inkml:brushProperty name="height" value="0.035" units="cm"/>
      <inkml:brushProperty name="color" value="#E71224"/>
    </inkml:brush>
  </inkml:definitions>
  <inkml:trace contextRef="#ctx0" brushRef="#br0">9 3 780 0 0,'0'0'86'0'0,"-9"-2"5123"0"0,66 16-3494 0 0,-57-13-1793 0 0,1 0 85 0 0,0 1 0 0 0,0-1 0 0 0,0 1 0 0 0,1-1 0 0 0,-1 0-1 0 0,0 0 1 0 0,0 0 0 0 0,1 1 0 0 0,-1-1 0 0 0,1 0 0 0 0,-1 0 0 0 0,1-1 0 0 0,0 1 0 0 0,-1 0 0 0 0,1-1-1 0 0,0 1 1 0 0,-1 0 0 0 0,1-1 0 0 0,0 0 0 0 0,-1 1 0 0 0,1-1 0 0 0,0 0 0 0 0,0 0 0 0 0,0 0-1 0 0,1-1 1 0 0,-2 1 57 0 0,15-8-126 0 0,-11 6-4688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2.070"/>
    </inkml:context>
    <inkml:brush xml:id="br0">
      <inkml:brushProperty name="width" value="0.035" units="cm"/>
      <inkml:brushProperty name="height" value="0.035" units="cm"/>
      <inkml:brushProperty name="color" value="#E71224"/>
    </inkml:brush>
  </inkml:definitions>
  <inkml:trace contextRef="#ctx0" brushRef="#br0">123 75 7285 0 0,'0'0'416'0'0,"-47"-16"7396"0"0,45 16-7681 0 0,-1 0-11 0 0,-1 0 0 0 0,1 0 0 0 0,0 0 0 0 0,-1 1 0 0 0,1 0 0 0 0,0-1 0 0 0,0 1 0 0 0,0 0 0 0 0,-1 1 0 0 0,1-1 0 0 0,0 1 0 0 0,0-1 0 0 0,1 1 0 0 0,-1 0 0 0 0,-4 4 0 0 0,6-6 32 0 0,-1 3 139 0 0,-1 0 1 0 0,1 0 0 0 0,0 1 0 0 0,1-1 0 0 0,-1 0-1 0 0,1 1 1 0 0,-1-1 0 0 0,1 1 0 0 0,0-1-1 0 0,-1 6 1 0 0,3 5-203 0 0,1-1 0 0 0,0 0 0 0 0,1 0 1 0 0,0 0-1 0 0,1 0 0 0 0,0-1 0 0 0,1 1 0 0 0,1-1 0 0 0,0 0 0 0 0,0-1 0 0 0,15 21 0 0 0,-16-26-60 0 0,-1-1-1 0 0,1 1 1 0 0,0-1-1 0 0,1 0 1 0 0,-1-1-1 0 0,1 1 1 0 0,0-1-1 0 0,0 0 1 0 0,1 0-1 0 0,10 4 1 0 0,-12-7-13 0 0,-1 1 0 0 0,1-1 0 0 0,0 0 0 0 0,0 0 0 0 0,0-1 0 0 0,1 1 0 0 0,-1-1 0 0 0,0 0 0 0 0,0-1 0 0 0,0 1 0 0 0,0-1 0 0 0,0 0 0 0 0,0 0 1 0 0,0-1-1 0 0,0 1 0 0 0,7-5 0 0 0,-7 4-18 0 0,0-1 1 0 0,0-1-1 0 0,0 1 1 0 0,0-1-1 0 0,-1 0 1 0 0,0 0-1 0 0,1 0 0 0 0,-1-1 1 0 0,-1 1-1 0 0,1-1 1 0 0,-1 0-1 0 0,0 0 1 0 0,0 0-1 0 0,0-1 1 0 0,-1 1-1 0 0,0-1 1 0 0,0 1-1 0 0,0-1 1 0 0,0 0-1 0 0,-1 0 0 0 0,0 1 1 0 0,0-8-1 0 0,-1 6-6 0 0,1-1 0 0 0,-1 1 0 0 0,0 0 1 0 0,-1 0-1 0 0,0 0 0 0 0,0 0 0 0 0,0 0 0 0 0,-1 1 0 0 0,0-1 0 0 0,-1 0 0 0 0,1 1 0 0 0,-1-1 0 0 0,-1 1 0 0 0,1 0 0 0 0,-1 0 0 0 0,0 0 0 0 0,0 0 0 0 0,-7-6 0 0 0,-6-3 3 0 0,-1 1 1 0 0,0 0-1 0 0,-1 2 0 0 0,-37-20 1 0 0,53 31 1 0 0,1 0 0 0 0,-1 0-1 0 0,0 0 1 0 0,1 0 0 0 0,-1 0 0 0 0,0 1 0 0 0,0-1 0 0 0,0 1 0 0 0,1 0 0 0 0,-1 0 0 0 0,0 0 0 0 0,0 0 0 0 0,0 0 0 0 0,1 1 0 0 0,-1-1-1 0 0,0 1 1 0 0,0-1 0 0 0,1 1 0 0 0,-1 0 0 0 0,0 0 0 0 0,1 1 0 0 0,-1-1 0 0 0,1 0 0 0 0,0 1 0 0 0,-1 0 0 0 0,1-1 0 0 0,0 1 0 0 0,0 0-1 0 0,0 0 1 0 0,0 0 0 0 0,-3 4 0 0 0,2-1-118 0 0,0 0 0 0 0,1 0 1 0 0,-1 0-1 0 0,1 0 0 0 0,0 0 0 0 0,1 1 0 0 0,-1-1 0 0 0,1 1 1 0 0,0-1-1 0 0,1 1 0 0 0,-1-1 0 0 0,1 1 0 0 0,0-1 0 0 0,0 1 0 0 0,2 8 1 0 0,2-2-1163 0 0,0 0 1 0 0,1-1 0 0 0,1 0 0 0 0,0 1 0 0 0,0-2 0 0 0,1 1 0 0 0,10 11 0 0 0,-6-10-659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2.499"/>
    </inkml:context>
    <inkml:brush xml:id="br0">
      <inkml:brushProperty name="width" value="0.035" units="cm"/>
      <inkml:brushProperty name="height" value="0.035" units="cm"/>
      <inkml:brushProperty name="color" value="#E71224"/>
    </inkml:brush>
  </inkml:definitions>
  <inkml:trace contextRef="#ctx0" brushRef="#br0">24 27 7241 0 0,'0'0'4191'0'0,"-12"-14"-3542"0"0,12 15-635 0 0,-1-1 1 0 0,1 0-1 0 0,-1 0 0 0 0,1 0 0 0 0,-1 0 1 0 0,1 1-1 0 0,-1-1 0 0 0,1 0 0 0 0,-1 0 1 0 0,1 1-1 0 0,-1-1 0 0 0,1 0 0 0 0,-1 1 1 0 0,1-1-1 0 0,-1 1 0 0 0,1-1 0 0 0,0 0 1 0 0,-1 1-1 0 0,1-1 0 0 0,0 1 0 0 0,-1-1 1 0 0,1 1-1 0 0,0-1 0 0 0,0 1 0 0 0,-1-1 1 0 0,1 1-1 0 0,0 0 0 0 0,0-1 0 0 0,0 1 1 0 0,0-1-1 0 0,0 1 0 0 0,0 0 0 0 0,6 24 350 0 0,18 17 148 0 0,-19-34-433 0 0,1-1 1 0 0,0-1-1 0 0,1 1 0 0 0,-1-1 0 0 0,11 7 0 0 0,-15-11-59 0 0,0-1 134 0 0,10-6-80 0 0,-10 2-74 0 0,0 0 0 0 0,0 0 0 0 0,0 1 0 0 0,-1-2 0 0 0,1 1 1 0 0,-1 0-1 0 0,0 0 0 0 0,0 0 0 0 0,0 0 0 0 0,0-1 0 0 0,-1 1 0 0 0,1-1 0 0 0,-1 1 0 0 0,0 0 0 0 0,0-1 0 0 0,-1-4 0 0 0,-10-53 476 0 0,10 59 1768 0 0,-3-9-2020 0 0,2 6-194 0 0,14 10-23 0 0,59 23-2046 0 0,-67-27 1175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2.969"/>
    </inkml:context>
    <inkml:brush xml:id="br0">
      <inkml:brushProperty name="width" value="0.035" units="cm"/>
      <inkml:brushProperty name="height" value="0.035" units="cm"/>
      <inkml:brushProperty name="color" value="#E71224"/>
    </inkml:brush>
  </inkml:definitions>
  <inkml:trace contextRef="#ctx0" brushRef="#br0">77 88 7657 0 0,'-11'-6'74'0'0,"3"2"515"0"0,1 0 0 0 0,-1 0 0 0 0,1-1 0 0 0,0 0 0 0 0,0 0 0 0 0,1 0 0 0 0,-8-9 0 0 0,13 12 618 0 0,0-4-583 0 0,5-18 1036 0 0,-4 24-1630 0 0,1-1 0 0 0,0 1 0 0 0,-1-1 0 0 0,1 1 0 0 0,0 0 0 0 0,-1-1 0 0 0,1 1 0 0 0,0 0 0 0 0,0 0 1 0 0,0-1-1 0 0,-1 1 0 0 0,1 0 0 0 0,0 0 0 0 0,0 0 0 0 0,0 0 0 0 0,-1 0 0 0 0,1 0 0 0 0,0 0 0 0 0,0 0 0 0 0,-1 1 0 0 0,1-1 0 0 0,0 0 1 0 0,0 0-1 0 0,-1 1 0 0 0,1-1 0 0 0,0 0 0 0 0,0 1 0 0 0,-1-1 0 0 0,1 1 0 0 0,0-1 0 0 0,0 2 0 0 0,31 16 721 0 0,-1 3-1 0 0,31 25 0 0 0,-5-2-247 0 0,-8-8-264 0 0,82 52-180 0 0,-119-77-952 0 0,-21-5 497 0 0,-41-1 445 0 0,6-1 37 0 0,41-3-81 0 0,1 0-1 0 0,0 0 1 0 0,0 1 0 0 0,0-1 0 0 0,0 1 0 0 0,0 0-1 0 0,0-1 1 0 0,0 1 0 0 0,0 0 0 0 0,1 0 0 0 0,-1 0-1 0 0,1 0 1 0 0,-1 0 0 0 0,1 1 0 0 0,0-1 0 0 0,0 0 0 0 0,0 1-1 0 0,0-1 1 0 0,0 0 0 0 0,0 1 0 0 0,1-1 0 0 0,-1 1-1 0 0,1-1 1 0 0,0 1 0 0 0,0 0 0 0 0,0-1 0 0 0,0 1 0 0 0,0-1-1 0 0,1 1 1 0 0,-1-1 0 0 0,1 1 0 0 0,1 4 0 0 0,-1-3 53 0 0,0-1 0 0 0,0 1 1 0 0,1-1-1 0 0,-1 1 1 0 0,1-1-1 0 0,0 1 1 0 0,0-1-1 0 0,0 0 0 0 0,0 0 1 0 0,1 0-1 0 0,-1 0 1 0 0,1 0-1 0 0,0 0 1 0 0,0-1-1 0 0,0 1 0 0 0,0-1 1 0 0,0 0-1 0 0,0 0 1 0 0,1 0-1 0 0,-1-1 1 0 0,1 1-1 0 0,4 1 1 0 0,-4-2-33 0 0,-1 0 0 0 0,1 0 1 0 0,0-1-1 0 0,-1 1 1 0 0,1-1-1 0 0,0 0 1 0 0,0 0-1 0 0,-1 0 0 0 0,1-1 1 0 0,0 1-1 0 0,0-1 1 0 0,-1 0-1 0 0,1 0 1 0 0,0 0-1 0 0,-1 0 1 0 0,6-4-1 0 0,-6 3-297 0 0,-1-1-1 0 0,1 1 1 0 0,-1-1 0 0 0,0 0 0 0 0,0 1-1 0 0,0-1 1 0 0,0 0 0 0 0,-1 0-1 0 0,1-1 1 0 0,-1 1 0 0 0,0 0-1 0 0,0 0 1 0 0,0-1 0 0 0,0 1 0 0 0,0-1-1 0 0,-1 1 1 0 0,1 0 0 0 0,-1-7-1 0 0,4-22-3441 0 0,-1 16 1396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3.492"/>
    </inkml:context>
    <inkml:brush xml:id="br0">
      <inkml:brushProperty name="width" value="0.035" units="cm"/>
      <inkml:brushProperty name="height" value="0.035" units="cm"/>
      <inkml:brushProperty name="color" value="#E71224"/>
    </inkml:brush>
  </inkml:definitions>
  <inkml:trace contextRef="#ctx0" brushRef="#br0">42 20 7285 0 0,'-17'-10'914'0'0,"7"6"464"0"0,-5-2 8353 0 0,28 12-10816 0 0,80 42 2471 0 0,108 73 0 0 0,-174-102-1918 0 0,7 12-10004 0 0,-34-26 7096 0 0,-8-4 1873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4.075"/>
    </inkml:context>
    <inkml:brush xml:id="br0">
      <inkml:brushProperty name="width" value="0.035" units="cm"/>
      <inkml:brushProperty name="height" value="0.035" units="cm"/>
      <inkml:brushProperty name="color" value="#E71224"/>
    </inkml:brush>
  </inkml:definitions>
  <inkml:trace contextRef="#ctx0" brushRef="#br0">94 483 4176 0 0,'-77'-81'5679'0'0,"74"76"-5395"0"0,1 1 1 0 0,0-1 0 0 0,0 0-1 0 0,0 0 1 0 0,1 0-1 0 0,-1-1 1 0 0,1 1-1 0 0,1 0 1 0 0,-1 0 0 0 0,1-1-1 0 0,0 1 1 0 0,0 0-1 0 0,0-1 1 0 0,2-8-1 0 0,-1 7-15 0 0,1-1 0 0 0,-1 1 0 0 0,1 0 0 0 0,1 0-1 0 0,-1 0 1 0 0,1 1 0 0 0,0-1 0 0 0,1 0 0 0 0,6-9 0 0 0,-7 13-153 0 0,-1-1 0 0 0,1 1 1 0 0,0 0-1 0 0,0 1 0 0 0,0-1 1 0 0,0 0-1 0 0,0 1 0 0 0,1 0 1 0 0,-1 0-1 0 0,1 0 0 0 0,-1 0 1 0 0,1 0-1 0 0,0 1 0 0 0,0-1 1 0 0,0 1-1 0 0,0 0 0 0 0,0 0 1 0 0,0 1-1 0 0,0-1 0 0 0,0 1 1 0 0,0 0-1 0 0,7 1 0 0 0,-1 1-44 0 0,-1 1-1 0 0,1 0 0 0 0,-1 0 1 0 0,0 1-1 0 0,0 1 1 0 0,0-1-1 0 0,0 2 0 0 0,9 6 1 0 0,20 15-9 0 0,-24-16-59 0 0,2 0 1 0 0,-1-1 0 0 0,1 0-1 0 0,25 10 1 0 0,-38-19-90 0 0,-2-2-402 0 0,1 0 478 0 0,0 1-1 0 0,-1-1 0 0 0,1 0 1 0 0,-1 0-1 0 0,1 0 0 0 0,-1 0 1 0 0,0-1-1 0 0,1 1 0 0 0,-1 0 1 0 0,0-1-1 0 0,0 1 0 0 0,0 0 1 0 0,2-4-1 0 0,-3 1 62 0 0,1 0-1 0 0,-1 1 1 0 0,0-1 0 0 0,0 0 0 0 0,0 0-1 0 0,0 0 1 0 0,-1 0 0 0 0,1 1-1 0 0,-1-1 1 0 0,0 0 0 0 0,0 1-1 0 0,-1-1 1 0 0,1 0 0 0 0,-1 1-1 0 0,0-1 1 0 0,-2-2 0 0 0,2 0 531 0 0,42 27 222 0 0,-31-15-742 0 0,1 0 1 0 0,-1-1-1 0 0,1 0 0 0 0,0-1 1 0 0,0 0-1 0 0,1 0 0 0 0,-1-1 1 0 0,1-1-1 0 0,0 0 0 0 0,0 0 1 0 0,-1-1-1 0 0,15 0 0 0 0,-20-1-45 0 0,0-1-1 0 0,0 1 1 0 0,0-1-1 0 0,-1 0 1 0 0,1 0-1 0 0,0-1 1 0 0,0 0-1 0 0,-1 1 1 0 0,1-2-1 0 0,-1 1 1 0 0,0 0-1 0 0,0-1 1 0 0,0 0-1 0 0,0 0 1 0 0,0 0-1 0 0,0 0 1 0 0,-1-1-1 0 0,0 1 1 0 0,1-1-1 0 0,-1 0 1 0 0,-1 0-1 0 0,1 0 1 0 0,0 0-1 0 0,-1-1 1 0 0,0 1-1 0 0,0-1 1 0 0,-1 1-1 0 0,1-1 1 0 0,1-7-1 0 0,-2 7 3 0 0,0-1-1 0 0,0 0 0 0 0,-1 0 1 0 0,1 1-1 0 0,-1-1 0 0 0,-1 0 1 0 0,1 0-1 0 0,-1 0 1 0 0,0 0-1 0 0,0 1 0 0 0,-1-1 1 0 0,1 0-1 0 0,-1 1 1 0 0,-1-1-1 0 0,-3-6 0 0 0,-4-4 28 0 0,0 0-1 0 0,-2 0 1 0 0,-16-17-1 0 0,2 2-27 0 0,26 31-18 0 0,0 0-1 0 0,0 1 0 0 0,0-1 1 0 0,0 0-1 0 0,0 0 0 0 0,0 1 1 0 0,0-1-1 0 0,0 0 0 0 0,0 0 0 0 0,0 1 1 0 0,0-1-1 0 0,0 0 0 0 0,0 0 1 0 0,-1 0-1 0 0,1 1 0 0 0,0-1 0 0 0,0 0 1 0 0,0 0-1 0 0,0 0 0 0 0,0 1 1 0 0,-1-1-1 0 0,1 0 0 0 0,0 0 1 0 0,0 0-1 0 0,0 0 0 0 0,-1 0 0 0 0,1 1 1 0 0,0-1-1 0 0,0 0 0 0 0,0 0 1 0 0,-1 0-1 0 0,1 0 0 0 0,0 0 0 0 0,0 0 1 0 0,-1 0-1 0 0,1 0 0 0 0,0 0 1 0 0,0 0-1 0 0,-1 0 0 0 0,1 0 1 0 0,0 0-1 0 0,0 0 0 0 0,0 0 0 0 0,-1 0 1 0 0,1 0-1 0 0,0 0 0 0 0,0 0 1 0 0,-1 0-1 0 0,1 0 0 0 0,0 0 0 0 0,0-1 1 0 0,0 1-1 0 0,-1 0 0 0 0,1 0 1 0 0,0 0-1 0 0,0 0 0 0 0,0-1 0 0 0,-1 1 1 0 0,1 0-1 0 0,0 0 0 0 0,0 0 1 0 0,0-1-1 0 0,1 21-35 0 0,1-16 51 0 0,-1 1 0 0 0,1-1 1 0 0,1 0-1 0 0,-1 0 0 0 0,1 0 1 0 0,-1 0-1 0 0,1 0 0 0 0,0 0 1 0 0,1-1-1 0 0,-1 0 0 0 0,1 0 0 0 0,-1 0 1 0 0,1 0-1 0 0,7 4 0 0 0,-8-5-176 0 0,0-1 0 0 0,-1 0 0 0 0,1 0-1 0 0,0 0 1 0 0,0-1 0 0 0,0 1 0 0 0,0-1 0 0 0,0 1-1 0 0,-1-1 1 0 0,1 0 0 0 0,4 0 0 0 0,-4-1-409 0 0,0 1 0 0 0,1-1-1 0 0,-1 0 1 0 0,0 0 0 0 0,0 0 0 0 0,0-1 0 0 0,0 1 0 0 0,0-1 0 0 0,-1 1 0 0 0,1-1 0 0 0,4-4-1 0 0,16-16-1999 0 0,0-8-72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5.883"/>
    </inkml:context>
    <inkml:brush xml:id="br0">
      <inkml:brushProperty name="width" value="0.035" units="cm"/>
      <inkml:brushProperty name="height" value="0.035" units="cm"/>
      <inkml:brushProperty name="color" value="#E71224"/>
    </inkml:brush>
  </inkml:definitions>
  <inkml:trace contextRef="#ctx0" brushRef="#br0">34 987 8637 0 0,'-3'-2'-374'0'0,"1"0"891"0"0,1 1-1 0 0,-1 0 1 0 0,0-1-1 0 0,0 1 1 0 0,0 0 0 0 0,0 1-1 0 0,0-1 1 0 0,0 0-1 0 0,-1 0 1 0 0,1 1 0 0 0,0-1-1 0 0,-3 1 1 0 0,4 1-480 0 0,1 0 1 0 0,0 0-1 0 0,0 0 1 0 0,0 0 0 0 0,-1 0-1 0 0,1 0 1 0 0,0 0-1 0 0,1 1 1 0 0,-1-1-1 0 0,0 0 1 0 0,0 0 0 0 0,0 0-1 0 0,1 0 1 0 0,-1 0-1 0 0,0 0 1 0 0,1 0-1 0 0,-1 0 1 0 0,1 0 0 0 0,-1 0-1 0 0,1 0 1 0 0,0 0-1 0 0,-1 0 1 0 0,1 0-1 0 0,1 1 1 0 0,23 24 409 0 0,-22-22-352 0 0,31 27 223 0 0,1 0 0 0 0,1-2 1 0 0,1-2-1 0 0,2-2 1 0 0,1-1-1 0 0,49 22 0 0 0,-157-80-329 0 0,57 29 6 0 0,0 1 0 0 0,0 1 0 0 0,-1 0 1 0 0,1 1-1 0 0,-1 0 0 0 0,0 1 0 0 0,1 0 0 0 0,-1 1 0 0 0,0 0 0 0 0,0 1 1 0 0,1 0-1 0 0,-1 0 0 0 0,-19 7 0 0 0,29-8 6 0 0,1 1 1 0 0,-1 0-1 0 0,0 0 0 0 0,1-1 1 0 0,-1 1-1 0 0,1 0 0 0 0,-1 1 1 0 0,1-1-1 0 0,-1 0 0 0 0,1 0 1 0 0,0 1-1 0 0,0-1 0 0 0,0 0 0 0 0,0 1 1 0 0,0-1-1 0 0,0 1 0 0 0,0 0 1 0 0,0-1-1 0 0,0 1 0 0 0,1 0 1 0 0,-1-1-1 0 0,1 1 0 0 0,-1 0 1 0 0,0 2-1 0 0,2-1 1 0 0,-1 1 1 0 0,0-1 0 0 0,1 1-1 0 0,-1-1 1 0 0,1 1-1 0 0,0-1 1 0 0,0 1-1 0 0,0-1 1 0 0,1 0-1 0 0,-1 0 1 0 0,4 6-1 0 0,1 0 1 0 0,0-1 0 0 0,1 0 0 0 0,-1 0-1 0 0,1 0 1 0 0,1-1 0 0 0,0 0 0 0 0,13 10-1 0 0,-14-13-4 0 0,0 0 0 0 0,1 0-1 0 0,-1-1 1 0 0,1 0-1 0 0,0-1 1 0 0,0 1-1 0 0,0-1 1 0 0,0-1-1 0 0,0 1 1 0 0,0-2 0 0 0,0 1-1 0 0,0-1 1 0 0,14-1-1 0 0,-19 0-16 0 0,1 0 0 0 0,0 0 0 0 0,0 0 0 0 0,0 0 0 0 0,-1-1 0 0 0,1 1 0 0 0,0-1 0 0 0,-1 0 0 0 0,0 0 0 0 0,1 0 0 0 0,-1-1-1 0 0,0 1 1 0 0,0-1 0 0 0,0 1 0 0 0,0-1 0 0 0,-1 0 0 0 0,1 0 0 0 0,-1-1 0 0 0,0 1 0 0 0,0 0 0 0 0,0-1 0 0 0,0 1 0 0 0,-1-1 0 0 0,1 0 0 0 0,-1 0 0 0 0,0 1 0 0 0,0-1-1 0 0,0 0 1 0 0,0-4 0 0 0,0-3-93 0 0,-1-1-1 0 0,1 1 0 0 0,-2 0 0 0 0,0 0 1 0 0,0 0-1 0 0,-1-1 0 0 0,-5-18 1 0 0,6 26 112 0 0,-1 0 1 0 0,1-1-1 0 0,0 1 0 0 0,-1 0 1 0 0,0 0-1 0 0,0 0 1 0 0,0 0-1 0 0,-1 0 1 0 0,1 1-1 0 0,-1-1 1 0 0,0 1-1 0 0,0 0 0 0 0,0-1 1 0 0,0 1-1 0 0,-1 0 1 0 0,1 1-1 0 0,-1-1 1 0 0,0 1-1 0 0,1 0 1 0 0,-1 0-1 0 0,0 0 0 0 0,-5-2 1 0 0,3 7-34 0 0,11 6 27 0 0,11 7 24 0 0,-9-11-19 0 0,0-1 1 0 0,1-1-1 0 0,-1 0 0 0 0,1 0 0 0 0,-1 0 0 0 0,1-1 1 0 0,0 0-1 0 0,0 0 0 0 0,0-1 0 0 0,0 0 0 0 0,0-1 1 0 0,14 0-1 0 0,-19 0 1 0 0,0 0 1 0 0,-1 0-1 0 0,1-1 0 0 0,-1 1 1 0 0,1-1-1 0 0,0 1 1 0 0,-1-1-1 0 0,1 0 1 0 0,-1 0-1 0 0,1 0 0 0 0,-1 0 1 0 0,0 0-1 0 0,1-1 1 0 0,-1 1-1 0 0,0-1 0 0 0,0 0 1 0 0,0 1-1 0 0,0-1 1 0 0,0 0-1 0 0,0 0 1 0 0,-1 0-1 0 0,1 0 0 0 0,-1 0 1 0 0,1-1-1 0 0,-1 1 1 0 0,0 0-1 0 0,0-1 0 0 0,0 1 1 0 0,0-1-1 0 0,0 1 1 0 0,-1-1-1 0 0,1 0 1 0 0,-1 1-1 0 0,0-1 0 0 0,1 0 1 0 0,-1 1-1 0 0,0-1 1 0 0,-1 0-1 0 0,1 1 1 0 0,-1-6-1 0 0,-2-2-1 0 0,-1-1-1 0 0,0 1 1 0 0,0 0 0 0 0,-1 0-1 0 0,0 0 1 0 0,-1 0-1 0 0,-12-15 1 0 0,10 13 15 0 0,0 0-1 0 0,0 0 1 0 0,1-1 0 0 0,-5-14-1 0 0,12 26-12 0 0,-1 0 1 0 0,1 0-1 0 0,-1 0 0 0 0,1 0 0 0 0,0 0 0 0 0,0 0 1 0 0,0 0-1 0 0,-1 0 0 0 0,1-1 0 0 0,0 1 0 0 0,0 0 0 0 0,0 0 1 0 0,1 0-1 0 0,-1 0 0 0 0,0 0 0 0 0,0 0 0 0 0,1-1 1 0 0,-1 1-1 0 0,0 0 0 0 0,1 0 0 0 0,-1 0 0 0 0,1 0 0 0 0,-1 0 1 0 0,1 0-1 0 0,0 0 0 0 0,-1 1 0 0 0,1-1 0 0 0,0 0 1 0 0,0 0-1 0 0,0 0 0 0 0,0 1 0 0 0,-1-1 0 0 0,1 0 0 0 0,0 1 1 0 0,0-1-1 0 0,0 1 0 0 0,0-1 0 0 0,1 1 0 0 0,-1 0 1 0 0,0-1-1 0 0,0 1 0 0 0,0 0 0 0 0,0 0 0 0 0,0-1 0 0 0,0 1 1 0 0,0 0-1 0 0,2 0 0 0 0,9 0 27 0 0,1 0 0 0 0,-1 0 0 0 0,22 4 0 0 0,-7-1-8 0 0,-20-3-17 0 0,1 0 0 0 0,-1 0-1 0 0,1-1 1 0 0,-1 0 0 0 0,1-1 0 0 0,-1 0-1 0 0,0 0 1 0 0,0 0 0 0 0,0-1 0 0 0,0 0 0 0 0,10-6-1 0 0,-15 8 0 0 0,0-1-1 0 0,0 0 1 0 0,1 0-1 0 0,-1-1 0 0 0,-1 1 1 0 0,1 0-1 0 0,0-1 1 0 0,0 1-1 0 0,-1-1 0 0 0,0 1 1 0 0,1-1-1 0 0,-1 0 1 0 0,0 0-1 0 0,0 1 0 0 0,0-1 1 0 0,-1 0-1 0 0,1 0 0 0 0,-1 0 1 0 0,0 0-1 0 0,0 0 1 0 0,0 0-1 0 0,0 0 0 0 0,0 0 1 0 0,0 0-1 0 0,-1 0 1 0 0,1 0-1 0 0,-1 1 0 0 0,0-1 1 0 0,0 0-1 0 0,0 0 1 0 0,-3-4-1 0 0,-3-9 6 0 0,-2 0 1 0 0,1 0-1 0 0,-2 1 1 0 0,0 1-1 0 0,-19-22 1 0 0,-69-62 340 0 0,39 40 241 0 0,56 56-14 0 0,-28-10 8 0 0,33 15-573 0 0,0 0 1 0 0,1 0-1 0 0,-1 0 0 0 0,1 0 0 0 0,0 0 1 0 0,-1 0-1 0 0,1-1 0 0 0,0 1 1 0 0,1-1-1 0 0,4 3 0 0 0,0 1 4 0 0,14 13 129 0 0,1-2-1 0 0,1 0 1 0 0,0-2-1 0 0,1-1 1 0 0,1 0-1 0 0,0-2 1 0 0,1-1-1 0 0,27 7 1 0 0,-48-16-856 0 0,0 0 1 0 0,0 1-1 0 0,0-1 0 0 0,-1 1 1 0 0,1 1-1 0 0,5 3 1 0 0,-41-17-255 0 0,27 9 964 0 0,1-1 1 0 0,-1 0-1 0 0,1 1 0 0 0,-1-1 1 0 0,1 0-1 0 0,0 0 0 0 0,0-1 0 0 0,0 1 1 0 0,0 0-1 0 0,0-1 0 0 0,0 1 1 0 0,1-1-1 0 0,-1 1 0 0 0,1-1 1 0 0,0 0-1 0 0,0 0 0 0 0,0 0 0 0 0,0 0 1 0 0,0 0-1 0 0,0 0 0 0 0,1 0 1 0 0,-1-5-1 0 0,2 4 1 0 0,0 0-1 0 0,-1 1 1 0 0,2-1 0 0 0,-1 0 0 0 0,0 1-1 0 0,1-1 1 0 0,-1 1 0 0 0,1-1 0 0 0,0 1-1 0 0,0 0 1 0 0,1-1 0 0 0,-1 1 0 0 0,1 0-1 0 0,-1 1 1 0 0,1-1 0 0 0,0 0 0 0 0,5-3-1 0 0,9-7 18 0 0,0 0 1 0 0,-1-2-1 0 0,-1 0 0 0 0,-1-1 0 0 0,0 0 0 0 0,13-19 0 0 0,-25 32-16 0 0,0-1 0 0 0,0 0 0 0 0,0 1 0 0 0,0-1 0 0 0,0 0 0 0 0,-1 0 0 0 0,0 0 0 0 0,1 0 0 0 0,-2-1 0 0 0,1 1 0 0 0,0 0 0 0 0,-1 0 0 0 0,0 0 0 0 0,0-1 0 0 0,0 1 0 0 0,0 0 0 0 0,-1 0 0 0 0,0-1 0 0 0,0 1 0 0 0,0 0 0 0 0,0 0 0 0 0,0 0 0 0 0,-1 0 0 0 0,0 0 0 0 0,0 0 0 0 0,0 1 0 0 0,0-1 0 0 0,-1 1 0 0 0,1-1 0 0 0,-1 1 0 0 0,0 0 0 0 0,0 0 0 0 0,0 0 0 0 0,0 0 0 0 0,-1 1 0 0 0,-6-5 0 0 0,-23-10 98 0 0,33 17-94 0 0,0 0-1 0 0,0 0 0 0 0,-1 0 1 0 0,1 0-1 0 0,0 0 0 0 0,0 0 1 0 0,0 0-1 0 0,-1 0 0 0 0,1 0 1 0 0,0 0-1 0 0,0 0 0 0 0,-1 1 1 0 0,1-1-1 0 0,0 0 1 0 0,0 0-1 0 0,0 0 0 0 0,-1 0 1 0 0,1 0-1 0 0,0 0 0 0 0,0 0 1 0 0,0 1-1 0 0,-1-1 0 0 0,1 0 1 0 0,0 0-1 0 0,0 0 0 0 0,0 0 1 0 0,0 1-1 0 0,0-1 0 0 0,-1 0 1 0 0,1 0-1 0 0,0 0 0 0 0,0 1 1 0 0,0-1-1 0 0,0 0 1 0 0,0 0-1 0 0,0 0 0 0 0,0 1 1 0 0,0-1-1 0 0,0 0 0 0 0,0 1 1 0 0,6 19 49 0 0,-2-14 59 0 0,-1-1 0 0 0,1 0 0 0 0,0 0 0 0 0,0 0-1 0 0,1-1 1 0 0,-1 1 0 0 0,1-1 0 0 0,0 0 0 0 0,0 0 0 0 0,0-1 0 0 0,1 0-1 0 0,-1 0 1 0 0,1 0 0 0 0,0 0 0 0 0,0-1 0 0 0,0 0 0 0 0,0 0 0 0 0,0-1 0 0 0,0 1-1 0 0,8-1 1 0 0,-12-1-112 0 0,0 0 0 0 0,0 0 0 0 0,1 0 0 0 0,-1-1 0 0 0,0 1 1 0 0,0-1-1 0 0,0 0 0 0 0,0 1 0 0 0,0-1 0 0 0,0 0 0 0 0,0 0 0 0 0,0 0 0 0 0,0-1 0 0 0,0 1 0 0 0,-1 0 0 0 0,1-1 0 0 0,0 1 0 0 0,-1-1 0 0 0,0 1 0 0 0,1-1 0 0 0,-1 0 0 0 0,0 0 0 0 0,1 1 0 0 0,-1-1 0 0 0,0 0 0 0 0,0-2 0 0 0,21-53-1815 0 0,-18 40 863 0 0,-1 1 0 0 0,-1-1 0 0 0,0 0 0 0 0,-1 0 0 0 0,-3-27 0 0 0,-7-39 707 0 0,8 80 1979 0 0,15-21 2709 0 0,0 19-3597 0 0,0 1 1 0 0,0 0-1 0 0,0 1 1 0 0,25-2-1 0 0,12-3-2233 0 0,-7-5-5844 0 0,-42 12 4803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6.255"/>
    </inkml:context>
    <inkml:brush xml:id="br0">
      <inkml:brushProperty name="width" value="0.035" units="cm"/>
      <inkml:brushProperty name="height" value="0.035" units="cm"/>
      <inkml:brushProperty name="color" value="#E71224"/>
    </inkml:brush>
  </inkml:definitions>
  <inkml:trace contextRef="#ctx0" brushRef="#br0">0 38 12717 0 0,'0'0'9912'0'0,"2"-4"-9533"0"0,0 0-531 0 0,1-3 371 0 0,5-2-5680 0 0,5-5 2588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7.699"/>
    </inkml:context>
    <inkml:brush xml:id="br0">
      <inkml:brushProperty name="width" value="0.035" units="cm"/>
      <inkml:brushProperty name="height" value="0.035" units="cm"/>
      <inkml:brushProperty name="color" value="#E71224"/>
    </inkml:brush>
  </inkml:definitions>
  <inkml:trace contextRef="#ctx0" brushRef="#br0">95 1 8545 0 0,'0'0'851'0'0,"4"61"1269"0"0,-1-36-1862 0 0,12 45 1 0 0,-1-2-350 0 0,-13-65-82 0 0,-1-2 171 0 0,0 0-1 0 0,-1 0 1 0 0,1 0-1 0 0,0-1 1 0 0,0 1 0 0 0,-1 0-1 0 0,1 0 1 0 0,0 0-1 0 0,-1 0 1 0 0,1 0-1 0 0,0-1 1 0 0,-1 1 0 0 0,0 0-1 0 0,1 0 1 0 0,-1-1-1 0 0,1 1 1 0 0,-1 0-1 0 0,0-1 1 0 0,1 1 0 0 0,-1-1-1 0 0,0 1 1 0 0,0-1-1 0 0,1 1 1 0 0,-1-1-1 0 0,0 1 1 0 0,0-1 0 0 0,0 0-1 0 0,0 1 1 0 0,0-1-1 0 0,1 0 1 0 0,-1 0-1 0 0,0 0 1 0 0,-2 0 0 0 0,1 0 20 0 0,-1-1 1 0 0,0 0-1 0 0,0 0 1 0 0,1 0 0 0 0,-1 0-1 0 0,0 0 1 0 0,1-1-1 0 0,-1 1 1 0 0,1-1 0 0 0,-5-4-1 0 0,-6-6-45 0 0,1 0-1 0 0,-18-22 1 0 0,29 32 210 0 0,-5-20 914 0 0,7 22-1073 0 0,-1-1 0 0 0,1 0 1 0 0,0 0-1 0 0,0 1 0 0 0,0-1 1 0 0,-1 1-1 0 0,1-1 0 0 0,0 0 1 0 0,0 1-1 0 0,0 0 0 0 0,0-1 1 0 0,0 1-1 0 0,0-1 0 0 0,0 1 1 0 0,0 0-1 0 0,0 0 0 0 0,0 0 1 0 0,0 0-1 0 0,0-1 0 0 0,0 1 1 0 0,0 0-1 0 0,0 1 0 0 0,0-1 1 0 0,2 0-1 0 0,32 6 237 0 0,-24-4-179 0 0,19 3 54 0 0,48 6-63 0 0,-75-11-71 0 0,1 0 1 0 0,-1 0 0 0 0,1 0-1 0 0,-1 0 1 0 0,1-1 0 0 0,-1 1-1 0 0,1-1 1 0 0,-1 0 0 0 0,1 0-1 0 0,-1 0 1 0 0,0-1 0 0 0,0 1-1 0 0,0-1 1 0 0,1 0 0 0 0,-2 1-1 0 0,1-2 1 0 0,4-2 0 0 0,-6 4-4 0 0,-1 0 1 0 0,1 0-1 0 0,-1 1 1 0 0,1-1-1 0 0,-1 0 0 0 0,0 0 1 0 0,1 0-1 0 0,-1 0 1 0 0,0 1-1 0 0,0-1 1 0 0,1 0-1 0 0,-1 0 1 0 0,0 0-1 0 0,0 0 1 0 0,0 0-1 0 0,0 0 1 0 0,0 1-1 0 0,0-1 1 0 0,-1 0-1 0 0,1 0 0 0 0,0 0 1 0 0,0 0-1 0 0,-1 0 1 0 0,1 1-1 0 0,0-1 1 0 0,-1 0-1 0 0,1 0 1 0 0,-1 0-1 0 0,1 1 1 0 0,-1-1-1 0 0,1 0 1 0 0,-1 1-1 0 0,0-1 1 0 0,1 0-1 0 0,-1 1 1 0 0,0-1-1 0 0,1 1 0 0 0,-1-1 1 0 0,0 1-1 0 0,0-1 1 0 0,1 1-1 0 0,-1 0 1 0 0,0-1-1 0 0,0 1 1 0 0,0 0-1 0 0,-1 0 1 0 0,-42-15-19 0 0,-31 5 11 0 0,71 10 7 0 0,-1-1-1 0 0,1 1 1 0 0,-1 0 0 0 0,1 1 0 0 0,-1-1 0 0 0,1 1 0 0 0,0-1 0 0 0,-1 2 0 0 0,1-1 0 0 0,0 0-1 0 0,0 1 1 0 0,0 0 0 0 0,0-1 0 0 0,-7 6 0 0 0,10-5 4 0 0,0-1 0 0 0,0 1 0 0 0,0 0 0 0 0,0 0 0 0 0,1 0 0 0 0,-1 0 0 0 0,0 0 0 0 0,1 0 0 0 0,0 0 0 0 0,-1 0 0 0 0,1 0 0 0 0,0 0 0 0 0,0 0 0 0 0,0 1 0 0 0,0-1 0 0 0,1 0 0 0 0,-1 0 0 0 0,0 0 0 0 0,1 0 0 0 0,0 0 0 0 0,-1 0 0 0 0,1 0 0 0 0,0-1 0 0 0,0 1 0 0 0,0 0 0 0 0,0 0 0 0 0,0 0 0 0 0,2 1 0 0 0,39 50 336 0 0,-34-45-273 0 0,2 0-1 0 0,-1 0 1 0 0,1-1-1 0 0,0-1 1 0 0,0 1-1 0 0,1-2 1 0 0,15 7-1 0 0,-23-10-67 0 0,0-1-1 0 0,1 1 1 0 0,-1-1-1 0 0,1 0 0 0 0,-1 0 1 0 0,1 0-1 0 0,-1-1 1 0 0,1 1-1 0 0,0-1 1 0 0,-1 0-1 0 0,1 0 1 0 0,0 0-1 0 0,-1-1 0 0 0,1 1 1 0 0,-1-1-1 0 0,1 0 1 0 0,-1 0-1 0 0,1 0 1 0 0,-1 0-1 0 0,1 0 1 0 0,-1-1-1 0 0,0 0 0 0 0,0 0 1 0 0,0 0-1 0 0,0 0 1 0 0,0 0-1 0 0,0 0 1 0 0,3-4-1 0 0,-5 3-10 0 0,1 0 1 0 0,-1 0-1 0 0,0 1 0 0 0,0-1 1 0 0,0 0-1 0 0,0 0 0 0 0,0 0 1 0 0,-1 0-1 0 0,1 0 0 0 0,-1-1 1 0 0,0 1-1 0 0,0 0 0 0 0,0 0 1 0 0,0 0-1 0 0,-1 0 0 0 0,1 0 1 0 0,-1 0-1 0 0,1 0 0 0 0,-1 0 1 0 0,0 0-1 0 0,-1 0 0 0 0,1 0 1 0 0,0 0-1 0 0,-1 1 0 0 0,0-1 1 0 0,-3-4-1 0 0,-3-5-25 0 0,-1 0 0 0 0,-1 0 0 0 0,0 1 0 0 0,-13-11 0 0 0,11 12 7 0 0,0 0 0 0 0,-1 1 0 0 0,0 1 0 0 0,-26-13 0 0 0,34 19 29 0 0,1-1 1 0 0,-1 1 0 0 0,0 0-1 0 0,0 1 1 0 0,0-1 0 0 0,0 1-1 0 0,0 0 1 0 0,0 0 0 0 0,0 1-1 0 0,0-1 1 0 0,0 1 0 0 0,0 0-1 0 0,0 1 1 0 0,0-1 0 0 0,0 1-1 0 0,-1 0 1 0 0,2 0 0 0 0,-8 3-1 0 0,10-2 9 0 0,-1-1 0 0 0,1 1 0 0 0,0 0 0 0 0,0 0 0 0 0,0 0 0 0 0,1 1 0 0 0,-1-1 0 0 0,0 0 0 0 0,1 1-1 0 0,-1-1 1 0 0,1 1 0 0 0,0-1 0 0 0,0 1 0 0 0,0 0 0 0 0,-1 5 0 0 0,-6 47 153 0 0,6-37-71 0 0,2-9 22 0 0,0-1 0 0 0,0 1-1 0 0,1-1 1 0 0,0 1-1 0 0,1-1 1 0 0,0 1 0 0 0,0-1-1 0 0,1 0 1 0 0,0 0-1 0 0,0 0 1 0 0,1 0 0 0 0,0 0-1 0 0,1-1 1 0 0,-1 0-1 0 0,8 9 1 0 0,-4-7-51 0 0,-1 0 0 0 0,1 0 0 0 0,0-1 0 0 0,1 0 0 0 0,0 0 0 0 0,0-1 0 0 0,1-1 0 0 0,-1 1 0 0 0,1-2 0 0 0,20 9 0 0 0,-28-12-48 0 0,1-1-1 0 0,0 0 1 0 0,-1 0 0 0 0,1 0-1 0 0,0-1 1 0 0,0 1-1 0 0,0-1 1 0 0,-1 1 0 0 0,1-1-1 0 0,0 0 1 0 0,0 0 0 0 0,0 0-1 0 0,0-1 1 0 0,0 1 0 0 0,0-1-1 0 0,-1 1 1 0 0,1-1 0 0 0,0 0-1 0 0,0 0 1 0 0,-1 0 0 0 0,1 0-1 0 0,-1-1 1 0 0,1 1-1 0 0,-1-1 1 0 0,1 0 0 0 0,-1 1-1 0 0,0-1 1 0 0,0 0 0 0 0,0 0-1 0 0,0-1 1 0 0,0 1 0 0 0,0 0-1 0 0,-1-1 1 0 0,1 1 0 0 0,-1-1-1 0 0,1 1 1 0 0,-1-1 0 0 0,0 1-1 0 0,0-1 1 0 0,0 0-1 0 0,-1 0 1 0 0,2-4 0 0 0,0-5-4 0 0,0-1 0 0 0,-1 0 0 0 0,0 0-1 0 0,-1 0 1 0 0,0 0 0 0 0,-1 1 0 0 0,-1-1 0 0 0,-3-16 0 0 0,2 19-37 0 0,0 0 1 0 0,-1 1-1 0 0,0-1 0 0 0,0 1 1 0 0,-1 0-1 0 0,0 0 0 0 0,0 1 0 0 0,-13-15 1 0 0,16 20 17 0 0,-1-1 0 0 0,0 1 1 0 0,-1 0-1 0 0,1 0 0 0 0,0 1 1 0 0,-1-1-1 0 0,0 1 0 0 0,1-1 1 0 0,-1 1-1 0 0,0 0 1 0 0,0 1-1 0 0,-1-1 0 0 0,1 1 1 0 0,0 0-1 0 0,0 0 0 0 0,-1 0 1 0 0,1 0-1 0 0,0 1 0 0 0,-1-1 1 0 0,1 1-1 0 0,-1 0 0 0 0,-7 2 1 0 0,9-2-25 0 0,0 1 1 0 0,1 0-1 0 0,-1-1 1 0 0,0 1-1 0 0,1 0 1 0 0,-1 0 0 0 0,1 0-1 0 0,0 1 1 0 0,-1-1-1 0 0,1 1 1 0 0,0-1-1 0 0,0 1 1 0 0,0 0 0 0 0,0-1-1 0 0,0 1 1 0 0,0 0-1 0 0,0 1 1 0 0,1-1-1 0 0,-1 0 1 0 0,-2 5-1 0 0,3-3-94 0 0,0 0-1 0 0,0 0 0 0 0,0 0 0 0 0,1 1 1 0 0,-1-1-1 0 0,1 0 0 0 0,0 0 0 0 0,0 1 1 0 0,0-1-1 0 0,1 0 0 0 0,0 0 0 0 0,1 5 1 0 0,3 8-546 0 0,1 0 1 0 0,0 0 0 0 0,2 0 0 0 0,16 26-1 0 0,-23-41-1384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8.707"/>
    </inkml:context>
    <inkml:brush xml:id="br0">
      <inkml:brushProperty name="width" value="0.035" units="cm"/>
      <inkml:brushProperty name="height" value="0.035" units="cm"/>
      <inkml:brushProperty name="color" value="#E71224"/>
    </inkml:brush>
  </inkml:definitions>
  <inkml:trace contextRef="#ctx0" brushRef="#br0">221 446 5088 0 0,'-14'-5'408'0'0,"0"-1"0"0"0,1-1 0 0 0,0 0 0 0 0,0-1 0 0 0,1-1 0 0 0,0 0 0 0 0,0 0 0 0 0,1-1 0 0 0,0 0 0 0 0,1-1 0 0 0,0-1 0 0 0,1 0 0 0 0,0 0 0 0 0,1 0 0 0 0,0-1 1 0 0,1 0-1 0 0,0-1 0 0 0,-4-14 0 0 0,7 15 74 0 0,0 0 0 0 0,1-1 1 0 0,1 0-1 0 0,0 1 0 0 0,1-1 0 0 0,1-20 1 0 0,0 29-348 0 0,1 1 0 0 0,-1-1 0 0 0,1 0 0 0 0,0 0 0 0 0,1 1 0 0 0,-1-1 0 0 0,1 1 0 0 0,0-1 0 0 0,0 1 0 0 0,1 0 0 0 0,-1 0 0 0 0,1 0 0 0 0,0 0 0 0 0,0 0 0 0 0,0 0 0 0 0,0 1 0 0 0,1 0 0 0 0,-1-1 0 0 0,1 1 0 0 0,0 1 0 0 0,0-1 0 0 0,6-3 0 0 0,-2 2-51 0 0,0 0-1 0 0,1 0 1 0 0,-1 0 0 0 0,1 1 0 0 0,0 0 0 0 0,0 1-1 0 0,0 0 1 0 0,0 0 0 0 0,0 1 0 0 0,0 1 0 0 0,1-1-1 0 0,-1 1 1 0 0,0 1 0 0 0,1 0 0 0 0,-1 0 0 0 0,0 0-1 0 0,0 2 1 0 0,0-1 0 0 0,0 1 0 0 0,-1 0 0 0 0,1 1 0 0 0,-1 0-1 0 0,1 0 1 0 0,-1 1 0 0 0,-1 0 0 0 0,1 0 0 0 0,-1 1-1 0 0,0 0 1 0 0,0 0 0 0 0,0 1 0 0 0,-1 0 0 0 0,10 13-1 0 0,-8-7-52 0 0,-1 1 0 0 0,0 0 0 0 0,-1 1 0 0 0,0-1 0 0 0,-1 1 0 0 0,-1 0 0 0 0,0 1 0 0 0,3 28 0 0 0,-4-12-170 0 0,-2 0 0 0 0,-1-1 0 0 0,-5 47-1 0 0,4-69-228 0 0,-1 0-1 0 0,1 1 1 0 0,-1-1-1 0 0,-1-1 1 0 0,1 1-1 0 0,-2 0 1 0 0,1-1-1 0 0,-1 1 1 0 0,-8 12-1 0 0,9-18 2 0 0,0 0 1 0 0,0 1-1 0 0,0-2 1 0 0,0 1-1 0 0,0 0 0 0 0,-1-1 1 0 0,1 1-1 0 0,-1-1 1 0 0,0 0-1 0 0,1 0 0 0 0,-1 0 1 0 0,0-1-1 0 0,0 0 1 0 0,0 1-1 0 0,0-1 0 0 0,-1 0 1 0 0,1-1-1 0 0,0 1 1 0 0,0-1-1 0 0,0 0 0 0 0,-1 0 1 0 0,1 0-1 0 0,-6-2 1 0 0,-8 0-1355 0 0,-3-1 89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9.104"/>
    </inkml:context>
    <inkml:brush xml:id="br0">
      <inkml:brushProperty name="width" value="0.035" units="cm"/>
      <inkml:brushProperty name="height" value="0.035" units="cm"/>
      <inkml:brushProperty name="color" value="#E71224"/>
    </inkml:brush>
  </inkml:definitions>
  <inkml:trace contextRef="#ctx0" brushRef="#br0">22 0 4780 0 0,'0'0'4740'0'0,"-1"0"-4637"0"0,0 0 1 0 0,-1 0-1 0 0,1 0 1 0 0,-1 0 0 0 0,1 1-1 0 0,0-1 1 0 0,-1 0-1 0 0,1 0 1 0 0,0 1 0 0 0,-1-1-1 0 0,1 1 1 0 0,0-1-1 0 0,-1 1 1 0 0,0 1 0 0 0,2-1-57 0 0,0 0 1 0 0,0 1 0 0 0,0-1 0 0 0,0 1-1 0 0,0-1 1 0 0,0 0 0 0 0,1 1 0 0 0,-1-1-1 0 0,0 0 1 0 0,1 1 0 0 0,-1-1 0 0 0,1 0 0 0 0,0 0-1 0 0,-1 1 1 0 0,1-1 0 0 0,0 0 0 0 0,0 0-1 0 0,0 0 1 0 0,0 0 0 0 0,0 0 0 0 0,0 0-1 0 0,0 0 1 0 0,0 0 0 0 0,0 0 0 0 0,0-1-1 0 0,0 1 1 0 0,1 0 0 0 0,1 0 0 0 0,43 24 782 0 0,-43-24-718 0 0,26 14 306 0 0,-1 2 1 0 0,32 23 0 0 0,7 6-327 0 0,-47-33-867 0 0,-19-11 121 0 0,1-1-1736 0 0,8 5 641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9.474"/>
    </inkml:context>
    <inkml:brush xml:id="br0">
      <inkml:brushProperty name="width" value="0.035" units="cm"/>
      <inkml:brushProperty name="height" value="0.035" units="cm"/>
      <inkml:brushProperty name="color" value="#E71224"/>
    </inkml:brush>
  </inkml:definitions>
  <inkml:trace contextRef="#ctx0" brushRef="#br0">97 297 6693 0 0,'16'-31'1976'0'0,"-14"28"-1383"0"0,12-17 1897 0 0,-10 13-2417 0 0,-1 0 1 0 0,0 0-1 0 0,-1 0 0 0 0,0 0 1 0 0,0-1-1 0 0,0 1 1 0 0,-1-1-1 0 0,0 1 1 0 0,0-1-1 0 0,-1 1 1 0 0,0-1-1 0 0,-1 1 0 0 0,1-1 1 0 0,-1 1-1 0 0,-1-1 1 0 0,0 1-1 0 0,0-1 1 0 0,0 1-1 0 0,-1 0 1 0 0,0 0-1 0 0,0 0 0 0 0,0 1 1 0 0,-1-1-1 0 0,0 1 1 0 0,-1 0-1 0 0,1 0 1 0 0,-1 0-1 0 0,-1 0 0 0 0,1 1 1 0 0,-1 0-1 0 0,1 0 1 0 0,-1 1-1 0 0,-12-7 1 0 0,17 10-40 0 0,-1 0 1 0 0,0 0 0 0 0,0 0-1 0 0,0 0 1 0 0,0 0 0 0 0,0 1-1 0 0,0-1 1 0 0,0 1 0 0 0,0-1-1 0 0,0 1 1 0 0,0 0 0 0 0,0 0-1 0 0,-1 0 1 0 0,1 0-1 0 0,0 0 1 0 0,0 0 0 0 0,0 0-1 0 0,0 1 1 0 0,-3 0 0 0 0,4 0-27 0 0,-1 0 0 0 0,1 0 1 0 0,0 0-1 0 0,0 1 0 0 0,0-1 1 0 0,0 0-1 0 0,0 0 0 0 0,0 0 1 0 0,0 1-1 0 0,1-1 0 0 0,-1 0 1 0 0,0 1-1 0 0,1-1 0 0 0,-1 1 1 0 0,1-1-1 0 0,-1 1 0 0 0,1-1 1 0 0,0 1-1 0 0,-1 2 0 0 0,1 3-5 0 0,0 0 0 0 0,0-1 0 0 0,1 1 0 0 0,-1 0 0 0 0,1-1 0 0 0,1 1-1 0 0,0 0 1 0 0,0-1 0 0 0,0 0 0 0 0,4 7 0 0 0,2 3 106 0 0,1-1 0 0 0,1-1 0 0 0,0 0 1 0 0,22 22-1 0 0,-29-32-76 0 0,0-1 0 0 0,0 1 1 0 0,1-1-1 0 0,-1 0 1 0 0,1-1-1 0 0,0 1 0 0 0,0-1 1 0 0,0 1-1 0 0,0-1 1 0 0,0-1-1 0 0,1 1 0 0 0,-1 0 1 0 0,0-1-1 0 0,1 0 0 0 0,-1 0 1 0 0,1 0-1 0 0,0-1 1 0 0,-1 1-1 0 0,1-1 0 0 0,-1 0 1 0 0,1-1-1 0 0,6 0 1 0 0,-8 0-178 0 0,0-1 0 0 0,1 0 0 0 0,-1 1 0 0 0,0-1-1 0 0,0 0 1 0 0,0-1 0 0 0,-1 1 0 0 0,1 0 0 0 0,-1-1 0 0 0,1 1 0 0 0,-1-1 0 0 0,0 0 0 0 0,0 0 0 0 0,0 0 0 0 0,0 0 0 0 0,0 0 0 0 0,-1 0 0 0 0,1-1 0 0 0,-1 1 0 0 0,1-5 0 0 0,2-5-1351 0 0,-1 0-1 0 0,0 0 1 0 0,1-26-1 0 0,-4 20-34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6:59.938"/>
    </inkml:context>
    <inkml:brush xml:id="br0">
      <inkml:brushProperty name="width" value="0.035" units="cm"/>
      <inkml:brushProperty name="height" value="0.035" units="cm"/>
      <inkml:brushProperty name="color" value="#E71224"/>
    </inkml:brush>
  </inkml:definitions>
  <inkml:trace contextRef="#ctx0" brushRef="#br0">185 224 5705 0 0,'-10'-15'536'0'0,"-21"-32"3043"0"0,-1 1 0 0 0,-53-55 0 0 0,64 87-920 0 0,16 13-1752 0 0,12 9-1158 0 0,32 22 453 0 0,2-1 0 0 0,1-3 1 0 0,58 28-1 0 0,51 31 594 0 0,-131-71-720 0 0,0 1 1 0 0,0 0 0 0 0,-2 1-1 0 0,33 36 1 0 0,-43-40-91 0 0,1 0 0 0 0,-1 0 1 0 0,-1 1-1 0 0,0 0 0 0 0,-1 1 0 0 0,7 21 1 0 0,-11-29 6 0 0,0 1 0 0 0,0-1 0 0 0,-1 1 0 0 0,1 0 1 0 0,-2 0-1 0 0,1-1 0 0 0,-1 1 0 0 0,0 0 0 0 0,0 0 0 0 0,-1 0 1 0 0,0 0-1 0 0,0-1 0 0 0,0 1 0 0 0,-1 0 0 0 0,0-1 1 0 0,-3 8-1 0 0,4-13 2 0 0,0 1 0 0 0,0-1 0 0 0,0 0 0 0 0,0 1 0 0 0,0-1 0 0 0,0 0 0 0 0,0 0 0 0 0,0 0 0 0 0,0 0 0 0 0,-1 0 0 0 0,1 0 0 0 0,0 0 0 0 0,-1 0 0 0 0,1 0 0 0 0,-1-1 0 0 0,1 1 0 0 0,-1-1 0 0 0,1 1 0 0 0,-1-1 0 0 0,1 1 1 0 0,-1-1-1 0 0,0 0 0 0 0,1 0 0 0 0,-3 0 0 0 0,0 0-7 0 0,0-1 0 0 0,-1 1 0 0 0,1-1 0 0 0,0-1 0 0 0,0 1 0 0 0,0 0 0 0 0,0-1 0 0 0,0 0 0 0 0,-4-2 0 0 0,-8-6-37 0 0,1-1-1 0 0,0 0 1 0 0,-16-15-1 0 0,19 14 12 0 0,0 0-1 0 0,0-1 0 0 0,2 0 0 0 0,-1 0 0 0 0,2-1 1 0 0,-1-1-1 0 0,2 1 0 0 0,-11-28 0 0 0,16 36 38 0 0,1-1 0 0 0,0 0-1 0 0,0 1 1 0 0,1-1-1 0 0,-1 0 1 0 0,2 0 0 0 0,-1 0-1 0 0,1 0 1 0 0,0 0 0 0 0,0 0-1 0 0,1 0 1 0 0,0 0-1 0 0,0 0 1 0 0,1 0 0 0 0,0 1-1 0 0,0-1 1 0 0,1 0 0 0 0,-1 1-1 0 0,1 0 1 0 0,1 0-1 0 0,-1 0 1 0 0,1 0 0 0 0,9-11-1 0 0,-8 13-14 0 0,0 1-1 0 0,0-1 0 0 0,0 1 1 0 0,1 0-1 0 0,-1 0 0 0 0,1 0 1 0 0,0 1-1 0 0,0 0 1 0 0,0 0-1 0 0,0 0 0 0 0,0 1 1 0 0,0 0-1 0 0,0 0 0 0 0,0 1 1 0 0,1 0-1 0 0,-1 0 1 0 0,0 0-1 0 0,7 2 0 0 0,-11-2-487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0.376"/>
    </inkml:context>
    <inkml:brush xml:id="br0">
      <inkml:brushProperty name="width" value="0.035" units="cm"/>
      <inkml:brushProperty name="height" value="0.035" units="cm"/>
      <inkml:brushProperty name="color" value="#E71224"/>
    </inkml:brush>
  </inkml:definitions>
  <inkml:trace contextRef="#ctx0" brushRef="#br0">60 2 8121 0 0,'-17'-1'-393'0'0,"15"1"935"0"0,-1 0-1 0 0,0 0 1 0 0,1 0-1 0 0,-1 1 1 0 0,1-1-1 0 0,-1 1 1 0 0,0 0-1 0 0,1 0 1 0 0,-1 0-1 0 0,1 0 1 0 0,0 0-1 0 0,-3 2 1 0 0,-2 5-1671 0 0,16-2-2083 0 0,-7-5 1278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1.122"/>
    </inkml:context>
    <inkml:brush xml:id="br0">
      <inkml:brushProperty name="width" value="0.035" units="cm"/>
      <inkml:brushProperty name="height" value="0.035" units="cm"/>
      <inkml:brushProperty name="color" value="#E71224"/>
    </inkml:brush>
  </inkml:definitions>
  <inkml:trace contextRef="#ctx0" brushRef="#br0">2 781 7657 0 0,'0'0'2038'0'0,"-2"7"-441"0"0,7-2-1357 0 0,-1 0-1 0 0,1 0 1 0 0,1 0-1 0 0,-1 0 1 0 0,1-1-1 0 0,0 0 1 0 0,0 0-1 0 0,0 0 1 0 0,13 5-1 0 0,-5-1 351 0 0,-11-7-438 0 0,0 0-122 0 0,-1 0 0 0 0,1 0 0 0 0,0 0 0 0 0,0 0 0 0 0,0 0 0 0 0,0-1 0 0 0,0 1 0 0 0,1-1 0 0 0,-1 0 0 0 0,0 0 0 0 0,0 0 0 0 0,4-1 0 0 0,-5 0-25 0 0,0-1 0 0 0,0 1 1 0 0,-1 0-1 0 0,1-1 0 0 0,0 1 0 0 0,-1-1 0 0 0,1 0 0 0 0,-1 1 0 0 0,1-1 0 0 0,-1 0 0 0 0,0 0 0 0 0,0 0 0 0 0,0 0 0 0 0,0 0 0 0 0,0 0 0 0 0,0-1 0 0 0,0 1 0 0 0,-1 0 0 0 0,1 0 0 0 0,-1 0 0 0 0,0-1 0 0 0,0 1 0 0 0,0 0 1 0 0,0-1-1 0 0,0 1 0 0 0,0 0 0 0 0,0 0 0 0 0,-2-4 0 0 0,1-2 190 0 0,0 0 0 0 0,-1 0 0 0 0,0 0 0 0 0,0 1 0 0 0,-1-1 0 0 0,-6-11 0 0 0,8 17 1029 0 0,-13-18 1083 0 0,43 27-2171 0 0,-26-7-134 0 0,1 1 0 0 0,-1-1 0 0 0,0 1 0 0 0,1-1 0 0 0,-1 0 0 0 0,1 0 0 0 0,-1-1 0 0 0,1 1 0 0 0,-1-1 0 0 0,0 0 0 0 0,1 0 0 0 0,-1 0 0 0 0,0 0 0 0 0,0 0 0 0 0,0-1-1 0 0,0 1 1 0 0,0-1 0 0 0,0 0 0 0 0,0 0 0 0 0,0 0 0 0 0,-1 0 0 0 0,1-1 0 0 0,-1 1 0 0 0,0-1 0 0 0,1 1 0 0 0,-1-1 0 0 0,0 0 0 0 0,-1 0 0 0 0,1 0 0 0 0,0 0 0 0 0,0-3 0 0 0,2-3-6 0 0,-1 1 0 0 0,-1-1 0 0 0,1 1 0 0 0,-1-1 0 0 0,-1 0-1 0 0,0 0 1 0 0,0 0 0 0 0,-1 0 0 0 0,0 0 0 0 0,0 0 0 0 0,-3-12 0 0 0,-2 6-1 0 0,0 0 1 0 0,0 1-1 0 0,-2-1 0 0 0,0 1 1 0 0,0 1-1 0 0,-2-1 0 0 0,-9-12 1 0 0,-8-13-1 0 0,25 36 332 0 0,0 4-322 0 0,0-1 0 0 0,0 0 0 0 0,0 1 0 0 0,0-1 0 0 0,0 1 0 0 0,1-1 1 0 0,-1 1-1 0 0,0-1 0 0 0,0 1 0 0 0,0-1 0 0 0,1 1 0 0 0,-1 0 0 0 0,0-1 1 0 0,1 1-1 0 0,-1 0 0 0 0,1 0 0 0 0,-1-1 0 0 0,0 1 0 0 0,1 0 0 0 0,0 0 1 0 0,-1 0-1 0 0,1 0 0 0 0,0 0 0 0 0,-1 0 0 0 0,1 0 0 0 0,0 0 0 0 0,0 0 1 0 0,0 0-1 0 0,0 0 0 0 0,0 0 0 0 0,0 0 0 0 0,0-1 0 0 0,0 1 0 0 0,0 0 1 0 0,0 0-1 0 0,0 0 0 0 0,1 0 0 0 0,-1 0 0 0 0,1 1 0 0 0,10 41 38 0 0,-8-36-25 0 0,0 0 0 0 0,1 0 0 0 0,0-1-1 0 0,0 0 1 0 0,1 1 0 0 0,-1-1 0 0 0,1 0 0 0 0,1-1 0 0 0,-1 0-1 0 0,9 7 1 0 0,-12-10 1124 0 0,31-8-958 0 0,-28 2-181 0 0,0 0 1 0 0,0 0 0 0 0,0 0-1 0 0,-1-1 1 0 0,0 0 0 0 0,0 0-1 0 0,0 0 1 0 0,0-1 0 0 0,-1 1-1 0 0,0-1 1 0 0,0 0 0 0 0,-1 1-1 0 0,3-10 1 0 0,4-12-106 0 0,8-46 0 0 0,-15 60 33 0 0,-1 0 0 0 0,0-1-1 0 0,-1 1 1 0 0,-3-21 0 0 0,0-10-30 0 0,3 44 102 0 0,1 0-1 0 0,-1 0 0 0 0,0-1 0 0 0,0 1 1 0 0,0 0-1 0 0,1 0 0 0 0,-1 0 1 0 0,0-1-1 0 0,0 1 0 0 0,0 0 1 0 0,1 0-1 0 0,-1 0 0 0 0,0 0 0 0 0,0-1 1 0 0,1 1-1 0 0,-1 0 0 0 0,0 0 1 0 0,1 0-1 0 0,-1 0 0 0 0,0 0 0 0 0,0 0 1 0 0,1 0-1 0 0,-1 0 0 0 0,0 0 1 0 0,1 0-1 0 0,-1 0 0 0 0,0 0 0 0 0,1 0 1 0 0,-1 0-1 0 0,0 0 0 0 0,0 0 1 0 0,1 0-1 0 0,-1 0 0 0 0,0 0 0 0 0,1 0 1 0 0,-1 1-1 0 0,0-1 0 0 0,0 0 1 0 0,1 0-1 0 0,-1 0 0 0 0,0 1 1 0 0,1-1-1 0 0,13 7 17 0 0,-13-6-11 0 0,3 1-38 0 0,-1 0 0 0 0,1 0 1 0 0,-1 0-1 0 0,1 0 0 0 0,0-1 0 0 0,0 1 1 0 0,0-1-1 0 0,0 0 0 0 0,0 0 1 0 0,0-1-1 0 0,0 1 0 0 0,0-1 1 0 0,0 0-1 0 0,0 0 0 0 0,0 0 0 0 0,0-1 1 0 0,1 1-1 0 0,-1-1 0 0 0,0 0 1 0 0,0 0-1 0 0,5-3 0 0 0,-7 2-44 0 0,0 0-1 0 0,0-1 0 0 0,0 1 0 0 0,-1-1 1 0 0,1 1-1 0 0,-1-1 0 0 0,0 0 0 0 0,0 0 1 0 0,0 1-1 0 0,0-1 0 0 0,0 0 0 0 0,-1 0 1 0 0,1 0-1 0 0,-1 0 0 0 0,0 0 0 0 0,0 0 1 0 0,0 0-1 0 0,0 0 0 0 0,-1-3 0 0 0,0-10-302 0 0,0 0 0 0 0,-2 0 0 0 0,-7-28 0 0 0,8 38 363 0 0,0 1 0 0 0,0 0 0 0 0,0 0-1 0 0,-1 0 1 0 0,0 0 0 0 0,0 0 0 0 0,0 0-1 0 0,0 1 1 0 0,-1 0 0 0 0,1-1 0 0 0,-1 1-1 0 0,-1 1 1 0 0,-7-7 0 0 0,9 8 385 0 0,-2 1-332 0 0,5 1-38 0 0,-1-1-1 0 0,1 1 1 0 0,0 0 0 0 0,0 0 0 0 0,-1-1 0 0 0,1 1 0 0 0,0 0 0 0 0,0 0 0 0 0,-1-1 0 0 0,1 1 0 0 0,0 0 0 0 0,-1 0 0 0 0,1 0 0 0 0,0 0 0 0 0,-1 0 0 0 0,1 0 0 0 0,0 0 0 0 0,-1-1 0 0 0,1 1 0 0 0,0 0 0 0 0,-1 0 0 0 0,1 0 0 0 0,0 0-1 0 0,-1 0 1 0 0,1 0 0 0 0,0 1 0 0 0,-1-1 0 0 0,1 0 0 0 0,0 0 0 0 0,-1 0 0 0 0,1 0 0 0 0,0 0 0 0 0,-1 0 0 0 0,1 1 0 0 0,0-1 0 0 0,-1 0 0 0 0,1 0 0 0 0,0 0 0 0 0,0 1 0 0 0,-1-1 0 0 0,1 0 0 0 0,0 0 0 0 0,0 1 0 0 0,0-1 0 0 0,-1 0-1 0 0,1 1 1 0 0,0-1 0 0 0,0 0 0 0 0,0 1 0 0 0,0-1 0 0 0,0 0 0 0 0,-1 1 0 0 0,1-1 0 0 0,0 0 0 0 0,0 1 0 0 0,0-1 0 0 0,0 0 0 0 0,0 1 0 0 0,0-1 0 0 0,0 0 0 0 0,0 1 0 0 0,0-1 0 0 0,1 1 0 0 0,9 21-815 0 0,-9-20 14 0 0,1 1 1 0 0,0-1-1 0 0,0 0 1 0 0,0 0-1 0 0,0 0 0 0 0,0 0 1 0 0,0 0-1 0 0,1 0 1 0 0,-1-1-1 0 0,6 4 1 0 0,3-2-997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2.557"/>
    </inkml:context>
    <inkml:brush xml:id="br0">
      <inkml:brushProperty name="width" value="0.035" units="cm"/>
      <inkml:brushProperty name="height" value="0.035" units="cm"/>
      <inkml:brushProperty name="color" value="#E71224"/>
    </inkml:brush>
  </inkml:definitions>
  <inkml:trace contextRef="#ctx0" brushRef="#br0">81 463 10857 0 0,'-9'-24'2371'0'0,"21"29"-1011"0"0,24 32-237 0 0,-17-19-453 0 0,37 31-1 0 0,-39-35-350 0 0,0 0-1 0 0,-1 1 1 0 0,17 21-1 0 0,-181-196-808 0 0,33 39 806 0 0,112 118-36 0 0,-3-8-46 0 0,0 2 28 0 0,21 12-131 0 0,11 8 77 0 0,43 27-1 0 0,-49-25-170 0 0,1-2-1 0 0,0 0 0 0 0,38 13 1 0 0,-52-21-28 0 0,1-1 0 0 0,-1 0 0 0 0,1-1 0 0 0,0 0 0 0 0,0 0 0 0 0,0 0 0 0 0,0-1 0 0 0,8-1 0 0 0,-14 1-18 0 0,0-1 1 0 0,0 1 0 0 0,0-1 0 0 0,0 0 0 0 0,0 0 0 0 0,0 0-1 0 0,0 0 1 0 0,0 0 0 0 0,0 0 0 0 0,0-1 0 0 0,-1 1 0 0 0,1 0-1 0 0,-1-1 1 0 0,1 0 0 0 0,-1 1 0 0 0,1-1 0 0 0,-1 0 0 0 0,0 0 0 0 0,0 1-1 0 0,0-1 1 0 0,0 0 0 0 0,0 0 0 0 0,0 0 0 0 0,0-1 0 0 0,-1 1-1 0 0,1 0 1 0 0,-1 0 0 0 0,0 0 0 0 0,1 0 0 0 0,-1-1 0 0 0,0 1-1 0 0,0 0 1 0 0,-1-4 0 0 0,1-6-21 0 0,-1 0 0 0 0,1 1 0 0 0,-2 0 0 0 0,0-1 0 0 0,0 1 0 0 0,-1 0 0 0 0,0 0 0 0 0,-1 0 0 0 0,0 0 1 0 0,-1 1-1 0 0,0-1 0 0 0,-1 1 0 0 0,0 1 0 0 0,-1-1 0 0 0,-10-12 0 0 0,15 20 87 0 0,2 2-55 0 0,0 0 0 0 0,0 0 0 0 0,0 0 0 0 0,0 0 0 0 0,0 0 0 0 0,1 0 0 0 0,-1 0 0 0 0,0 0 0 0 0,0 0 0 0 0,0 0 0 0 0,0 0 0 0 0,0 0 0 0 0,0-1 0 0 0,1 1 0 0 0,-1 0 0 0 0,0 0 0 0 0,0 0 0 0 0,0 0 0 0 0,0 0 0 0 0,0 0 0 0 0,0 0 0 0 0,0-1 0 0 0,0 1 0 0 0,1 0 0 0 0,-1 0 0 0 0,0 0 0 0 0,0 0 0 0 0,0 0 0 0 0,0 0 0 0 0,0-1 0 0 0,0 1 0 0 0,0 0 0 0 0,0 0 0 0 0,0 0 0 0 0,0 0 0 0 0,0-1 0 0 0,0 1 0 0 0,0 0 0 0 0,0 0 0 0 0,0 0 0 0 0,0 0 0 0 0,0 0 0 0 0,0-1 0 0 0,0 1 0 0 0,0 0 0 0 0,-1 0 0 0 0,1 0 0 0 0,0 0 0 0 0,0 0 0 0 0,0 0 0 0 0,0-1 0 0 0,0 1 0 0 0,0 0 0 0 0,0 0 0 0 0,-1 0 0 0 0,65 30 13 0 0,-45-19-15 0 0,0-1 1 0 0,1-1-1 0 0,0-1 1 0 0,1-1 0 0 0,-1-1-1 0 0,2 0 1 0 0,25 2-1 0 0,-44-7 0 0 0,-1-1 0 0 0,1 0-1 0 0,-1 0 1 0 0,1 0 0 0 0,-1-1 0 0 0,0 1-1 0 0,1 0 1 0 0,-1-1 0 0 0,1 1-1 0 0,-1-1 1 0 0,0 0 0 0 0,3-1-1 0 0,-4 1 2 0 0,0 0-1 0 0,0 0 0 0 0,0 1 0 0 0,0-1 0 0 0,0 0 0 0 0,-1 0 0 0 0,1 0 0 0 0,0 0 1 0 0,-1 0-1 0 0,1 0 0 0 0,-1 0 0 0 0,1 0 0 0 0,-1 0 0 0 0,1 0 0 0 0,-1 0 0 0 0,0 0 1 0 0,1 0-1 0 0,-1 0 0 0 0,0-1 0 0 0,0-5 6 0 0,0 0 1 0 0,-1 1-1 0 0,0-1 1 0 0,0 1-1 0 0,-1-1 1 0 0,0 1-1 0 0,-3-8 1 0 0,-4-20 22 0 0,9 33-31 0 0,0 0 1 0 0,0 0-1 0 0,1 0 0 0 0,-1 0 1 0 0,0 1-1 0 0,1-1 1 0 0,-1 0-1 0 0,1 0 1 0 0,-1 1-1 0 0,1-1 0 0 0,0 0 1 0 0,-1 1-1 0 0,1-1 1 0 0,-1 0-1 0 0,1 1 0 0 0,0-1 1 0 0,0 1-1 0 0,-1-1 1 0 0,1 1-1 0 0,0 0 1 0 0,0-1-1 0 0,0 1 0 0 0,0 0 1 0 0,-1-1-1 0 0,3 1 1 0 0,34-10 5 0 0,-13 4-13 0 0,-19 3 8 0 0,1 1 0 0 0,0-1 1 0 0,-1 0-1 0 0,1-1 1 0 0,-1 1-1 0 0,0-1 0 0 0,6-6 1 0 0,-10 9-3 0 0,0 0 1 0 0,0-1-1 0 0,1 1 1 0 0,-2 0-1 0 0,1-1 1 0 0,0 1 0 0 0,0-1-1 0 0,0 1 1 0 0,-1-1-1 0 0,1 1 1 0 0,0-1-1 0 0,-1 0 1 0 0,0 1-1 0 0,1-1 1 0 0,-1 0 0 0 0,0 1-1 0 0,0-1 1 0 0,0 0-1 0 0,0 1 1 0 0,0-1-1 0 0,0 0 1 0 0,-1 1 0 0 0,1-1-1 0 0,0 0 1 0 0,-1 1-1 0 0,1-1 1 0 0,-1 1-1 0 0,0-1 1 0 0,0 1-1 0 0,1-1 1 0 0,-1 1 0 0 0,0-1-1 0 0,-1-1 1 0 0,-3-1 2 0 0,1 0 1 0 0,0-1-1 0 0,-1 1 1 0 0,0 1-1 0 0,0-1 0 0 0,0 1 1 0 0,0 0-1 0 0,-1 0 1 0 0,1 0-1 0 0,-1 1 1 0 0,0 0-1 0 0,-8-2 1 0 0,11 2-18 0 0,-1 1 0 0 0,0 0 0 0 0,1 0 0 0 0,-1 1 1 0 0,0-1-1 0 0,0 1 0 0 0,1 0 0 0 0,-1 0 0 0 0,0 0 0 0 0,0 1 1 0 0,1-1-1 0 0,-1 1 0 0 0,0 0 0 0 0,1 0 0 0 0,-1 0 0 0 0,0 0 1 0 0,1 1-1 0 0,0-1 0 0 0,-1 1 0 0 0,1 0 0 0 0,-4 3 0 0 0,6-4-81 0 0,0 0-1 0 0,0 0 0 0 0,1 0 0 0 0,-1 1 0 0 0,0-1 0 0 0,0 0 0 0 0,1 1 0 0 0,-1-1 0 0 0,1 1 0 0 0,-1-1 1 0 0,1 1-1 0 0,0-1 0 0 0,0 1 0 0 0,0-1 0 0 0,-1 1 0 0 0,1-1 0 0 0,0 1 0 0 0,1-1 0 0 0,-1 1 1 0 0,0-1-1 0 0,0 1 0 0 0,1-1 0 0 0,-1 1 0 0 0,1-1 0 0 0,-1 0 0 0 0,1 1 0 0 0,0-1 0 0 0,-1 1 1 0 0,1-1-1 0 0,0 0 0 0 0,0 0 0 0 0,0 0 0 0 0,1 2 0 0 0,0 0-268 0 0,1 0 1 0 0,-1-1-1 0 0,1 1 0 0 0,-1-1 0 0 0,1 1 0 0 0,0-1 1 0 0,0 0-1 0 0,0 0 0 0 0,0 0 0 0 0,0 0 1 0 0,1-1-1 0 0,4 3 0 0 0,-5-4 198 0 0,-1 1 0 0 0,0 0 0 0 0,1-1 0 0 0,-1 0 0 0 0,1 1 0 0 0,-1-1 0 0 0,1 0 0 0 0,-1 0 0 0 0,0-1 0 0 0,1 1 0 0 0,-1 0 0 0 0,1-1-1 0 0,-1 1 1 0 0,0-1 0 0 0,1 0 0 0 0,-1 0 0 0 0,0 0 0 0 0,0 0 0 0 0,0 0 0 0 0,0 0 0 0 0,0-1 0 0 0,0 1 0 0 0,0-1 0 0 0,0 1 0 0 0,0-1 0 0 0,1-2 0 0 0,-2 3-1112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3.351"/>
    </inkml:context>
    <inkml:brush xml:id="br0">
      <inkml:brushProperty name="width" value="0.035" units="cm"/>
      <inkml:brushProperty name="height" value="0.035" units="cm"/>
      <inkml:brushProperty name="color" value="#E71224"/>
    </inkml:brush>
  </inkml:definitions>
  <inkml:trace contextRef="#ctx0" brushRef="#br0">133 413 5308 0 0,'-4'-18'432'0'0,"-2"1"0"0"0,0 0-1 0 0,0 1 1 0 0,-2-1 0 0 0,0 2-1 0 0,-1-1 1 0 0,0 1 0 0 0,-2 0-1 0 0,-19-22 1 0 0,28 34 61 0 0,-1 0 0 0 0,1 0 0 0 0,-1 0 0 0 0,0 1 0 0 0,0-1 1 0 0,0 1-1 0 0,0 0 0 0 0,-1 0 0 0 0,-5-3 0 0 0,40 45 602 0 0,-20-29-996 0 0,0 1 0 0 0,1-2 0 0 0,0 1 0 0 0,1-2 0 0 0,0 1 0 0 0,0-2 0 0 0,1 0 0 0 0,1-1 0 0 0,-1 0 0 0 0,1-1 0 0 0,0 0 0 0 0,0-1-1 0 0,1-1 1 0 0,-1-1 0 0 0,24 3 0 0 0,-36-6-179 0 0,-1-1-1009 0 0,-1 0 998 0 0,0 1 0 0 0,0-1-1 0 0,0 0 1 0 0,0 0 0 0 0,0 0 0 0 0,0 0-1 0 0,0 1 1 0 0,0-1 0 0 0,0-1 0 0 0,-1 1 0 0 0,1 0-1 0 0,0 0 1 0 0,0-1 0 0 0,-5-2 48 0 0,1 1 0 0 0,-1 0 0 0 0,0 1 0 0 0,-1-1 0 0 0,1 0-1 0 0,0 1 1 0 0,-1 0 0 0 0,1 0 0 0 0,-1 1 0 0 0,1-1 0 0 0,-1 1 0 0 0,0 0 0 0 0,0 0 0 0 0,0 1 0 0 0,0-1-1 0 0,1 1 1 0 0,-1 0 0 0 0,0 0 0 0 0,-6 1 0 0 0,9-1 48 0 0,-1 1 1 0 0,1-1-1 0 0,0 0 0 0 0,0 0 0 0 0,-1 1 0 0 0,1 0 1 0 0,0-1-1 0 0,0 1 0 0 0,0 0 0 0 0,0 0 1 0 0,0 0-1 0 0,0 0 0 0 0,0 0 0 0 0,0 1 1 0 0,0-1-1 0 0,0 0 0 0 0,1 1 0 0 0,-1 0 1 0 0,0-1-1 0 0,1 1 0 0 0,-1 0 0 0 0,1 0 1 0 0,0 0-1 0 0,0 0 0 0 0,0 0 0 0 0,0 0 0 0 0,0 0 1 0 0,0 0-1 0 0,0 0 0 0 0,1 1 0 0 0,-1-1 1 0 0,1 0-1 0 0,0 0 0 0 0,-1 1 0 0 0,1-1 1 0 0,0 0-1 0 0,0 0 0 0 0,1 1 0 0 0,-1-1 1 0 0,0 0-1 0 0,1 1 0 0 0,1 3 0 0 0,1 1 161 0 0,0 0 0 0 0,0 0 0 0 0,1 0 0 0 0,0-1-1 0 0,0 0 1 0 0,0 1 0 0 0,1-2 0 0 0,0 1 0 0 0,0 0 0 0 0,1-1-1 0 0,-1 0 1 0 0,1 0 0 0 0,0-1 0 0 0,14 8 0 0 0,-18-10-118 0 0,1 0 1 0 0,0-1 0 0 0,0 1 0 0 0,0-1 0 0 0,0 0 0 0 0,0 0 0 0 0,1 0-1 0 0,-1 0 1 0 0,0 0 0 0 0,0-1 0 0 0,1 1 0 0 0,-1-1 0 0 0,0 0-1 0 0,1 0 1 0 0,-1 0 0 0 0,0 0 0 0 0,1-1 0 0 0,-1 0 0 0 0,0 1-1 0 0,0-1 1 0 0,1 0 0 0 0,-1 0 0 0 0,0-1 0 0 0,0 1 0 0 0,0-1 0 0 0,0 0-1 0 0,-1 1 1 0 0,1-1 0 0 0,0 0 0 0 0,-1-1 0 0 0,1 1 0 0 0,-1 0-1 0 0,0-1 1 0 0,0 1 0 0 0,2-4 0 0 0,5-12-728 0 0,-2-1 0 0 0,0 1 0 0 0,-1-1 0 0 0,-1 0-1 0 0,-1-1 1 0 0,-1 1 0 0 0,2-30 0 0 0,0 9-1433 0 0,-3 19 113 0 0,-1-1 0 0 0,-5-42 0 0 0,3 45 1244 0 0,-1 0 1 0 0,2 0-1 0 0,4-32 1 0 0,-4 48 2093 0 0,-3-10 1231 0 0,1 7 3042 0 0,-14 22 1273 0 0,4-9-6398 0 0,11-7 83 0 0,-14-2 814 0 0,2 1-880 0 0,12 2-488 0 0,1-1 0 0 0,-1 1 1 0 0,1 0-1 0 0,0 0 0 0 0,-1 0 0 0 0,1 0 0 0 0,0-1 1 0 0,-1 1-1 0 0,1 0 0 0 0,0 0 0 0 0,0 0 0 0 0,0 0 1 0 0,0 0-1 0 0,-1 0 0 0 0,1 0 0 0 0,1-1 0 0 0,-1 1 1 0 0,0 0-1 0 0,0 2 0 0 0,1 2 72 0 0,0 0 0 0 0,0 0 1 0 0,1-1-1 0 0,-1 1 0 0 0,1 0 0 0 0,0 0 0 0 0,0-1 1 0 0,0 0-1 0 0,1 1 0 0 0,0-1 0 0 0,0 0 0 0 0,0 0 0 0 0,0 0 1 0 0,5 4-1 0 0,2 1 180 0 0,0 0-1 0 0,1-1 1 0 0,-1-1 0 0 0,15 8 0 0 0,-24-14-357 0 0,1 0 0 0 0,-1-1 1 0 0,1 1-1 0 0,-1-1 1 0 0,1 1-1 0 0,-1-1 0 0 0,1 1 1 0 0,-1-1-1 0 0,1 0 1 0 0,-1 0-1 0 0,1 0 0 0 0,-1 0 1 0 0,1 0-1 0 0,0 0 1 0 0,-1 0-1 0 0,1 0 0 0 0,-1-1 1 0 0,1 1-1 0 0,-1 0 0 0 0,1-1 1 0 0,-1 0-1 0 0,1 1 1 0 0,-1-1-1 0 0,0 0 0 0 0,1 0 1 0 0,-1 0-1 0 0,0 1 1 0 0,0-1-1 0 0,1-1 0 0 0,-1 1 1 0 0,0 0-1 0 0,0 0 1 0 0,0 0-1 0 0,0-1 0 0 0,-1 1 1 0 0,1 0-1 0 0,0-1 1 0 0,1-2-1 0 0,3-7-1559 0 0,0-1 0 0 0,0 0 0 0 0,5-23-1 0 0,-5 15-375 0 0,9-17-1530 0 0,-7 17 1816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3:57:03.710"/>
    </inkml:context>
    <inkml:brush xml:id="br0">
      <inkml:brushProperty name="width" value="0.035" units="cm"/>
      <inkml:brushProperty name="height" value="0.035" units="cm"/>
      <inkml:brushProperty name="color" value="#E71224"/>
    </inkml:brush>
  </inkml:definitions>
  <inkml:trace contextRef="#ctx0" brushRef="#br0">1 25 8921 0 0,'1'-3'-462'0'0,"11"-11"15791"0"0,-9 11-16899 0 0,13-2-7659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5:50.592"/>
    </inkml:context>
    <inkml:brush xml:id="br0">
      <inkml:brushProperty name="width" value="0.035" units="cm"/>
      <inkml:brushProperty name="height" value="0.035" units="cm"/>
      <inkml:brushProperty name="color" value="#E71224"/>
    </inkml:brush>
  </inkml:definitions>
  <inkml:trace contextRef="#ctx0" brushRef="#br0">146 23 5797 0 0,'0'0'1125'0'0,"-22"-8"1989"0"0,17 6-2924 0 0,0 1 0 0 0,1 0 1 0 0,-2 0-1 0 0,1 1 0 0 0,0-1 0 0 0,0 1 0 0 0,0 1 0 0 0,0-1 0 0 0,0 0 0 0 0,0 1 1 0 0,0 0-1 0 0,-7 3 0 0 0,9-3-66 0 0,1-1-39 0 0,0 1-1 0 0,0 0 1 0 0,0-1-1 0 0,0 1 0 0 0,0 0 1 0 0,0 0-1 0 0,1 0 1 0 0,-1 0-1 0 0,0 0 0 0 0,0 1 1 0 0,1-1-1 0 0,-1 0 0 0 0,1 1 1 0 0,-1-1-1 0 0,1 1 1 0 0,0 0-1 0 0,0 0 0 0 0,-1-1 1 0 0,1 1-1 0 0,0 0 0 0 0,0 0 1 0 0,1 0-1 0 0,-1 0 1 0 0,0 0-1 0 0,1 0 0 0 0,-1 2 1 0 0,-2 4 207 0 0,1 1 1 0 0,0-1-1 0 0,1 1 0 0 0,-1 14 1 0 0,3-13-123 0 0,1 0 0 0 0,0 0 0 0 0,1 0-1 0 0,0 0 1 0 0,0-1 0 0 0,1 1 0 0 0,0-1 0 0 0,1 0 0 0 0,0 0 0 0 0,1 0 0 0 0,-1-1 0 0 0,2 1 0 0 0,-1-2 0 0 0,1 1-1 0 0,0-1 1 0 0,1 0 0 0 0,16 12 0 0 0,-6-8-12 0 0,0-1 0 0 0,1-1 0 0 0,0-1 0 0 0,0 0 0 0 0,1-1 0 0 0,32 6 0 0 0,-47-12-149 0 0,-1-1 0 0 0,1 0-1 0 0,-1 0 1 0 0,1 0 0 0 0,-1 0-1 0 0,0-1 1 0 0,1 1 0 0 0,-1-1-1 0 0,1 0 1 0 0,-1-1 0 0 0,0 1-1 0 0,0-1 1 0 0,0 0 0 0 0,0 0-1 0 0,0 0 1 0 0,0 0 0 0 0,0-1-1 0 0,0 1 1 0 0,-1-1 0 0 0,0 0-1 0 0,1 0 1 0 0,-1 0 0 0 0,0-1-1 0 0,-1 1 1 0 0,1-1 0 0 0,0 0-1 0 0,-1 0 1 0 0,0 0 0 0 0,0 0-1 0 0,0 0 1 0 0,-1 0 0 0 0,1 0-1 0 0,-1 0 1 0 0,0-1 0 0 0,0 1-1 0 0,0-1 1 0 0,-1 1 0 0 0,0-1-1 0 0,0 1 1 0 0,0-1 0 0 0,0 1-1 0 0,-1 0 1 0 0,1-1 0 0 0,-1 1-1 0 0,0-1 1 0 0,-1 1 0 0 0,1 0-1 0 0,-1 0 1 0 0,0 0 0 0 0,0-1-1 0 0,0 2 1 0 0,0-1 0 0 0,-1 0-1 0 0,1 0 1 0 0,-1 1 0 0 0,0 0-1 0 0,0-1 1 0 0,0 1 0 0 0,-1 0-1 0 0,1 1 1 0 0,-1-1 0 0 0,0 0-1 0 0,-5-2 1 0 0,-10-1 64 0 0,24 17-59 0 0,25 21-54 0 0,-26-30 43 0 0,-1 1-1 0 0,1 0 1 0 0,0-1 0 0 0,0 0 0 0 0,0 0 0 0 0,0 0 0 0 0,0-1 0 0 0,1 1 0 0 0,-1-1 0 0 0,0 0 0 0 0,1 0 0 0 0,-1-1 0 0 0,1 1 0 0 0,-1-1 0 0 0,1 0 0 0 0,-1 0-1 0 0,1 0 1 0 0,-1-1 0 0 0,1 0 0 0 0,-1 1 0 0 0,0-2 0 0 0,1 1 0 0 0,-1 0 0 0 0,0-1 0 0 0,0 0 0 0 0,0 0 0 0 0,0 0 0 0 0,0-1 0 0 0,0 1 0 0 0,-1-1-1 0 0,1 0 1 0 0,-1 0 0 0 0,0 0 0 0 0,0 0 0 0 0,0 0 0 0 0,0-1 0 0 0,0 0 0 0 0,-1 1 0 0 0,1-1 0 0 0,-1 0 0 0 0,0 0 0 0 0,-1-1 0 0 0,1 1 0 0 0,-1 0 0 0 0,1 0-1 0 0,-1-1 1 0 0,0 1 0 0 0,-1-1 0 0 0,1 1 0 0 0,-1-1 0 0 0,0 1 0 0 0,-1-5 0 0 0,1 4 2 0 0,0 1 0 0 0,-1 0 0 0 0,0-1 0 0 0,0 1 0 0 0,0 0-1 0 0,-1 0 1 0 0,1-1 0 0 0,-1 1 0 0 0,0 0 0 0 0,0 1 0 0 0,-1-1 0 0 0,1 0 0 0 0,-1 1 0 0 0,0-1 0 0 0,1 1 0 0 0,-2 0-1 0 0,1 0 1 0 0,0 0 0 0 0,-1 0 0 0 0,1 1 0 0 0,-1-1 0 0 0,0 1 0 0 0,0 0 0 0 0,1 0 0 0 0,-2 0 0 0 0,-4-1 0 0 0,3 1-3 0 0,1 0 0 0 0,-1 0 0 0 0,0 1 0 0 0,0-1 0 0 0,0 2 0 0 0,0-1 0 0 0,1 1 0 0 0,-1-1 0 0 0,0 2 1 0 0,0-1-1 0 0,0 1 0 0 0,0 0 0 0 0,0 0 0 0 0,0 0 0 0 0,0 1 0 0 0,1 0 0 0 0,-1 0 0 0 0,1 0 1 0 0,-8 5-1 0 0,10-4-8 0 0,0-1 1 0 0,0 1 0 0 0,0 0 0 0 0,1 0 0 0 0,-1 1-1 0 0,1-1 1 0 0,0 0 0 0 0,-1 1 0 0 0,2-1 0 0 0,-1 1-1 0 0,0 0 1 0 0,1 0 0 0 0,-1 0 0 0 0,1 0 0 0 0,0 0-1 0 0,1 0 1 0 0,-1 0 0 0 0,1 0 0 0 0,-1 0-1 0 0,1 0 1 0 0,0 0 0 0 0,1 0 0 0 0,-1 0 0 0 0,1 0-1 0 0,0 0 1 0 0,0 0 0 0 0,0 0 0 0 0,0 0 0 0 0,1 0-1 0 0,0 0 1 0 0,-1-1 0 0 0,1 1 0 0 0,1 0 0 0 0,-1-1-1 0 0,0 0 1 0 0,4 4 0 0 0,0-3-340 0 0,-1 0 1 0 0,0-1-1 0 0,1 0 1 0 0,0 0-1 0 0,0 0 1 0 0,0 0-1 0 0,0-1 1 0 0,6 1-1 0 0,35-1-7987 0 0,-30-4 6178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5:51.731"/>
    </inkml:context>
    <inkml:brush xml:id="br0">
      <inkml:brushProperty name="width" value="0.035" units="cm"/>
      <inkml:brushProperty name="height" value="0.035" units="cm"/>
      <inkml:brushProperty name="color" value="#E71224"/>
    </inkml:brush>
  </inkml:definitions>
  <inkml:trace contextRef="#ctx0" brushRef="#br0">133 143 5088 0 0,'-67'10'10993'0'0,"62"-9"-10509"0"0,-1-1-302 0 0,2 0-50 0 0,0 0-1 0 0,0 0 0 0 0,0 0 0 0 0,0 1 1 0 0,-1 0-1 0 0,1 0 0 0 0,0 0 1 0 0,0 0-1 0 0,0 1 0 0 0,0-1 1 0 0,-5 4-1 0 0,9-5-108 0 0,0 1 0 0 0,0 0-1 0 0,0-1 1 0 0,0 1 0 0 0,0 0 0 0 0,0-1-1 0 0,0 1 1 0 0,0 0 0 0 0,0-1 0 0 0,0 1 0 0 0,0 0-1 0 0,1-1 1 0 0,-1 1 0 0 0,0-1 0 0 0,0 1 0 0 0,1 0-1 0 0,-1-1 1 0 0,0 1 0 0 0,1-1 0 0 0,-1 1-1 0 0,0-1 1 0 0,1 1 0 0 0,-1-1 0 0 0,1 1 0 0 0,-1-1-1 0 0,1 1 1 0 0,-1-1 0 0 0,1 0 0 0 0,-1 1-1 0 0,1-1 1 0 0,-1 0 0 0 0,1 0 0 0 0,0 1 0 0 0,-1-1-1 0 0,2 0 1 0 0,27 15 406 0 0,-25-14-342 0 0,12 7 105 0 0,5 3 21 0 0,2-2-1 0 0,-1 0 1 0 0,36 8-1 0 0,-57-16-205 0 0,0-1 0 0 0,0 0 0 0 0,0 0 0 0 0,0 1 0 0 0,-1-1 0 0 0,1 0 0 0 0,0 0 0 0 0,0 0 0 0 0,0 0 0 0 0,0 0 0 0 0,0 0 0 0 0,0-1 0 0 0,0 1 0 0 0,0 0 0 0 0,0 0 0 0 0,0-1 0 0 0,0 1 0 0 0,-1 0 0 0 0,1-1 0 0 0,0 1 0 0 0,0-1 0 0 0,0 1 0 0 0,-1-1 0 0 0,1 1-1 0 0,0-1 1 0 0,0 0 0 0 0,-1 1 0 0 0,2-2 0 0 0,-2 0-4 0 0,1 0 0 0 0,-1 1 0 0 0,0-1 0 0 0,0 1 0 0 0,0-1 0 0 0,0 0 1 0 0,0 1-1 0 0,0-1 0 0 0,0 0 0 0 0,0 1 0 0 0,0-1 0 0 0,-1 0 0 0 0,1 1 0 0 0,-2-3 0 0 0,-1-4-6 0 0,0 1 1 0 0,-1 0-1 0 0,0 1 0 0 0,0-1 1 0 0,-9-10-1 0 0,-8-1-22 0 0,-1 0-1 0 0,0 2 1 0 0,-27-15-1 0 0,156 70 31 0 0,-99-36-3 0 0,1-1 0 0 0,0 0 1 0 0,0 0-1 0 0,0-1 0 0 0,1 0 1 0 0,-1-1-1 0 0,0 0 0 0 0,0-1 1 0 0,0 0-1 0 0,13-2 0 0 0,-21 3 0 0 0,0-1-1 0 0,0 1 0 0 0,0 0 0 0 0,1 0 1 0 0,-1-1-1 0 0,0 1 0 0 0,0-1 0 0 0,0 1 1 0 0,0-1-1 0 0,0 0 0 0 0,0 1 1 0 0,0-1-1 0 0,0 0 0 0 0,0 0 0 0 0,0 1 1 0 0,0-1-1 0 0,0 0 0 0 0,-1 0 1 0 0,1 0-1 0 0,0 0 0 0 0,-1 0 0 0 0,1 0 1 0 0,-1 0-1 0 0,1 0 0 0 0,-1-1 0 0 0,1 1 1 0 0,-1 0-1 0 0,0 0 0 0 0,1-3 1 0 0,-2 2-3 0 0,1-1 0 0 0,-1 1 0 0 0,0-1 0 0 0,0 1 0 0 0,0-1 1 0 0,0 1-1 0 0,0-1 0 0 0,0 1 0 0 0,-1 0 0 0 0,1 0 0 0 0,-1 0 1 0 0,0 0-1 0 0,-1-2 0 0 0,-7-7-11 0 0,-1 1 0 0 0,0 1 0 0 0,-25-16 1 0 0,17 12 28 0 0,19 13-16 0 0,0 0-1 0 0,0 0 0 0 0,0 0 0 0 0,0 0 0 0 0,0 0 0 0 0,0 0 0 0 0,0 0 1 0 0,1 0-1 0 0,-1 0 0 0 0,0 0 0 0 0,0 0 0 0 0,0 0 0 0 0,0 0 0 0 0,0 0 1 0 0,0 0-1 0 0,0 0 0 0 0,0 0 0 0 0,0 0 0 0 0,1 0 0 0 0,-1 0 1 0 0,0 0-1 0 0,0 0 0 0 0,0 0 0 0 0,0 0 0 0 0,0 0 0 0 0,0 0 0 0 0,0 0 1 0 0,0 0-1 0 0,0 0 0 0 0,1 0 0 0 0,-1 0 0 0 0,0 0 0 0 0,0 0 1 0 0,0 0-1 0 0,0-1 0 0 0,0 1 0 0 0,0 0 0 0 0,0 0 0 0 0,0 0 0 0 0,0 0 1 0 0,0 0-1 0 0,0 0 0 0 0,0 0 0 0 0,0 0 0 0 0,0 0 0 0 0,0 0 0 0 0,0 0 1 0 0,0-1-1 0 0,0 1 0 0 0,0 0 0 0 0,0 0 0 0 0,0 0 0 0 0,0 0 1 0 0,0 0-1 0 0,0 0 0 0 0,0 0 0 0 0,0-1 0 0 0,42 15 59 0 0,-17-6 60 0 0,0-2 324 0 0,0-1-1 0 0,1-1 1 0 0,49 1-1 0 0,-6-4-7279 0 0,-62-1 5576 0 0,8 0-1467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5:52.377"/>
    </inkml:context>
    <inkml:brush xml:id="br0">
      <inkml:brushProperty name="width" value="0.035" units="cm"/>
      <inkml:brushProperty name="height" value="0.035" units="cm"/>
      <inkml:brushProperty name="color" value="#E71224"/>
    </inkml:brush>
  </inkml:definitions>
  <inkml:trace contextRef="#ctx0" brushRef="#br0">62 82 6557 0 0,'0'0'2561'0'0,"-5"0"-1883"0"0,1 0-531 0 0,0 1 0 0 0,-1-1 1 0 0,1 1-1 0 0,0 0 1 0 0,0 0-1 0 0,0 0 1 0 0,0 0-1 0 0,1 1 1 0 0,-8 3-1 0 0,11-5-108 0 0,-1 1-1 0 0,0-1 1 0 0,1 1-1 0 0,-1-1 1 0 0,0 1 0 0 0,1-1-1 0 0,-1 1 1 0 0,1-1-1 0 0,-1 1 1 0 0,1 0-1 0 0,-1-1 1 0 0,1 1 0 0 0,0 0-1 0 0,-1-1 1 0 0,1 1-1 0 0,0 0 1 0 0,-1 0-1 0 0,1-1 1 0 0,0 1-1 0 0,0 0 1 0 0,0 0 0 0 0,0 0-1 0 0,0 0 1 0 0,0 1 24 0 0,1 0 0 0 0,-1 0-1 0 0,1-1 1 0 0,0 1 0 0 0,0-1 0 0 0,-1 1 0 0 0,1-1 0 0 0,0 1 0 0 0,0-1 0 0 0,1 1 0 0 0,-1-1 0 0 0,0 0 0 0 0,0 0 0 0 0,1 1 0 0 0,2 0 0 0 0,11 8 551 0 0,1-1 1 0 0,1-1 0 0 0,-1-1-1 0 0,1 0 1 0 0,0-1 0 0 0,35 7-1 0 0,14 6 652 0 0,-48-13-948 0 0,218 86 2440 0 0,-177-68-2666 0 0,-56-23-177 0 0,8 5-5422 0 0,-12-3 3526 0 0,-15-6 1584 0 0,-82-41-3637 0 0,71 30 3560 0 0,0 2-1 0 0,-41-14 0 0 0,32 17 592 0 0,12 3 736 0 0,1-1 1 0 0,-31-13 0 0 0,47 17-642 0 0,0-1 0 0 0,-1-1 1 0 0,2 1-1 0 0,-1-1 0 0 0,0 0 0 0 0,1 0 0 0 0,0-1 0 0 0,0 0 0 0 0,1 0 0 0 0,0 0 0 0 0,-5-8 0 0 0,2 2 274 0 0,0 0 0 0 0,2-1 1 0 0,-8-18-1 0 0,13 29-431 0 0,0 1-1 0 0,0-1 1 0 0,0 0-1 0 0,1 0 1 0 0,-1 0 0 0 0,0 0-1 0 0,1 0 1 0 0,0 0-1 0 0,-1 0 1 0 0,1 0 0 0 0,0 0-1 0 0,0 0 1 0 0,0 0-1 0 0,1 0 1 0 0,-1 0 0 0 0,0 0-1 0 0,1 0 1 0 0,-1 0 0 0 0,1 0-1 0 0,0 0 1 0 0,0 0-1 0 0,-1 0 1 0 0,1 0 0 0 0,0 0-1 0 0,1 1 1 0 0,-1-1-1 0 0,0 0 1 0 0,0 1 0 0 0,1-1-1 0 0,-1 1 1 0 0,1 0-1 0 0,1-2 1 0 0,1 1 51 0 0,0 1 0 0 0,0 0 0 0 0,0 0-1 0 0,0 0 1 0 0,1 1 0 0 0,-1-1 0 0 0,0 1 0 0 0,0 0 0 0 0,0 0 0 0 0,1 1 0 0 0,-1-1-1 0 0,6 3 1 0 0,42 11 730 0 0,-43-10-765 0 0,0 0 0 0 0,0 0 0 0 0,-1 1 0 0 0,0 1 0 0 0,0-1 0 0 0,0 1 0 0 0,-1 0 0 0 0,0 1 0 0 0,0 0 1 0 0,0 0-1 0 0,6 10 0 0 0,22 39-1649 0 0,-11 1-6354 0 0,-21-45 5657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5:53.306"/>
    </inkml:context>
    <inkml:brush xml:id="br0">
      <inkml:brushProperty name="width" value="0.035" units="cm"/>
      <inkml:brushProperty name="height" value="0.035" units="cm"/>
      <inkml:brushProperty name="color" value="#E71224"/>
    </inkml:brush>
  </inkml:definitions>
  <inkml:trace contextRef="#ctx0" brushRef="#br0">48 457 8449 0 0,'-3'-18'152'0'0,"2"14"86"0"0,-8-13 1472 0 0,8 16-1643 0 0,1 0-1 0 0,-1 0 1 0 0,0 0 0 0 0,0 0-1 0 0,1 0 1 0 0,-1 0 0 0 0,0 1-1 0 0,0-1 1 0 0,0 0 0 0 0,0 1 0 0 0,0-1-1 0 0,0 1 1 0 0,0-1 0 0 0,0 1-1 0 0,0-1 1 0 0,0 1 0 0 0,0 0-1 0 0,0 0 1 0 0,-1-1 0 0 0,1 1-1 0 0,0 0 1 0 0,0 0 0 0 0,0 0-1 0 0,0 0 1 0 0,0 0 0 0 0,-1 0 0 0 0,0 1-1 0 0,1 0-27 0 0,1 0 0 0 0,-1-1 1 0 0,1 1-1 0 0,-1 0 0 0 0,1 0 0 0 0,-1 0 0 0 0,1 0 0 0 0,0 0 0 0 0,0 0 1 0 0,-1 0-1 0 0,1 0 0 0 0,0 0 0 0 0,0 0 0 0 0,0 0 0 0 0,0 0 0 0 0,0 0 1 0 0,0 0-1 0 0,0 0 0 0 0,1 0 0 0 0,-1 0 0 0 0,0 0 0 0 0,0 0 0 0 0,1 0 0 0 0,-1-1 1 0 0,1 1-1 0 0,-1 0 0 0 0,1 0 0 0 0,-1 0 0 0 0,1 0 0 0 0,-1-1 0 0 0,1 1 1 0 0,0 0-1 0 0,-1 0 0 0 0,2 0 0 0 0,16 19 356 0 0,0-1-1 0 0,2-1 1 0 0,0-1-1 0 0,1 0 1 0 0,0-2 0 0 0,26 14-1 0 0,-26-15-131 0 0,-17-11-267 0 0,1-1 0 0 0,-1 1 0 0 0,0-1-1 0 0,1 0 1 0 0,0-1 0 0 0,-1 1 0 0 0,8 1 0 0 0,-11-3-4 0 0,0 0 0 0 0,-1 0 0 0 0,1 0 0 0 0,-1 0 0 0 0,1 0 1 0 0,0 0-1 0 0,-1 0 0 0 0,1 0 0 0 0,-1 0 0 0 0,1 0 0 0 0,0 0 0 0 0,-1 0 0 0 0,1-1 0 0 0,-1 1 0 0 0,1 0 0 0 0,-1 0 1 0 0,1-1-1 0 0,-1 1 0 0 0,1 0 0 0 0,-1-1 0 0 0,1 1 0 0 0,-1-1 0 0 0,1 1 0 0 0,-1 0 0 0 0,1-2 0 0 0,0 1-4 0 0,-1 0 0 0 0,0-1 0 0 0,0 1 0 0 0,0-1 0 0 0,0 1 0 0 0,0 0 0 0 0,0-1 0 0 0,0 1 0 0 0,0 0 0 0 0,0-1-1 0 0,0 1 1 0 0,-1-1 0 0 0,1 1 0 0 0,-1 0 0 0 0,1 0 0 0 0,-2-3 0 0 0,-4-8-25 0 0,0 0 0 0 0,-1 1 0 0 0,0 0 0 0 0,-1 0 1 0 0,0 0-1 0 0,-1 1 0 0 0,0 0 0 0 0,0 1 0 0 0,-1 0 0 0 0,-19-13 0 0 0,27 20 311 0 0,-9-6-81 0 0,12 3-142 0 0,12 8-9 0 0,23 15 143 0 0,24 8 1495 0 0,-57-25-1589 0 0,0 0 0 0 0,1-1-1 0 0,-1 1 1 0 0,1-1 0 0 0,-1 1 0 0 0,1-1-1 0 0,-1 0 1 0 0,1-1 0 0 0,-1 1 0 0 0,1 0 0 0 0,-1-1-1 0 0,1 0 1 0 0,-1 0 0 0 0,0 0 0 0 0,6-2-1 0 0,-8 1-88 0 0,1 1-1 0 0,-1 0 0 0 0,1-1 0 0 0,-1 0 0 0 0,0 1 0 0 0,1-1 0 0 0,-1 0 1 0 0,0 0-1 0 0,0 0 0 0 0,0 0 0 0 0,-1 0 0 0 0,1 0 0 0 0,0 0 0 0 0,-1 0 1 0 0,1 0-1 0 0,-1 0 0 0 0,0 0 0 0 0,1 0 0 0 0,-1 0 0 0 0,0 0 0 0 0,0 0 1 0 0,-1-1-1 0 0,0-3 0 0 0,-10-61-65 0 0,6 47 14 0 0,3 8 17 0 0,-1 0-1 0 0,0 1 0 0 0,-1-1 0 0 0,0 1 0 0 0,-1 0 0 0 0,0 0 0 0 0,0 0 1 0 0,-2 1-1 0 0,1 0 0 0 0,-1 0 0 0 0,0 1 0 0 0,-1-1 0 0 0,0 2 0 0 0,-13-12 0 0 0,61 61 649 0 0,-33-36-607 0 0,0-1 1 0 0,1 1-1 0 0,0-2 0 0 0,-1 1 1 0 0,2-1-1 0 0,-1 0 0 0 0,0 0 1 0 0,1-1-1 0 0,11 2 0 0 0,-17-4 57 0 0,-1-1-56 0 0,0 0-1 0 0,0 0 1 0 0,-1 0-1 0 0,1 0 0 0 0,0 0 1 0 0,-1 0-1 0 0,1-1 1 0 0,-1 1-1 0 0,1-1 1 0 0,-1 1-1 0 0,1-1 1 0 0,0-1-1 0 0,-1-1-12 0 0,0-1-1 0 0,0 1 0 0 0,-1-1 1 0 0,0 1-1 0 0,0 0 1 0 0,0-1-1 0 0,0 1 1 0 0,-1 0-1 0 0,1-1 0 0 0,-1 1 1 0 0,0 0-1 0 0,0 0 1 0 0,-1-1-1 0 0,0 1 0 0 0,1 0 1 0 0,-1 0-1 0 0,0 1 1 0 0,-1-1-1 0 0,-3-5 1 0 0,-8-10-30 0 0,-1 0 0 0 0,-24-23 0 0 0,16 18 0 0 0,-9-4 67 0 0,31 27-15 0 0,0 0-1 0 0,0 1 1 0 0,0-1-1 0 0,-1 0 1 0 0,1 1-1 0 0,0-1 1 0 0,0 1-1 0 0,0 0 1 0 0,-1-1-1 0 0,1 1 1 0 0,0 0-1 0 0,-1 0 1 0 0,1 0-1 0 0,0-1 1 0 0,-1 1-1 0 0,1 1 1 0 0,0-1-1 0 0,0 0 1 0 0,-1 0-1 0 0,1 0 1 0 0,0 1-1 0 0,-1-1 0 0 0,1 1 1 0 0,0-1-1 0 0,0 1 1 0 0,0-1-1 0 0,0 1 1 0 0,-1 0-1 0 0,0 0 1 0 0,2 0 2 0 0,0 0 1 0 0,0 0-1 0 0,0-1 0 0 0,-1 1 1 0 0,1 0-1 0 0,0-1 0 0 0,0 1 1 0 0,0 0-1 0 0,0-1 0 0 0,1 1 1 0 0,-1 0-1 0 0,0 0 0 0 0,0-1 1 0 0,0 1-1 0 0,1 0 0 0 0,-1-1 1 0 0,0 1-1 0 0,1-1 0 0 0,-1 1 1 0 0,0 0-1 0 0,1-1 0 0 0,-1 1 1 0 0,1-1-1 0 0,-1 1 0 0 0,1-1 1 0 0,0 2-1 0 0,14 13 332 0 0,1-1 151 0 0,1-1 0 0 0,1 0 0 0 0,0-2 0 0 0,1 0 0 0 0,39 17 0 0 0,-56-27-564 0 0,0 0-1 0 0,0-1 1 0 0,-1 1 0 0 0,1 0 0 0 0,0-1-1 0 0,0 1 1 0 0,0-1 0 0 0,0 1 0 0 0,0-1-1 0 0,-1 0 1 0 0,1 0 0 0 0,0 0 0 0 0,0 0-1 0 0,0 0 1 0 0,0-1 0 0 0,0 1-1 0 0,0-1 1 0 0,0 1 0 0 0,2-2 0 0 0,-3 1-119 0 0,0 0 0 0 0,0 0 1 0 0,-1 0-1 0 0,1 0 0 0 0,0 0 1 0 0,-1 0-1 0 0,1 0 1 0 0,-1 0-1 0 0,1 0 0 0 0,-1 0 1 0 0,1 0-1 0 0,-1 0 0 0 0,0-1 1 0 0,0 1-1 0 0,0 0 0 0 0,1 0 1 0 0,-1-1-1 0 0,0 1 0 0 0,0 0 1 0 0,-1 0-1 0 0,1-3 0 0 0,-3-7-1768 0 0,0 0 0 0 0,0 0 0 0 0,-1 1 0 0 0,-7-16 0 0 0,10 25 1773 0 0,-5-13-2098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5:53.678"/>
    </inkml:context>
    <inkml:brush xml:id="br0">
      <inkml:brushProperty name="width" value="0.035" units="cm"/>
      <inkml:brushProperty name="height" value="0.035" units="cm"/>
      <inkml:brushProperty name="color" value="#E71224"/>
    </inkml:brush>
  </inkml:definitions>
  <inkml:trace contextRef="#ctx0" brushRef="#br0">0 11 10905 0 0,'2'-2'428'0'0,"0"1"0"0"0,0 0 0 0 0,0 0 0 0 0,1 0 0 0 0,-1 0 0 0 0,0 0 0 0 0,1 1 0 0 0,-1-1 0 0 0,0 0 0 0 0,1 1 0 0 0,-1 0 0 0 0,1 0 0 0 0,-1-1 0 0 0,0 2 0 0 0,1-1 0 0 0,-1 0 0 0 0,1 0 0 0 0,-1 1 0 0 0,1-1 0 0 0,-1 1 0 0 0,4 1 0 0 0,1 1 176 0 0,-1 0-1 0 0,1 0 1 0 0,0 1 0 0 0,-1 0-1 0 0,9 7 1 0 0,-12-8-207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4:06:06.597"/>
    </inkml:context>
    <inkml:brush xml:id="br0">
      <inkml:brushProperty name="width" value="0.035" units="cm"/>
      <inkml:brushProperty name="height" value="0.035" units="cm"/>
      <inkml:brushProperty name="color" value="#E71224"/>
    </inkml:brush>
  </inkml:definitions>
  <inkml:trace contextRef="#ctx0" brushRef="#br0">22 348 2528 0 0,'0'0'94'0'0,"-15"22"1992"0"0,11-16 4644 0 0,2-63-6636 0 0,4-40 345 0 0,16-117 0 0 0,-16 206-307 0 0,1 9-52 0 0,2 16-32 0 0,2 30-68 0 0,-6 10 19 0 0,12 83 0 0 0,-4-110 54 0 0,-8-30-52 0 0,-1 0-1 0 0,0 0 1 0 0,1 1 0 0 0,-1-1 0 0 0,0 0 0 0 0,1 0-1 0 0,-1 0 1 0 0,0 0 0 0 0,1 0 0 0 0,-1 0 0 0 0,0-1-1 0 0,1 1 1 0 0,-1 0 0 0 0,0 0 0 0 0,1 0 0 0 0,-1 0-1 0 0,0 0 1 0 0,1 0 0 0 0,-1-1 0 0 0,0 1 0 0 0,1 0-1 0 0,-1 0 1 0 0,0 0 0 0 0,0-1 0 0 0,1 1 0 0 0,-1 0 0 0 0,0 0-1 0 0,0-1 1 0 0,0 1 0 0 0,1 0 0 0 0,-1-1 0 0 0,0 1-1 0 0,0 0 1 0 0,0-1 0 0 0,0 1 0 0 0,0 0 0 0 0,1-1-1 0 0,-1 1 1 0 0,0 0 0 0 0,0-1 0 0 0,18-58 69 0 0,-15 45-26 0 0,-3 14-43 0 0,0 0-1 0 0,0 0 1 0 0,0 1 0 0 0,1-1-1 0 0,-1 0 1 0 0,0 0 0 0 0,0 0-1 0 0,0 0 1 0 0,0 0 0 0 0,0 0-1 0 0,0 0 1 0 0,0 0 0 0 0,0 0-1 0 0,1 0 1 0 0,-1 0 0 0 0,0 0-1 0 0,0 1 1 0 0,0-1 0 0 0,0 0-1 0 0,0 0 1 0 0,0 0 0 0 0,1 0-1 0 0,-1 0 1 0 0,0 0 0 0 0,0 0-1 0 0,0 0 1 0 0,0 0 0 0 0,0 0-1 0 0,0 0 1 0 0,1 0 0 0 0,-1-1-1 0 0,0 1 1 0 0,0 0 0 0 0,0 0-1 0 0,0 0 1 0 0,0 0 0 0 0,0 0-1 0 0,0 0 1 0 0,0 0 0 0 0,1 0-1 0 0,-1 0 1 0 0,0 0 0 0 0,0 0-1 0 0,0 0 1 0 0,0-1 0 0 0,0 1 0 0 0,0 0-1 0 0,0 0 1 0 0,0 0 0 0 0,0 0-1 0 0,0 0 1 0 0,0 0 0 0 0,0 0-1 0 0,0-1 1 0 0,0 1 0 0 0,0 0-1 0 0,1 0 1 0 0,-1 0 0 0 0,0 0-1 0 0,0 0 1 0 0,0 0 0 0 0,0-1-1 0 0,-1 1 1 0 0,1 0 0 0 0,0 0-1 0 0,0 0 1 0 0,0 0 0 0 0,0 0-1 0 0,6 15 45 0 0,3 29 41 0 0,-8-38-66 0 0,12 62 78 0 0,-12-65-152 0 0,15 13-3454 0 0,-7-18 1972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1:36.992"/>
    </inkml:context>
    <inkml:brush xml:id="br0">
      <inkml:brushProperty name="width" value="0.035" units="cm"/>
      <inkml:brushProperty name="height" value="0.035" units="cm"/>
    </inkml:brush>
  </inkml:definitions>
  <inkml:trace contextRef="#ctx0" brushRef="#br0">1 0 9881 0 0,'0'0'64'0'0,"23"12"-848"0"0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1.838"/>
    </inkml:context>
    <inkml:brush xml:id="br0">
      <inkml:brushProperty name="width" value="0.035" units="cm"/>
      <inkml:brushProperty name="height" value="0.035" units="cm"/>
    </inkml:brush>
  </inkml:definitions>
  <inkml:trace contextRef="#ctx0" brushRef="#br0">32 133 5617 0 0,'-21'17'3394'0'0,"11"-7"6985"0"0,16-11-10229 0 0,0-1 0 0 0,0 0 0 0 0,0 0 0 0 0,0 0 0 0 0,0-1-1 0 0,0 0 1 0 0,-1 0 0 0 0,7-4 0 0 0,17-9 146 0 0,78-24 344 0 0,41-18-4838 0 0,-125 46 1462 0 0,-21 11 1744 0 0,11-7-3133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2.717"/>
    </inkml:context>
    <inkml:brush xml:id="br0">
      <inkml:brushProperty name="width" value="0.035" units="cm"/>
      <inkml:brushProperty name="height" value="0.035" units="cm"/>
    </inkml:brush>
  </inkml:definitions>
  <inkml:trace contextRef="#ctx0" brushRef="#br0">399 0 6605 0 0,'0'0'3888'0'0,"-5"2"-3339"0"0,-7 1-301 0 0,0 0-1 0 0,-1 1 1 0 0,2 1-1 0 0,-1 0 0 0 0,1 0 1 0 0,-17 11-1 0 0,24-13-121 0 0,0 0-1 0 0,0 0 1 0 0,0 0 0 0 0,1 1-1 0 0,-1-1 1 0 0,1 1-1 0 0,0 0 1 0 0,0 0 0 0 0,0 0-1 0 0,1 1 1 0 0,-1-1-1 0 0,1 0 1 0 0,0 1 0 0 0,0 0-1 0 0,1-1 1 0 0,-1 1 0 0 0,1 0-1 0 0,0 0 1 0 0,0 0-1 0 0,1 9 1 0 0,-3 25 674 0 0,-11 64 0 0 0,7-62-771 0 0,7-40-22 0 0,0 1 0 0 0,-1-1 1 0 0,1 1-1 0 0,0-1 0 0 0,0 1 0 0 0,0-1 0 0 0,0 1 1 0 0,0-1-1 0 0,0 1 0 0 0,0-1 0 0 0,0 1 1 0 0,1-1-1 0 0,-1 0 0 0 0,0 1 0 0 0,2 2 0 0 0,-2-4-6 0 0,1 0-1 0 0,-1 0 0 0 0,1 0 0 0 0,-1 0 0 0 0,1 0 0 0 0,-1 0 0 0 0,1 0 0 0 0,-1 0 0 0 0,1 0 0 0 0,-1 0 1 0 0,1 0-1 0 0,-1 0 0 0 0,1 0 0 0 0,-1 0 0 0 0,1 0 0 0 0,-1-1 0 0 0,1 1 0 0 0,-1 0 0 0 0,0 0 0 0 0,1-1 1 0 0,-1 1-1 0 0,1 0 0 0 0,-1-1 0 0 0,0 1 0 0 0,1 0 0 0 0,-1-1 0 0 0,0 1 0 0 0,1 0 0 0 0,-1-1 0 0 0,36-44-55 0 0,-31 38 76 0 0,-2 3-20 0 0,9-13 85 0 0,1 1 1 0 0,0 0-1 0 0,18-16 0 0 0,-27 29 64 0 0,0-1-1 0 0,-1 1 1 0 0,1 0 0 0 0,1 1-1 0 0,-1-1 1 0 0,0 1-1 0 0,1 0 1 0 0,-1 0-1 0 0,1 0 1 0 0,0 0 0 0 0,-1 1-1 0 0,1 0 1 0 0,0 0-1 0 0,0 0 1 0 0,0 0-1 0 0,0 1 1 0 0,0 0 0 0 0,8 1-1 0 0,-8 0-41 0 0,0 1 0 0 0,0 1 0 0 0,0-1 0 0 0,0 1 0 0 0,-1-1-1 0 0,1 1 1 0 0,-1 1 0 0 0,1-1 0 0 0,-1 1 0 0 0,0-1 0 0 0,0 1 0 0 0,3 6 0 0 0,39 53 553 0 0,-35-45-281 0 0,-1 1 0 0 0,0 1 0 0 0,-2 0 0 0 0,9 31 1 0 0,-15-33-362 0 0,-1-1 1 0 0,0 1-1 0 0,-1 0 1 0 0,-1-1-1 0 0,-1 1 1 0 0,-1-1-1 0 0,0 0 1 0 0,-1 1-1 0 0,-1-2 1 0 0,-1 1 0 0 0,0 0-1 0 0,-13 22 1 0 0,13-29-12 0 0,0-1 0 0 0,-1 0 1 0 0,0-1-1 0 0,0 0 0 0 0,-1 0 0 0 0,0 0 1 0 0,0-1-1 0 0,-1 0 0 0 0,0-1 1 0 0,0 0-1 0 0,-1 0 0 0 0,1-1 1 0 0,-14 5-1 0 0,-15 4 272 0 0,-1-1-1 0 0,-45 9 1 0 0,35-9-47 0 0,16-4-362 0 0,-1-1-1 0 0,1-2 0 0 0,-56 4 1 0 0,87-10-510 0 0,-7-2-2892 0 0,8 2 3081 0 0,0 0 0 0 0,0 0 0 0 0,0 0 0 0 0,0-1 0 0 0,0 1 0 0 0,0 0 0 0 0,0 0 0 0 0,0-1 0 0 0,0 1 0 0 0,-1-1 0 0 0,1 1 0 0 0,0-1 0 0 0,1 1 0 0 0,-1-1-1 0 0,0 1 1 0 0,0-1 0 0 0,0 0 0 0 0,0 1 0 0 0,-1-2 0 0 0,-1-11-2200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3.399"/>
    </inkml:context>
    <inkml:brush xml:id="br0">
      <inkml:brushProperty name="width" value="0.035" units="cm"/>
      <inkml:brushProperty name="height" value="0.035" units="cm"/>
    </inkml:brush>
  </inkml:definitions>
  <inkml:trace contextRef="#ctx0" brushRef="#br0">353 122 5440 0 0,'0'0'7050'0'0,"1"-6"-6424"0"0,0-18 33 0 0,0 18 608 0 0,-1-25-244 0 0,0 25 443 0 0,-1 0-1051 0 0,-7-30 1197 0 0,8 35-1576 0 0,0 1 0 0 0,0 0 0 0 0,0-1 0 0 0,0 1-1 0 0,0 0 1 0 0,0-1 0 0 0,0 1 0 0 0,-1 0 0 0 0,1 0 0 0 0,0-1 0 0 0,0 1 0 0 0,0 0-1 0 0,-1 0 1 0 0,1-1 0 0 0,0 1 0 0 0,0 0 0 0 0,0 0 0 0 0,-1 0 0 0 0,1-1 0 0 0,0 1-1 0 0,-1 0 1 0 0,1 0 0 0 0,0 0 0 0 0,0 0 0 0 0,-1 0 0 0 0,1-1 0 0 0,0 1-1 0 0,-1 0 1 0 0,1 0 0 0 0,0 0 0 0 0,-1 0 0 0 0,1 0 0 0 0,0 0 0 0 0,-1 0 0 0 0,1 0-1 0 0,-1 0 1 0 0,-12 21 252 0 0,-90 296 2846 0 0,73-218-2453 0 0,-137 420 683 0 0,143-448-2160 0 0,23-69 446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3.798"/>
    </inkml:context>
    <inkml:brush xml:id="br0">
      <inkml:brushProperty name="width" value="0.035" units="cm"/>
      <inkml:brushProperty name="height" value="0.035" units="cm"/>
    </inkml:brush>
  </inkml:definitions>
  <inkml:trace contextRef="#ctx0" brushRef="#br0">57 1 5929 0 0,'-20'27'2728'0'0,"-5"16"-194"0"0,23-40-2355 0 0,1 0-1 0 0,0-1 0 0 0,-1 1 0 0 0,1 0 0 0 0,0 0 1 0 0,1 0-1 0 0,-1-1 0 0 0,0 1 0 0 0,1 0 1 0 0,0 0-1 0 0,-1 0 0 0 0,1 0 0 0 0,1 0 0 0 0,-1 5 1 0 0,1-8-181 0 0,0 0 1 0 0,0 0-1 0 0,0 0 1 0 0,0 0 0 0 0,0 0-1 0 0,0 0 1 0 0,0 0-1 0 0,0-1 1 0 0,0 1-1 0 0,0 0 1 0 0,-1-1 0 0 0,1 1-1 0 0,0-1 1 0 0,0 1-1 0 0,0-1 1 0 0,-1 1-1 0 0,1-1 1 0 0,0 1 0 0 0,0-1-1 0 0,-1 0 1 0 0,1 1-1 0 0,0-1 1 0 0,-1 0 0 0 0,2-1-1 0 0,0 0 23 0 0,0 0 0 0 0,0-1 0 0 0,0 1 0 0 0,0 0 0 0 0,0-1 0 0 0,0 0 0 0 0,-1 1 0 0 0,1-1 0 0 0,0-3 0 0 0,-2 5-3 0 0,1 1 1 0 0,-1-1 0 0 0,0 0-1 0 0,0 0 1 0 0,0 1 0 0 0,0-1 0 0 0,0 0-1 0 0,0 0 1 0 0,-1 1 0 0 0,1-1-1 0 0,0 0 1 0 0,0 1 0 0 0,0-1 0 0 0,-1 0-1 0 0,1 0 1 0 0,0 1 0 0 0,-1-1-1 0 0,1 0 1 0 0,0 1 0 0 0,-1-1 0 0 0,1 1-1 0 0,-1-1 1 0 0,1 1 0 0 0,-1-1-1 0 0,0 1 1 0 0,1-1 0 0 0,-1 1 0 0 0,1-1-1 0 0,-1 1 1 0 0,0-1 0 0 0,1 1-1 0 0,-1 0 1 0 0,0 0 0 0 0,1-1 0 0 0,-1 1-1 0 0,0 0 1 0 0,0 0 0 0 0,1 0-1 0 0,-1 0 1 0 0,0 0 0 0 0,0 0 0 0 0,1 0-1 0 0,-1 0 1 0 0,0 0 0 0 0,-1 0-1 0 0,0 0-97 0 0,-11 13-1966 0 0,6-2 1265 0 0,9-8-1205 0 0,4-8 196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4.447"/>
    </inkml:context>
    <inkml:brush xml:id="br0">
      <inkml:brushProperty name="width" value="0.035" units="cm"/>
      <inkml:brushProperty name="height" value="0.035" units="cm"/>
    </inkml:brush>
  </inkml:definitions>
  <inkml:trace contextRef="#ctx0" brushRef="#br0">126 21 6065 0 0,'-2'-2'219'0'0,"0"1"0"0"0,-1-1 0 0 0,1 1 0 0 0,0 0 0 0 0,-1 0 0 0 0,0 0 0 0 0,1 1 1 0 0,-1-1-1 0 0,1 0 0 0 0,-1 1 0 0 0,0 0 0 0 0,1-1 0 0 0,-1 1 0 0 0,0 0 1 0 0,1 1-1 0 0,-1-1 0 0 0,0 0 0 0 0,1 1 0 0 0,-1-1 0 0 0,-3 2 0 0 0,3-1 201 0 0,-37 38-233 0 0,57-74 1130 0 0,-17 33-874 0 0,-3-3 42 0 0,3 4-464 0 0,0 1 1 0 0,0-1-1 0 0,-1 1 0 0 0,1-1 1 0 0,0 1-1 0 0,0-1 0 0 0,0 1 1 0 0,-1 0-1 0 0,1-1 0 0 0,0 1 1 0 0,0-1-1 0 0,-1 1 1 0 0,1 0-1 0 0,-1-1 0 0 0,1 1 1 0 0,0-1-1 0 0,-1 1 0 0 0,1 0 1 0 0,-1 0-1 0 0,1-1 0 0 0,0 1 1 0 0,-1 0-1 0 0,1 0 1 0 0,-1-1-1 0 0,1 1 0 0 0,-1 0 1 0 0,1 0-1 0 0,-1 0 0 0 0,1 0 1 0 0,-1 0-1 0 0,1 0 0 0 0,-1 0 1 0 0,1 0-1 0 0,-1 0 1 0 0,1 0-1 0 0,-1 0 0 0 0,1 0 1 0 0,-1 0-1 0 0,1 0 0 0 0,-1 0 1 0 0,1 1-1 0 0,-1-1 1 0 0,1 0-1 0 0,-1 0 0 0 0,1 1 1 0 0,-1-1-1 0 0,1 1 0 0 0,-2-1-46 0 0,1 1 0 0 0,0-1 0 0 0,0 1-1 0 0,-1 0 1 0 0,1-1 0 0 0,0 1 0 0 0,0 0 0 0 0,0 0-1 0 0,0 0 1 0 0,0 0 0 0 0,0 0 0 0 0,1 0-1 0 0,-1 0 1 0 0,0 0 0 0 0,0 0 0 0 0,1 0 0 0 0,-1 1-1 0 0,1-1 1 0 0,-1 0 0 0 0,1 0 0 0 0,-1 1-1 0 0,1-1 1 0 0,0 0 0 0 0,-1 1 0 0 0,1-1-1 0 0,0 0 1 0 0,0 1 0 0 0,0-1 0 0 0,0 0 0 0 0,0 1-1 0 0,1-1 1 0 0,-1 0 0 0 0,0 1 0 0 0,1-1-1 0 0,-1 0 1 0 0,0 0 0 0 0,1 1 0 0 0,0-1 0 0 0,-1 0-1 0 0,1 0 1 0 0,0 0 0 0 0,-1 0 0 0 0,1 0-1 0 0,0 0 1 0 0,0 0 0 0 0,0 0 0 0 0,0 0 0 0 0,0 0-1 0 0,0 0 1 0 0,0 0 0 0 0,1-1 0 0 0,-1 1-1 0 0,2 0 1 0 0,-1 0 653 0 0,0-2-587 0 0,0 1 0 0 0,0-1 1 0 0,-1 0-1 0 0,1 0 0 0 0,0 0 0 0 0,-1-1 0 0 0,1 1 0 0 0,-1 0 0 0 0,0-1 0 0 0,3-2 0 0 0,-9-5-361 0 0,2 5-3140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6.010"/>
    </inkml:context>
    <inkml:brush xml:id="br0">
      <inkml:brushProperty name="width" value="0.035" units="cm"/>
      <inkml:brushProperty name="height" value="0.035" units="cm"/>
    </inkml:brush>
  </inkml:definitions>
  <inkml:trace contextRef="#ctx0" brushRef="#br0">28 156 6021 0 0,'0'0'224'0'0,"-19"6"830"0"0,10 3 8535 0 0,25-6-5434 0 0,51-7-3830 0 0,-23 2 1162 0 0,308-1 263 0 0,104 2-3840 0 0,-461 0 1903 0 0,0 0 0 0 0,0 0-1 0 0,0 0 1 0 0,1-1 0 0 0,-1 0-1 0 0,1 0 1 0 0,-1 0-1 0 0,1 0 1 0 0,0-1 0 0 0,0 1-1 0 0,-6-5 1 0 0,-48-44-142 0 0,32 28 309 0 0,-9-10 46 0 0,34 31 501 0 0,0 2-511 0 0,1 0 0 0 0,0 0 0 0 0,-1-1 0 0 0,1 1 0 0 0,0 0 0 0 0,0 0 0 0 0,-1 0 0 0 0,1 0 0 0 0,0 0-1 0 0,0-1 1 0 0,-1 1 0 0 0,1 0 0 0 0,0 0 0 0 0,0 0 0 0 0,0-1 0 0 0,-1 1 0 0 0,1 0 0 0 0,0 0 0 0 0,0-1 0 0 0,0 1 0 0 0,0 0-1 0 0,0 0 1 0 0,0-1 0 0 0,-1 1 0 0 0,1 0 0 0 0,0-1 0 0 0,0 1 0 0 0,0 0 0 0 0,0 0 0 0 0,0-1 0 0 0,0 1 0 0 0,0 0 0 0 0,0-1 0 0 0,0 1-1 0 0,0 0 1 0 0,0-1 0 0 0,1 1 0 0 0,-1 0 0 0 0,0 0 0 0 0,0-1 0 0 0,0 1 0 0 0,0 0 0 0 0,0 0 0 0 0,0-1 0 0 0,1 1 0 0 0,-1 0 0 0 0,0 0-1 0 0,0-1 1 0 0,0 1 0 0 0,1 0 0 0 0,-1 0 0 0 0,0 0 0 0 0,0 0 0 0 0,1-1 0 0 0,-1 1 0 0 0,0 0 0 0 0,1 0 0 0 0,14-15 713 0 0,-9 15-638 0 0,-1 0 1 0 0,0 0-1 0 0,1 0 0 0 0,-1 0 0 0 0,1 1 1 0 0,-1 0-1 0 0,0 0 0 0 0,1 1 1 0 0,-1-1-1 0 0,0 1 0 0 0,0 0 0 0 0,0 1 1 0 0,0-1-1 0 0,-1 1 0 0 0,1 0 1 0 0,-1 0-1 0 0,1 0 0 0 0,-1 1 0 0 0,5 5 1 0 0,-3-5 1 0 0,-1 1 1 0 0,0 0 0 0 0,0 0 0 0 0,0 1-1 0 0,-1 0 1 0 0,0 0 0 0 0,0 0 0 0 0,0 0-1 0 0,-1 0 1 0 0,1 1 0 0 0,-2 0-1 0 0,1-1 1 0 0,-1 1 0 0 0,2 9 0 0 0,-4-10-115 0 0,0 0 0 0 0,-1-1 1 0 0,1 1-1 0 0,-1-1 0 0 0,0 1 1 0 0,-1-1-1 0 0,0 1 0 0 0,1-1 1 0 0,-2 0-1 0 0,1 0 1 0 0,-1 0-1 0 0,1 0 0 0 0,-1 0 1 0 0,-1 0-1 0 0,1-1 0 0 0,-1 0 1 0 0,-7 8-1 0 0,-37 23-3155 0 0,-6-12-5621 0 0,43-20 6087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8.838"/>
    </inkml:context>
    <inkml:brush xml:id="br0">
      <inkml:brushProperty name="width" value="0.035" units="cm"/>
      <inkml:brushProperty name="height" value="0.035" units="cm"/>
    </inkml:brush>
  </inkml:definitions>
  <inkml:trace contextRef="#ctx0" brushRef="#br0">274 207 3832 0 0,'0'0'4956'0'0,"-2"-5"-4165"0"0,-70-142 4351 0 0,70 143-4444 0 0,1 1-452 0 0,0 0-1 0 0,0 0 0 0 0,1 0 1 0 0,-2 0-1 0 0,1 1 0 0 0,0-1 0 0 0,-1 0 1 0 0,1 1-1 0 0,-3-4 0 0 0,3 5-169 0 0,0-1 1 0 0,0 1-1 0 0,0 0 0 0 0,0-1 0 0 0,0 1 0 0 0,0 0 0 0 0,-1 0 1 0 0,1 0-1 0 0,0 0 0 0 0,-1 0 0 0 0,1 0 0 0 0,0 0 0 0 0,-1 0 0 0 0,1 1 1 0 0,-1-1-1 0 0,1 1 0 0 0,-1-1 0 0 0,1 1 0 0 0,-1-1 0 0 0,0 1 0 0 0,1 0 1 0 0,-3 0-1 0 0,-2 1 28 0 0,1 0 0 0 0,-1 0 1 0 0,1 1-1 0 0,-1 0 0 0 0,1 0 1 0 0,0 1-1 0 0,0-1 0 0 0,0 1 0 0 0,0 0 1 0 0,0 1-1 0 0,1-1 0 0 0,-1 1 1 0 0,1 0-1 0 0,-7 7 0 0 0,5-2 119 0 0,0-1 0 0 0,1 1 0 0 0,-1 0 0 0 0,2 0 0 0 0,-1 1 0 0 0,1-1 0 0 0,-4 17 0 0 0,0 11 387 0 0,2 0-1 0 0,1 0 0 0 0,0 56 0 0 0,5-83-572 0 0,-1 20 43 0 0,2 1 1 0 0,1 0 0 0 0,1 0-1 0 0,1 0 1 0 0,2-1 0 0 0,1 0 0 0 0,2 0-1 0 0,19 45 1 0 0,-18-54-40 0 0,0-2-1 0 0,2 1 1 0 0,0-1 0 0 0,1-1-1 0 0,1 0 1 0 0,1-1 0 0 0,0-1-1 0 0,1 0 1 0 0,1-1-1 0 0,0-1 1 0 0,1 0 0 0 0,32 17-1 0 0,-36-24-44 0 0,0 0-1 0 0,0-1 0 0 0,1 0 0 0 0,-1-2 0 0 0,1 1 0 0 0,0-2 0 0 0,1 0 0 0 0,-1-1 1 0 0,0 0-1 0 0,1-2 0 0 0,-1 0 0 0 0,1 0 0 0 0,-1-1 0 0 0,1-1 0 0 0,-1-1 0 0 0,0 0 1 0 0,0-1-1 0 0,0 0 0 0 0,0-1 0 0 0,-1-1 0 0 0,0-1 0 0 0,0 0 0 0 0,-1 0 0 0 0,0-1 1 0 0,15-12-1 0 0,-10 6-86 0 0,0 0 1 0 0,-1-1-1 0 0,-1-1 1 0 0,0 0-1 0 0,-2-1 1 0 0,24-34-1 0 0,-31 40 49 0 0,-1-1 1 0 0,0 1-1 0 0,-1-1 0 0 0,0 0 0 0 0,-1 0 1 0 0,0-1-1 0 0,-1 0 0 0 0,-1 1 0 0 0,0-1 1 0 0,0 0-1 0 0,-1 0 0 0 0,-1 0 0 0 0,-1-15 1 0 0,-15-95-103 0 0,3 89-1338 0 0,9 23-2102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9.375"/>
    </inkml:context>
    <inkml:brush xml:id="br0">
      <inkml:brushProperty name="width" value="0.035" units="cm"/>
      <inkml:brushProperty name="height" value="0.035" units="cm"/>
    </inkml:brush>
  </inkml:definitions>
  <inkml:trace contextRef="#ctx0" brushRef="#br0">71 64 10613 0 0,'-7'-16'1109'0'0,"7"15"-1011"0"0,-1 0 0 0 0,1-1 0 0 0,-1 1 0 0 0,0 0 0 0 0,1 0 0 0 0,-1 1 0 0 0,0-1 0 0 0,0 0 0 0 0,0 0 0 0 0,0 0 0 0 0,0 0 0 0 0,0 1 0 0 0,0-1 0 0 0,0 0 0 0 0,0 1 0 0 0,0-1 0 0 0,0 1 0 0 0,0-1 0 0 0,-1 1 0 0 0,1 0 0 0 0,0 0 0 0 0,0-1 0 0 0,0 1 0 0 0,-1 0 0 0 0,1 0 0 0 0,0 0 0 0 0,0 0 0 0 0,-1 0 0 0 0,1 0 0 0 0,0 1 0 0 0,0-1 0 0 0,0 0 0 0 0,-1 1 0 0 0,1-1 0 0 0,0 0 0 0 0,0 1 0 0 0,0 0 0 0 0,-1 0 0 0 0,0 1-1 0 0,0 0 1 0 0,0-1-1 0 0,0 1 1 0 0,1 0-1 0 0,-1 1 1 0 0,1-1-1 0 0,-1 0 1 0 0,1 0-1 0 0,0 1 1 0 0,0-1-1 0 0,0 0 1 0 0,0 1-1 0 0,0-1 1 0 0,1 1-1 0 0,-1-1 1 0 0,1 1-1 0 0,0 0 1 0 0,-1 4-1 0 0,1 6 192 0 0,-1 8-6 0 0,1-1 0 0 0,1 0 0 0 0,1 1-1 0 0,0-1 1 0 0,2 0 0 0 0,0 0-1 0 0,7 20 1 0 0,-10-39-281 0 0,-1 1 0 0 0,1-1 0 0 0,-1 0-1 0 0,1 1 1 0 0,-1-1 0 0 0,1 0 0 0 0,0 0 0 0 0,0 1-1 0 0,-1-1 1 0 0,1 0 0 0 0,0 0 0 0 0,0 0 0 0 0,0 0 0 0 0,0 0-1 0 0,0 0 1 0 0,0 0 0 0 0,1-1 0 0 0,-1 1 0 0 0,0 0-1 0 0,0-1 1 0 0,1 1 0 0 0,-1-1 0 0 0,0 1 0 0 0,1-1 0 0 0,1 1-1 0 0,-1-1 4 0 0,-1-1-1 0 0,1 1 1 0 0,0-1-1 0 0,-1 1 0 0 0,1-1 1 0 0,0 0-1 0 0,-1 0 1 0 0,1 0-1 0 0,-1 0 1 0 0,1 0-1 0 0,-1 0 0 0 0,0 0 1 0 0,1 0-1 0 0,-1-1 1 0 0,0 1-1 0 0,2-3 1 0 0,4-6 15 0 0,-1 1 0 0 0,0-1 0 0 0,0-1 0 0 0,5-16 0 0 0,44-172 115 0 0,-54 195 1531 0 0,5-3-839 0 0,-6 6-813 0 0,0 1 1 0 0,0 0 0 0 0,0-1-1 0 0,0 1 1 0 0,0 0-1 0 0,0-1 1 0 0,0 1-1 0 0,1 0 1 0 0,-1-1 0 0 0,0 1-1 0 0,0 0 1 0 0,0-1-1 0 0,0 1 1 0 0,1 0-1 0 0,-1-1 1 0 0,0 1 0 0 0,0 0-1 0 0,1 0 1 0 0,-1-1-1 0 0,0 1 1 0 0,0 0 0 0 0,1 0-1 0 0,-1 0 1 0 0,0-1-1 0 0,1 1 1 0 0,-1 0-1 0 0,0 0 1 0 0,1 0 0 0 0,-1 0-1 0 0,0 0 1 0 0,1-1-1 0 0,-1 1 1 0 0,0 0-1 0 0,1 0 1 0 0,-1 0 0 0 0,0 0-1 0 0,1 0 1 0 0,-1 0-1 0 0,0 0 1 0 0,1 0 0 0 0,-1 0-1 0 0,1 1 1 0 0,-1-1-1 0 0,0 0 1 0 0,1 0-1 0 0,-1 0 1 0 0,0 0 0 0 0,1 0-1 0 0,-1 1 1 0 0,0-1-1 0 0,0 0 1 0 0,1 0-1 0 0,-1 0 1 0 0,0 1 0 0 0,0-1-1 0 0,1 0 1 0 0,-1 1-1 0 0,0-1 1 0 0,0 0 0 0 0,1 0-1 0 0,-1 1 1 0 0,0-1-1 0 0,0 1 1 0 0,3 4 147 0 0,-1 0 1 0 0,0 0 0 0 0,0 0-1 0 0,-1 0 1 0 0,1 1 0 0 0,-1-1-1 0 0,0 1 1 0 0,0 5 0 0 0,6 25 546 0 0,-2-20-584 0 0,1-1 0 0 0,1 0 0 0 0,1 0 0 0 0,0-1 0 0 0,1 0 0 0 0,0 0 0 0 0,1-1 0 0 0,0 0 0 0 0,20 17 0 0 0,-28-28-810 0 0,25 14-10767 0 0,-15-14 8428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19.918"/>
    </inkml:context>
    <inkml:brush xml:id="br0">
      <inkml:brushProperty name="width" value="0.035" units="cm"/>
      <inkml:brushProperty name="height" value="0.035" units="cm"/>
    </inkml:brush>
  </inkml:definitions>
  <inkml:trace contextRef="#ctx0" brushRef="#br0">198 135 9977 0 0,'-7'-13'944'0'0,"1"1"0"0"0,1-1 1 0 0,0 0-1 0 0,1 0 0 0 0,-4-19 0 0 0,8 29 41 0 0,1-4 390 0 0,5-19 1835 0 0,-2 23-1924 0 0,2 16-578 0 0,1 24-49 0 0,-1 0 1 0 0,-2 1-1 0 0,0 39 0 0 0,-4-45-624 0 0,1-1 1 0 0,2 1-1 0 0,1-1 0 0 0,2 0 1 0 0,12 37-1 0 0,-18-67-76 0 0,0 0 0 0 0,0 0 0 0 0,1 0 0 0 0,-1 0 0 0 0,0 0 0 0 0,1-1 0 0 0,-1 1 0 0 0,1 0 0 0 0,-1 0 0 0 0,1 0 0 0 0,-1-1 0 0 0,1 1 0 0 0,-1 0 1 0 0,1-1-1 0 0,0 1 0 0 0,-1 0 0 0 0,1-1 0 0 0,0 1 0 0 0,0-1 0 0 0,0 1 0 0 0,-1-1 0 0 0,1 0 0 0 0,2 1 0 0 0,-3-1 26 0 0,1-1 0 0 0,-1 1-1 0 0,0-1 1 0 0,1 1 0 0 0,-1-1 0 0 0,1 0 0 0 0,-1 1-1 0 0,0-1 1 0 0,0 0 0 0 0,1 1 0 0 0,-1-1 0 0 0,0 0-1 0 0,0 1 1 0 0,0-1 0 0 0,0 0 0 0 0,0 1 0 0 0,0-1 0 0 0,0 0-1 0 0,0 1 1 0 0,0-1 0 0 0,0 0 0 0 0,0 0 0 0 0,0 1-1 0 0,0-1 1 0 0,-1 0 0 0 0,1 1 0 0 0,0-1 0 0 0,0 1 0 0 0,-1-1-1 0 0,1 0 1 0 0,-1 1 0 0 0,1-1 0 0 0,-1 0 0 0 0,-2-7-3 0 0,0 0 0 0 0,0 0 0 0 0,-1 0 0 0 0,-1 1 0 0 0,1 0 0 0 0,-1-1 0 0 0,0 2 0 0 0,0-1 0 0 0,-1 0 0 0 0,0 1 0 0 0,-9-7 0 0 0,12 11 16 0 0,0 0 0 0 0,0 0 0 0 0,-1 1 0 0 0,1-1 0 0 0,0 1 0 0 0,-1 0 0 0 0,1 0 0 0 0,0 0 0 0 0,-1 0 0 0 0,1 1 0 0 0,-1 0 0 0 0,1-1 0 0 0,-1 1 0 0 0,1 0 1 0 0,-1 1-1 0 0,1-1 0 0 0,-1 1 0 0 0,1-1 0 0 0,-1 1 0 0 0,1 0 0 0 0,0 0 0 0 0,-1 1 0 0 0,1-1 0 0 0,0 1 0 0 0,0-1 0 0 0,0 1 0 0 0,0 0 0 0 0,0 0 0 0 0,0 0 0 0 0,-2 3 1 0 0,-2 2 87 0 0,0 0 0 0 0,0 1 1 0 0,1-1-1 0 0,0 1 0 0 0,1 1 1 0 0,-1-1-1 0 0,1 1 1 0 0,1 0-1 0 0,0 0 0 0 0,0 0 1 0 0,1 0-1 0 0,0 1 0 0 0,-2 11 1 0 0,3-7 316 0 0,-1-1 0 0 0,2 0 0 0 0,0 1 0 0 0,0-1 0 0 0,2 1 0 0 0,-1 0 0 0 0,2-1 0 0 0,5 27 0 0 0,-6-38-369 0 0,0 1 1 0 0,0 0-1 0 0,0-1 1 0 0,0 1-1 0 0,0-1 1 0 0,0 0-1 0 0,1 1 0 0 0,-1-1 1 0 0,1 0-1 0 0,0 0 1 0 0,0 0-1 0 0,0 0 0 0 0,0 0 1 0 0,0 0-1 0 0,0-1 1 0 0,0 1-1 0 0,1-1 1 0 0,-1 1-1 0 0,0-1 0 0 0,1 0 1 0 0,-1 0-1 0 0,1 0 1 0 0,0 0-1 0 0,-1 0 0 0 0,1-1 1 0 0,0 1-1 0 0,-1-1 1 0 0,1 0-1 0 0,0 0 1 0 0,0 0-1 0 0,-1 0 0 0 0,1 0 1 0 0,0 0-1 0 0,0-1 1 0 0,-1 1-1 0 0,1-1 1 0 0,3-1-1 0 0,6-2-418 0 0,1 0 1 0 0,-1-1 0 0 0,0-1-1 0 0,0 1 1 0 0,0-2-1 0 0,11-8 1 0 0,106-86-12366 0 0,-104 79 9651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0.473"/>
    </inkml:context>
    <inkml:brush xml:id="br0">
      <inkml:brushProperty name="width" value="0.035" units="cm"/>
      <inkml:brushProperty name="height" value="0.035" units="cm"/>
    </inkml:brush>
  </inkml:definitions>
  <inkml:trace contextRef="#ctx0" brushRef="#br0">209 312 8121 0 0,'0'0'2069'0'0,"-4"1"-1663"0"0,2-1-360 0 0,-46 8 927 0 0,48-8-949 0 0,-1 0 0 0 0,0 0 0 0 0,1 0 0 0 0,-1 0-1 0 0,0 0 1 0 0,0 0 0 0 0,1 0 0 0 0,-1 0-1 0 0,0 0 1 0 0,1-1 0 0 0,-1 1 0 0 0,0 0-1 0 0,1 0 1 0 0,-1-1 0 0 0,1 1 0 0 0,-1 0 0 0 0,0-1-1 0 0,1 1 1 0 0,-1-1 0 0 0,1 1 0 0 0,-1-1-1 0 0,1 1 1 0 0,-1-1 0 0 0,1 0 1 0 0,0-1 1 0 0,0 1-1 0 0,0 0 0 0 0,0 0 1 0 0,0 0-1 0 0,0 0 0 0 0,0 0 1 0 0,1 0-1 0 0,-1-1 0 0 0,1 1 1 0 0,-1 0-1 0 0,0 0 0 0 0,1 0 1 0 0,0 0-1 0 0,-1 0 0 0 0,1 0 1 0 0,0 1-1 0 0,-1-1 0 0 0,1 0 1 0 0,1-1-1 0 0,9-11 282 0 0,4-5 305 0 0,-1-1 0 0 0,0 0 0 0 0,-2 0-1 0 0,12-25 1 0 0,-21 39-457 0 0,-1 0 0 0 0,0 0 0 0 0,0-1 0 0 0,-1 1 0 0 0,0-1 0 0 0,0 1 0 0 0,0-1 0 0 0,0 0 0 0 0,-1 1 0 0 0,0-1 1 0 0,0 0-1 0 0,0 1 0 0 0,-1-1 0 0 0,0 0 0 0 0,0 1 0 0 0,-1-1 0 0 0,1 1 0 0 0,-1-1 0 0 0,0 1 0 0 0,-1 0 0 0 0,1 0 0 0 0,-5-6 0 0 0,6 9-110 0 0,-1 0 1 0 0,1 0-1 0 0,-1 0 0 0 0,1 0 1 0 0,-1 0-1 0 0,0 0 0 0 0,0 1 1 0 0,0-1-1 0 0,0 1 0 0 0,0-1 1 0 0,-1 1-1 0 0,1 0 1 0 0,0 0-1 0 0,-1 0 0 0 0,1 0 1 0 0,-1 0-1 0 0,1 0 0 0 0,-1 1 1 0 0,1-1-1 0 0,-1 1 0 0 0,1 0 1 0 0,-1 0-1 0 0,1 0 1 0 0,-1 0-1 0 0,1 0 0 0 0,-1 0 1 0 0,0 1-1 0 0,1-1 0 0 0,-1 1 1 0 0,1 0-1 0 0,0 0 0 0 0,-1 0 1 0 0,1 0-1 0 0,0 0 1 0 0,-3 2-1 0 0,-5 2 31 0 0,1 1-1 0 0,0 0 1 0 0,0 1 0 0 0,1 0-1 0 0,0 1 1 0 0,-11 12 0 0 0,9-7 79 0 0,2 0 0 0 0,-1 1 0 0 0,2 0 0 0 0,0 0 1 0 0,0 0-1 0 0,2 1 0 0 0,0 0 0 0 0,0 0 0 0 0,1 1 1 0 0,1-1-1 0 0,1 1 0 0 0,0-1 0 0 0,1 1 0 0 0,1 0 1 0 0,0 0-1 0 0,1-1 0 0 0,1 1 0 0 0,0 0 0 0 0,2-1 1 0 0,-1 1-1 0 0,11 24 0 0 0,-13-36-134 0 0,1 0 0 0 0,0 0 1 0 0,0 0-1 0 0,1 0 0 0 0,-1 0 0 0 0,1 0 0 0 0,-1-1 1 0 0,1 0-1 0 0,0 1 0 0 0,1-1 0 0 0,-1 0 0 0 0,0 0 0 0 0,1-1 1 0 0,0 1-1 0 0,-1-1 0 0 0,1 0 0 0 0,0 0 0 0 0,6 2 1 0 0,-4-2-55 0 0,0-1 1 0 0,0 0-1 0 0,0 0 1 0 0,0-1-1 0 0,0 0 1 0 0,0 0-1 0 0,0 0 1 0 0,0-1-1 0 0,0 0 1 0 0,0 0-1 0 0,11-4 1 0 0,4-3-851 0 0,-1-1 1 0 0,0 0 0 0 0,0-2 0 0 0,-1 0 0 0 0,-1-2 0 0 0,21-17-1 0 0,83-80-9350 0 0,-107 94 8339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0.861"/>
    </inkml:context>
    <inkml:brush xml:id="br0">
      <inkml:brushProperty name="width" value="0.035" units="cm"/>
      <inkml:brushProperty name="height" value="0.035" units="cm"/>
    </inkml:brush>
  </inkml:definitions>
  <inkml:trace contextRef="#ctx0" brushRef="#br0">1 172 10169 0 0,'0'0'1502'0'0,"7"-21"1974"0"0,-7 0-1791 0 0,0 23-385 0 0,2 9-927 0 0,1 15 540 0 0,-2 1 1 0 0,-3 52-1 0 0,0-17-141 0 0,2-60-894 0 0,5 10-482 0 0,-3-13 596 0 0,-1 0 0 0 0,1-1-1 0 0,-1 1 1 0 0,1 0 0 0 0,-1-1-1 0 0,0 1 1 0 0,0-1 0 0 0,1 1-1 0 0,-1-1 1 0 0,0 1 0 0 0,-1-1 0 0 0,1 0-1 0 0,0 1 1 0 0,0-1 0 0 0,-1 0-1 0 0,2-3 1 0 0,9-39-26 0 0,-7 30 32 0 0,7-34-81 0 0,-5 21 97 0 0,1 0 1 0 0,17-42-1 0 0,-22 63-38 0 0,0 0-1 0 0,1 1 1 0 0,0-1 0 0 0,1 1 0 0 0,-1 0 0 0 0,1 0 0 0 0,0 0 0 0 0,0 0-1 0 0,0 1 1 0 0,1 0 0 0 0,0 0 0 0 0,-1 0 0 0 0,2 0 0 0 0,-1 1 0 0 0,0 0 0 0 0,1 0-1 0 0,6-3 1 0 0,34-2-5430 0 0,-29 7 3027 0 0,-14 1-46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1.277"/>
    </inkml:context>
    <inkml:brush xml:id="br0">
      <inkml:brushProperty name="width" value="0.035" units="cm"/>
      <inkml:brushProperty name="height" value="0.035" units="cm"/>
    </inkml:brush>
  </inkml:definitions>
  <inkml:trace contextRef="#ctx0" brushRef="#br0">227 68 4608 0 0,'-44'-63'8980'0'0,"26"60"-7303"0"0,16 3-1607 0 0,1-1 0 0 0,-1 1 0 0 0,1-1 1 0 0,-1 1-1 0 0,0 0 0 0 0,0 0 0 0 0,1 0 0 0 0,-1 0 0 0 0,0 0 0 0 0,1 0 0 0 0,-1 1 0 0 0,0-1 0 0 0,1 1 0 0 0,-1-1 1 0 0,1 1-1 0 0,-1-1 0 0 0,-2 3 0 0 0,-9 6 286 0 0,2 0-1 0 0,-1 1 1 0 0,1 1 0 0 0,1 0 0 0 0,0 1-1 0 0,1-1 1 0 0,0 2 0 0 0,0-1 0 0 0,2 2-1 0 0,-1-1 1 0 0,-7 22 0 0 0,14-33-399 0 0,0 1-1 0 0,0 0 1 0 0,0 0-1 0 0,0 0 1 0 0,1 0 0 0 0,-1 0-1 0 0,1 0 1 0 0,0 0 0 0 0,0 0-1 0 0,0 0 1 0 0,0 0 0 0 0,1 0-1 0 0,-1 0 1 0 0,1 0 0 0 0,1 5-1 0 0,-1-7 6 0 0,0 0-1 0 0,0 0 0 0 0,0 1 1 0 0,0-1-1 0 0,0 0 1 0 0,0 0-1 0 0,0-1 1 0 0,0 1-1 0 0,0 0 0 0 0,0 0 1 0 0,0 0-1 0 0,0-1 1 0 0,1 1-1 0 0,-1 0 1 0 0,0-1-1 0 0,1 1 0 0 0,-1-1 1 0 0,0 0-1 0 0,1 1 1 0 0,-1-1-1 0 0,1 0 1 0 0,-1 0-1 0 0,0 0 0 0 0,1 0 1 0 0,-1 0-1 0 0,1 0 1 0 0,-1 0-1 0 0,0-1 1 0 0,1 1-1 0 0,-1 0 0 0 0,1-1 1 0 0,-1 1-1 0 0,0-1 1 0 0,0 0-1 0 0,1 1 1 0 0,-1-1-1 0 0,2-1 0 0 0,35-19-293 0 0,11-5 259 0 0,-46 25 78 0 0,0 1-1 0 0,0-1 1 0 0,0 0-1 0 0,1 1 1 0 0,-1 0-1 0 0,0 0 1 0 0,0 0 0 0 0,0 0-1 0 0,0 0 1 0 0,0 1-1 0 0,0-1 1 0 0,0 1-1 0 0,0 0 1 0 0,0 0-1 0 0,5 2 1 0 0,-4 1 41 0 0,0 0 0 0 0,-1 0 1 0 0,1 0-1 0 0,-1 1 0 0 0,0 0 1 0 0,0-1-1 0 0,-1 1 0 0 0,1 0 1 0 0,-1 1-1 0 0,0-1 0 0 0,0 0 1 0 0,-1 0-1 0 0,2 9 0 0 0,-3-9-6 0 0,0 1-1 0 0,0-1 0 0 0,0 1 1 0 0,0-1-1 0 0,-1 1 0 0 0,0-1 1 0 0,0 1-1 0 0,-1-1 0 0 0,1 0 0 0 0,-1 0 1 0 0,0 0-1 0 0,-1 0 0 0 0,1 0 1 0 0,-1 0-1 0 0,0 0 0 0 0,0-1 1 0 0,0 1-1 0 0,-1-1 0 0 0,0 0 1 0 0,-4 4-1 0 0,-2 2-278 0 0,-1 0-1 0 0,0-1 1 0 0,0 0 0 0 0,-1 0 0 0 0,0-2-1 0 0,-21 11 1 0 0,28-16-344 0 0,-1 0 0 0 0,1-1-1 0 0,-1 0 1 0 0,0 0 0 0 0,1 0 0 0 0,-1-1 0 0 0,0 1-1 0 0,0-1 1 0 0,1-1 0 0 0,-1 1 0 0 0,0-1 0 0 0,1 0-1 0 0,-12-4 1 0 0,15 5-1438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1.620"/>
    </inkml:context>
    <inkml:brush xml:id="br0">
      <inkml:brushProperty name="width" value="0.035" units="cm"/>
      <inkml:brushProperty name="height" value="0.035" units="cm"/>
    </inkml:brush>
  </inkml:definitions>
  <inkml:trace contextRef="#ctx0" brushRef="#br0">21 84 9881 0 0,'-4'-73'11508'0'0,"0"62"-8949"0"0,7 82-947 0 0,-8 115-1 0 0,-1-31-1134 0 0,4-68 226 0 0,0-43-3165 0 0,2-1-9885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2.304"/>
    </inkml:context>
    <inkml:brush xml:id="br0">
      <inkml:brushProperty name="width" value="0.035" units="cm"/>
      <inkml:brushProperty name="height" value="0.035" units="cm"/>
    </inkml:brush>
  </inkml:definitions>
  <inkml:trace contextRef="#ctx0" brushRef="#br0">1 280 6557 0 0,'0'0'200'0'0,"0"-6"20"0"0,4-19 100 0 0,-4 18 104 0 0,6-18 1082 0 0,-2 21-1384 0 0,1 0 0 0 0,-1 0 0 0 0,1 1 0 0 0,0 0 0 0 0,0 0 0 0 0,0 0 0 0 0,1 0 0 0 0,-1 1-1 0 0,1 0 1 0 0,-1 0 0 0 0,1 0 0 0 0,11-1 0 0 0,24-10-98 0 0,-23 5-87 0 0,-6 3 124 0 0,0-1 0 0 0,0 0 0 0 0,-1 0-1 0 0,19-14 1 0 0,-27 17 7 0 0,-1 1-1 0 0,0 0 1 0 0,1-1-1 0 0,-1 1 1 0 0,0-1 0 0 0,0 0-1 0 0,0 0 1 0 0,0 0-1 0 0,-1 0 1 0 0,1 0-1 0 0,-1 0 1 0 0,0 0 0 0 0,0 0-1 0 0,0-1 1 0 0,0 1-1 0 0,-1 0 1 0 0,1-1-1 0 0,-1 1 1 0 0,0-1-1 0 0,0 1 1 0 0,0 0 0 0 0,-1-7-1 0 0,0 7 193 0 0,1 1-1 0 0,0-1 1 0 0,-1 1-1 0 0,1 0 1 0 0,-1-1-1 0 0,0 1 1 0 0,0 0-1 0 0,1-1 1 0 0,-2 1-1 0 0,1 0 1 0 0,0 0-1 0 0,0 0 1 0 0,-1 0-1 0 0,-2-3 1 0 0,3 5-248 0 0,0 0 1 0 0,0-1-1 0 0,0 1 1 0 0,0 0 0 0 0,0 0-1 0 0,0 0 1 0 0,0 0 0 0 0,0 0-1 0 0,0 0 1 0 0,-1 0-1 0 0,1 0 1 0 0,0 1 0 0 0,0-1-1 0 0,0 0 1 0 0,0 1 0 0 0,0-1-1 0 0,0 0 1 0 0,0 1-1 0 0,0-1 1 0 0,0 1 0 0 0,0 0-1 0 0,0-1 1 0 0,1 1 0 0 0,-1 0-1 0 0,0 0 1 0 0,0-1-1 0 0,1 1 1 0 0,-1 0 0 0 0,0 0-1 0 0,1 0 1 0 0,-1 0 0 0 0,0 1-1 0 0,-7 10 140 0 0,0 0 0 0 0,1 0 0 0 0,0 1 0 0 0,1 0 0 0 0,1 0-1 0 0,0 0 1 0 0,1 1 0 0 0,0 0 0 0 0,-3 26 0 0 0,2-19 308 0 0,0 0 1 0 0,-13 35-1 0 0,17-54-451 0 0,0 0 0 0 0,0 0 0 0 0,0 0 0 0 0,0 1 0 0 0,0-1 0 0 0,1 0 0 0 0,-1 1 0 0 0,1-1 0 0 0,0 1-1 0 0,-1-1 1 0 0,1 1 0 0 0,0-1 0 0 0,0 0 0 0 0,1 1 0 0 0,-1-1 0 0 0,0 1 0 0 0,1-1 0 0 0,-1 0-1 0 0,1 1 1 0 0,0-1 0 0 0,0 0 0 0 0,2 4 0 0 0,-2-5-40 0 0,0-1-1 0 0,0 1 1 0 0,0 0 0 0 0,1 0 0 0 0,-1-1-1 0 0,0 1 1 0 0,1 0 0 0 0,-1-1-1 0 0,0 0 1 0 0,1 1 0 0 0,-1-1-1 0 0,1 0 1 0 0,-1 1 0 0 0,1-1-1 0 0,-1 0 1 0 0,0 0 0 0 0,1 0-1 0 0,-1 0 1 0 0,1-1 0 0 0,-1 1-1 0 0,1 0 1 0 0,-1-1 0 0 0,0 1 0 0 0,1-1-1 0 0,-1 1 1 0 0,0-1 0 0 0,1 1-1 0 0,-1-1 1 0 0,0 0 0 0 0,0 0-1 0 0,1 0 1 0 0,-1 0 0 0 0,0 0-1 0 0,2-2 1 0 0,11-10-105 0 0,0-1 1 0 0,-1 0-1 0 0,-1-1 0 0 0,0-1 0 0 0,-1 0 1 0 0,-1 0-1 0 0,15-32 0 0 0,-22 44 139 0 0,-2 1 814 0 0,0 0-580 0 0,1 9-165 0 0,2 11-36 0 0,-4 2-28 0 0,2 60 598 0 0,-1-74-571 0 0,-1-1-1 0 0,1 1 1 0 0,0-1 0 0 0,0 1-1 0 0,0-1 1 0 0,1 0-1 0 0,0 1 1 0 0,0-1 0 0 0,0 0-1 0 0,0 0 1 0 0,0 0-1 0 0,1-1 1 0 0,5 8 0 0 0,-7-10-35 0 0,0 0 1 0 0,1 0-1 0 0,-1 0 1 0 0,0-1-1 0 0,0 1 1 0 0,1 0-1 0 0,-1 0 0 0 0,0-1 1 0 0,1 1-1 0 0,-1-1 1 0 0,1 1-1 0 0,-1-1 1 0 0,1 0-1 0 0,-1 0 1 0 0,1 1-1 0 0,-1-1 1 0 0,1 0-1 0 0,-1 0 1 0 0,1 0-1 0 0,-1-1 1 0 0,1 1-1 0 0,-1 0 1 0 0,1 0-1 0 0,1-2 1 0 0,0 1-2 0 0,1-1 0 0 0,-1 0 0 0 0,0 0-1 0 0,0 0 1 0 0,0 0 0 0 0,0-1 0 0 0,-1 1 0 0 0,1-1 0 0 0,4-5 0 0 0,0-2-11 0 0,0 0 0 0 0,-1 0 0 0 0,0 0 0 0 0,-1-1 0 0 0,5-15 1 0 0,-5 12 52 0 0,-4 8 12 0 0,1 1 0 0 0,-1-1 0 0 0,1 1 0 0 0,1 0 1 0 0,-1-1-1 0 0,1 1 0 0 0,-1 0 0 0 0,7-7 1 0 0,-7 14 46 0 0,-1 0 0 0 0,1-1 1 0 0,0 1-1 0 0,-1 0 0 0 0,1 0 0 0 0,-1 0 1 0 0,0 0-1 0 0,1 0 0 0 0,-1 0 1 0 0,0 1-1 0 0,0-1 0 0 0,1 5 1 0 0,7 26 565 0 0,-8-27-450 0 0,0 1-1 0 0,1 0 1 0 0,0 0 0 0 0,0 0 0 0 0,1-1 0 0 0,0 0 0 0 0,0 1-1 0 0,0-1 1 0 0,1 0 0 0 0,0 0 0 0 0,0-1 0 0 0,1 1-1 0 0,-1-1 1 0 0,1 0 0 0 0,0 0 0 0 0,7 4 0 0 0,5 0 524 0 0,16-4-8410 0 0,-30-6 5270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3.368"/>
    </inkml:context>
    <inkml:brush xml:id="br0">
      <inkml:brushProperty name="width" value="0.035" units="cm"/>
      <inkml:brushProperty name="height" value="0.035" units="cm"/>
    </inkml:brush>
  </inkml:definitions>
  <inkml:trace contextRef="#ctx0" brushRef="#br0">217 82 7701 0 0,'-1'-6'-1514'0'0,"-1"-10"2376"0"0,-3-14 4984 0 0,5 29-5490 0 0,0-1-1 0 0,-1 1 1 0 0,1-1-1 0 0,0 1 1 0 0,-1-1-1 0 0,1 1 1 0 0,-1-1-1 0 0,1 1 1 0 0,-1-1-1 0 0,1 1 0 0 0,-1 0 1 0 0,0-1-1 0 0,0 1 1 0 0,0 0-1 0 0,0 0 1 0 0,0 0-1 0 0,0 0 1 0 0,0-1-1 0 0,0 1 1 0 0,0 1-1 0 0,-3-3 1 0 0,3 4-292 0 0,0-1-1 0 0,0 1 1 0 0,1-1 0 0 0,-1 1-1 0 0,0 0 1 0 0,0 0 0 0 0,0-1-1 0 0,0 1 1 0 0,0 0 0 0 0,1 0-1 0 0,-1 0 1 0 0,0 0 0 0 0,1 0-1 0 0,-1 0 1 0 0,1 0 0 0 0,-1 0-1 0 0,1 0 1 0 0,0 0 0 0 0,-1 0-1 0 0,1 0 1 0 0,0 0 0 0 0,-1 0-1 0 0,1 0 1 0 0,0 0 0 0 0,0 0-1 0 0,0 0 1 0 0,0 1 0 0 0,1 0-1 0 0,-2 38 895 0 0,1-38-878 0 0,6 65 1230 0 0,15 71 0 0 0,-4-38-735 0 0,-13-75-839 0 0,0 0 1 0 0,10 26-1 0 0,-13-48-144 0 0,5 11-2535 0 0,-5-11 2140 0 0,-6-16 713 0 0,-1 0 74 0 0,0 0-1 0 0,0 0 1 0 0,-1 1-1 0 0,-11-13 1 0 0,15 20 8 0 0,0 0 0 0 0,0 1 0 0 0,-1-1 0 0 0,0 1 0 0 0,0 0 0 0 0,0 0 1 0 0,-1 0-1 0 0,1 1 0 0 0,-1 0 0 0 0,0 0 0 0 0,0 0 0 0 0,0 0 0 0 0,-7-2 0 0 0,8 5 9 0 0,0 0 1 0 0,0 0-1 0 0,0 1 0 0 0,0-1 0 0 0,0 1 0 0 0,0 0 1 0 0,0 0-1 0 0,1 0 0 0 0,-1 0 0 0 0,0 1 0 0 0,1 0 0 0 0,-1-1 1 0 0,1 1-1 0 0,-1 1 0 0 0,1-1 0 0 0,0 0 0 0 0,0 1 0 0 0,0 0 1 0 0,0-1-1 0 0,0 1 0 0 0,-4 6 0 0 0,0 0 56 0 0,0 0-1 0 0,1 1 1 0 0,0-1 0 0 0,0 1-1 0 0,1 0 1 0 0,-6 17-1 0 0,9-17 67 0 0,0-1 1 0 0,1 1-1 0 0,1 0 0 0 0,-1 0 0 0 0,1-1 0 0 0,1 1 0 0 0,3 17 0 0 0,-4-25-110 0 0,1 1-1 0 0,0-1 0 0 0,0 0 1 0 0,0 0-1 0 0,0 0 1 0 0,0 1-1 0 0,1-1 0 0 0,-1 0 1 0 0,1 0-1 0 0,-1-1 1 0 0,1 1-1 0 0,0 0 0 0 0,-1 0 1 0 0,1-1-1 0 0,0 1 1 0 0,0-1-1 0 0,0 0 0 0 0,0 0 1 0 0,1 0-1 0 0,3 2 1 0 0,-2-1-15 0 0,1-1 0 0 0,-1 1 1 0 0,0-1-1 0 0,0 0 0 0 0,1 0 0 0 0,-1-1 1 0 0,1 1-1 0 0,-1-1 0 0 0,8 0 0 0 0,4-4-521 0 0,-1 0-1 0 0,0-1 0 0 0,1-1 0 0 0,-2-1 0 0 0,1 0 0 0 0,-1 0 0 0 0,26-19 0 0 0,-17 9-329 0 0,-1-1-1 0 0,-1 0 0 0 0,31-36 0 0 0,-21 5 720 0 0,-29 46 1818 0 0,4-8-663 0 0,-5 16-956 0 0,0 0-1 0 0,0-1 0 0 0,-1 1 0 0 0,0 0 0 0 0,0 0 1 0 0,-1 0-1 0 0,1 0 0 0 0,-1-1 0 0 0,0 1 1 0 0,-2 5-1 0 0,2-6-53 0 0,-1-1 1 0 0,1 1-1 0 0,0 0 0 0 0,1-1 1 0 0,-1 1-1 0 0,1 0 0 0 0,-1 0 1 0 0,1-1-1 0 0,0 1 0 0 0,1 0 1 0 0,-1 0-1 0 0,1-1 0 0 0,-1 1 1 0 0,1 0-1 0 0,0-1 0 0 0,0 1 1 0 0,1-1-1 0 0,-1 1 0 0 0,1-1 1 0 0,0 1-1 0 0,0-1 0 0 0,3 4 1 0 0,-4-6-31 0 0,0 1 1 0 0,0-1 0 0 0,0 0-1 0 0,0 0 1 0 0,0 1-1 0 0,1-1 1 0 0,-1 0 0 0 0,0 0-1 0 0,1 0 1 0 0,-1 0-1 0 0,1 0 1 0 0,-1-1 0 0 0,1 1-1 0 0,-1 0 1 0 0,1-1-1 0 0,0 1 1 0 0,-1-1 0 0 0,1 1-1 0 0,0-1 1 0 0,0 0-1 0 0,-1 0 1 0 0,1 0 0 0 0,0 0-1 0 0,0 0 1 0 0,3-1-1 0 0,-2 0 3 0 0,0 0 0 0 0,0-1-1 0 0,0 0 1 0 0,-1 1-1 0 0,1-1 1 0 0,0 0 0 0 0,-1 0-1 0 0,1-1 1 0 0,-1 1-1 0 0,1-1 1 0 0,-1 1 0 0 0,3-5-1 0 0,4-8 4 0 0,1-1 1 0 0,-2 0-1 0 0,11-29 0 0 0,-10 13 30 0 0,-4 13 2 0 0,-7 38 24 0 0,-3 49-20 0 0,5-63-38 0 0,0-1 1 0 0,1 0-1 0 0,-1 0 0 0 0,1 0 0 0 0,0 1 1 0 0,0-1-1 0 0,1 0 0 0 0,-1 0 1 0 0,1-1-1 0 0,0 1 0 0 0,0 0 0 0 0,0-1 1 0 0,5 7-1 0 0,-6-9-3 0 0,-1-1 0 0 0,1 1 0 0 0,0-1-1 0 0,-1 1 1 0 0,1-1 0 0 0,0 0 0 0 0,0 1 0 0 0,0-1 0 0 0,-1 0-1 0 0,1 1 1 0 0,0-1 0 0 0,0 0 0 0 0,0 0 0 0 0,-1 0 0 0 0,1 0-1 0 0,0 0 1 0 0,0 0 0 0 0,0 0 0 0 0,0 0 0 0 0,-1 0 0 0 0,1 0 0 0 0,0 0-1 0 0,0 0 1 0 0,0-1 0 0 0,0 1 0 0 0,-1 0 0 0 0,1-1 0 0 0,0 1-1 0 0,0-1 1 0 0,-1 1 0 0 0,1 0 0 0 0,0-1 0 0 0,-1 0 0 0 0,1 1-1 0 0,0-1 1 0 0,-1 1 0 0 0,1-1 0 0 0,-1 0 0 0 0,1 0 0 0 0,20-27-494 0 0,-20 27 475 0 0,12-21-329 0 0,0 0 323 0 0,2 0-1 0 0,0 1 0 0 0,20-21 1 0 0,-29 36 140 0 0,0 0 1 0 0,-1-1-1 0 0,0 0 1 0 0,0 0 0 0 0,0 0-1 0 0,-1 0 1 0 0,0-1 0 0 0,0 1-1 0 0,-1-1 1 0 0,4-14 0 0 0,-6 20 306 0 0,-2-9 2069 0 0,-2 56-1138 0 0,1-1-1 0 0,3 1 1 0 0,1 0 0 0 0,10 51-1 0 0,-4-36 318 0 0,0 93-1 0 0,-9-134-1637 0 0,0 0-1 0 0,-1 1 0 0 0,-1-1 0 0 0,-1 0 0 0 0,-1 0 0 0 0,0-1 0 0 0,-2 1 0 0 0,0-1 0 0 0,-1-1 0 0 0,0 1 0 0 0,-2-1 0 0 0,0-1 0 0 0,-1 0 0 0 0,0 0 0 0 0,-1-1 0 0 0,-1-1 0 0 0,-1 0 0 0 0,0 0 0 0 0,0-2 0 0 0,-29 20 0 0 0,31-24-484 0 0,-1 0-1 0 0,1 0 1 0 0,-2-1-1 0 0,1-1 0 0 0,-24 8 1 0 0,34-12 122 0 0,-1-1 0 0 0,1 0 1 0 0,0-1-1 0 0,0 1 1 0 0,-1 0-1 0 0,1-1 1 0 0,0 0-1 0 0,-1 0 0 0 0,1 0 1 0 0,0 0-1 0 0,-1-1 1 0 0,1 1-1 0 0,0-1 0 0 0,0 0 1 0 0,-1 0-1 0 0,1 0 1 0 0,0 0-1 0 0,0 0 0 0 0,0-1 1 0 0,0 1-1 0 0,0-1 1 0 0,1 0-1 0 0,-1 0 1 0 0,0 0-1 0 0,1 0 0 0 0,-1-1 1 0 0,1 1-1 0 0,0-1 1 0 0,0 1-1 0 0,0-1 0 0 0,-2-4 1 0 0,-4-13-2764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4.087"/>
    </inkml:context>
    <inkml:brush xml:id="br0">
      <inkml:brushProperty name="width" value="0.035" units="cm"/>
      <inkml:brushProperty name="height" value="0.035" units="cm"/>
    </inkml:brush>
  </inkml:definitions>
  <inkml:trace contextRef="#ctx0" brushRef="#br0">242 22 12209 0 0,'0'0'3479'0'0,"0"-1"-3186"0"0,1-1 0 0 0,-1 1 0 0 0,0-1 1 0 0,0 0-1 0 0,1 1 0 0 0,-1-1 0 0 0,1 1 0 0 0,-1-1 0 0 0,1 1 0 0 0,0-1 0 0 0,0 1 0 0 0,1-2 0 0 0,-1 3-196 0 0,0 1 0 0 0,0-1 0 0 0,0 1 0 0 0,0-1 0 0 0,1 1 0 0 0,-1-1 0 0 0,0 1-1 0 0,0 0 1 0 0,0 0 0 0 0,-1 0 0 0 0,1 0 0 0 0,0-1 0 0 0,0 1 0 0 0,0 0 0 0 0,-1 0 0 0 0,1 0-1 0 0,0 1 1 0 0,-1-1 0 0 0,1 0 0 0 0,-1 0 0 0 0,1 0 0 0 0,-1 0 0 0 0,0 1 0 0 0,1-1-1 0 0,-1 0 1 0 0,0 0 0 0 0,0 1 0 0 0,0-1 0 0 0,0 2 0 0 0,5 41 1332 0 0,-5-43-1374 0 0,1 13 152 0 0,-2 1 1 0 0,0-1 0 0 0,0 1-1 0 0,-1-1 1 0 0,-1 0 0 0 0,0 0-1 0 0,-1 0 1 0 0,-1 0 0 0 0,0-1-1 0 0,-1 1 1 0 0,0-1 0 0 0,-1-1-1 0 0,0 1 1 0 0,-12 13 0 0 0,8-11-654 0 0,-1-2 1 0 0,-1 0 0 0 0,0 0 0 0 0,-21 16 0 0 0,17-18-1569 0 0,0 0 0 0 0,0 0 0 0 0,-36 14 0 0 0,34-17-1115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4.958"/>
    </inkml:context>
    <inkml:brush xml:id="br0">
      <inkml:brushProperty name="width" value="0.035" units="cm"/>
      <inkml:brushProperty name="height" value="0.035" units="cm"/>
    </inkml:brush>
  </inkml:definitions>
  <inkml:trace contextRef="#ctx0" brushRef="#br0">90 165 10025 0 0,'0'0'9731'0'0,"-3"-1"-9062"0"0,1 0-615 0 0,0 0 0 0 0,0 1 0 0 0,0-1 0 0 0,0 1 1 0 0,0-1-1 0 0,0 1 0 0 0,-1 0 0 0 0,1-1 1 0 0,0 1-1 0 0,0 0 0 0 0,0 0 0 0 0,0 1 1 0 0,-1-1-1 0 0,1 0 0 0 0,0 1 0 0 0,0-1 0 0 0,0 1 1 0 0,0 0-1 0 0,0 0 0 0 0,0 0 0 0 0,0 0 1 0 0,0 0-1 0 0,-2 2 0 0 0,2-1 3 0 0,-1 1-1 0 0,1 0 0 0 0,0 0 1 0 0,0 0-1 0 0,0 0 1 0 0,0 0-1 0 0,0 1 1 0 0,1-1-1 0 0,0 1 0 0 0,-1-1 1 0 0,1 1-1 0 0,-1 5 1 0 0,0 8 97 0 0,0 0 0 0 0,1 1 1 0 0,1-1-1 0 0,4 33 0 0 0,5 21 123 0 0,-4 0 0 0 0,-2 0 0 0 0,-11 119-1 0 0,5-162-292 0 0,2-12-132 0 0,-2 1-1 0 0,1-1 1 0 0,-7 20 0 0 0,8-34-170 0 0,1-15-3098 0 0,1 1 3140 0 0,0-1-1 0 0,1 0 1 0 0,6-20 0 0 0,11-63 698 0 0,-3 0 1 0 0,-5-1-1 0 0,-4-1 1 0 0,-5 1-1 0 0,-15-164 1 0 0,12 257 27 0 0,-3-13 1667 0 0,2 14-1222 0 0,5 14-974 0 0,102 298 784 0 0,-84-258-674 0 0,3-1 1 0 0,2-1-1 0 0,61 87 1 0 0,-85-133-53 0 0,0 0-1 0 0,0-1 1 0 0,0 1-1 0 0,1-1 1 0 0,-1 0-1 0 0,0 1 1 0 0,1-1-1 0 0,-1 0 1 0 0,1 0-1 0 0,0-1 1 0 0,0 1-1 0 0,0-1 1 0 0,0 1-1 0 0,0-1 1 0 0,0 0-1 0 0,0 0 1 0 0,0 0-1 0 0,0 0 1 0 0,0-1 0 0 0,1 0-1 0 0,2 1 1 0 0,-1-2-46 0 0,0 0 1 0 0,-1 0 0 0 0,1 0 0 0 0,-1 0 0 0 0,1-1 0 0 0,-1 0-1 0 0,1 0 1 0 0,-1 0 0 0 0,0-1 0 0 0,0 1 0 0 0,0-1 0 0 0,-1 0-1 0 0,4-3 1 0 0,8-9-105 0 0,-1 0 0 0 0,0-1 1 0 0,-1-1-1 0 0,-1 0 0 0 0,14-27 0 0 0,2-13 156 0 0,-3 0 0 0 0,-2-2 0 0 0,-2-1 0 0 0,22-113 0 0 0,-42 167 468 0 0,0 2-262 0 0,2-12 57 0 0,-4 23 88 0 0,-10 35-71 0 0,-9 26-104 0 0,-19 116 1 0 0,36-155-121 0 0,1 0-1 0 0,1 1 1 0 0,1-1 0 0 0,2 0 0 0 0,1 1-1 0 0,12 51 1 0 0,7-10-206 0 0,-21-69-117 0 0,1 0-298 0 0,0 0 0 0 0,1 0-1 0 0,-1 0 1 0 0,1-1 0 0 0,-1 1-1 0 0,1-1 1 0 0,-1 0 0 0 0,1 0-1 0 0,0 0 1 0 0,0 0 0 0 0,0 0 0 0 0,3 0-1 0 0,7-5-1994 0 0,-3-4-259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5.359"/>
    </inkml:context>
    <inkml:brush xml:id="br0">
      <inkml:brushProperty name="width" value="0.035" units="cm"/>
      <inkml:brushProperty name="height" value="0.035" units="cm"/>
    </inkml:brush>
  </inkml:definitions>
  <inkml:trace contextRef="#ctx0" brushRef="#br0">16 261 6153 0 0,'0'0'651'0'0,"-15"-1"1656"0"0,20-7-1983 0 0,1 0 1 0 0,0 0-1 0 0,1 1 0 0 0,-1 0 1 0 0,1 0-1 0 0,1 1 0 0 0,14-11 1 0 0,-13 10-51 0 0,0 0 1 0 0,0 0 0 0 0,-1-1-1 0 0,0 0 1 0 0,9-11 0 0 0,-11 10 202 0 0,0 0 1 0 0,-1 0 0 0 0,0 0-1 0 0,6-18 1 0 0,-10 24-423 0 0,0 1 1 0 0,0-1 0 0 0,-1 1-1 0 0,0-1 1 0 0,1 0-1 0 0,-1 1 1 0 0,0-1 0 0 0,0 0-1 0 0,0 1 1 0 0,-1-1 0 0 0,1 0-1 0 0,-1 1 1 0 0,1-1-1 0 0,-1 1 1 0 0,0-1 0 0 0,0 1-1 0 0,0-1 1 0 0,0 1-1 0 0,0 0 1 0 0,-1-1 0 0 0,1 1-1 0 0,-4-4 1 0 0,4 5-36 0 0,0 0 0 0 0,-1 0 1 0 0,1 0-1 0 0,-1 0 0 0 0,1 0 0 0 0,-1 1 1 0 0,1-1-1 0 0,-1 0 0 0 0,1 1 1 0 0,-1-1-1 0 0,0 1 0 0 0,1-1 0 0 0,-1 1 1 0 0,0 0-1 0 0,1 0 0 0 0,-1 0 0 0 0,0 0 1 0 0,0 0-1 0 0,1 0 0 0 0,-1 0 0 0 0,0 1 1 0 0,1-1-1 0 0,-1 0 0 0 0,0 1 1 0 0,1-1-1 0 0,-1 1 0 0 0,1 0 0 0 0,-1 0 1 0 0,1 0-1 0 0,-1-1 0 0 0,1 1 0 0 0,-1 1 1 0 0,1-1-1 0 0,0 0 0 0 0,0 0 1 0 0,-2 2-1 0 0,-3 2 120 0 0,0 1 0 0 0,0 0 0 0 0,1 1 0 0 0,-1-1 0 0 0,-7 14 0 0 0,6-5 124 0 0,1 0 0 0 0,1 0 0 0 0,0 1 0 0 0,1-1 0 0 0,0 1 1 0 0,1 0-1 0 0,0 18 0 0 0,1-6 274 0 0,2 0 0 0 0,0 1-1 0 0,6 31 1 0 0,-6-58-561 0 0,0 0 0 0 0,0 0-1 0 0,1 0 1 0 0,-1 0-1 0 0,1 0 1 0 0,-1 0-1 0 0,1 0 1 0 0,0 0 0 0 0,0 0-1 0 0,0-1 1 0 0,0 1-1 0 0,0 0 1 0 0,0-1-1 0 0,0 1 1 0 0,0-1 0 0 0,1 1-1 0 0,-1-1 1 0 0,1 1-1 0 0,-1-1 1 0 0,1 0-1 0 0,0 0 1 0 0,-1 0 0 0 0,4 1-1 0 0,-2-1-206 0 0,0 0 1 0 0,0 0-1 0 0,1-1 0 0 0,-1 1 1 0 0,0-1-1 0 0,1 0 0 0 0,-1 0 0 0 0,0-1 1 0 0,1 1-1 0 0,-1-1 0 0 0,0 1 1 0 0,6-3-1 0 0,2-1-1100 0 0,0 0 0 0 0,-1-1 0 0 0,0 0 1 0 0,0-1-1 0 0,0 0 0 0 0,17-14 0 0 0,-11 4-947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5.869"/>
    </inkml:context>
    <inkml:brush xml:id="br0">
      <inkml:brushProperty name="width" value="0.035" units="cm"/>
      <inkml:brushProperty name="height" value="0.035" units="cm"/>
    </inkml:brush>
  </inkml:definitions>
  <inkml:trace contextRef="#ctx0" brushRef="#br0">46 84 9017 0 0,'10'-32'1618'0'0,"-10"31"-1533"0"0,0 1 0 0 0,1-1 0 0 0,-1 1 0 0 0,0-1-1 0 0,0 1 1 0 0,0-1 0 0 0,0 1 0 0 0,0-1 0 0 0,0 1 0 0 0,0-1 0 0 0,0 1-1 0 0,0-1 1 0 0,0 1 0 0 0,0-1 0 0 0,0 1 0 0 0,0-1 0 0 0,0 1-1 0 0,0-1 1 0 0,0 1 0 0 0,-1-1 0 0 0,1 1 0 0 0,0-1 0 0 0,0 1 0 0 0,-1-1-1 0 0,1 1 1 0 0,0-1 0 0 0,0 1 0 0 0,-1 0 0 0 0,1-1 0 0 0,-1 1-1 0 0,1 0 1 0 0,0-1 0 0 0,-1 1 0 0 0,1 0 0 0 0,-1 0 0 0 0,1-1 0 0 0,-1 1-1 0 0,1 0 1 0 0,-1 0 0 0 0,1 0 0 0 0,-1-1 0 0 0,1 1 0 0 0,-1 0 0 0 0,1 0-1 0 0,-1 0 1 0 0,1 0 0 0 0,-1 0 0 0 0,1 0 0 0 0,-1 0 0 0 0,1 0-1 0 0,-1 0 1 0 0,1 0 0 0 0,-1 1 0 0 0,1-1 0 0 0,-1 0 0 0 0,1 0 0 0 0,-1 0-1 0 0,1 1 1 0 0,-1-1 0 0 0,-2 2 53 0 0,1 0-1 0 0,-1 0 1 0 0,0 0 0 0 0,1 0-1 0 0,0 1 1 0 0,0-1-1 0 0,-1 1 1 0 0,1-1-1 0 0,1 1 1 0 0,-1 0 0 0 0,0 0-1 0 0,1 0 1 0 0,-1 0-1 0 0,1 0 1 0 0,0 0 0 0 0,0 0-1 0 0,0 1 1 0 0,0-1-1 0 0,1 0 1 0 0,-1 6 0 0 0,0 0-89 0 0,0-1 1 0 0,1 0 0 0 0,0 0 0 0 0,0 0-1 0 0,0 0 1 0 0,1 0 0 0 0,3 12 0 0 0,-3-17-80 0 0,0-1 1 0 0,-1 0-1 0 0,1 0 1 0 0,0 0-1 0 0,0 0 1 0 0,0 0-1 0 0,1 0 1 0 0,-1-1-1 0 0,0 1 1 0 0,1 0-1 0 0,-1-1 1 0 0,1 1-1 0 0,0 0 1 0 0,-1-1 0 0 0,1 0-1 0 0,0 1 1 0 0,0-1-1 0 0,0 0 1 0 0,0 0-1 0 0,0 0 1 0 0,0 0-1 0 0,0-1 1 0 0,0 1-1 0 0,0 0 1 0 0,0-1-1 0 0,1 0 1 0 0,-1 1-1 0 0,0-1 1 0 0,0 0-1 0 0,0 0 1 0 0,1 0-1 0 0,-1 0 1 0 0,0-1-1 0 0,0 1 1 0 0,0-1-1 0 0,1 1 1 0 0,-1-1-1 0 0,0 0 1 0 0,0 1-1 0 0,0-1 1 0 0,3-2 0 0 0,2 0 4 0 0,-1-1 1 0 0,0 1-1 0 0,0-1 1 0 0,0-1 0 0 0,0 1-1 0 0,-1-1 1 0 0,1 0 0 0 0,-1 0-1 0 0,0 0 1 0 0,-1-1 0 0 0,1 1-1 0 0,3-8 1 0 0,32-80 47 0 0,-39 90 305 0 0,9-2 448 0 0,-4 0-88 0 0,1 18-386 0 0,-3 33 75 0 0,2 17-245 0 0,-6-61-133 0 0,1 0 0 0 0,-1 0 0 0 0,1 0 0 0 0,0 0 0 0 0,-1 0 0 0 0,1 0 0 0 0,0-1 0 0 0,0 1 0 0 0,0 0 0 0 0,1 0 0 0 0,-1-1 0 0 0,0 1 0 0 0,1-1 0 0 0,-1 1 0 0 0,1-1 0 0 0,-1 0 0 0 0,1 1 0 0 0,-1-1 0 0 0,1 0 0 0 0,0 0 0 0 0,0 0 0 0 0,0 0 0 0 0,0-1 0 0 0,2 2 0 0 0,-1-2 1 0 0,0 0-1 0 0,1-1 0 0 0,-1 1 0 0 0,0-1 1 0 0,0 0-1 0 0,0 0 0 0 0,0 0 0 0 0,0 0 1 0 0,-1 0-1 0 0,1 0 0 0 0,0-1 0 0 0,0 0 0 0 0,-1 1 1 0 0,1-1-1 0 0,-1 0 0 0 0,1 0 0 0 0,-1 0 1 0 0,0-1-1 0 0,2-2 0 0 0,38-49 59 0 0,-30 35-28 0 0,0-3-52 0 0,2 0 0 0 0,19-23 1 0 0,-33 44 27 0 0,0 1-1 0 0,1 0 1 0 0,-1 0 0 0 0,0 0-1 0 0,1-1 1 0 0,-1 1 0 0 0,1 0 0 0 0,-1 0-1 0 0,0 0 1 0 0,1 0 0 0 0,-1 0 0 0 0,1 0-1 0 0,-1-1 1 0 0,1 1 0 0 0,-1 0 0 0 0,0 0-1 0 0,1 0 1 0 0,-1 1 0 0 0,1-1-1 0 0,-1 0 1 0 0,0 0 0 0 0,1 0 0 0 0,-1 0-1 0 0,1 0 1 0 0,-1 0 0 0 0,0 1 0 0 0,1-1-1 0 0,-1 0 1 0 0,1 0 0 0 0,-1 0-1 0 0,0 1 1 0 0,1-1 0 0 0,-1 0 0 0 0,0 1-1 0 0,0-1 1 0 0,1 0 0 0 0,-1 1 0 0 0,0-1-1 0 0,0 0 1 0 0,1 1 0 0 0,-1-1 0 0 0,0 0-1 0 0,0 1 1 0 0,0-1 0 0 0,0 1-1 0 0,0-1 1 0 0,1 0 0 0 0,-1 1 0 0 0,8 19 314 0 0,-7-12-218 0 0,5 23 1430 0 0,1-1 0 0 0,13 35 1 0 0,-19-63-1114 0 0,5 5 366 0 0,-5-6-786 0 0,-1 0-1 0 0,1 0 1 0 0,-1-1-1 0 0,1 1 0 0 0,-1 0 1 0 0,1 0-1 0 0,0-1 0 0 0,-1 1 1 0 0,1 0-1 0 0,0 0 0 0 0,-1-1 1 0 0,1 1-1 0 0,0-1 1 0 0,0 1-1 0 0,0-1 0 0 0,0 1 1 0 0,1 0-1 0 0,1-1-163 0 0,-1 0 0 0 0,0-1 0 0 0,0 1 0 0 0,1 0 1 0 0,-1-1-1 0 0,0 1 0 0 0,0-1 0 0 0,0 0 0 0 0,1 0 0 0 0,-1 0 0 0 0,0 0 0 0 0,0 0 0 0 0,0 0 0 0 0,0 0 1 0 0,-1-1-1 0 0,1 1 0 0 0,0-1 0 0 0,-1 1 0 0 0,3-3 0 0 0,27-40-5261 0 0,-28 39 4500 0 0,8-12-2170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6.351"/>
    </inkml:context>
    <inkml:brush xml:id="br0">
      <inkml:brushProperty name="width" value="0.035" units="cm"/>
      <inkml:brushProperty name="height" value="0.035" units="cm"/>
    </inkml:brush>
  </inkml:definitions>
  <inkml:trace contextRef="#ctx0" brushRef="#br0">173 60 10661 0 0,'0'0'479'0'0,"-2"-2"-74"0"0,1 0-290 0 0,-1 0-1 0 0,0 0 1 0 0,1 0 0 0 0,-1 0-1 0 0,0 1 1 0 0,0-1 0 0 0,0 1-1 0 0,-1-1 1 0 0,1 1-1 0 0,0 0 1 0 0,0 0 0 0 0,-1 0-1 0 0,1 0 1 0 0,0 0 0 0 0,-1 0-1 0 0,1 1 1 0 0,-1-1 0 0 0,0 1-1 0 0,1-1 1 0 0,-1 1 0 0 0,1 0-1 0 0,-1 0 1 0 0,1 0-1 0 0,-1 1 1 0 0,1-1 0 0 0,-1 1-1 0 0,1-1 1 0 0,-1 1 0 0 0,1 0-1 0 0,-1 0 1 0 0,1 0 0 0 0,0 0-1 0 0,-1 0 1 0 0,-2 3 0 0 0,-1 0 314 0 0,1 0 0 0 0,0 0 1 0 0,0 0-1 0 0,0 1 0 0 0,1 0 1 0 0,-1 0-1 0 0,1 0 0 0 0,0 1 1 0 0,0-1-1 0 0,1 1 1 0 0,0 0-1 0 0,-5 12 0 0 0,2 1 323 0 0,0 0 0 0 0,2 0 0 0 0,-4 24 0 0 0,7-40-730 0 0,1 0 0 0 0,-1 0-1 0 0,1 1 1 0 0,0-1 0 0 0,-1 0 0 0 0,1 1 0 0 0,1-1 0 0 0,-1 0 0 0 0,0 1 0 0 0,1-1 0 0 0,0 0 0 0 0,0 0 0 0 0,0 1 0 0 0,0-1 0 0 0,0 0 0 0 0,1 0 0 0 0,-1 0 0 0 0,1 0-1 0 0,0-1 1 0 0,0 1 0 0 0,0 0 0 0 0,0-1 0 0 0,0 1 0 0 0,1-1 0 0 0,-1 0 0 0 0,6 4 0 0 0,-5-5-77 0 0,-1-1 0 0 0,1 1-1 0 0,0-1 1 0 0,0 0 0 0 0,0 1 0 0 0,-1-1 0 0 0,1-1 0 0 0,0 1 0 0 0,0 0-1 0 0,-1-1 1 0 0,1 1 0 0 0,0-1 0 0 0,-1 0 0 0 0,1 0 0 0 0,0 0-1 0 0,-1 0 1 0 0,5-3 0 0 0,37-26-1671 0 0,-40 25 1511 0 0,1 0-1 0 0,-1-1 1 0 0,0 1 0 0 0,-1-1-1 0 0,1 0 1 0 0,-1 0-1 0 0,0 0 1 0 0,-1 0 0 0 0,0 0-1 0 0,0-1 1 0 0,0 1 0 0 0,0-1-1 0 0,-1 1 1 0 0,0-1-1 0 0,-1-11 1 0 0,1 3 170 0 0,-1-1-1 0 0,-1 0 1 0 0,0 0-1 0 0,-2 1 1 0 0,-6-27 0 0 0,9 40 50 0 0,0 0 1 0 0,-1 0-1 0 0,1 0 1 0 0,-1 0-1 0 0,0 0 1 0 0,0 0 0 0 0,1 1-1 0 0,-1-1 1 0 0,0 0-1 0 0,0 0 1 0 0,-1 1-1 0 0,1-1 1 0 0,0 0-1 0 0,-1 1 1 0 0,1-1 0 0 0,-1 1-1 0 0,1 0 1 0 0,-1-1-1 0 0,1 1 1 0 0,-1 0-1 0 0,0 0 1 0 0,0 0 0 0 0,0 0-1 0 0,-3 0 1 0 0,3 1-5 0 0,-1 0 1 0 0,1 0-1 0 0,-1 0 1 0 0,0 1 0 0 0,1-1-1 0 0,-1 1 1 0 0,1 0 0 0 0,-1 0-1 0 0,1 0 1 0 0,0 0-1 0 0,-1 0 1 0 0,1 0 0 0 0,0 1-1 0 0,0-1 1 0 0,0 1-1 0 0,-3 2 1 0 0,-4 4-12 0 0,0 1 0 0 0,0 0 0 0 0,1 1 0 0 0,1 0 0 0 0,0 0 0 0 0,0 0 0 0 0,-5 13 0 0 0,11-21-316 0 0,0 0 0 0 0,0 0-1 0 0,1 1 1 0 0,0-1 0 0 0,-1 0-1 0 0,1 0 1 0 0,0 0 0 0 0,0 0-1 0 0,0 1 1 0 0,0-1 0 0 0,0 0-1 0 0,1 0 1 0 0,-1 0-1 0 0,0 0 1 0 0,1 0 0 0 0,0 1-1 0 0,0-1 1 0 0,-1 0 0 0 0,1 0-1 0 0,3 3 1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6.741"/>
    </inkml:context>
    <inkml:brush xml:id="br0">
      <inkml:brushProperty name="width" value="0.035" units="cm"/>
      <inkml:brushProperty name="height" value="0.035" units="cm"/>
    </inkml:brush>
  </inkml:definitions>
  <inkml:trace contextRef="#ctx0" brushRef="#br0">17 24 11605 0 0,'0'0'-143'0'0,"10"-9"417"0"0,-13 13-179 0 0,0-1 0 0 0,1 1-1 0 0,-1 0 1 0 0,1 0-1 0 0,0 1 1 0 0,0-1-1 0 0,0 0 1 0 0,0 1 0 0 0,1-1-1 0 0,0 1 1 0 0,0-1-1 0 0,0 1 1 0 0,0 0 0 0 0,1 0-1 0 0,0-1 1 0 0,0 1-1 0 0,0 0 1 0 0,0-1-1 0 0,1 1 1 0 0,0 0 0 0 0,0-1-1 0 0,0 1 1 0 0,1-1-1 0 0,-1 1 1 0 0,1-1-1 0 0,0 1 1 0 0,0-1 0 0 0,1 0-1 0 0,-1 0 1 0 0,1 0-1 0 0,0-1 1 0 0,0 1-1 0 0,0-1 1 0 0,0 1 0 0 0,1-1-1 0 0,0 0 1 0 0,-1 0-1 0 0,1 0 1 0 0,0-1 0 0 0,6 3-1 0 0,-7-4-110 0 0,0 0 0 0 0,-1-1 1 0 0,1 0-1 0 0,0 0 0 0 0,-1 0 0 0 0,1 0 0 0 0,0 0 1 0 0,-1 0-1 0 0,1-1 0 0 0,0 1 0 0 0,-1-1 0 0 0,1 0 1 0 0,-1 1-1 0 0,1-1 0 0 0,-1 0 0 0 0,1-1 0 0 0,-1 1 0 0 0,0 0 1 0 0,0-1-1 0 0,1 1 0 0 0,-1-1 0 0 0,0 0 0 0 0,0 0 1 0 0,-1 0-1 0 0,1 0 0 0 0,0 0 0 0 0,2-4 0 0 0,8-10-23 0 0,-2-1 0 0 0,18-33 0 0 0,-13 21 20 0 0,-11 23-223 0 0,18-26 2024 0 0,-21 31-1722 0 0,-1 1 0 0 0,0-1 0 0 0,1 1 1 0 0,0 0-1 0 0,-1-1 0 0 0,1 1 0 0 0,-1 0 0 0 0,1-1 1 0 0,-1 1-1 0 0,1 0 0 0 0,0-1 0 0 0,-1 1 0 0 0,1 0 1 0 0,-1 0-1 0 0,1 0 0 0 0,0 0 0 0 0,-1 0 0 0 0,1 0 1 0 0,0 0-1 0 0,-1 0 0 0 0,1 0 0 0 0,0 0 0 0 0,-1 0 1 0 0,1 0-1 0 0,0 0 0 0 0,-1 0 0 0 0,1 1 0 0 0,-1-1 1 0 0,1 0-1 0 0,0 0 0 0 0,-1 1 0 0 0,1-1 0 0 0,-1 0 1 0 0,1 1-1 0 0,-1-1 0 0 0,1 1 0 0 0,-1-1 0 0 0,1 1 1 0 0,-1-1-1 0 0,1 1 0 0 0,-1-1 0 0 0,0 1 0 0 0,1-1 1 0 0,-1 1-1 0 0,0-1 0 0 0,1 1 0 0 0,-1 1 0 0 0,1 0 1005 0 0,1 1-966 0 0,3 11 45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7.097"/>
    </inkml:context>
    <inkml:brush xml:id="br0">
      <inkml:brushProperty name="width" value="0.035" units="cm"/>
      <inkml:brushProperty name="height" value="0.035" units="cm"/>
    </inkml:brush>
  </inkml:definitions>
  <inkml:trace contextRef="#ctx0" brushRef="#br0">77 269 9929 0 0,'0'0'11'0'0,"0"-1"0"0"0,-1 1 0 0 0,1 0 0 0 0,-1-1 0 0 0,1 1 0 0 0,-1-1 0 0 0,1 1 0 0 0,-1 0 0 0 0,1-1 0 0 0,-1 1-1 0 0,1 0 1 0 0,-1 0 0 0 0,0-1 0 0 0,1 1 0 0 0,-1 0 0 0 0,1 0 0 0 0,-1 0 0 0 0,0 0 0 0 0,1 0 0 0 0,-1 0 0 0 0,0 0 0 0 0,1 0 0 0 0,-1 0 0 0 0,1 0 0 0 0,-1 0 0 0 0,0 0 0 0 0,1 0 0 0 0,-1 0 0 0 0,1 1 0 0 0,-1-1 0 0 0,0 1 0 0 0,-22 16 182 0 0,18-11-11 0 0,0 0 1 0 0,0 1 0 0 0,1-1 0 0 0,-1 1 0 0 0,-4 12 0 0 0,8-16-162 0 0,0 0-1 0 0,1 0 1 0 0,0 1 0 0 0,-1-1 0 0 0,1 0 0 0 0,0 0 0 0 0,1 0 0 0 0,-1 1 0 0 0,1-1 0 0 0,-1 0-1 0 0,1 0 1 0 0,0 0 0 0 0,0 0 0 0 0,0 0 0 0 0,2 4 0 0 0,-2-5-663 0 0,13 6-1650 0 0,-11-7 771 0 0</inkml:trace>
  <inkml:trace contextRef="#ctx0" brushRef="#br0" timeOffset="1">93 36 10513 0 0,'0'0'276'0'0,"-4"-27"3468"0"0,-3 19-10244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7.452"/>
    </inkml:context>
    <inkml:brush xml:id="br0">
      <inkml:brushProperty name="width" value="0.035" units="cm"/>
      <inkml:brushProperty name="height" value="0.035" units="cm"/>
    </inkml:brush>
  </inkml:definitions>
  <inkml:trace contextRef="#ctx0" brushRef="#br0">1 9 9445 0 0,'0'0'6316'0'0,"0"-1"-6293"0"0,0 1-1 0 0,-1 0 1 0 0,1 0-1 0 0,0-1 0 0 0,0 1 1 0 0,0 0-1 0 0,0 0 1 0 0,0-1-1 0 0,0 1 0 0 0,0 0 1 0 0,0 0-1 0 0,0-1 0 0 0,0 1 1 0 0,0 0-1 0 0,0-1 1 0 0,1 1-1 0 0,-1 0 0 0 0,0 0 1 0 0,0 0-1 0 0,0-1 1 0 0,0 1-1 0 0,0 0 0 0 0,0 0 1 0 0,1-1-1 0 0,-1 1 0 0 0,0 0 1 0 0,0 0-1 0 0,0 0 1 0 0,0-1-1 0 0,1 1 0 0 0,-1 0 1 0 0,0 0-1 0 0,0 0 1 0 0,1 0-1 0 0,-1 0 0 0 0,0 0 1 0 0,0-1-1 0 0,1 1 0 0 0,-1 0 1 0 0,0 0-1 0 0,0 0 1 0 0,1 0-1 0 0,-1 0 0 0 0,0 0 1 0 0,0 0-1 0 0,1 0 1 0 0,-1 0-1 0 0,0 0 0 0 0,0 0 1 0 0,1 0-1 0 0,-1 0 1 0 0,0 0-1 0 0,0 0 0 0 0,1 1 1 0 0,-1-1-1 0 0,0 0 0 0 0,0 0 1 0 0,1 0-1 0 0,9 4 88 0 0,-1-1 0 0 0,1 2 0 0 0,-1-1-1 0 0,0 1 1 0 0,0 1 0 0 0,-1-1 0 0 0,1 1-1 0 0,-1 1 1 0 0,8 8 0 0 0,-13-12-101 0 0,0-1 0 0 0,0 2-1 0 0,0-1 1 0 0,0 0 0 0 0,-1 1 0 0 0,1-1-1 0 0,-1 1 1 0 0,0 0 0 0 0,0-1 0 0 0,0 1 0 0 0,-1 0-1 0 0,1 0 1 0 0,-1 1 0 0 0,0-1 0 0 0,0 0 0 0 0,0 0-1 0 0,-1 0 1 0 0,0 1 0 0 0,0-1 0 0 0,0 0 0 0 0,0 1-1 0 0,0-1 1 0 0,-1 0 0 0 0,-2 8 0 0 0,-6 9-9 0 0,-24 38 1 0 0,24-46-13 0 0,1 0 0 0 0,1 0 0 0 0,0 1 0 0 0,1 0 0 0 0,0 0 0 0 0,-4 19 0 0 0,10-32-21 0 0,0-1 1 0 0,0 1-1 0 0,0 0 1 0 0,0 0-1 0 0,0-1 0 0 0,0 1 1 0 0,0 0-1 0 0,0-1 1 0 0,1 1-1 0 0,-1-1 0 0 0,0 1 1 0 0,0 0-1 0 0,1-1 1 0 0,-1 1-1 0 0,1-1 1 0 0,-1 1-1 0 0,0-1 0 0 0,1 1 1 0 0,-1-1-1 0 0,1 1 1 0 0,-1-1-1 0 0,1 1 0 0 0,-1-1 1 0 0,1 1-1 0 0,0-1 1 0 0,-1 0-1 0 0,1 1 0 0 0,-1-1 1 0 0,1 0-1 0 0,0 0 1 0 0,-1 0-1 0 0,1 1 0 0 0,0-1 1 0 0,-1 0-1 0 0,1 0 1 0 0,0 0-1 0 0,-1 0 0 0 0,1 0 1 0 0,0 0-1 0 0,-1 0 1 0 0,1 0-1 0 0,0-1 1 0 0,-1 1-1 0 0,1 0 0 0 0,0 0 1 0 0,-1 0-1 0 0,1-1 1 0 0,1 0-1 0 0,31-8-1975 0 0,13-13-3197 0 0,-32 13 3163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7.904"/>
    </inkml:context>
    <inkml:brush xml:id="br0">
      <inkml:brushProperty name="width" value="0.035" units="cm"/>
      <inkml:brushProperty name="height" value="0.035" units="cm"/>
    </inkml:brush>
  </inkml:definitions>
  <inkml:trace contextRef="#ctx0" brushRef="#br0">15 211 12057 0 0,'0'0'-161'0'0,"-14"14"1435"0"0,26-13-1088 0 0,0-1 0 0 0,0-1-1 0 0,0 0 1 0 0,0 0 0 0 0,-1-1 0 0 0,1-1 0 0 0,0 0-1 0 0,14-6 1 0 0,6 0-175 0 0,-2 2 64 0 0,-9 3-538 0 0,-1 0 0 0 0,0-2 0 0 0,0 0 0 0 0,-1-1 0 0 0,0-1-1 0 0,0-1 1 0 0,-1 0 0 0 0,26-19 7260 0 0,-36 16-6162 0 0,-6 10-494 0 0,0 1-1 0 0,-1-1 0 0 0,1 0 0 0 0,-1 0 1 0 0,0 0-1 0 0,1 0 0 0 0,-1 0 0 0 0,0 0 0 0 0,0 0 1 0 0,1-4-1 0 0,-1 3-14 0 0,-1 0 1 0 0,1 0-1 0 0,-1 0 1 0 0,0 0 0 0 0,0 0-1 0 0,0 0 1 0 0,0 0-1 0 0,-1 0 1 0 0,1 0-1 0 0,-1 0 1 0 0,0 0-1 0 0,0 0 1 0 0,0 0-1 0 0,0 1 1 0 0,0-1-1 0 0,-3-5 1 0 0,3 7-73 0 0,-1-1 0 0 0,1 1 0 0 0,0 0 0 0 0,-1-1 0 0 0,1 1 0 0 0,-1 0 0 0 0,0 0 0 0 0,1 0 0 0 0,-1 0 0 0 0,0 0 0 0 0,1 1 0 0 0,-1-1 0 0 0,0 0 1 0 0,0 1-1 0 0,0-1 0 0 0,0 1 0 0 0,0 0 0 0 0,0-1 0 0 0,1 1 0 0 0,-1 0 0 0 0,0 0 0 0 0,0 0 0 0 0,0 1 0 0 0,0-1 0 0 0,0 0 0 0 0,0 1 0 0 0,0-1 0 0 0,0 1 0 0 0,-1 0 0 0 0,-1 1 10 0 0,1 0-1 0 0,0 0 1 0 0,-1 0 0 0 0,1 0-1 0 0,0 0 1 0 0,0 1-1 0 0,1 0 1 0 0,-1-1-1 0 0,0 1 1 0 0,1 0 0 0 0,-1 0-1 0 0,1 0 1 0 0,-2 5-1 0 0,-20 42 441 0 0,22-43-428 0 0,0-1 0 0 0,0 1 0 0 0,1 0 0 0 0,0 0 0 0 0,0 0 0 0 0,1 0 0 0 0,0 0 0 0 0,0-1-1 0 0,0 1 1 0 0,1 0 0 0 0,0 0 0 0 0,1 0 0 0 0,-1 0 0 0 0,1-1 0 0 0,1 1 0 0 0,-1-1 0 0 0,1 1 0 0 0,0-1-1 0 0,0 0 1 0 0,1 0 0 0 0,0 0 0 0 0,0-1 0 0 0,1 1 0 0 0,4 4 0 0 0,-5-7-256 0 0,-1-1 0 0 0,1 0 0 0 0,0 0 0 0 0,0-1 0 0 0,-1 1 1 0 0,1-1-1 0 0,0 0 0 0 0,0 0 0 0 0,0 0 0 0 0,1-1 0 0 0,-1 1 0 0 0,0-1 0 0 0,0 0 1 0 0,0 0-1 0 0,0 0 0 0 0,0-1 0 0 0,0 0 0 0 0,0 1 0 0 0,5-3 0 0 0,6-2-1798 0 0,0 0 0 0 0,0-1 0 0 0,19-12 0 0 0,-28 15 866 0 0,12-6-1691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28.291"/>
    </inkml:context>
    <inkml:brush xml:id="br0">
      <inkml:brushProperty name="width" value="0.035" units="cm"/>
      <inkml:brushProperty name="height" value="0.035" units="cm"/>
    </inkml:brush>
  </inkml:definitions>
  <inkml:trace contextRef="#ctx0" brushRef="#br0">116 0 6557 0 0,'0'0'2344'0'0,"-8"22"4795"0"0,11-19-6626 0 0,-1 2 0 0 0,1-1-1 0 0,-1 0 1 0 0,0 0 0 0 0,0 1-1 0 0,-1-1 1 0 0,1 1 0 0 0,-1-1-1 0 0,0 1 1 0 0,0 0 0 0 0,-1 0-1 0 0,1-1 1 0 0,-1 1 0 0 0,0 0 0 0 0,-1 0-1 0 0,1-1 1 0 0,-1 1 0 0 0,0 0-1 0 0,0-1 1 0 0,0 1 0 0 0,-1 0-1 0 0,1-1 1 0 0,-3 5 0 0 0,1-3-462 0 0,0 0-1 0 0,-1-1 1 0 0,1 1 0 0 0,-1-1 0 0 0,0 0 0 0 0,0 0-1 0 0,-7 7 1 0 0,7-9-655 0 0,0 1 1 0 0,-1-1-1 0 0,1 0 0 0 0,0 0 0 0 0,-1-1 1 0 0,0 0-1 0 0,1 1 0 0 0,-1-2 0 0 0,-8 4 0 0 0,-14-1-2923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1.585"/>
    </inkml:context>
    <inkml:brush xml:id="br0">
      <inkml:brushProperty name="width" value="0.035" units="cm"/>
      <inkml:brushProperty name="height" value="0.035" units="cm"/>
    </inkml:brush>
  </inkml:definitions>
  <inkml:trace contextRef="#ctx0" brushRef="#br0">114 269 11401 0 0,'-5'-81'2687'0'0,"5"78"-1733"0"0,0-3-211 0 0,1-16 9269 0 0,2 24-9911 0 0,-1 0 0 0 0,0 0 0 0 0,0 0-1 0 0,0 1 1 0 0,0-1 0 0 0,0 1 0 0 0,0-1 0 0 0,-1 1 0 0 0,1 0 0 0 0,-1-1-1 0 0,0 1 1 0 0,0 0 0 0 0,0 0 0 0 0,0 0 0 0 0,0 4 0 0 0,8 51 637 0 0,-8-53-650 0 0,1 52 317 0 0,-3 0 0 0 0,-2-1 0 0 0,-21 112 0 0 0,6-48-108 0 0,9-73-150 0 0,-2-1-1 0 0,-26 73 1 0 0,0-7-244 0 0,37-109-24 0 0,-2 5-3799 0 0,1-11 2081 0 0,-2-22-298 0 0,1-41-129 0 0,12-110-486 0 0,2-300 4014 0 0,-12 467-1021 0 0,0 0 1 0 0,0 1-1 0 0,1-1 1 0 0,0 1-1 0 0,1-1 1 0 0,0 1-1 0 0,0 0 1 0 0,1 0-1 0 0,0-1 1 0 0,0 2 0 0 0,1-1-1 0 0,0 0 1 0 0,7-10-1 0 0,-3 8-60 0 0,0 1 0 0 0,1 0-1 0 0,0 0 1 0 0,0 0 0 0 0,1 1-1 0 0,0 1 1 0 0,1 0 0 0 0,14-8-1 0 0,12-2-19 0 0,1 1-1 0 0,1 2 1 0 0,1 2 0 0 0,60-11-1 0 0,-58 15-326 0 0,71-3 0 0 0,-49 10-3161 0 0,-61 1 1770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2.017"/>
    </inkml:context>
    <inkml:brush xml:id="br0">
      <inkml:brushProperty name="width" value="0.035" units="cm"/>
      <inkml:brushProperty name="height" value="0.035" units="cm"/>
    </inkml:brush>
  </inkml:definitions>
  <inkml:trace contextRef="#ctx0" brushRef="#br0">27 246 11005 0 0,'-2'0'181'0'0,"1"-1"-1"0"0,0 1 1 0 0,-1-1-1 0 0,1 1 1 0 0,0-1-1 0 0,-1 0 1 0 0,1 0 0 0 0,0 1-1 0 0,0-1 1 0 0,0 0-1 0 0,-1 0 1 0 0,1 0 0 0 0,0 0-1 0 0,0 0 1 0 0,1 0-1 0 0,-1-1 1 0 0,0 1-1 0 0,0 0 1 0 0,0 0 0 0 0,1-1-1 0 0,-1 1 1 0 0,1 0-1 0 0,-1-1 1 0 0,1 1-1 0 0,-1-1 1 0 0,1 1 0 0 0,0 0-1 0 0,0-1 1 0 0,0 1-1 0 0,0-1 1 0 0,0 1-1 0 0,0-1 1 0 0,0 1 0 0 0,0-1-1 0 0,1 1 1 0 0,-1-1-1 0 0,0 1 1 0 0,1 0 0 0 0,-1-1-1 0 0,1 1 1 0 0,0 0-1 0 0,0-2 1 0 0,2-1 152 0 0,-1-1 1 0 0,1 1 0 0 0,0 0-1 0 0,0 1 1 0 0,0-1 0 0 0,0 0-1 0 0,1 1 1 0 0,-1 0 0 0 0,1 0-1 0 0,0 0 1 0 0,7-4-1 0 0,194-76 1496 0 0,-119 51-1854 0 0,-42 17-2397 0 0,-3-2-5751 0 0,-25 18 2722 0 0,-6 4 3657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2.449"/>
    </inkml:context>
    <inkml:brush xml:id="br0">
      <inkml:brushProperty name="width" value="0.035" units="cm"/>
      <inkml:brushProperty name="height" value="0.035" units="cm"/>
    </inkml:brush>
  </inkml:definitions>
  <inkml:trace contextRef="#ctx0" brushRef="#br0">2 255 10169 0 0,'0'0'6327'0'0,"1"0"-6307"0"0,-1-1 1 0 0,0 1-1 0 0,0 0 1 0 0,0 0-1 0 0,1 0 1 0 0,-1 0-1 0 0,0 0 1 0 0,0 0 0 0 0,0 0-1 0 0,0 0 1 0 0,0-1-1 0 0,0 1 1 0 0,1 0-1 0 0,-1 0 1 0 0,0 0-1 0 0,0 0 1 0 0,0 0 0 0 0,0-1-1 0 0,0 1 1 0 0,0 0-1 0 0,0 0 1 0 0,0 0-1 0 0,0 0 1 0 0,0-1 0 0 0,0 1-1 0 0,0 0 1 0 0,1 0-1 0 0,-1 0 1 0 0,0-1-1 0 0,0 1 1 0 0,-1 0-1 0 0,1 0 1 0 0,0 0 0 0 0,0 0-1 0 0,0-1 1 0 0,0 1-1 0 0,0 0 1 0 0,0 0-1 0 0,0 0 1 0 0,0-1-1 0 0,0 1 1 0 0,0 0 0 0 0,0 0-1 0 0,0 0 1 0 0,-1 0-1 0 0,1 0 1 0 0,0-1-1 0 0,0 1 1 0 0,0 0 0 0 0,0 0-1 0 0,0 0 1 0 0,-1 0-1 0 0,1 0 1 0 0,0 0-1 0 0,0 0 1 0 0,0 0-1 0 0,0 0 1 0 0,-1-1 0 0 0,1 1-1 0 0,0 0 1 0 0,0 0-1 0 0,0 0 1 0 0,0 0-1 0 0,-1 0 1 0 0,1 0-1 0 0,0 0 1 0 0,0 0 0 0 0,8-9 123 0 0,0 0 1 0 0,1 0 0 0 0,0 0 0 0 0,1 1-1 0 0,0 1 1 0 0,0-1 0 0 0,0 2-1 0 0,16-8 1 0 0,104-42 239 0 0,-52 25-534 0 0,13-13-2119 0 0,-36 10-5664 0 0,-53 32 5898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2.813"/>
    </inkml:context>
    <inkml:brush xml:id="br0">
      <inkml:brushProperty name="width" value="0.035" units="cm"/>
      <inkml:brushProperty name="height" value="0.035" units="cm"/>
    </inkml:brush>
  </inkml:definitions>
  <inkml:trace contextRef="#ctx0" brushRef="#br0">21 142 8825 0 0,'-20'-1'6066'0'0,"27"-13"-2139"0"0,-4 12-3848 0 0,0 1 0 0 0,0-1 0 0 0,0 0 0 0 0,0 1-1 0 0,0 0 1 0 0,0-1 0 0 0,1 1 0 0 0,-1 1 0 0 0,0-1 0 0 0,1 0 0 0 0,-1 1 0 0 0,0 0 0 0 0,1-1 0 0 0,-1 1 0 0 0,1 1 0 0 0,-1-1 0 0 0,1 0 0 0 0,-1 1 0 0 0,0 0 0 0 0,1 0 0 0 0,-1 0 0 0 0,0 0 0 0 0,0 0-1 0 0,0 1 1 0 0,0-1 0 0 0,0 1 0 0 0,0 0 0 0 0,0 0 0 0 0,0 0 0 0 0,-1 0 0 0 0,1 1 0 0 0,-1-1 0 0 0,1 1 0 0 0,-1-1 0 0 0,0 1 0 0 0,0 0 0 0 0,0 0 0 0 0,-1 0 0 0 0,1 0 0 0 0,-1 0 0 0 0,1 0 0 0 0,-1 0 0 0 0,0 1-1 0 0,0-1 1 0 0,0 4 0 0 0,-1-1-39 0 0,1 1 0 0 0,-2-1 0 0 0,1 1 0 0 0,-1-1 0 0 0,0 0 0 0 0,0 1 0 0 0,-1-1 0 0 0,0 0 0 0 0,0 0 0 0 0,0 0 0 0 0,-4 6 0 0 0,-38 63-581 0 0,35-62 170 0 0,8-11 1 0 0,-10 5-3081 0 0,8-6 3169 0 0,7-16 198 0 0,10-17 47 0 0,1-1 1 0 0,1 2 0 0 0,2 0-1 0 0,1 1 1 0 0,37-43 0 0 0,-48 63 30 0 0,-2 0 93 0 0,1 1-1 0 0,0-1 1 0 0,1 2-1 0 0,0-1 1 0 0,0 1-1 0 0,1 0 1 0 0,0 1-1 0 0,0 0 1 0 0,1 1-1 0 0,0-1 1 0 0,14-5-1 0 0,-22 11-35 0 0,-1 1 0 0 0,1 0 0 0 0,-1-1 0 0 0,1 1-1 0 0,-1 0 1 0 0,1 0 0 0 0,0 0 0 0 0,-1 0-1 0 0,1 0 1 0 0,-1 0 0 0 0,1 0 0 0 0,0 1 0 0 0,-1-1-1 0 0,1 0 1 0 0,-1 1 0 0 0,1-1 0 0 0,-1 1-1 0 0,0 0 1 0 0,1 0 0 0 0,-1-1 0 0 0,1 1 0 0 0,-1 0-1 0 0,0 0 1 0 0,0 0 0 0 0,0 0 0 0 0,1 1-1 0 0,-1-1 1 0 0,0 0 0 0 0,0 0 0 0 0,-1 1 0 0 0,1-1-1 0 0,0 0 1 0 0,0 1 0 0 0,-1-1 0 0 0,1 1 0 0 0,-1-1-1 0 0,1 1 1 0 0,-1-1 0 0 0,1 1 0 0 0,-1-1-1 0 0,0 1 1 0 0,0 0 0 0 0,0 2 0 0 0,1 5 145 0 0,-1-1 0 0 0,0 0 1 0 0,0 1-1 0 0,-1-1 1 0 0,0 1-1 0 0,-3 13 0 0 0,-2-7 135 0 0,-1 1 1 0 0,-17 28-1 0 0,18-35-163 0 0,0 1 0 0 0,1-1 0 0 0,0 1-1 0 0,1 0 1 0 0,0 1 0 0 0,0-1 0 0 0,1 1 0 0 0,-3 20 0 0 0,6-29-165 0 0,0 0 0 0 0,0-1 0 0 0,0 1 0 0 0,0 0 0 0 0,0 0-1 0 0,1-1 1 0 0,-1 1 0 0 0,0 0 0 0 0,1-1 0 0 0,0 1 0 0 0,-1-1 0 0 0,1 1 0 0 0,0 0-1 0 0,0-1 1 0 0,0 1 0 0 0,0-1 0 0 0,0 0 0 0 0,0 1 0 0 0,0-1 0 0 0,0 0-1 0 0,0 0 1 0 0,1 0 0 0 0,1 2 0 0 0,-1-2-25 0 0,1 0 1 0 0,0 0-1 0 0,0 0 1 0 0,-1 0-1 0 0,1-1 0 0 0,0 1 1 0 0,0-1-1 0 0,0 0 1 0 0,0 0-1 0 0,0 0 1 0 0,0 0-1 0 0,5-1 0 0 0,2-1-664 0 0,0 0-1 0 0,0 0 0 0 0,0-2 1 0 0,-1 1-1 0 0,1-1 0 0 0,17-10 1 0 0,11-11-3780 0 0,-17 8 1633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3.198"/>
    </inkml:context>
    <inkml:brush xml:id="br0">
      <inkml:brushProperty name="width" value="0.035" units="cm"/>
      <inkml:brushProperty name="height" value="0.035" units="cm"/>
    </inkml:brush>
  </inkml:definitions>
  <inkml:trace contextRef="#ctx0" brushRef="#br0">140 17 9109 0 0,'0'0'8763'0'0,"-3"-4"-7995"0"0,2 3-714 0 0,1 0 0 0 0,-1 0 0 0 0,0 1 1 0 0,1-1-1 0 0,-1 0 0 0 0,0 0 0 0 0,0 0 0 0 0,0 1 0 0 0,0-1 0 0 0,0 0 0 0 0,0 1 0 0 0,0-1 0 0 0,0 1 0 0 0,0-1 0 0 0,0 1 0 0 0,0 0 0 0 0,0-1 0 0 0,-1 1 0 0 0,1 0 0 0 0,0 0 0 0 0,0 0 0 0 0,0 0 0 0 0,0 0 0 0 0,0 0 0 0 0,-1 0 0 0 0,1 0 0 0 0,0 0 0 0 0,-2 1 0 0 0,2 0 11 0 0,-1 1-1 0 0,0-1 1 0 0,1 1-1 0 0,-1 0 1 0 0,1 0-1 0 0,0 0 0 0 0,0-1 1 0 0,0 1-1 0 0,0 0 1 0 0,0 0-1 0 0,0 1 1 0 0,0-1-1 0 0,0 0 1 0 0,1 0-1 0 0,-1 0 0 0 0,1 0 1 0 0,-1 4-1 0 0,-15 153 2334 0 0,-4 21-377 0 0,5-92-1508 0 0,-16 67-2631 0 0,30-152 818 0 0,-2 5-6719 0 0,2-6 7128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3.542"/>
    </inkml:context>
    <inkml:brush xml:id="br0">
      <inkml:brushProperty name="width" value="0.035" units="cm"/>
      <inkml:brushProperty name="height" value="0.035" units="cm"/>
    </inkml:brush>
  </inkml:definitions>
  <inkml:trace contextRef="#ctx0" brushRef="#br0">1 165 11053 0 0,'0'-7'458'0'0,"0"0"-1"0"0,1 0 1 0 0,0 1-1 0 0,1-1 1 0 0,-1 0-1 0 0,1 0 1 0 0,0 1-1 0 0,1-1 1 0 0,0 1-1 0 0,0 0 1 0 0,0-1 0 0 0,8-9-1 0 0,-7 10-399 0 0,1 1 0 0 0,0-1 0 0 0,1 1 1 0 0,-1 0-1 0 0,1 0 0 0 0,0 1 0 0 0,0-1 0 0 0,1 1 0 0 0,-1 1 0 0 0,1-1 0 0 0,0 1 1 0 0,0 1-1 0 0,0-1 0 0 0,0 1 0 0 0,0 0 0 0 0,11-1 0 0 0,-11 2 66 0 0,0 1 0 0 0,0 0 0 0 0,0 0 0 0 0,0 0 0 0 0,0 1 0 0 0,0 0 0 0 0,0 1 0 0 0,0-1 0 0 0,0 1 0 0 0,-1 1 0 0 0,10 3 0 0 0,-11-4-18 0 0,-1 1 0 0 0,1-1 0 0 0,-1 1 0 0 0,1 0 0 0 0,-1 0 0 0 0,0 0 0 0 0,0 1 0 0 0,-1-1 0 0 0,1 1 0 0 0,0 0-1 0 0,-1 0 1 0 0,0 0 0 0 0,0 0 0 0 0,-1 1 0 0 0,1-1 0 0 0,-1 1 0 0 0,3 6 0 0 0,-4-6-67 0 0,0 0 0 0 0,-1 0 0 0 0,1 0 0 0 0,-1 0 0 0 0,0 0 0 0 0,-1-1 0 0 0,1 1 0 0 0,-1 0 0 0 0,0 0 0 0 0,0 0 0 0 0,0-1 0 0 0,-1 1 0 0 0,0 0 0 0 0,0-1 0 0 0,0 0 0 0 0,0 1 0 0 0,0-1 0 0 0,-6 6 0 0 0,-8 12-322 0 0,-2-1-1 0 0,0-1 0 0 0,-37 32 0 0 0,37-37-1686 0 0,0-1 0 0 0,-26 15-1 0 0,25-19-2478 0 0,5-2 2156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3.932"/>
    </inkml:context>
    <inkml:brush xml:id="br0">
      <inkml:brushProperty name="width" value="0.035" units="cm"/>
      <inkml:brushProperty name="height" value="0.035" units="cm"/>
    </inkml:brush>
  </inkml:definitions>
  <inkml:trace contextRef="#ctx0" brushRef="#br0">148 65 12305 0 0,'1'-3'229'0'0,"-1"1"-1"0"0,0-1 0 0 0,0 1 1 0 0,0-1-1 0 0,0 1 0 0 0,0-1 1 0 0,-1 1-1 0 0,1-1 1 0 0,-1 1-1 0 0,1-1 0 0 0,-1 1 1 0 0,0 0-1 0 0,0-1 1 0 0,0 1-1 0 0,-1 0 0 0 0,1 0 1 0 0,0 0-1 0 0,-1 0 0 0 0,1 0 1 0 0,-1 0-1 0 0,0 0 1 0 0,1 0-1 0 0,-1 1 0 0 0,0-1 1 0 0,0 1-1 0 0,-3-2 1 0 0,3 2-123 0 0,0 0 0 0 0,1 1 1 0 0,-1-1-1 0 0,0 1 0 0 0,0 0 0 0 0,1-1 1 0 0,-1 1-1 0 0,0 0 0 0 0,0 0 1 0 0,0 0-1 0 0,1 0 0 0 0,-1 0 1 0 0,0 1-1 0 0,0-1 0 0 0,0 0 0 0 0,1 1 1 0 0,-1 0-1 0 0,0-1 0 0 0,1 1 1 0 0,-1 0-1 0 0,0 0 0 0 0,1 0 1 0 0,-1 0-1 0 0,1 0 0 0 0,-1 0 0 0 0,1 0 1 0 0,0 0-1 0 0,0 1 0 0 0,-1-1 1 0 0,1 1-1 0 0,0-1 0 0 0,0 1 1 0 0,0-1-1 0 0,0 1 0 0 0,1-1 0 0 0,-2 3 1 0 0,-3 9 86 0 0,1-1 0 0 0,0 1 0 0 0,1 0 0 0 0,1 0 1 0 0,0 1-1 0 0,1-1 0 0 0,0 23 0 0 0,-2 20 217 0 0,-13 188 862 0 0,-5 40-4076 0 0,21-267-3376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4.364"/>
    </inkml:context>
    <inkml:brush xml:id="br0">
      <inkml:brushProperty name="width" value="0.035" units="cm"/>
      <inkml:brushProperty name="height" value="0.035" units="cm"/>
    </inkml:brush>
  </inkml:definitions>
  <inkml:trace contextRef="#ctx0" brushRef="#br0">248 21 10365 0 0,'0'0'4433'0'0,"-3"-2"-3824"0"0,0 0-539 0 0,1 0 0 0 0,-1 0 0 0 0,0 1 0 0 0,0-1 0 0 0,0 0 0 0 0,0 1-1 0 0,-1 0 1 0 0,1 0 0 0 0,0 0 0 0 0,0 0 0 0 0,-1 0 0 0 0,1 1-1 0 0,-1-1 1 0 0,1 1 0 0 0,0 0 0 0 0,-1 0 0 0 0,1 0 0 0 0,-7 2 0 0 0,5-1 11 0 0,1 1 1 0 0,-1 0-1 0 0,1 0 1 0 0,0 1-1 0 0,0-1 1 0 0,-1 1-1 0 0,2 0 1 0 0,-1 0-1 0 0,0 0 0 0 0,1 0 1 0 0,-1 1-1 0 0,-2 3 1 0 0,-9 14 233 0 0,2 0-1 0 0,0 1 1 0 0,1 0 0 0 0,-11 31 0 0 0,11-27-16 0 0,-19 64 95 0 0,31-89-426 0 0,-1-1 0 0 0,1 1 0 0 0,0-1 0 0 0,-1 1 0 0 0,1-1 0 0 0,0 1 0 0 0,0 0 0 0 0,-1-1 0 0 0,1 1 0 0 0,0-1-1 0 0,0 1 1 0 0,0 0 0 0 0,0-1 0 0 0,0 1 0 0 0,0-1 0 0 0,0 1 0 0 0,0 0 0 0 0,0-1 0 0 0,0 1 0 0 0,0-1 0 0 0,0 1 0 0 0,0 0 0 0 0,1-1 0 0 0,-1 1 0 0 0,0-1 0 0 0,0 1 0 0 0,1-1-1 0 0,-1 1 1 0 0,0-1 0 0 0,1 1 0 0 0,-1-1 0 0 0,0 1 0 0 0,1-1 0 0 0,-1 1 0 0 0,1-1 0 0 0,-1 0 0 0 0,1 1 0 0 0,-1-1 0 0 0,1 0 0 0 0,-1 1 0 0 0,1-1 0 0 0,-1 0 0 0 0,1 0-1 0 0,0 1 1 0 0,-1-1 0 0 0,1 0 0 0 0,-1 0 0 0 0,1 0 0 0 0,0 0 0 0 0,-1 0 0 0 0,1 0 0 0 0,-1 0 0 0 0,1 0 0 0 0,0 0 0 0 0,-1 0 0 0 0,1 0 0 0 0,-1 0 0 0 0,1 0 0 0 0,0-1-1 0 0,-1 1 1 0 0,1 0 0 0 0,-1 0 0 0 0,1-1 0 0 0,-1 1 0 0 0,1-1 0 0 0,34-16-1463 0 0,53-63-1223 0 0,-50 40 2785 0 0,35-52 1 0 0,-71 90 2866 0 0,3-4-2274 0 0,-6 7-638 0 0,1-1 0 0 0,0 0 0 0 0,0 0 0 0 0,0 0 1 0 0,0 0-1 0 0,0 0 0 0 0,0 0 0 0 0,0 0 0 0 0,0 0 0 0 0,-1 0 1 0 0,1 0-1 0 0,0 1 0 0 0,0-1 0 0 0,0 0 0 0 0,0 0 0 0 0,0 0 1 0 0,0 0-1 0 0,0 0 0 0 0,0 0 0 0 0,0 1 0 0 0,0-1 0 0 0,0 0 1 0 0,0 0-1 0 0,0 0 0 0 0,0 0 0 0 0,0 0 0 0 0,0 0 0 0 0,0 1 1 0 0,0-1-1 0 0,0 0 0 0 0,0 0 0 0 0,0 0 0 0 0,0 0 0 0 0,0 0 1 0 0,0 0-1 0 0,0 1 0 0 0,0-1 0 0 0,0 0 0 0 0,0 0 0 0 0,0 0 1 0 0,1 0-1 0 0,-1 0 0 0 0,0 0 0 0 0,0 0 0 0 0,0 0 0 0 0,0 1 1 0 0,0-1-1 0 0,0 0 0 0 0,0 0 0 0 0,0 0 0 0 0,1 0 0 0 0,-1 0 1 0 0,0 0-1 0 0,0 0 0 0 0,0 0 0 0 0,0 0 0 0 0,0 0 0 0 0,0 0 1 0 0,1 0-1 0 0,-1 0 0 0 0,0 0 0 0 0,-13 52 195 0 0,11-46-159 0 0,1 2 14 0 0,0 4-112 0 0,0 0 0 0 0,1 0 1 0 0,2 20-1 0 0,-2-30 14 0 0,0 0 1 0 0,1 0-1 0 0,-1 0 0 0 0,1-1 0 0 0,-1 1 0 0 0,1 0 0 0 0,0 0 0 0 0,-1 0 1 0 0,1 0-1 0 0,0-1 0 0 0,0 1 0 0 0,1 0 0 0 0,-1-1 0 0 0,0 1 1 0 0,3 2-1 0 0,-3-4 4 0 0,1 1-1 0 0,-1-1 1 0 0,0 1 0 0 0,1-1 0 0 0,-1 0 0 0 0,0 0 0 0 0,1 0 0 0 0,-1 0 0 0 0,0 0 0 0 0,1 0 0 0 0,-1 0 0 0 0,1-1-1 0 0,-1 1 1 0 0,0 0 0 0 0,1-1 0 0 0,-1 1 0 0 0,0-1 0 0 0,0 1 0 0 0,1-1 0 0 0,-1 0 0 0 0,0 1 0 0 0,0-1-1 0 0,0 0 1 0 0,0 0 0 0 0,0 0 0 0 0,0 0 0 0 0,1-1 0 0 0,10-9-107 0 0,-1-1-1 0 0,0 0 1 0 0,-1-1 0 0 0,0 0-1 0 0,-1 0 1 0 0,13-27 0 0 0,-21 38 824 0 0,3 90 3253 0 0,-3-83-4889 0 0,1-1-294 0 0,-1-2 1046 0 0,0 1-1 0 0,1-1 1 0 0,-1 0-1 0 0,0 0 1 0 0,1 0-1 0 0,-1-1 1 0 0,1 1-1 0 0,0 0 1 0 0,0 0-1 0 0,0-1 1 0 0,0 1 0 0 0,0-1-1 0 0,0 0 1 0 0,0 0-1 0 0,0 0 1 0 0,0 0-1 0 0,0 0 1 0 0,1 0-1 0 0,-1 0 1 0 0,0-1-1 0 0,1 1 1 0 0,-1-1-1 0 0,1 1 1 0 0,-1-1 0 0 0,1 0-1 0 0,-1 0 1 0 0,0 0-1 0 0,1-1 1 0 0,-1 1-1 0 0,1 0 1 0 0,-1-1-1 0 0,0 0 1 0 0,1 1-1 0 0,-1-1 1 0 0,0 0-1 0 0,0 0 1 0 0,1 0-1 0 0,-1-1 1 0 0,0 1 0 0 0,3-3-1 0 0,-1 1-2250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4.779"/>
    </inkml:context>
    <inkml:brush xml:id="br0">
      <inkml:brushProperty name="width" value="0.035" units="cm"/>
      <inkml:brushProperty name="height" value="0.035" units="cm"/>
    </inkml:brush>
  </inkml:definitions>
  <inkml:trace contextRef="#ctx0" brushRef="#br0">86 28 12665 0 0,'-2'-2'188'0'0,"0"-1"313"0"0,-1 0 0 0 0,1 0 1 0 0,-1 1-1 0 0,0-1 0 0 0,0 1 0 0 0,0 0 0 0 0,-1 0 0 0 0,-4-3 0 0 0,-13 5 680 0 0,6 9-4468 0 0,-1 11 611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3:35.181"/>
    </inkml:context>
    <inkml:brush xml:id="br0">
      <inkml:brushProperty name="width" value="0.035" units="cm"/>
      <inkml:brushProperty name="height" value="0.035" units="cm"/>
    </inkml:brush>
  </inkml:definitions>
  <inkml:trace contextRef="#ctx0" brushRef="#br0">42 8 11105 0 0,'-6'13'372'0'0,"0"1"-1"0"0,-1-1 1 0 0,-16 23 3902 0 0,23-35-4271 0 0,0 0-1 0 0,0 0 0 0 0,0 0 1 0 0,0 0-1 0 0,0 0 1 0 0,1-1-1 0 0,-1 1 1 0 0,0 0-1 0 0,0 0 0 0 0,1 0 1 0 0,-1 0-1 0 0,0-1 1 0 0,1 1-1 0 0,-1 0 1 0 0,1 0-1 0 0,-1-1 0 0 0,1 1 1 0 0,-1 0-1 0 0,1-1 1 0 0,0 1-1 0 0,-1 0 0 0 0,1-1 1 0 0,0 1-1 0 0,-1-1 1 0 0,1 1-1 0 0,0-1 1 0 0,0 0-1 0 0,1 1 0 0 0,1 0 4 0 0,-1-1-1 0 0,1 1 1 0 0,0-1-1 0 0,0 0 1 0 0,-1 0-1 0 0,1 0 1 0 0,0 0-1 0 0,0 0 1 0 0,4-1-1 0 0,0-1 1 0 0,0 0 0 0 0,-1 0 0 0 0,1 0 0 0 0,-1-1 0 0 0,1 0 0 0 0,-1 0 0 0 0,7-5 0 0 0,-10 6 211 0 0,-1 0-1 0 0,0 0 1 0 0,0-1 0 0 0,0 1 0 0 0,0-1 0 0 0,0 0 0 0 0,-1 1-1 0 0,1-1 1 0 0,-1 0 0 0 0,0 0 0 0 0,0 0 0 0 0,2-5-1 0 0,10-23 1801 0 0,-13 31-1965 0 0,1-1-1 0 0,-1 0 1 0 0,0 1 0 0 0,0-1 0 0 0,1 0-1 0 0,-1 1 1 0 0,1-1 0 0 0,-1 1 0 0 0,0-1-1 0 0,1 1 1 0 0,-1-1 0 0 0,1 1-1 0 0,-1-1 1 0 0,1 1 0 0 0,0 0 0 0 0,-1-1-1 0 0,1 1 1 0 0,-1 0 0 0 0,1-1 0 0 0,0 1-1 0 0,-1 0 1 0 0,1 0 0 0 0,-1 0-1 0 0,1-1 1 0 0,0 1 0 0 0,0 0 0 0 0,-1 0-1 0 0,1 0 1 0 0,0 0 0 0 0,-1 0 0 0 0,2 1-1 0 0,11 17 1366 0 0,-3 36 520 0 0,-10-45-1632 0 0,0 0 0 0 0,1 1-1 0 0,0-1 1 0 0,1 0 0 0 0,0 0-1 0 0,1 0 1 0 0,3 10 0 0 0,-4-16-328 0 0,-1 1 1 0 0,1-1 0 0 0,-1 0-1 0 0,1 0 1 0 0,0 0 0 0 0,0 0-1 0 0,0 0 1 0 0,1 0 0 0 0,-1-1-1 0 0,1 1 1 0 0,0-1 0 0 0,-1 0 0 0 0,1 0-1 0 0,0 0 1 0 0,0 0 0 0 0,0 0-1 0 0,1 0 1 0 0,-1-1 0 0 0,0 1-1 0 0,6 0 1 0 0,-7-1-178 0 0,1-1 0 0 0,0 0 0 0 0,0 0 0 0 0,-1 0 1 0 0,1 0-1 0 0,0 0 0 0 0,0-1 0 0 0,-1 1 0 0 0,1-1 0 0 0,0 0 0 0 0,-1 0 0 0 0,1 0 0 0 0,-1 0 1 0 0,1 0-1 0 0,-1 0 0 0 0,1-1 0 0 0,-1 1 0 0 0,4-4 0 0 0,35-39-4812 0 0,-17 17-182 0 0,-12 16 2495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06.767"/>
    </inkml:context>
    <inkml:brush xml:id="br0">
      <inkml:brushProperty name="width" value="0.035" units="cm"/>
      <inkml:brushProperty name="height" value="0.035" units="cm"/>
    </inkml:brush>
  </inkml:definitions>
  <inkml:trace contextRef="#ctx0" brushRef="#br0">128 312 6921 0 0,'-39'-1'5649'0'0,"37"0"-5497"0"0,1-1 1 0 0,0 1 0 0 0,-1-1-1 0 0,1 1 1 0 0,0-1 0 0 0,0 1-1 0 0,0-1 1 0 0,0 0-1 0 0,0 1 1 0 0,0-1 0 0 0,0 0-1 0 0,1 0 1 0 0,-1 0 0 0 0,1 1-1 0 0,-1-1 1 0 0,1 0 0 0 0,0 0-1 0 0,0 0 1 0 0,-1 0-1 0 0,1 0 1 0 0,1 0 0 0 0,-1 0-1 0 0,0 0 1 0 0,0 0 0 0 0,1 0-1 0 0,-1 0 1 0 0,1 1-1 0 0,0-1 1 0 0,-1 0 0 0 0,3-2-1 0 0,28-61 764 0 0,-29 62-789 0 0,9-19 427 0 0,2 2 0 0 0,1-1-1 0 0,28-30 1 0 0,-35 43-417 0 0,0 1 0 0 0,1 1 0 0 0,0-1 0 0 0,1 2 0 0 0,-1-1 0 0 0,1 1 0 0 0,0 0 0 0 0,0 1 0 0 0,1 0 0 0 0,-1 0 0 0 0,16-3 0 0 0,-22 6-106 0 0,1 0 0 0 0,-1 1 0 0 0,0-1-1 0 0,1 1 1 0 0,-1-1 0 0 0,0 1 0 0 0,1 0-1 0 0,-1 1 1 0 0,1-1 0 0 0,-1 0-1 0 0,0 1 1 0 0,1 0 0 0 0,-1 0 0 0 0,0 0-1 0 0,0 0 1 0 0,1 0 0 0 0,-1 1 0 0 0,0-1-1 0 0,0 1 1 0 0,4 4 0 0 0,-3-3 17 0 0,-1 1 0 0 0,0 0 0 0 0,0 0 0 0 0,0 0 0 0 0,0 0 0 0 0,-1 1 0 0 0,0-1 0 0 0,0 1 0 0 0,0 0 0 0 0,0-1 0 0 0,-1 1 0 0 0,2 9 0 0 0,-1 2 58 0 0,0 1 0 0 0,-1 0 0 0 0,-1 0 0 0 0,0-1 0 0 0,-2 1 0 0 0,0 0 1 0 0,-6 25-1 0 0,1-20-73 0 0,0-1 0 0 0,-2 1 0 0 0,0-2 0 0 0,-1 1 0 0 0,-24 34 0 0 0,26-43-61 0 0,-1 0-1 0 0,-1-1 0 0 0,0 0 0 0 0,0 0 1 0 0,-1-1-1 0 0,-1 0 0 0 0,0-1 0 0 0,0 0 1 0 0,-23 11-1 0 0,33-19-40 0 0,1-1 64 0 0,0 0 0 0 0,1 0-1 0 0,-1-1 1 0 0,1 1-1 0 0,-1 0 1 0 0,1-1 0 0 0,-1 1-1 0 0,1 0 1 0 0,0-1 0 0 0,-1 1-1 0 0,1-1 1 0 0,-1 1 0 0 0,1-1-1 0 0,0 1 1 0 0,-1-1 0 0 0,1 1-1 0 0,0-1 1 0 0,0 1-1 0 0,-1-1 1 0 0,1 1 0 0 0,0-1-1 0 0,0 0 1 0 0,0 1 0 0 0,0-1-1 0 0,0 1 1 0 0,0-1 0 0 0,0 1-1 0 0,0-1 1 0 0,0 0 0 0 0,0 1-1 0 0,0-1 1 0 0,0 1 0 0 0,0-2-1 0 0,2-3 9 0 0,-1 0-1 0 0,1 0 1 0 0,0 0 0 0 0,0 0-1 0 0,0 0 1 0 0,0 0 0 0 0,1 1-1 0 0,0-1 1 0 0,0 1 0 0 0,0 0-1 0 0,1 0 1 0 0,-1 0 0 0 0,1 0-1 0 0,0 1 1 0 0,8-7 0 0 0,-10 9-1 0 0,1-1 0 0 0,-1 1 1 0 0,0 0-1 0 0,1 0 1 0 0,-1 0-1 0 0,1 0 1 0 0,-1 0-1 0 0,1 0 1 0 0,0 1-1 0 0,-1-1 0 0 0,1 1 1 0 0,0 0-1 0 0,-1 0 1 0 0,1 0-1 0 0,0 0 1 0 0,-1 0-1 0 0,1 1 0 0 0,0-1 1 0 0,-1 1-1 0 0,1-1 1 0 0,-1 1-1 0 0,1 0 1 0 0,-1 0-1 0 0,1 0 1 0 0,-1 1-1 0 0,1-1 0 0 0,-1 0 1 0 0,0 1-1 0 0,0 0 1 0 0,0-1-1 0 0,0 1 1 0 0,0 0-1 0 0,2 3 1 0 0,1 1 14 0 0,0-1 1 0 0,0 1-1 0 0,-1 0 1 0 0,0 0-1 0 0,0 1 1 0 0,-1-1-1 0 0,0 1 1 0 0,0 0 0 0 0,0 0-1 0 0,-1 0 1 0 0,0 0-1 0 0,0 0 1 0 0,-1 0-1 0 0,0 1 1 0 0,0-1-1 0 0,-1 0 1 0 0,0 1 0 0 0,0-1-1 0 0,-1 1 1 0 0,0-1-1 0 0,0 0 1 0 0,0 1-1 0 0,-1-1 1 0 0,-6 13-1 0 0,2-6-30 0 0,-2 0-1 0 0,0 0 1 0 0,0-1-1 0 0,-1 0 1 0 0,-1-1-1 0 0,0 0 1 0 0,-1-1-1 0 0,0 0 1 0 0,0 0-1 0 0,-25 16 1 0 0,25-19-75 0 0,-2 1 55 0 0,1 0-1 0 0,-2 0 0 0 0,1-2 1 0 0,-1 0-1 0 0,-15 6 1 0 0,25-12-143 0 0,0 0 1 0 0,1 0-1 0 0,-1 0 0 0 0,0 0 1 0 0,0-1-1 0 0,0 0 1 0 0,1 0-1 0 0,-1 0 1 0 0,0 0-1 0 0,0 0 0 0 0,0-1 1 0 0,0 0-1 0 0,1 0 1 0 0,-1 0-1 0 0,0 0 1 0 0,1 0-1 0 0,-1-1 0 0 0,1 0 1 0 0,0 1-1 0 0,-1-1 1 0 0,1-1-1 0 0,0 1 1 0 0,0 0-1 0 0,0-1 0 0 0,-4-4 1 0 0,3 3-577 0 0,1 0 0 0 0,0 1 0 0 0,-1-1 0 0 0,2 0 0 0 0,-1 0 0 0 0,0-1 1 0 0,1 1-1 0 0,0 0 0 0 0,0-1 0 0 0,-2-6 0 0 0,4 9-1476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07.324"/>
    </inkml:context>
    <inkml:brush xml:id="br0">
      <inkml:brushProperty name="width" value="0.035" units="cm"/>
      <inkml:brushProperty name="height" value="0.035" units="cm"/>
    </inkml:brush>
  </inkml:definitions>
  <inkml:trace contextRef="#ctx0" brushRef="#br0">146 59 9445 0 0,'0'0'4556'0'0,"-13"-22"-951"0"0,10 22-3451 0 0,0 1 0 0 0,1-1-1 0 0,-1 1 1 0 0,1-1 0 0 0,-1 1-1 0 0,1 0 1 0 0,-1 0 0 0 0,1 0-1 0 0,0 0 1 0 0,-1 0 0 0 0,1 1-1 0 0,0-1 1 0 0,0 1 0 0 0,0 0-1 0 0,0-1 1 0 0,0 1 0 0 0,0 0-1 0 0,0 0 1 0 0,1 0 0 0 0,-1 0-1 0 0,1 0 1 0 0,0 1 0 0 0,-1-1 0 0 0,1 0-1 0 0,0 1 1 0 0,-1 3 0 0 0,-6 13 585 0 0,1 1 1 0 0,-6 29 0 0 0,6-21-65 0 0,1-10-391 0 0,-6 20 337 0 0,-7 46 0 0 0,17-75-588 0 0,0 1-1 0 0,1-1 1 0 0,1 1-1 0 0,0 0 0 0 0,0-1 1 0 0,1 1-1 0 0,0-1 0 0 0,0 1 1 0 0,1-1-1 0 0,5 15 0 0 0,-6-21-28 0 0,0-1-1 0 0,0 1 1 0 0,1-1-1 0 0,-1 1 1 0 0,1-1-1 0 0,-1 0 1 0 0,1 1-1 0 0,0-1 0 0 0,0 0 1 0 0,0 0-1 0 0,0 0 1 0 0,0-1-1 0 0,0 1 1 0 0,1 0-1 0 0,-1-1 1 0 0,0 1-1 0 0,1-1 0 0 0,0 0 1 0 0,-1 0-1 0 0,1 0 1 0 0,0 0-1 0 0,-1-1 1 0 0,1 1-1 0 0,0-1 1 0 0,0 1-1 0 0,-1-1 0 0 0,1 0 1 0 0,0 0-1 0 0,0 0 1 0 0,0 0-1 0 0,-1-1 1 0 0,1 1-1 0 0,0-1 1 0 0,0 0-1 0 0,-1 0 0 0 0,1 0 1 0 0,0 0-1 0 0,3-2 1 0 0,2-1-18 0 0,0 0 0 0 0,0 0 1 0 0,-1-1-1 0 0,0 0 0 0 0,0 0 0 0 0,0-1 1 0 0,-1 0-1 0 0,0 0 0 0 0,0 0 0 0 0,0-1 1 0 0,6-10-1 0 0,2-12-105 0 0,-2 0-1 0 0,-1-1 1 0 0,-1 0 0 0 0,-2-1 0 0 0,0 0 0 0 0,-3-1-1 0 0,0 1 1 0 0,0-51 0 0 0,-5 78 129 0 0,1 1 0 0 0,-1-1-1 0 0,0 1 1 0 0,0-1 0 0 0,-1 1 0 0 0,1-1 0 0 0,-1 1-1 0 0,1-1 1 0 0,-1 1 0 0 0,0 0 0 0 0,0-1 0 0 0,-1 1-1 0 0,1 0 1 0 0,-1 0 0 0 0,1 0 0 0 0,-1 0 0 0 0,0 0 0 0 0,0 0-1 0 0,-1 1 1 0 0,1-1 0 0 0,0 1 0 0 0,-1-1 0 0 0,1 1-1 0 0,-1 0 1 0 0,0 0 0 0 0,0 0 0 0 0,0 0 0 0 0,-5-2-1 0 0,5 3-20 0 0,0 1 0 0 0,-1-1 0 0 0,1 1 0 0 0,-1-1 0 0 0,1 1 0 0 0,-1 0-1 0 0,1 0 1 0 0,-1 1 0 0 0,1-1 0 0 0,-1 1 0 0 0,1-1 0 0 0,-1 1 0 0 0,1 0 0 0 0,0 1-1 0 0,-1-1 1 0 0,1 1 0 0 0,0-1 0 0 0,0 1 0 0 0,0 0 0 0 0,0 0 0 0 0,0 0-1 0 0,1 0 1 0 0,-1 1 0 0 0,1-1 0 0 0,-1 1 0 0 0,1-1 0 0 0,-3 5 0 0 0,-39 54-3078 0 0,18-22-5693 0 0,24-36 5928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07.894"/>
    </inkml:context>
    <inkml:brush xml:id="br0">
      <inkml:brushProperty name="width" value="0.035" units="cm"/>
      <inkml:brushProperty name="height" value="0.035" units="cm"/>
    </inkml:brush>
  </inkml:definitions>
  <inkml:trace contextRef="#ctx0" brushRef="#br0">237 70 9109 0 0,'0'0'4226'0'0,"0"-4"-3004"0"0,0-14 2269 0 0,-1 14-2417 0 0,1 2-894 0 0,0 0-1 0 0,0 0 1 0 0,-1-1-1 0 0,1 1 1 0 0,-1 0-1 0 0,0 0 1 0 0,1 0-1 0 0,-1 0 1 0 0,0 0-1 0 0,0 0 1 0 0,0 0-1 0 0,-1 0 1 0 0,1 0-1 0 0,0 1 1 0 0,-1-1-1 0 0,1 0 1 0 0,-1 1-1 0 0,0-1 1 0 0,1 1-1 0 0,-1 0 1 0 0,0-1-1 0 0,-3 0 1 0 0,4 1-141 0 0,0 1 0 0 0,0 0 0 0 0,1 0 0 0 0,-1 0 1 0 0,0 0-1 0 0,0 0 0 0 0,0 0 0 0 0,0 1 0 0 0,0-1 0 0 0,0 0 1 0 0,0 0-1 0 0,0 1 0 0 0,0-1 0 0 0,0 1 0 0 0,0-1 1 0 0,0 1-1 0 0,1-1 0 0 0,-1 1 0 0 0,0-1 0 0 0,0 2 0 0 0,-19 27 738 0 0,4 15-280 0 0,1 1 0 0 0,3 0 0 0 0,2 1 0 0 0,-6 64 0 0 0,-7 29-66 0 0,-29 45 163 0 0,32-123-752 0 0,19-59-147 0 0,-1 5 278 0 0,1-1-2649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08.302"/>
    </inkml:context>
    <inkml:brush xml:id="br0">
      <inkml:brushProperty name="width" value="0.035" units="cm"/>
      <inkml:brushProperty name="height" value="0.035" units="cm"/>
    </inkml:brush>
  </inkml:definitions>
  <inkml:trace contextRef="#ctx0" brushRef="#br0">48 1 11105 0 0,'0'0'991'0'0,"0"0"-808"0"0,1 1 0 0 0,0 0 0 0 0,-1 0 1 0 0,1-1-1 0 0,-1 1 0 0 0,0 0 0 0 0,1 0 0 0 0,-1 0 1 0 0,0-1-1 0 0,1 1 0 0 0,-1 0 0 0 0,0 0 0 0 0,0 0 0 0 0,0 0 1 0 0,0 0-1 0 0,0 0 0 0 0,0-1 0 0 0,0 1 0 0 0,0 0 1 0 0,0 1-1 0 0,-47 78 4619 0 0,45-77-4328 0 0,-1 24 1205 0 0,4-13-2693 0 0,-1-14 927 0 0,0 1 1 0 0,0-1-1 0 0,0 0 0 0 0,0 0 0 0 0,1 0 1 0 0,-1 0-1 0 0,0 0 0 0 0,0 0 1 0 0,0 1-1 0 0,0-1 0 0 0,1 0 1 0 0,-1 0-1 0 0,0 0 0 0 0,0 0 1 0 0,0 0-1 0 0,0 0 0 0 0,1 0 1 0 0,-1 0-1 0 0,0 0 0 0 0,0 0 1 0 0,0 0-1 0 0,1 0 0 0 0,-1 0 0 0 0,0 0 1 0 0,0 0-1 0 0,0 0 0 0 0,0 0 1 0 0,1 0-1 0 0,-1 0 0 0 0,0-1 1 0 0,0 1-1 0 0,0 0 0 0 0,0 0 1 0 0,1 0-1 0 0,-1 0 0 0 0,0 0 1 0 0,0 0-1 0 0,0 0 0 0 0,0-1 1 0 0,0 1-1 0 0,1 0 0 0 0,-1 0 0 0 0,0 0 1 0 0,0 0-1 0 0,0 0 0 0 0,0-1 1 0 0,0 1-1 0 0,0 0 0 0 0,0 0 1 0 0,0 0-1 0 0,0-1 0 0 0,0 1 1 0 0,0 0-1 0 0,0 0 0 0 0,0-1 1 0 0,8-12-2447 0 0,0-4-255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08.652"/>
    </inkml:context>
    <inkml:brush xml:id="br0">
      <inkml:brushProperty name="width" value="0.035" units="cm"/>
      <inkml:brushProperty name="height" value="0.035" units="cm"/>
    </inkml:brush>
  </inkml:definitions>
  <inkml:trace contextRef="#ctx0" brushRef="#br0">92 77 11853 0 0,'-9'-4'387'0'0,"0"0"-1"0"0,-1 0 1 0 0,1-1 0 0 0,1-1 0 0 0,-16-11 9309 0 0,12-3-10068 0 0,1 3-7204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09.438"/>
    </inkml:context>
    <inkml:brush xml:id="br0">
      <inkml:brushProperty name="width" value="0.035" units="cm"/>
      <inkml:brushProperty name="height" value="0.035" units="cm"/>
    </inkml:brush>
  </inkml:definitions>
  <inkml:trace contextRef="#ctx0" brushRef="#br0">41 30 9881 0 0,'0'0'245'0'0,"-7"0"-1671"0"0,-17 3 17183 0 0,19-2-12891 0 0,5 0-2809 0 0,0-1 1 0 0,-1 0 0 0 0,1 0 0 0 0,0 1 0 0 0,-1-1 0 0 0,1 0 0 0 0,0 1 0 0 0,0-1 0 0 0,-1 1 0 0 0,1-1 0 0 0,0 0 0 0 0,0 1 0 0 0,0-1 0 0 0,-1 1 0 0 0,1-1 0 0 0,0 1 0 0 0,0-1 0 0 0,0 1-1 0 0,0-1 1 0 0,0 0 0 0 0,0 1 0 0 0,0-1 0 0 0,0 1 0 0 0,0-1 0 0 0,0 1 0 0 0,0-1 0 0 0,0 1 0 0 0,0-1 0 0 0,1 0 0 0 0,-1 1 0 0 0,0-1 0 0 0,0 1 0 0 0,0-1 0 0 0,1 0 0 0 0,-1 1-1 0 0,0-1 1 0 0,0 1 0 0 0,1-1 0 0 0,20 6 895 0 0,27-9-375 0 0,247-41-73 0 0,-274 42-613 0 0,-4-1 259 0 0,0 1 0 0 0,-1 1 0 0 0,1 1 0 0 0,0 0 0 0 0,-1 1 0 0 0,1 1 0 0 0,20 4 0 0 0,-36-5-429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2.269"/>
    </inkml:context>
    <inkml:brush xml:id="br0">
      <inkml:brushProperty name="width" value="0.035" units="cm"/>
      <inkml:brushProperty name="height" value="0.035" units="cm"/>
    </inkml:brush>
  </inkml:definitions>
  <inkml:trace contextRef="#ctx0" brushRef="#br0">101 83 5176 0 0,'0'0'3580'0'0,"1"-4"-2930"0"0,2-10-20 0 0,-2 10 1240 0 0,2-11-866 0 0,-1 7 2852 0 0,8-23 1053 0 0,-6 24-1606 0 0,-8 26-3321 0 0,-87 333 3136 0 0,82-316-2862 0 0,4-18-34 0 0,0 0 0 0 0,1 1 0 0 0,1 0-1 0 0,1-1 1 0 0,1 1 0 0 0,1 31 0 0 0,1-47-205 0 0,-1-1 1 0 0,1 1-1 0 0,0 0 1 0 0,0-1-1 0 0,-1 1 1 0 0,2-1-1 0 0,-1 0 1 0 0,0 1-1 0 0,0-1 1 0 0,1 0-1 0 0,-1 0 1 0 0,1 1-1 0 0,0-1 1 0 0,0 0-1 0 0,-1-1 1 0 0,1 1-1 0 0,1 0 1 0 0,-1-1-1 0 0,0 1 1 0 0,0-1-1 0 0,0 1 1 0 0,1-1-1 0 0,-1 0 1 0 0,1 0-1 0 0,-1 0 1 0 0,1 0-1 0 0,-1-1 1 0 0,1 1-1 0 0,0-1 1 0 0,-1 0-1 0 0,1 1 1 0 0,0-1-1 0 0,-1 0 1 0 0,1 0-1 0 0,0-1 1 0 0,3 0 0 0 0,8-1-135 0 0,0 0 0 0 0,0-1 0 0 0,-1-1 0 0 0,1 0 0 0 0,14-7 0 0 0,14-6-475 0 0,-4 2-2694 0 0,-1-1-1 0 0,0-2 1 0 0,37-25 0 0 0,-30 14-2175 0 0,-42 27 3343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2.626"/>
    </inkml:context>
    <inkml:brush xml:id="br0">
      <inkml:brushProperty name="width" value="0.035" units="cm"/>
      <inkml:brushProperty name="height" value="0.035" units="cm"/>
    </inkml:brush>
  </inkml:definitions>
  <inkml:trace contextRef="#ctx0" brushRef="#br0">207 26 11253 0 0,'-20'-7'1885'0'0,"-4"-2"3735"0"0,21 7-5171 0 0,1 1 1 0 0,-1 0 0 0 0,1 0-1 0 0,-1 0 1 0 0,0 0 0 0 0,1 0-1 0 0,-1 1 1 0 0,0-1 0 0 0,0 1-1 0 0,0-1 1 0 0,-3 1 0 0 0,5 1-403 0 0,-1-1 0 0 0,1 1 0 0 0,0 0 0 0 0,0-1 0 0 0,-1 1 0 0 0,1 0 0 0 0,0 0 0 0 0,0 0 0 0 0,0 0 0 0 0,0 0 0 0 0,0 0 0 0 0,1 0 1 0 0,-1 0-1 0 0,0 0 0 0 0,0 0 0 0 0,1 0 0 0 0,-1 1 0 0 0,0-1 0 0 0,1 0 0 0 0,-1 1 0 0 0,1-1 0 0 0,0 0 0 0 0,-1 1 0 0 0,1-1 0 0 0,0 0 1 0 0,0 1-1 0 0,0 1 0 0 0,-12 107 1491 0 0,10-71-969 0 0,-2-1 1 0 0,-2 0 0 0 0,-15 50 0 0 0,-17 44 168 0 0,19-45-3125 0 0,19-85 1243 0 0,-4 9-1356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2.995"/>
    </inkml:context>
    <inkml:brush xml:id="br0">
      <inkml:brushProperty name="width" value="0.035" units="cm"/>
      <inkml:brushProperty name="height" value="0.035" units="cm"/>
    </inkml:brush>
  </inkml:definitions>
  <inkml:trace contextRef="#ctx0" brushRef="#br0">238 55 11953 0 0,'1'-4'522'0'0,"-1"0"0"0"0,-1 0 0 0 0,1 0 0 0 0,-1 0 0 0 0,1 0 0 0 0,-1 0 0 0 0,0 0 0 0 0,-1 0 0 0 0,-1-5 0 0 0,2 8-374 0 0,1 1-1 0 0,0-1 1 0 0,-1 0-1 0 0,1 1 1 0 0,-1-1 0 0 0,0 1-1 0 0,1-1 1 0 0,-1 0 0 0 0,1 1-1 0 0,-1-1 1 0 0,0 1-1 0 0,0 0 1 0 0,1-1 0 0 0,-1 1-1 0 0,0-1 1 0 0,0 1-1 0 0,1 0 1 0 0,-1 0 0 0 0,0-1-1 0 0,0 1 1 0 0,0 0 0 0 0,1 0-1 0 0,-1 0 1 0 0,0 0-1 0 0,-1 0 1 0 0,-19 8-972 0 0,17-4 931 0 0,-1 0 0 0 0,1 1 1 0 0,-1-1-1 0 0,1 1 0 0 0,0 0 0 0 0,1 0 0 0 0,-1 0 0 0 0,1 0 0 0 0,0 0 0 0 0,1 1 1 0 0,-1 0-1 0 0,1-1 0 0 0,0 1 0 0 0,-2 12 0 0 0,-2 10 451 0 0,-3 56-1 0 0,7-58-291 0 0,0-1 38 0 0,2 1 1 0 0,0 0 0 0 0,2 0-1 0 0,1 0 1 0 0,1-1-1 0 0,1 1 1 0 0,1-1-1 0 0,1 0 1 0 0,1-1 0 0 0,14 27-1 0 0,-20-46-253 0 0,-1-1-1 0 0,1 1 0 0 0,-1-1 1 0 0,0 1-1 0 0,0 0 1 0 0,0 0-1 0 0,-1 0 1 0 0,0-1-1 0 0,0 1 1 0 0,0 0-1 0 0,0 0 0 0 0,-1 0 1 0 0,0-1-1 0 0,0 1 1 0 0,0 0-1 0 0,0-1 1 0 0,-1 1-1 0 0,0-1 1 0 0,0 1-1 0 0,0-1 1 0 0,0 0-1 0 0,-4 5 0 0 0,3-6-296 0 0,1 0 0 0 0,0-1-1 0 0,-1 1 1 0 0,0-1-1 0 0,0 1 1 0 0,1-1-1 0 0,-1 0 1 0 0,-1 0-1 0 0,1-1 1 0 0,0 1-1 0 0,0 0 1 0 0,-1-1-1 0 0,1 0 1 0 0,0 0 0 0 0,-1 0-1 0 0,0 0 1 0 0,1-1-1 0 0,-1 1 1 0 0,1-1-1 0 0,-1 0 1 0 0,0 0-1 0 0,1 0 1 0 0,-1 0-1 0 0,1-1 1 0 0,-1 0-1 0 0,1 1 1 0 0,-1-1 0 0 0,1-1-1 0 0,-1 1 1 0 0,-3-2-1 0 0,2-1-352 0 0,1 1 0 0 0,0 0 0 0 0,0-1 0 0 0,0 0 0 0 0,1 0 0 0 0,-1 0-1 0 0,1 0 1 0 0,0 0 0 0 0,0-1 0 0 0,1 0 0 0 0,-1 1 0 0 0,1-1 0 0 0,0 0 0 0 0,0 0 0 0 0,1 0-1 0 0,-1 0 1 0 0,1-1 0 0 0,-1-8 0 0 0,-2-10-1398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3.366"/>
    </inkml:context>
    <inkml:brush xml:id="br0">
      <inkml:brushProperty name="width" value="0.035" units="cm"/>
      <inkml:brushProperty name="height" value="0.035" units="cm"/>
    </inkml:brush>
  </inkml:definitions>
  <inkml:trace contextRef="#ctx0" brushRef="#br0">0 286 10809 0 0,'10'-7'641'0'0,"-1"-1"-1"0"0,0 0 1 0 0,12-13 0 0 0,-15 13 275 0 0,0 2 0 0 0,1-1 0 0 0,0 1 0 0 0,0 0 0 0 0,0 1 0 0 0,1-1 0 0 0,11-5 0 0 0,1 0 3 0 0,1-1 1 0 0,-1-2-1 0 0,27-23 0 0 0,-26 20-853 0 0,1 1-1 0 0,34-20 0 0 0,-17 13-501 0 0,-22 12-4145 0 0,-15 10 3023 0 0,12-7-4915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3.695"/>
    </inkml:context>
    <inkml:brush xml:id="br0">
      <inkml:brushProperty name="width" value="0.035" units="cm"/>
      <inkml:brushProperty name="height" value="0.035" units="cm"/>
    </inkml:brush>
  </inkml:definitions>
  <inkml:trace contextRef="#ctx0" brushRef="#br0">416 61 11053 0 0,'-1'-4'231'0'0,"0"1"0"0"0,0-1 0 0 0,0 1 0 0 0,-1-1 0 0 0,1 1 0 0 0,-1 0 0 0 0,0 0 0 0 0,0 0 0 0 0,0 0 0 0 0,0 0 0 0 0,0 0 0 0 0,-1 1 0 0 0,1-1 0 0 0,-1 1-1 0 0,0 0 1 0 0,1-1 0 0 0,-7-2 0 0 0,6 4 10 0 0,1 0-1 0 0,-1 0 0 0 0,0 1 1 0 0,0-1-1 0 0,0 1 0 0 0,0 0 0 0 0,0-1 1 0 0,1 1-1 0 0,-1 1 0 0 0,0-1 1 0 0,0 0-1 0 0,0 1 0 0 0,0-1 1 0 0,0 1-1 0 0,1 0 0 0 0,-1 0 0 0 0,0 0 1 0 0,0 0-1 0 0,1 1 0 0 0,-1-1 1 0 0,1 1-1 0 0,-5 3 0 0 0,0 0 142 0 0,1 1 1 0 0,0 0-1 0 0,0 1 0 0 0,0-1 0 0 0,0 1 1 0 0,1 0-1 0 0,0 1 0 0 0,1-1 0 0 0,0 1 1 0 0,0 0-1 0 0,1 0 0 0 0,-5 13 0 0 0,-1 13 768 0 0,-11 64 0 0 0,11-42-401 0 0,4-33-515 0 0,-10 59 158 0 0,-4 0 0 0 0,-4-1 0 0 0,-35 83 0 0 0,36-110-1014 0 0,-22 75-1 0 0,40-118-218 0 0,2-9-1228 0 0,-5 14-9952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4.048"/>
    </inkml:context>
    <inkml:brush xml:id="br0">
      <inkml:brushProperty name="width" value="0.035" units="cm"/>
      <inkml:brushProperty name="height" value="0.035" units="cm"/>
    </inkml:brush>
  </inkml:definitions>
  <inkml:trace contextRef="#ctx0" brushRef="#br0">66 56 14009 0 0,'-64'88'8518'0'0,"63"-87"-8518"0"0,1-1 0 0 0,0 1 0 0 0,0 0-1 0 0,0-1 1 0 0,0 1 0 0 0,0-1 0 0 0,0 1-1 0 0,0 0 1 0 0,0-1 0 0 0,0 1-1 0 0,0-1 1 0 0,0 1 0 0 0,0 0 0 0 0,1-1-1 0 0,-1 1 1 0 0,0-1 0 0 0,0 1 0 0 0,1-1-1 0 0,-1 1 1 0 0,0-1 0 0 0,1 1 0 0 0,-1-1-1 0 0,0 1 1 0 0,1-1 0 0 0,-1 1 0 0 0,1-1-1 0 0,-1 0 1 0 0,0 1 0 0 0,1-1-1 0 0,0 0 1 0 0,-1 1 0 0 0,1-1 0 0 0,-1 0-1 0 0,1 1 1 0 0,-1-1 0 0 0,2 0 0 0 0,22-11-211 0 0,-17 5 80 0 0,0 0 0 0 0,0-1 0 0 0,-1 0 0 0 0,9-11 0 0 0,10-33-473 0 0,-24 49 608 0 0,0 0 0 0 0,0 0 0 0 0,0 0 0 0 0,0 0 0 0 0,-1 0 0 0 0,1-1 0 0 0,-1 1 0 0 0,1 0 0 0 0,-1 0 1 0 0,0-1-1 0 0,0 1 0 0 0,0 0 0 0 0,0 0 0 0 0,-1-1 0 0 0,1 1 0 0 0,0 0 0 0 0,-1 0 0 0 0,0 0 0 0 0,1-1 0 0 0,-3-2 0 0 0,2 4 41 0 0,0 0 0 0 0,-1 0 0 0 0,1 1 1 0 0,0-1-1 0 0,-1 0 0 0 0,1 1 1 0 0,-1-1-1 0 0,1 1 0 0 0,-1 0 0 0 0,1-1 1 0 0,-1 1-1 0 0,1 0 0 0 0,-1 0 1 0 0,1 0-1 0 0,-1 0 0 0 0,1 0 0 0 0,-1 0 1 0 0,1 1-1 0 0,-1-1 0 0 0,1 0 0 0 0,-1 1 1 0 0,1-1-1 0 0,-1 1 0 0 0,1 0 1 0 0,0-1-1 0 0,-1 1 0 0 0,1 0 0 0 0,0 0 1 0 0,0 0-1 0 0,-1 0 0 0 0,-1 2 1 0 0,-34 31 443 0 0,35-32-453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4.391"/>
    </inkml:context>
    <inkml:brush xml:id="br0">
      <inkml:brushProperty name="width" value="0.035" units="cm"/>
      <inkml:brushProperty name="height" value="0.035" units="cm"/>
    </inkml:brush>
  </inkml:definitions>
  <inkml:trace contextRef="#ctx0" brushRef="#br0">72 38 9541 0 0,'0'0'6024'0'0,"-15"2"-5868"0"0,11 0-153 0 0,1-1 0 0 0,-1 1-1 0 0,1 0 1 0 0,-1 1-1 0 0,1-1 1 0 0,0 1 0 0 0,-1-1-1 0 0,1 1 1 0 0,1 0-1 0 0,-1 0 1 0 0,-3 4-1 0 0,5-5-10 0 0,-1-1-1 0 0,1 1 0 0 0,-1 0 0 0 0,1 0 0 0 0,0 0 0 0 0,0 0 0 0 0,0 0 0 0 0,0 1 1 0 0,0-1-1 0 0,1 0 0 0 0,-1 0 0 0 0,0 1 0 0 0,1-1 0 0 0,0 0 0 0 0,-1 1 0 0 0,1-1 1 0 0,0 0-1 0 0,0 1 0 0 0,1-1 0 0 0,0 5 0 0 0,-1-6 3 0 0,0-1 1 0 0,0 1-1 0 0,0-1 0 0 0,1 1 1 0 0,-1-1-1 0 0,0 1 0 0 0,0-1 1 0 0,1 1-1 0 0,-1-1 0 0 0,0 0 1 0 0,1 1-1 0 0,-1-1 0 0 0,0 1 1 0 0,1-1-1 0 0,-1 0 0 0 0,1 1 1 0 0,-1-1-1 0 0,1 0 0 0 0,-1 1 1 0 0,0-1-1 0 0,1 0 0 0 0,-1 0 0 0 0,1 1 1 0 0,-1-1-1 0 0,1 0 0 0 0,0 0 1 0 0,-1 0-1 0 0,1 0 0 0 0,-1 0 1 0 0,1 0-1 0 0,-1 0 0 0 0,1 0 1 0 0,-1 0-1 0 0,2 0 0 0 0,16-14-101 0 0,7-27 52 0 0,-23 35 207 0 0,0 0 0 0 0,-1-1 0 0 0,0 0 0 0 0,0 1 0 0 0,-1-1 0 0 0,0-13 0 0 0,0 10 1615 0 0,0 9-1734 0 0,0 0 1 0 0,-1 1 0 0 0,1-1-1 0 0,-1 1 1 0 0,1-1 0 0 0,0 1 0 0 0,-1-1-1 0 0,1 1 1 0 0,-1 0 0 0 0,1-1-1 0 0,-1 1 1 0 0,0-1 0 0 0,1 1 0 0 0,-1 0-1 0 0,1 0 1 0 0,-1-1 0 0 0,0 1-1 0 0,1 0 1 0 0,-1 0 0 0 0,0 0-1 0 0,1 0 1 0 0,-1 0 0 0 0,1-1 0 0 0,-1 1-1 0 0,0 0 1 0 0,1 1 0 0 0,-1-1-1 0 0,0 0 1 0 0,1 0 0 0 0,-1 0-1 0 0,0 0 1 0 0,0 1 0 0 0,-13 2-942 0 0,8 3-5140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5.707"/>
    </inkml:context>
    <inkml:brush xml:id="br0">
      <inkml:brushProperty name="width" value="0.035" units="cm"/>
      <inkml:brushProperty name="height" value="0.035" units="cm"/>
    </inkml:brush>
  </inkml:definitions>
  <inkml:trace contextRef="#ctx0" brushRef="#br0">115 9 8401 0 0,'0'0'4778'0'0,"-14"10"-3649"0"0,4-3-906 0 0,0 1 0 0 0,0 0 0 0 0,1 1 1 0 0,0 0-1 0 0,1 0 0 0 0,0 1 0 0 0,0 0 0 0 0,1 1 1 0 0,0 0-1 0 0,-5 11 0 0 0,11-18 735 0 0,1-4-959 0 0,0 0 1 0 0,-1 0-1 0 0,1 0 1 0 0,0 0-1 0 0,0 0 1 0 0,0 1-1 0 0,0-1 1 0 0,0 0-1 0 0,0 0 1 0 0,0 0-1 0 0,0 1 0 0 0,0-1 1 0 0,0 0-1 0 0,0 0 1 0 0,0 0-1 0 0,0 0 1 0 0,0 1-1 0 0,0-1 1 0 0,0 0-1 0 0,0 0 1 0 0,0 0-1 0 0,0 1 0 0 0,0-1 1 0 0,0 0-1 0 0,0 0 1 0 0,0 0-1 0 0,0 0 1 0 0,0 1-1 0 0,0-1 1 0 0,0 0-1 0 0,0 0 1 0 0,1 0-1 0 0,-1 0 0 0 0,0 0 1 0 0,0 1-1 0 0,0-1 1 0 0,0 0-1 0 0,0 0 1 0 0,1 0-1 0 0,-1 0 1 0 0,0 0-1 0 0,0 0 1 0 0,0 0-1 0 0,0 0 0 0 0,1 0 1 0 0,-1 1-1 0 0,0-1 1 0 0,0 0-1 0 0,0 0 1 0 0,0 0-1 0 0,1 0 1 0 0,-1 0-1 0 0,0 0 1 0 0,0 0-1 0 0,0 0 0 0 0,1 0 1 0 0,13 0-86 0 0,-7-4 58 0 0,0 0 0 0 0,0 0-1 0 0,0-1 1 0 0,0 0 0 0 0,-1-1 0 0 0,0 1-1 0 0,0-1 1 0 0,0 0 0 0 0,-1-1-1 0 0,6-7 1 0 0,-7 9-5 0 0,-2 2 153 0 0,-2 2-98 0 0,0 0 0 0 0,1 0 1 0 0,-1-1-1 0 0,0 1 0 0 0,-1 0 0 0 0,1-1 1 0 0,0 1-1 0 0,0 0 0 0 0,0 0 1 0 0,-1-1-1 0 0,1 1 0 0 0,-1 0 1 0 0,1 0-1 0 0,-1-1 0 0 0,1 1 1 0 0,-1 0-1 0 0,0 0 0 0 0,1 0 0 0 0,-1 0 1 0 0,0 0-1 0 0,0 0 0 0 0,0 0 1 0 0,0 0-1 0 0,0 0 0 0 0,0 1 1 0 0,0-1-1 0 0,0 0 0 0 0,0 1 1 0 0,0-1-1 0 0,0 0 0 0 0,-1 1 0 0 0,1 0 1 0 0,0-1-1 0 0,0 1 0 0 0,-2-1 1 0 0,1 1-7 0 0,-1 1 1 0 0,2-1 0 0 0,-1 1 0 0 0,0-1-1 0 0,0 1 1 0 0,0-1 0 0 0,0 1 0 0 0,0 0 0 0 0,0 0-1 0 0,1 0 1 0 0,-1 0 0 0 0,0 0 0 0 0,1 0-1 0 0,-1 1 1 0 0,1-1 0 0 0,-1 0 0 0 0,1 1-1 0 0,-1-1 1 0 0,1 1 0 0 0,0 0 0 0 0,0-1-1 0 0,0 1 1 0 0,0 0 0 0 0,-1 2 0 0 0,1-3-8 0 0,1 0-1 0 0,-1 0 1 0 0,0 0 0 0 0,1 1 0 0 0,-1-1 0 0 0,1 0 0 0 0,-1 0 0 0 0,1 1 0 0 0,0-1-1 0 0,-1 0 1 0 0,1 0 0 0 0,0 1 0 0 0,0-1 0 0 0,0 0 0 0 0,0 1 0 0 0,0-1-1 0 0,0 0 1 0 0,0 1 0 0 0,1-1 0 0 0,-1 0 0 0 0,0 0 0 0 0,1 1 0 0 0,-1-1 0 0 0,2 2-1 0 0,8-5-259 0 0,4-19-677 0 0,13-40-5705 0 0,-22 47 4643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16.624"/>
    </inkml:context>
    <inkml:brush xml:id="br0">
      <inkml:brushProperty name="width" value="0.035" units="cm"/>
      <inkml:brushProperty name="height" value="0.035" units="cm"/>
    </inkml:brush>
  </inkml:definitions>
  <inkml:trace contextRef="#ctx0" brushRef="#br0">109 174 9881 0 0,'-45'11'1145'0'0,"17"0"2581"0"0,25-10-2665 0 0,-7 5 1648 0 0,-9 4 1247 0 0,19-10-3929 0 0,-1 1 0 0 0,1-1 0 0 0,0 1 0 0 0,0-1 0 0 0,-1 1-1 0 0,1-1 1 0 0,0 0 0 0 0,0 1 0 0 0,-1-1 0 0 0,1 1 0 0 0,0-1 0 0 0,0 1 0 0 0,0-1 0 0 0,0 1 0 0 0,0-1 0 0 0,0 1 0 0 0,0-1 0 0 0,0 1 0 0 0,0-1 0 0 0,0 1 0 0 0,0-1 0 0 0,0 1 0 0 0,0-1 0 0 0,0 1 0 0 0,1-1 0 0 0,-1 1 0 0 0,0-1 0 0 0,0 1 0 0 0,0-1 0 0 0,1 1 0 0 0,-1-1 0 0 0,0 1 0 0 0,1-1 0 0 0,-1 0 0 0 0,0 1 0 0 0,1-1 0 0 0,-1 0 0 0 0,0 1 0 0 0,1-1 0 0 0,0 1-1 0 0,2 1 71 0 0,0 0-1 0 0,0-1 0 0 0,0 1 1 0 0,0 0-1 0 0,1-1 0 0 0,-1 0 1 0 0,0 0-1 0 0,1 0 0 0 0,-1 0 1 0 0,1 0-1 0 0,-1-1 0 0 0,1 1 1 0 0,-1-1-1 0 0,1 0 0 0 0,4-1 1 0 0,62-7 469 0 0,-52 5-443 0 0,48-7-232 0 0,0-3 1 0 0,-1-3 0 0 0,-1-3 0 0 0,104-45-1 0 0,-141 45-807 0 0,-26 19 866 0 0,-1-1 0 0 0,1 1 0 0 0,-1-1 0 0 0,1 1-1 0 0,-1-1 1 0 0,0 1 0 0 0,1-1 0 0 0,-1 1 0 0 0,0-1 0 0 0,0 0-1 0 0,1 1 1 0 0,-1-1 0 0 0,0 0 0 0 0,0 1 0 0 0,0-1 0 0 0,0 0-1 0 0,0 1 1 0 0,0-1 0 0 0,0 0 0 0 0,0 1 0 0 0,0-1 0 0 0,0 1-1 0 0,0-1 1 0 0,-1-1 0 0 0,0 0-73 0 0,-1 0-1 0 0,0 0 0 0 0,0 1 1 0 0,0-1-1 0 0,0 0 1 0 0,0 1-1 0 0,0-1 0 0 0,-1 1 1 0 0,1 0-1 0 0,0 0 1 0 0,-1 0-1 0 0,1 0 1 0 0,-1 0-1 0 0,1 0 0 0 0,-1 1 1 0 0,-4-1-1 0 0,-52-12-1607 0 0,55 12 1499 0 0,-23-11 1217 0 0,27 10-943 0 0,0 1-1 0 0,0 0 1 0 0,0 0 0 0 0,0 0-1 0 0,0 0 1 0 0,0 0 0 0 0,0 0-1 0 0,1 0 1 0 0,-1-1 0 0 0,1 1-1 0 0,-1 0 1 0 0,1 0-1 0 0,-1 0 1 0 0,1 0 0 0 0,-1 1-1 0 0,1-1 1 0 0,0 0 0 0 0,-1 0-1 0 0,1 0 1 0 0,0 0-1 0 0,0 1 1 0 0,0-1 0 0 0,0 0-1 0 0,0 1 1 0 0,1-2 0 0 0,1 1 56 0 0,-1 0 0 0 0,1 1 1 0 0,0-1-1 0 0,0 0 1 0 0,-1 1-1 0 0,1 0 0 0 0,0 0 1 0 0,0 0-1 0 0,0 0 0 0 0,3 0 1 0 0,2 1 223 0 0,0 1 0 0 0,0 0 0 0 0,0 0 0 0 0,0 0 1 0 0,-1 1-1 0 0,13 6 0 0 0,-14-5-150 0 0,-1-1 1 0 0,1 1-1 0 0,-1 1 0 0 0,0-1 1 0 0,0 1-1 0 0,0 0 1 0 0,-1 0-1 0 0,0 0 0 0 0,0 0 1 0 0,0 1-1 0 0,0 0 1 0 0,-1 0-1 0 0,0 0 0 0 0,0 0 1 0 0,-1 0-1 0 0,0 1 1 0 0,0-1-1 0 0,0 1 0 0 0,0 7 1 0 0,-1-7-216 0 0,-1 0 1 0 0,0 0 0 0 0,0-1-1 0 0,-1 1 1 0 0,0 0 0 0 0,0 0-1 0 0,0 0 1 0 0,-1-1 0 0 0,0 1-1 0 0,-1-1 1 0 0,1 1 0 0 0,-1-1-1 0 0,0 0 1 0 0,-1 0 0 0 0,0 0-1 0 0,0-1 1 0 0,0 1 0 0 0,-8 8-1 0 0,-1-2-1619 0 0,1-1-1 0 0,-1 0 0 0 0,-1-1 0 0 0,0 0 0 0 0,-28 14 0 0 0,16-11-1701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20.490"/>
    </inkml:context>
    <inkml:brush xml:id="br0">
      <inkml:brushProperty name="width" value="0.035" units="cm"/>
      <inkml:brushProperty name="height" value="0.035" units="cm"/>
    </inkml:brush>
  </inkml:definitions>
  <inkml:trace contextRef="#ctx0" brushRef="#br0">72 245 8681 0 0,'5'-42'1069'0'0,"-10"27"4605"0"0,4 18-5505 0 0,0-1-1 0 0,0 1 1 0 0,0 0 0 0 0,0 0-1 0 0,0 0 1 0 0,1 0-1 0 0,0 0 1 0 0,-1 0 0 0 0,1 4-1 0 0,1 90 839 0 0,-4 0 1 0 0,-18 104-1 0 0,12-115-612 0 0,5-39-17 0 0,-2-1 0 0 0,-16 60 0 0 0,21-103 73 0 0,1-1-403 0 0,0-2-47 0 0,1 0 1 0 0,-1 0 0 0 0,0 0-1 0 0,0 0 1 0 0,0 0 0 0 0,0-1-1 0 0,0 1 1 0 0,0 0 0 0 0,1 0-1 0 0,-1 0 1 0 0,0 0 0 0 0,0 0-1 0 0,0 0 1 0 0,0 0 0 0 0,0 0-1 0 0,1 0 1 0 0,-1 0 0 0 0,0 0-1 0 0,0 0 1 0 0,0 0 0 0 0,0 1-1 0 0,0-1 1 0 0,0 0-1 0 0,1 0 1 0 0,-1 0 0 0 0,0 0-1 0 0,0 0 1 0 0,0 0 0 0 0,0 0-1 0 0,0 0 1 0 0,0 0 0 0 0,0 0-1 0 0,1 0 1 0 0,-1 1 0 0 0,0-1-1 0 0,0 0 1 0 0,0 0 0 0 0,0 0-1 0 0,0 0 1 0 0,0 0 0 0 0,0 0-1 0 0,0 1 1 0 0,0-1 0 0 0,8-18-7 0 0,-2 0 1 0 0,0-1 0 0 0,0 1-1 0 0,-2-1 1 0 0,-1 0 0 0 0,2-25 0 0 0,0 6-2 0 0,12-126-28 0 0,-5-258-1 0 0,-13 336 192 0 0,1 84-148 0 0,0 1 0 0 0,0-1-1 0 0,0 0 1 0 0,0 0-1 0 0,0 0 1 0 0,0 1 0 0 0,0-1-1 0 0,0 0 1 0 0,1 0-1 0 0,-1 1 1 0 0,1-1 0 0 0,-1 0-1 0 0,1 1 1 0 0,0-1-1 0 0,-1 1 1 0 0,1-1 0 0 0,0 0-1 0 0,0 1 1 0 0,0 0 0 0 0,0-1-1 0 0,1 1 1 0 0,-1 0-1 0 0,0-1 1 0 0,2 0 0 0 0,-1 2-3 0 0,0-1 1 0 0,0 1 0 0 0,-1 0-1 0 0,1 0 1 0 0,0 0 0 0 0,0 0-1 0 0,0 0 1 0 0,0 0-1 0 0,0 0 1 0 0,0 1 0 0 0,-1-1-1 0 0,1 1 1 0 0,0-1 0 0 0,0 1-1 0 0,-1 0 1 0 0,1 0 0 0 0,0-1-1 0 0,1 3 1 0 0,8 4 12 0 0,-1 0 0 0 0,0 1 1 0 0,0 0-1 0 0,-1 1 0 0 0,10 11 0 0 0,-2 2-18 0 0,0 1-1 0 0,-2 1 1 0 0,-1 0-1 0 0,0 2 1 0 0,-2-1 0 0 0,-1 1-1 0 0,-1 1 1 0 0,-1 0-1 0 0,-2 0 1 0 0,7 42-1 0 0,-9-27 27 0 0,-2 0-1 0 0,-1 1 0 0 0,-3-1 0 0 0,-1 1 0 0 0,-2-1 0 0 0,-13 56 0 0 0,-5-3 948 0 0,12-54-3582 0 0,1-5-6161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20.842"/>
    </inkml:context>
    <inkml:brush xml:id="br0">
      <inkml:brushProperty name="width" value="0.035" units="cm"/>
      <inkml:brushProperty name="height" value="0.035" units="cm"/>
    </inkml:brush>
  </inkml:definitions>
  <inkml:trace contextRef="#ctx0" brushRef="#br0">42 230 9685 0 0,'-42'-12'2387'0'0,"42"10"-2317"0"0,0 0-1 0 0,0 0 0 0 0,0 0 1 0 0,1-1-1 0 0,-1 1 0 0 0,0 0 0 0 0,1 0 1 0 0,0 0-1 0 0,-1 0 0 0 0,1 0 0 0 0,0 0 1 0 0,0 0-1 0 0,0 0 0 0 0,0 0 0 0 0,1 0 1 0 0,-1 0-1 0 0,0 1 0 0 0,1-1 1 0 0,-1 1-1 0 0,1-1 0 0 0,-1 1 0 0 0,5-3 1 0 0,48-33 845 0 0,-41 30-741 0 0,7-6-172 0 0,102-58-425 0 0,-36 34-4179 0 0,-67 31 2771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21.245"/>
    </inkml:context>
    <inkml:brush xml:id="br0">
      <inkml:brushProperty name="width" value="0.035" units="cm"/>
      <inkml:brushProperty name="height" value="0.035" units="cm"/>
    </inkml:brush>
  </inkml:definitions>
  <inkml:trace contextRef="#ctx0" brushRef="#br0">169 2 10169 0 0,'-1'1'251'0'0,"0"-1"-1"0"0,0 1 1 0 0,-1-1-1 0 0,1 1 1 0 0,0-1-1 0 0,-1 0 1 0 0,1 0 0 0 0,0 0-1 0 0,-1 0 1 0 0,1 0-1 0 0,0 0 1 0 0,-1 0 0 0 0,1 0-1 0 0,0 0 1 0 0,-1-1-1 0 0,1 1 1 0 0,-2-2 0 0 0,-18 0 2459 0 0,20 2-2643 0 0,-1 1 0 0 0,0-1 0 0 0,1 0 0 0 0,-1 1 1 0 0,0-1-1 0 0,1 1 0 0 0,-1 0 0 0 0,1 0 1 0 0,-1-1-1 0 0,1 1 0 0 0,0 0 0 0 0,-1 0 0 0 0,1 0 1 0 0,0 1-1 0 0,0-1 0 0 0,-1 0 0 0 0,1 0 0 0 0,0 1 1 0 0,0-1-1 0 0,0 0 0 0 0,1 1 0 0 0,-1-1 1 0 0,0 1-1 0 0,0-1 0 0 0,1 1 0 0 0,-1 0 0 0 0,1-1 1 0 0,-1 3-1 0 0,-4 56 723 0 0,5-39-583 0 0,-4 81 625 0 0,-4 1 0 0 0,-23 113 0 0 0,4-34-533 0 0,14-81-999 0 0,13-98 100 0 0,4 10-3760 0 0,0-7-1410 0 0,2-7 3238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21.585"/>
    </inkml:context>
    <inkml:brush xml:id="br0">
      <inkml:brushProperty name="width" value="0.035" units="cm"/>
      <inkml:brushProperty name="height" value="0.035" units="cm"/>
    </inkml:brush>
  </inkml:definitions>
  <inkml:trace contextRef="#ctx0" brushRef="#br0">26 244 7377 0 0,'-13'-52'983'0'0,"10"47"-740"0"0,1 0 0 0 0,1 0-1 0 0,-1 0 1 0 0,1 0 0 0 0,-1 0 0 0 0,2 0 0 0 0,-1 0-1 0 0,0 0 1 0 0,1 0 0 0 0,0-1 0 0 0,0 1 0 0 0,1 0-1 0 0,-1 0 1 0 0,1 0 0 0 0,0 0 0 0 0,1 0 0 0 0,-1 0-1 0 0,1 0 1 0 0,2-5 0 0 0,0 3-87 0 0,1 1 0 0 0,-1 0 0 0 0,1 0 0 0 0,0 1 0 0 0,0-1 0 0 0,0 1 1 0 0,1 0-1 0 0,-1 1 0 0 0,1-1 0 0 0,1 1 0 0 0,-1 0 0 0 0,1 1 0 0 0,-1-1 0 0 0,1 1 0 0 0,0 1 0 0 0,0-1 1 0 0,0 1-1 0 0,0 1 0 0 0,1-1 0 0 0,-1 1 0 0 0,1 0 0 0 0,7 1 0 0 0,-9-1-43 0 0,-1 1 1 0 0,1 1-1 0 0,0-1 1 0 0,-1 1-1 0 0,1 0 0 0 0,-1 0 1 0 0,1 1-1 0 0,-1 0 0 0 0,0 0 1 0 0,1 0-1 0 0,-1 0 0 0 0,0 1 1 0 0,-1 0-1 0 0,1 0 0 0 0,0 0 1 0 0,-1 1-1 0 0,0-1 0 0 0,1 1 1 0 0,-1 0-1 0 0,-1 0 0 0 0,1 1 1 0 0,-1-1-1 0 0,1 1 0 0 0,-2 0 1 0 0,1-1-1 0 0,0 1 0 0 0,-1 1 1 0 0,0-1-1 0 0,3 8 1 0 0,-3-1-24 0 0,0 0 0 0 0,-1 0 0 0 0,-1 0 0 0 0,1-1 0 0 0,-2 1 0 0 0,0 0 0 0 0,0 0 0 0 0,-1 0 0 0 0,0-1 1 0 0,-1 1-1 0 0,-1-1 0 0 0,0 0 0 0 0,0 0 0 0 0,-1 0 0 0 0,0 0 0 0 0,-10 14 0 0 0,6-11-426 0 0,-2 1 0 0 0,1-2-1 0 0,-2 1 1 0 0,-19 17-1 0 0,21-21-810 0 0,-2-1 0 0 0,1 0 0 0 0,-1-1 0 0 0,-1-1 0 0 0,-18 9 0 0 0,15-10-1258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21.946"/>
    </inkml:context>
    <inkml:brush xml:id="br0">
      <inkml:brushProperty name="width" value="0.035" units="cm"/>
      <inkml:brushProperty name="height" value="0.035" units="cm"/>
    </inkml:brush>
  </inkml:definitions>
  <inkml:trace contextRef="#ctx0" brushRef="#br0">108 289 9397 0 0,'0'0'657'0'0,"-5"-26"621"0"0,-3-63 980 0 0,11 82-1267 0 0,3 19-470 0 0,2 22 80 0 0,-5-2-30 0 0,-2 0-1 0 0,-1 1 0 0 0,-2-1 0 0 0,-11 63 0 0 0,-44 128 1239 0 0,29-122-1193 0 0,22-82-666 0 0,-3 15 73 0 0,8-14-3381 0 0,19-77-1763 0 0,-5-7 5006 0 0,-4 1 0 0 0,-2-1 0 0 0,-3-1 0 0 0,-3 1 0 0 0,-9-84 0 0 0,7 128 501 0 0,0 1 0 0 0,2-1 0 0 0,0 1 0 0 0,1-1 1 0 0,1 1-1 0 0,0 0 0 0 0,10-28 0 0 0,-11 40-239 0 0,1 0 0 0 0,0 0 0 0 0,0 1 0 0 0,0-1 1 0 0,1 1-1 0 0,0 0 0 0 0,1 0 0 0 0,-1 0 0 0 0,1 0 0 0 0,0 1 1 0 0,0-1-1 0 0,1 1 0 0 0,0 1 0 0 0,0-1 0 0 0,0 1 0 0 0,0 0 0 0 0,1 1 1 0 0,-1-1-1 0 0,1 1 0 0 0,0 0 0 0 0,0 1 0 0 0,9-3 0 0 0,-4 3 124 0 0,1-1 0 0 0,-1 2 0 0 0,0-1-1 0 0,0 2 1 0 0,1 0 0 0 0,-1 0 0 0 0,0 1-1 0 0,1 1 1 0 0,12 3 0 0 0,-20-4-180 0 0,-1 0-1 0 0,0 1 1 0 0,0 0 0 0 0,0 0-1 0 0,0 0 1 0 0,-1 0 0 0 0,1 1 0 0 0,-1-1-1 0 0,1 1 1 0 0,-1 0 0 0 0,0 0-1 0 0,0 0 1 0 0,0 1 0 0 0,0-1-1 0 0,-1 1 1 0 0,1-1 0 0 0,-1 1-1 0 0,0 0 1 0 0,0 0 0 0 0,0 0 0 0 0,-1 0-1 0 0,1 0 1 0 0,-1 0 0 0 0,0 1-1 0 0,0-1 1 0 0,-1 0 0 0 0,1 1-1 0 0,-1 7 1 0 0,0 2 13 0 0,0 1 0 0 0,-2-1 0 0 0,1 1-1 0 0,-2-1 1 0 0,0 0 0 0 0,0 0 0 0 0,-2 0 0 0 0,1 0 0 0 0,-2 0-1 0 0,0-1 1 0 0,0 0 0 0 0,-15 21 0 0 0,10-19-559 0 0,-1 1 1 0 0,0-2 0 0 0,-24 22-1 0 0,20-22-1312 0 0,-1-1 0 0 0,0-1 0 0 0,-21 12-1 0 0,24-17-898 0 0,-2-3-124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22.327"/>
    </inkml:context>
    <inkml:brush xml:id="br0">
      <inkml:brushProperty name="width" value="0.035" units="cm"/>
      <inkml:brushProperty name="height" value="0.035" units="cm"/>
    </inkml:brush>
  </inkml:definitions>
  <inkml:trace contextRef="#ctx0" brushRef="#br0">25 94 7333 0 0,'-16'-83'12673'0'0,"16"82"-12622"0"0,0 1 1 0 0,-1 0-1 0 0,1-1 0 0 0,0 1 1 0 0,1 0-1 0 0,-1-1 0 0 0,0 1 1 0 0,0 0-1 0 0,0-1 1 0 0,0 1-1 0 0,0 0 0 0 0,0-1 1 0 0,0 1-1 0 0,0-1 0 0 0,1 1 1 0 0,-1 0-1 0 0,0 0 0 0 0,0-1 1 0 0,0 1-1 0 0,1 0 1 0 0,-1-1-1 0 0,0 1 0 0 0,0 0 1 0 0,1 0-1 0 0,-1-1 0 0 0,0 1 1 0 0,1 0-1 0 0,-1 0 1 0 0,0 0-1 0 0,1 0 0 0 0,-1-1 1 0 0,0 1-1 0 0,1 0 0 0 0,-1 0 1 0 0,0 0-1 0 0,1 0 1 0 0,-1 0-1 0 0,0 0 0 0 0,1 0 1 0 0,-1 0-1 0 0,1 0 0 0 0,-1 0 1 0 0,0 0-1 0 0,1 0 0 0 0,-1 0 1 0 0,16 17 1092 0 0,6 30 69 0 0,-15-24-871 0 0,0 1 0 0 0,-2-1 0 0 0,-1 2 0 0 0,0-1 0 0 0,-2 0 0 0 0,-1 1 0 0 0,-4 44 0 0 0,-5-11-127 0 0,-2-1 1 0 0,-20 63 0 0 0,18-70-314 0 0,-5 12-3757 0 0,16-59 2237 0 0,-4 8-7859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22.792"/>
    </inkml:context>
    <inkml:brush xml:id="br0">
      <inkml:brushProperty name="width" value="0.035" units="cm"/>
      <inkml:brushProperty name="height" value="0.035" units="cm"/>
    </inkml:brush>
  </inkml:definitions>
  <inkml:trace contextRef="#ctx0" brushRef="#br0">393 147 10857 0 0,'2'-19'201'0'0,"-2"16"98"0"0,-4-20 1506 0 0,0 9 2770 0 0,3 14-4537 0 0,1-1 0 0 0,0 1 0 0 0,-1-1 0 0 0,1 1 0 0 0,-1-1 0 0 0,1 1 0 0 0,-1-1 0 0 0,1 1 0 0 0,-1 0 0 0 0,1-1 0 0 0,-1 1 0 0 0,1 0 0 0 0,-1-1 0 0 0,1 1-1 0 0,-1 0 1 0 0,1 0 0 0 0,-1-1 0 0 0,0 1 0 0 0,1 0 0 0 0,-1 0 0 0 0,0 0 0 0 0,1 0 0 0 0,-1 0 0 0 0,1 0 0 0 0,-1 0 0 0 0,0 0 0 0 0,1 0 0 0 0,-1 0 0 0 0,0 0 0 0 0,1 0 0 0 0,-1 1 0 0 0,1-1 0 0 0,-1 0 0 0 0,0 0 0 0 0,1 1 0 0 0,-1-1 0 0 0,0 1 0 0 0,-1 1 19 0 0,1 0 1 0 0,0 0-1 0 0,-1 0 1 0 0,1 1-1 0 0,0-1 1 0 0,0 0-1 0 0,0 0 1 0 0,1 1-1 0 0,-1-1 1 0 0,0 4-1 0 0,-5 60 468 0 0,6-53-476 0 0,0-1 0 0 0,1 1 0 0 0,1 0-1 0 0,0-1 1 0 0,0 0 0 0 0,2 1 0 0 0,-1-1-1 0 0,2 0 1 0 0,-1-1 0 0 0,2 1 0 0 0,12 20 0 0 0,-17-31-67 0 0,0 0 0 0 0,1 0 0 0 0,-1 0 0 0 0,1 0 0 0 0,-1-1-1 0 0,1 1 1 0 0,-1 0 0 0 0,1-1 0 0 0,0 1 0 0 0,-1-1 0 0 0,1 1 0 0 0,0-1 0 0 0,-1 0 0 0 0,1 0 0 0 0,0 0 0 0 0,-1 0 0 0 0,1 0 0 0 0,0 0 0 0 0,0 0 0 0 0,-1-1 0 0 0,4 0 0 0 0,32-12-263 0 0,-26 5 221 0 0,1-1 0 0 0,-1 0 0 0 0,0 0 0 0 0,-1-1 0 0 0,0-1 0 0 0,0 0 1 0 0,-1 0-1 0 0,-1-1 0 0 0,0 0 0 0 0,11-23 0 0 0,-9 14 91 0 0,-1 0 0 0 0,-2 0-1 0 0,0-1 1 0 0,-1 0 0 0 0,6-43-1 0 0,-12 38 1345 0 0,0 27-1355 0 0,0-1 1 0 0,0 1-1 0 0,0 0 1 0 0,0 0-1 0 0,0 0 1 0 0,-1 0-1 0 0,1 0 1 0 0,0-1-1 0 0,0 1 1 0 0,0 0-1 0 0,0 0 1 0 0,0 0-1 0 0,0 0 1 0 0,0 0-1 0 0,-1 0 1 0 0,1 0-1 0 0,0 0 1 0 0,0-1-1 0 0,0 1 1 0 0,0 0-1 0 0,-1 0 1 0 0,1 0-1 0 0,0 0 1 0 0,0 0-1 0 0,0 0 1 0 0,0 0-1 0 0,-1 0 1 0 0,1 0-1 0 0,0 0 0 0 0,0 0 1 0 0,0 0-1 0 0,0 0 1 0 0,-1 0-1 0 0,1 0 1 0 0,0 0-1 0 0,0 0 1 0 0,0 1-1 0 0,0-1 1 0 0,0 0-1 0 0,-1 0 1 0 0,1 0-1 0 0,0 0 1 0 0,0 0-1 0 0,0 0 1 0 0,0 0-1 0 0,0 0 1 0 0,-1 1-1 0 0,1-1 1 0 0,0 0-1 0 0,0 0 1 0 0,0 0-1 0 0,0 0 1 0 0,0 0-1 0 0,0 1 1 0 0,0-1-1 0 0,0 0 1 0 0,0 0-1 0 0,-3 4 139 0 0,1 0-1 0 0,0 0 1 0 0,0 0-1 0 0,0 0 0 0 0,0 0 1 0 0,1 1-1 0 0,-2 6 1 0 0,-7 55 1501 0 0,3 0-1 0 0,3 78 1 0 0,-10 90 1495 0 0,8-201-3090 0 0,0 0-1 0 0,-2-1 1 0 0,-2 0 0 0 0,-1 0 0 0 0,-1-1-1 0 0,-2 0 1 0 0,-1-1 0 0 0,-1 0 0 0 0,-2-2 0 0 0,-27 35-1 0 0,31-46-476 0 0,0-2-1 0 0,-2 0 1 0 0,0 0-1 0 0,0-2 1 0 0,-1 0-1 0 0,-1-1 0 0 0,-26 14 1 0 0,27-18-455 0 0,0-1 0 0 0,-1 0 1 0 0,0-2-1 0 0,0 0 0 0 0,0-1 0 0 0,0 0 1 0 0,-1-2-1 0 0,1 0 0 0 0,-25-1 0 0 0,-16-5-2646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39.404"/>
    </inkml:context>
    <inkml:brush xml:id="br0">
      <inkml:brushProperty name="width" value="0.035" units="cm"/>
      <inkml:brushProperty name="height" value="0.035" units="cm"/>
    </inkml:brush>
  </inkml:definitions>
  <inkml:trace contextRef="#ctx0" brushRef="#br0">23 573 4696 0 0,'-23'-9'7684'0'0,"24"7"-7505"0"0,1-1-1 0 0,-1 1 1 0 0,0-1-1 0 0,1 1 0 0 0,-1 0 1 0 0,1-1-1 0 0,0 1 0 0 0,-1 0 1 0 0,1 0-1 0 0,0 0 0 0 0,0 1 1 0 0,1-1-1 0 0,-1 0 0 0 0,0 1 1 0 0,1-1-1 0 0,3-1 1 0 0,51-21 156 0 0,-36 16 145 0 0,263-97 394 0 0,-254 94-832 0 0,81-24-67 0 0,-69 24 26 0 0,-2-2 0 0 0,0-1 0 0 0,55-29 1 0 0,61-61-32 0 0,-153 103-116 0 0,0 0-3258 0 0,-3 0 3347 0 0,1 1 1 0 0,-1 0-1 0 0,0 0 0 0 0,1-1 0 0 0,-1 1 0 0 0,1-1 0 0 0,-1 1 0 0 0,0 0 1 0 0,1-1-1 0 0,-1 1 0 0 0,0-1 0 0 0,0 1 0 0 0,1 0 0 0 0,-1-1 1 0 0,0 1-1 0 0,0-1 0 0 0,0 1 0 0 0,1-1 0 0 0,-1 1 0 0 0,0-1 0 0 0,0 1 1 0 0,0-1-1 0 0,0 0 0 0 0,0 1 0 0 0,0-1 0 0 0,0 1 0 0 0,0-1 1 0 0,0 1-1 0 0,0-1 0 0 0,-1 1 0 0 0,1-1 0 0 0,0 1 0 0 0,0-1 0 0 0,0 1 1 0 0,0-1-1 0 0,-1 1 0 0 0,1 0 0 0 0,0-1 0 0 0,-1 1 0 0 0,1-1 1 0 0,0 1-1 0 0,-1 0 0 0 0,1-1 0 0 0,0 1 0 0 0,-2-1 0 0 0,-27-21 347 0 0,15 13-179 0 0,12 7 78 0 0,-18-38 2563 0 0,20 37-2686 0 0,1 0 0 0 0,0 0 0 0 0,-1 0 0 0 0,1 0 0 0 0,1 0 0 0 0,-1 0 0 0 0,0 0 0 0 0,1 0 0 0 0,-1 1 0 0 0,1-1 0 0 0,0 1 0 0 0,0-1 0 0 0,0 1 0 0 0,0-1 0 0 0,0 1 0 0 0,0 0 0 0 0,1 0 0 0 0,-1 0 0 0 0,1 1 0 0 0,0-1 0 0 0,-1 0 0 0 0,1 1 0 0 0,0 0 0 0 0,0 0 0 0 0,0 0 0 0 0,0 0 0 0 0,0 0 0 0 0,0 0 0 0 0,0 1 0 0 0,4-1 0 0 0,-2 1 76 0 0,-1 0 0 0 0,1 0 1 0 0,-1 0-1 0 0,1 0 0 0 0,-1 1 0 0 0,1 0 1 0 0,-1 0-1 0 0,1 0 0 0 0,-1 1 1 0 0,0-1-1 0 0,0 1 0 0 0,0 0 1 0 0,0 0-1 0 0,0 0 0 0 0,0 1 0 0 0,0 0 1 0 0,-1-1-1 0 0,0 1 0 0 0,1 0 1 0 0,-1 1-1 0 0,4 4 0 0 0,-4-3-36 0 0,0 0-1 0 0,0 0 1 0 0,0 0-1 0 0,-1 0 1 0 0,1 0-1 0 0,-1 0 1 0 0,-1 1-1 0 0,1-1 1 0 0,-1 1-1 0 0,0 0 1 0 0,0-1-1 0 0,-1 1 1 0 0,1 0-1 0 0,-1 0 1 0 0,-1-1-1 0 0,1 1 1 0 0,-1 0-1 0 0,0-1 1 0 0,0 1-1 0 0,0 0 1 0 0,-1-1 0 0 0,0 0-1 0 0,-4 9 1 0 0,1-5-352 0 0,0 0 1 0 0,-1 1-1 0 0,0-2 1 0 0,-13 16-1 0 0,-36 26-5368 0 0,38-40 3005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4.667"/>
    </inkml:context>
    <inkml:brush xml:id="br0">
      <inkml:brushProperty name="width" value="0.035" units="cm"/>
      <inkml:brushProperty name="height" value="0.035" units="cm"/>
    </inkml:brush>
  </inkml:definitions>
  <inkml:trace contextRef="#ctx0" brushRef="#br0">97 183 5929 0 0,'0'0'3664'0'0,"9"-17"-792"0"0,6-2-19 0 0,-14 31-1243 0 0,-14 45-506 0 0,10-47-982 0 0,-93 477 944 0 0,95-480-1048 0 0,-7 67 86 0 0,7-71-204 0 0,1 0 4 0 0,2 7-738 0 0,3-18-3 0 0,8-37-659 0 0,-2-1 0 0 0,-3 0 0 0 0,4-60 0 0 0,-5 50 1522 0 0,-5 16 87 0 0,-2-1 0 0 0,-1 1 0 0 0,-2 0 0 0 0,-10-49 0 0 0,12 85-119 0 0,1 1 0 0 0,0-1 0 0 0,0 0 0 0 0,0 0 0 0 0,0 1 0 0 0,1-1 0 0 0,0 0 0 0 0,-1 0 0 0 0,1 1 0 0 0,1-1 0 0 0,-1 1 0 0 0,0-1 0 0 0,1 1 0 0 0,0-1 0 0 0,0 1 0 0 0,0 0 0 0 0,0 0 0 0 0,0 0 0 0 0,5-4 0 0 0,4-4 313 0 0,1 1-1 0 0,0 0 0 0 0,21-12 0 0 0,10-9 843 0 0,-23 18-950 0 0,1 0 0 0 0,0 2 0 0 0,1 0 0 0 0,0 1 0 0 0,0 2 0 0 0,1 0 0 0 0,0 1 0 0 0,43-6 0 0 0,-20 12-1330 0 0,-4 11-5788 0 0,-39-9 5251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5.040"/>
    </inkml:context>
    <inkml:brush xml:id="br0">
      <inkml:brushProperty name="width" value="0.035" units="cm"/>
      <inkml:brushProperty name="height" value="0.035" units="cm"/>
    </inkml:brush>
  </inkml:definitions>
  <inkml:trace contextRef="#ctx0" brushRef="#br0">6 177 6605 0 0,'0'0'824'0'0,"-5"8"838"0"0,134-76 806 0 0,1-1-1679 0 0,-12 25-2535 0 0,-116 43 850 0 0,10-1-2739 0 0,-10 1 2188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5.395"/>
    </inkml:context>
    <inkml:brush xml:id="br0">
      <inkml:brushProperty name="width" value="0.035" units="cm"/>
      <inkml:brushProperty name="height" value="0.035" units="cm"/>
    </inkml:brush>
  </inkml:definitions>
  <inkml:trace contextRef="#ctx0" brushRef="#br0">3 178 7197 0 0,'0'0'1005'0'0,"-1"1"-855"0"0,1 0 0 0 0,-1 0 0 0 0,1 0 0 0 0,0 0 0 0 0,0 0-1 0 0,0 0 1 0 0,-1 0 0 0 0,1 0 0 0 0,0 1 0 0 0,0-1 0 0 0,1 0 0 0 0,-1 0 0 0 0,0 0 0 0 0,0 0-1 0 0,1 2 1 0 0,1-3-44 0 0,-1 0-1 0 0,1 1 0 0 0,0-1 0 0 0,-1 0 1 0 0,1 0-1 0 0,0 0 0 0 0,0 0 1 0 0,-1 0-1 0 0,1 0 0 0 0,0-1 0 0 0,-1 1 1 0 0,1 0-1 0 0,0-1 0 0 0,-1 0 1 0 0,1 1-1 0 0,2-2 0 0 0,34-18 1009 0 0,-14 8-310 0 0,46-11 591 0 0,-50 17-1245 0 0,1 0-1 0 0,-1-2 0 0 0,0-1 1 0 0,32-18-1 0 0,-22 10-2060 0 0,0 1 1 0 0,41-15-1 0 0,-54 24 519 0 0,6-3-577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5.845"/>
    </inkml:context>
    <inkml:brush xml:id="br0">
      <inkml:brushProperty name="width" value="0.035" units="cm"/>
      <inkml:brushProperty name="height" value="0.035" units="cm"/>
    </inkml:brush>
  </inkml:definitions>
  <inkml:trace contextRef="#ctx0" brushRef="#br0">80 119 6285 0 0,'-5'0'134'0'0,"-15"0"44"0"0,15 0 86 0 0,1 0 99 0 0,4 0-358 0 0,-3 0 134 0 0,1 0 1 0 0,-1-1-1 0 0,1 1 1 0 0,-1 0-1 0 0,1-1 1 0 0,0 1-1 0 0,-1-1 1 0 0,1 0 0 0 0,-1 0-1 0 0,1 0 1 0 0,0 0-1 0 0,0 0 1 0 0,0 0-1 0 0,0-1 1 0 0,0 1 0 0 0,0-1-1 0 0,0 0 1 0 0,-3-2-1 0 0,5 3-82 0 0,0 1 0 0 0,0-1 0 0 0,0 0-1 0 0,0 1 1 0 0,0-1 0 0 0,0 1 0 0 0,0-1-1 0 0,0 0 1 0 0,0 1 0 0 0,0-1 0 0 0,1 1-1 0 0,-1-1 1 0 0,0 0 0 0 0,0 1 0 0 0,0-1-1 0 0,1 1 1 0 0,-1-1 0 0 0,0 1 0 0 0,1-1-1 0 0,-1 1 1 0 0,0-1 0 0 0,1 1 0 0 0,-1-1-1 0 0,1 1 1 0 0,-1 0 0 0 0,1-1 0 0 0,-1 1-1 0 0,1 0 1 0 0,-1-1 0 0 0,1 1 0 0 0,-1 0-1 0 0,1-1 1 0 0,-1 1 0 0 0,2 0 0 0 0,21-10 1523 0 0,-20 9-1441 0 0,0 0 0 0 0,-1 1 1 0 0,1-1-1 0 0,0 1 1 0 0,-1-1-1 0 0,1 1 1 0 0,0 0-1 0 0,0 0 0 0 0,-1 0 1 0 0,1 1-1 0 0,0-1 1 0 0,-1 1-1 0 0,1 0 1 0 0,0-1-1 0 0,-1 1 0 0 0,1 0 1 0 0,-1 0-1 0 0,1 1 1 0 0,-1-1-1 0 0,1 0 1 0 0,-1 1-1 0 0,0 0 0 0 0,0-1 1 0 0,0 1-1 0 0,0 0 1 0 0,3 3-1 0 0,-3-1-51 0 0,0 0 1 0 0,0 1-1 0 0,0-1 0 0 0,0 0 0 0 0,-1 1 1 0 0,1-1-1 0 0,-1 1 0 0 0,0-1 0 0 0,-1 1 1 0 0,1-1-1 0 0,-1 1 0 0 0,0 0 0 0 0,0-1 1 0 0,0 1-1 0 0,-3 8 0 0 0,-1 3-79 0 0,0 0 0 0 0,-2-1 0 0 0,0 0 0 0 0,-13 23 0 0 0,3-4-226 0 0,15-33 110 0 0,1 0 0 0 0,0 0 0 0 0,-1 0 0 0 0,1 0 0 0 0,-1 0 0 0 0,1 0 0 0 0,-1 0 0 0 0,0 0 0 0 0,1-1 0 0 0,-1 1 0 0 0,0 0 0 0 0,0 0 0 0 0,1-1 0 0 0,-1 1 0 0 0,0 0 0 0 0,0-1 0 0 0,0 1 0 0 0,0-1 0 0 0,0 1 0 0 0,0-1 0 0 0,0 1-1 0 0,-1-1 1 0 0,1 0 87 0 0,1 0 0 0 0,-1 0 0 0 0,1 0-1 0 0,-1-1 1 0 0,1 1 0 0 0,-1 0 0 0 0,1-1-1 0 0,-1 1 1 0 0,1 0 0 0 0,0-1 0 0 0,-1 1 0 0 0,1-1-1 0 0,-1 1 1 0 0,1 0 0 0 0,0-1 0 0 0,-1 1-1 0 0,1-1 1 0 0,0 1 0 0 0,0-1 0 0 0,-1 1-1 0 0,1-1 1 0 0,0 1 0 0 0,0-1 0 0 0,0 0-1 0 0,0 1 1 0 0,0-1 0 0 0,0 1 0 0 0,0-1-1 0 0,0 1 1 0 0,0-1 0 0 0,0 0 0 0 0,0 1-1 0 0,0-1 1 0 0,0 1 0 0 0,0-1 0 0 0,0 1-1 0 0,1-2 1 0 0,3-20 22 0 0,1 1 0 0 0,1-1 0 0 0,1 1 0 0 0,1 0 0 0 0,1 1 0 0 0,1 0 0 0 0,0 0 0 0 0,2 1 0 0 0,0 1 0 0 0,1 0 0 0 0,1 0 0 0 0,20-20 0 0 0,-31 35 152 0 0,1 0 0 0 0,-1 0 1 0 0,0 0-1 0 0,1 1 0 0 0,0-1 0 0 0,0 1 0 0 0,0 0 0 0 0,4-2 0 0 0,-7 3-66 0 0,-1 1-1 0 0,1 0 0 0 0,-1 0 0 0 0,1 0 0 0 0,-1 0 0 0 0,1 0 0 0 0,-1 0 0 0 0,1 0 0 0 0,0 0 1 0 0,-1 0-1 0 0,1 0 0 0 0,-1 0 0 0 0,1 0 0 0 0,-1 0 0 0 0,1 0 0 0 0,0 0 0 0 0,-1 0 0 0 0,1 1 1 0 0,-1-1-1 0 0,1 0 0 0 0,-1 0 0 0 0,1 1 0 0 0,-1-1 0 0 0,1 0 0 0 0,0 1 0 0 0,-1 0-32 0 0,1 1 0 0 0,-1-1 1 0 0,1 0-1 0 0,-1 0 0 0 0,1 1 0 0 0,-1-1 0 0 0,0 0 0 0 0,1 1 0 0 0,-1-1 0 0 0,0 0 0 0 0,0 1 0 0 0,0-1 1 0 0,0 0-1 0 0,0 1 0 0 0,-1 2 0 0 0,-1 6 79 0 0,-2 1 1 0 0,1-1-1 0 0,-1 1 1 0 0,-1-1-1 0 0,0 0 1 0 0,-8 12-1 0 0,6-11 49 0 0,1 0 1 0 0,1 1-1 0 0,-1-1 0 0 0,2 1 1 0 0,-6 21-1 0 0,9-30-158 0 0,1 0-1 0 0,0-1 1 0 0,-1 1-1 0 0,2 0 1 0 0,-1 0 0 0 0,0 0-1 0 0,0 0 1 0 0,1 0-1 0 0,0 0 1 0 0,0 0 0 0 0,-1-1-1 0 0,2 1 1 0 0,-1 0-1 0 0,0 0 1 0 0,0-1-1 0 0,1 1 1 0 0,0-1 0 0 0,-1 0-1 0 0,1 1 1 0 0,0-1-1 0 0,0 0 1 0 0,0 0 0 0 0,0 0-1 0 0,1 0 1 0 0,-1 0-1 0 0,0-1 1 0 0,1 1 0 0 0,5 2-1 0 0,-1 0-169 0 0,1 0 1 0 0,0 0-1 0 0,1-1 0 0 0,-1 1 0 0 0,1-2 1 0 0,-1 1-1 0 0,1-1 0 0 0,0-1 0 0 0,15 1 1 0 0,-15-2-882 0 0,1-1 1 0 0,-1 0-1 0 0,1-1 1 0 0,-1 0-1 0 0,1 0 1 0 0,-1-1-1 0 0,0 0 1 0 0,16-8-1 0 0,-9 3-1326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6.218"/>
    </inkml:context>
    <inkml:brush xml:id="br0">
      <inkml:brushProperty name="width" value="0.035" units="cm"/>
      <inkml:brushProperty name="height" value="0.035" units="cm"/>
    </inkml:brush>
  </inkml:definitions>
  <inkml:trace contextRef="#ctx0" brushRef="#br0">215 42 9637 0 0,'-21'-12'341'0'0,"11"6"7751"0"0,6 3-7948 0 0,0 0 0 0 0,0 0 0 0 0,0 1-1 0 0,0-1 1 0 0,-1 1 0 0 0,1 0 0 0 0,-1 0 0 0 0,-5-1-1 0 0,9 3-101 0 0,0 0-1 0 0,0 0 0 0 0,1 0 0 0 0,-1 0 0 0 0,0 0 0 0 0,0 0 0 0 0,0 0 0 0 0,0 0 0 0 0,0 1 0 0 0,1-1 0 0 0,-1 0 0 0 0,0 1 1 0 0,0-1-1 0 0,0 0 0 0 0,1 1 0 0 0,-1-1 0 0 0,0 1 0 0 0,1-1 0 0 0,-1 1 0 0 0,0-1 0 0 0,0 2 0 0 0,0 0 31 0 0,-1 0-1 0 0,1 0 1 0 0,0 0-1 0 0,0 0 1 0 0,0 0-1 0 0,1 0 1 0 0,-1 0-1 0 0,0 1 1 0 0,1-1 0 0 0,0 0-1 0 0,-1 4 1 0 0,-2 28 477 0 0,-4 34 347 0 0,-2 0 0 0 0,-21 79 0 0 0,13-91-715 0 0,3-10-969 0 0,-12 70 0 0 0,25-113-132 0 0,0-1-145 0 0,0 0 1 0 0,1 1-1 0 0,-1-1 0 0 0,1 0 1 0 0,-1 1-1 0 0,1-1 1 0 0,0 0-1 0 0,-1 1 1 0 0,1-1-1 0 0,1 1 1 0 0,-1-1-1 0 0,1 3 0 0 0,4-7-871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6.546"/>
    </inkml:context>
    <inkml:brush xml:id="br0">
      <inkml:brushProperty name="width" value="0.035" units="cm"/>
      <inkml:brushProperty name="height" value="0.035" units="cm"/>
    </inkml:brush>
  </inkml:definitions>
  <inkml:trace contextRef="#ctx0" brushRef="#br0">20 224 6649 0 0,'-4'-8'330'0'0,"1"0"1"0"0,0 0 0 0 0,1 0 0 0 0,0-1 0 0 0,0 1 0 0 0,0-1-1 0 0,1 1 1 0 0,1-1 0 0 0,-1 0 0 0 0,2 1 0 0 0,1-18 0 0 0,0 20-154 0 0,0 1-1 0 0,0-1 1 0 0,0 1 0 0 0,1-1 0 0 0,0 1 0 0 0,0 0 0 0 0,0 0 0 0 0,1 0 0 0 0,-1 0 0 0 0,1 0 0 0 0,1 1 0 0 0,-1 0 0 0 0,0 0 0 0 0,1 0-1 0 0,0 1 1 0 0,0-1 0 0 0,10-4 0 0 0,-12 5-32 0 0,0 1 0 0 0,1 1-1 0 0,-1-1 1 0 0,0 0 0 0 0,1 1 0 0 0,-1 0-1 0 0,1 0 1 0 0,-1 0 0 0 0,1 0 0 0 0,0 0-1 0 0,-1 1 1 0 0,1-1 0 0 0,0 1-1 0 0,-1 0 1 0 0,1 0 0 0 0,0 1 0 0 0,0-1-1 0 0,-1 1 1 0 0,1 0 0 0 0,-1 0 0 0 0,1 0-1 0 0,0 0 1 0 0,-1 1 0 0 0,0-1-1 0 0,1 1 1 0 0,-1 0 0 0 0,0 0 0 0 0,0 0-1 0 0,0 0 1 0 0,4 4 0 0 0,-3-1 30 0 0,0 1 0 0 0,0 0 1 0 0,0 0-1 0 0,0 0 0 0 0,-1 0 1 0 0,0 0-1 0 0,0 1 0 0 0,-1-1 1 0 0,0 1-1 0 0,0 0 0 0 0,-1 0 0 0 0,1 0 1 0 0,-1-1-1 0 0,-1 1 0 0 0,1 9 1 0 0,-2-3-157 0 0,-1 0 0 0 0,0-1 0 0 0,0 1 1 0 0,-1 0-1 0 0,-1-1 0 0 0,0 0 0 0 0,-1 1 1 0 0,0-2-1 0 0,-1 1 0 0 0,0-1 0 0 0,-1 0 1 0 0,-9 13-1 0 0,9-15-598 0 0,0 0 0 0 0,-1-1 0 0 0,0 0 0 0 0,0-1 0 0 0,0 1 1 0 0,-1-1-1 0 0,0-1 0 0 0,-19 10 0 0 0,3-7-3373 0 0,20-7 2349 0 0,-7 1-584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6.916"/>
    </inkml:context>
    <inkml:brush xml:id="br0">
      <inkml:brushProperty name="width" value="0.035" units="cm"/>
      <inkml:brushProperty name="height" value="0.035" units="cm"/>
    </inkml:brush>
  </inkml:definitions>
  <inkml:trace contextRef="#ctx0" brushRef="#br0">98 79 7841 0 0,'-2'-49'1796'0'0,"1"46"-1149"0"0,-5-7 2159 0 0,-4-6 2328 0 0,6 18-3652 0 0,2 13-1768 0 0,-2 41 2298 0 0,-18 148 704 0 0,5-122-2455 0 0,8-44-707 0 0,1 1 1 0 0,-4 79 0 0 0,12-115-499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7.283"/>
    </inkml:context>
    <inkml:brush xml:id="br0">
      <inkml:brushProperty name="width" value="0.035" units="cm"/>
      <inkml:brushProperty name="height" value="0.035" units="cm"/>
    </inkml:brush>
  </inkml:definitions>
  <inkml:trace contextRef="#ctx0" brushRef="#br0">143 107 7241 0 0,'17'-47'1398'0'0,"-16"44"-1032"0"0,0 0 0 0 0,-1-1-1 0 0,1 1 1 0 0,-1 0-1 0 0,0 0 1 0 0,0-1 0 0 0,0 1-1 0 0,0 0 1 0 0,-1 0-1 0 0,1-1 1 0 0,-1 1 0 0 0,0 0-1 0 0,-1-4 1 0 0,1 6-326 0 0,0 0-1 0 0,0 0 1 0 0,0 0-1 0 0,0 1 1 0 0,1-1 0 0 0,-1 0-1 0 0,0 1 1 0 0,-1-1-1 0 0,1 0 1 0 0,0 1 0 0 0,0-1-1 0 0,0 1 1 0 0,0 0-1 0 0,0-1 1 0 0,0 1 0 0 0,-1 0-1 0 0,1 0 1 0 0,0-1 0 0 0,0 1-1 0 0,0 0 1 0 0,-1 0-1 0 0,1 0 1 0 0,0 1 0 0 0,0-1-1 0 0,0 0 1 0 0,-1 0-1 0 0,1 1 1 0 0,0-1 0 0 0,0 1-1 0 0,-2 0 1 0 0,-31 17 460 0 0,24-4-375 0 0,-1 1-1 0 0,2 1 1 0 0,0 0-1 0 0,1 0 0 0 0,0 0 1 0 0,2 1-1 0 0,0 1 1 0 0,-4 18-1 0 0,9-32-116 0 0,-9 45 56 0 0,10-46-153 0 0,0-2-301 0 0,1 1 326 0 0,-1-1 1 0 0,1 0-1 0 0,-1 1 0 0 0,1-1 0 0 0,0 1 0 0 0,-1-1 1 0 0,1 0-1 0 0,0 0 0 0 0,0 1 0 0 0,0-1 1 0 0,0 0-1 0 0,0 0 0 0 0,0 0 0 0 0,0 0 0 0 0,2 1 1 0 0,0-2-10 0 0,-1 0 0 0 0,1 0 0 0 0,-1 0 0 0 0,1 0 0 0 0,0-1 1 0 0,-1 1-1 0 0,1-1 0 0 0,-1 1 0 0 0,1-1 0 0 0,-1 0 0 0 0,1 0 0 0 0,-1 0 1 0 0,0 0-1 0 0,1-1 0 0 0,-1 1 0 0 0,0-1 0 0 0,0 1 0 0 0,0-1 1 0 0,0 0-1 0 0,0 0 0 0 0,-1 0 0 0 0,3-2 0 0 0,40-55-725 0 0,-33 42 736 0 0,17-33-84 0 0,-22 38 683 0 0,1-1 0 0 0,-1 2 0 0 0,2-1 0 0 0,9-11 0 0 0,-17 23-515 0 0,0 0 1 0 0,0 0-1 0 0,0 0 0 0 0,0 0 0 0 0,0 0 1 0 0,0-1-1 0 0,0 1 0 0 0,0 0 1 0 0,1 0-1 0 0,-1 0 0 0 0,0 0 0 0 0,0 0 1 0 0,0 0-1 0 0,0 0 0 0 0,0 0 0 0 0,0-1 1 0 0,0 1-1 0 0,1 0 0 0 0,-1 0 1 0 0,0 0-1 0 0,0 0 0 0 0,0 0 0 0 0,0 0 1 0 0,0 0-1 0 0,1 0 0 0 0,-1 0 1 0 0,0 0-1 0 0,0 0 0 0 0,0 0 0 0 0,0 0 1 0 0,0 0-1 0 0,0 0 0 0 0,1 0 0 0 0,-1 0 1 0 0,0 0-1 0 0,0 0 0 0 0,0 0 1 0 0,0 0-1 0 0,0 0 0 0 0,1 0 0 0 0,-1 0 1 0 0,0 1-1 0 0,0-1 0 0 0,0 0 1 0 0,0 0-1 0 0,0 0 0 0 0,0 0 0 0 0,0 0 1 0 0,1 0-1 0 0,-1 0 0 0 0,0 0 0 0 0,0 1 1 0 0,0-1-1 0 0,0 0 0 0 0,0 0 1 0 0,0 0-1 0 0,0 0 0 0 0,0 0 0 0 0,0 0 1 0 0,0 1-1 0 0,2 14 672 0 0,-4 18 188 0 0,-7 23 635 0 0,4-28 28 0 0,-2 45 1 0 0,7-70-1616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8.672"/>
    </inkml:context>
    <inkml:brush xml:id="br0">
      <inkml:brushProperty name="width" value="0.035" units="cm"/>
      <inkml:brushProperty name="height" value="0.035" units="cm"/>
    </inkml:brush>
  </inkml:definitions>
  <inkml:trace contextRef="#ctx0" brushRef="#br0">0 291 6285 0 0,'0'0'8042'0'0,"5"-15"-5315"0"0,-3 16-2598 0 0,0 0 1 0 0,-1 0 0 0 0,1 0 0 0 0,-1 0-1 0 0,0 0 1 0 0,1 1 0 0 0,-1-1-1 0 0,0 0 1 0 0,0 1 0 0 0,1-1 0 0 0,-1 1-1 0 0,0-1 1 0 0,-1 1 0 0 0,1 0 0 0 0,0-1-1 0 0,1 4 1 0 0,10 31 1061 0 0,-7 37 70 0 0,-3-17-1079 0 0,-2-53-273 0 0,27 16-933 0 0,-24-18 1024 0 0,0-1 0 0 0,0 0 0 0 0,0 0 0 0 0,1 0 0 0 0,-1 0 0 0 0,0-1 0 0 0,0 1 0 0 0,0-1 0 0 0,0 0 0 0 0,0 0 0 0 0,0 0 0 0 0,0 0 0 0 0,0 0 0 0 0,-1-1 0 0 0,1 1 0 0 0,0-1 0 0 0,-1 0 0 0 0,1 0 0 0 0,-1 0 0 0 0,1 0 0 0 0,-1 0 0 0 0,0 0 0 0 0,0-1 0 0 0,0 1 0 0 0,3-6 0 0 0,4-6 14 0 0,-1-1 0 0 0,0-1 0 0 0,9-25 0 0 0,-6 13-11 0 0,-10 25 509 0 0,0 2-477 0 0,1 1 1 0 0,-1-1-1 0 0,1 0 0 0 0,-1 1 0 0 0,1-1 0 0 0,-1 1 1 0 0,1 0-1 0 0,0-1 0 0 0,-1 1 0 0 0,1 0 0 0 0,-1 0 1 0 0,1 0-1 0 0,0 0 0 0 0,-1 0 0 0 0,1 0 0 0 0,-1 0 1 0 0,1 1-1 0 0,0-1 0 0 0,-1 1 0 0 0,1-1 0 0 0,-1 1 0 0 0,1-1 1 0 0,-1 1-1 0 0,0 0 0 0 0,1 0 0 0 0,-1 0 0 0 0,0 0 1 0 0,1 0-1 0 0,-1 0 0 0 0,0 0 0 0 0,0 0 0 0 0,0 0 1 0 0,0 1-1 0 0,0-1 0 0 0,0 0 0 0 0,0 1 0 0 0,0-1 1 0 0,-1 1-1 0 0,1-1 0 0 0,0 2 0 0 0,5 11 351 0 0,0 1-1 0 0,-1-1 1 0 0,4 20 0 0 0,-5-19-231 0 0,0-1 0 0 0,0 1 0 0 0,1-1 0 0 0,1 0 0 0 0,14 23 0 0 0,-18-34-309 0 0,0-1 0 0 0,0 1 0 0 0,0 0 1 0 0,1-1-1 0 0,-1 1 0 0 0,1-1 0 0 0,0 0 0 0 0,0 0 1 0 0,0 0-1 0 0,0 0 0 0 0,0-1 0 0 0,0 1 0 0 0,0-1 1 0 0,1 0-1 0 0,-1 0 0 0 0,0 0 0 0 0,1 0 0 0 0,-1-1 0 0 0,1 1 1 0 0,-1-1-1 0 0,1 0 0 0 0,-1 0 0 0 0,1 0 0 0 0,-1 0 1 0 0,1-1-1 0 0,-1 1 0 0 0,1-1 0 0 0,-1 0 0 0 0,6-2 1 0 0,2-1-250 0 0,-1 0 1 0 0,1 0 0 0 0,-1-2 0 0 0,0 1-1 0 0,-1-1 1 0 0,1 0 0 0 0,-1-1 0 0 0,0 0-1 0 0,-1-1 1 0 0,0 0 0 0 0,0 0 0 0 0,0 0-1 0 0,-1-1 1 0 0,0 0 0 0 0,5-11 0 0 0,2-6 607 0 0,-1-1 1 0 0,-1 0-1 0 0,-1 0 1 0 0,11-46 4743 0 0,-46 53-3882 0 0,21 20-1046 0 0,1 0-1 0 0,0-1 1 0 0,-1 1 0 0 0,1 0 0 0 0,-1 0 0 0 0,1 1 0 0 0,0-1 0 0 0,-1 0 0 0 0,1 1 0 0 0,-1 0 0 0 0,1-1 0 0 0,0 1 0 0 0,0 0 0 0 0,-1 0 0 0 0,1 0 0 0 0,0 1 0 0 0,0-1-1 0 0,0 0 1 0 0,0 1 0 0 0,0-1 0 0 0,1 1 0 0 0,-1 0 0 0 0,0 0 0 0 0,1-1 0 0 0,-3 5 0 0 0,-4 6 139 0 0,2-1 0 0 0,0 1-1 0 0,-9 22 1 0 0,3-4-50 0 0,4-12-133 0 0,2 0-1 0 0,0 1 1 0 0,1-1 0 0 0,-2 23-1 0 0,6-38-44 0 0,2-1-786 0 0,-1-1 804 0 0,0 0 0 0 0,0-1 0 0 0,0 1 0 0 0,0 0-1 0 0,0 0 1 0 0,0 0 0 0 0,0-1 0 0 0,1 1 0 0 0,-1 0 0 0 0,0 0 0 0 0,1-1-1 0 0,-1 1 1 0 0,0 0 0 0 0,1-1 0 0 0,-1 1 0 0 0,1 0 0 0 0,-1-1 0 0 0,1 1-1 0 0,-1-1 1 0 0,1 1 0 0 0,-1-1 0 0 0,1 1 0 0 0,0-1 0 0 0,-1 1 0 0 0,1-1-1 0 0,0 1 1 0 0,-1-1 0 0 0,1 0 0 0 0,0 1 0 0 0,0-1 0 0 0,-1 0-1 0 0,1 0 1 0 0,0 0 0 0 0,0 0 0 0 0,-1 1 0 0 0,2-1 0 0 0,3-2-64 0 0,0 1 1 0 0,-1-1 0 0 0,0 0 0 0 0,1 0-1 0 0,-1 0 1 0 0,0-1 0 0 0,0 0-1 0 0,0 1 1 0 0,-1-1 0 0 0,1-1 0 0 0,0 1-1 0 0,-1 0 1 0 0,0-1 0 0 0,0 0-1 0 0,4-7 1 0 0,6-9-83 0 0,19-44-1 0 0,-9 17 198 0 0,-21 44 742 0 0,-2 3-732 0 0,1 0 0 0 0,0-1 0 0 0,-1 1 0 0 0,1 0 0 0 0,0-1 0 0 0,-1 1 0 0 0,1 0-1 0 0,0 0 1 0 0,-1 0 0 0 0,1 0 0 0 0,0-1 0 0 0,-1 1 0 0 0,1 0 0 0 0,0 0 0 0 0,0 0 0 0 0,-1 0 0 0 0,1 1 0 0 0,0-1 0 0 0,-1 0 0 0 0,1 0 0 0 0,0 0 0 0 0,-1 1 0 0 0,1-1 0 0 0,0 0 0 0 0,-1 0 0 0 0,1 1 0 0 0,0-1 0 0 0,-1 1 0 0 0,1-1 0 0 0,-1 1 0 0 0,1 0 0 0 0,5 4 2 0 0,-2 1 0 0 0,1 1 0 0 0,-1-1 0 0 0,1 1 0 0 0,-2-1-1 0 0,1 1 1 0 0,-1 0 0 0 0,0 1 0 0 0,-1-1 0 0 0,4 14 0 0 0,-3-11 31 0 0,0 0 1 0 0,0 0-1 0 0,1 0 1 0 0,1 0-1 0 0,-1-1 1 0 0,9 12-1 0 0,-11-18-80 0 0,0-1 0 0 0,-1 0 0 0 0,1 1 0 0 0,0-1 0 0 0,0 0 0 0 0,0 0 0 0 0,0 0 0 0 0,1-1 0 0 0,-1 1 0 0 0,0 0 0 0 0,1-1 0 0 0,-1 1 0 0 0,1-1-1 0 0,0 0 1 0 0,-1 0 0 0 0,1 0 0 0 0,0 0 0 0 0,0-1 0 0 0,0 1 0 0 0,4-1 0 0 0,-4 0-130 0 0,0-1 0 0 0,1 0-1 0 0,-1 0 1 0 0,0 0 0 0 0,0-1 0 0 0,0 1 0 0 0,0-1-1 0 0,-1 0 1 0 0,1 0 0 0 0,0 1 0 0 0,-1-2 0 0 0,1 1-1 0 0,-1 0 1 0 0,0-1 0 0 0,0 1 0 0 0,1-1 0 0 0,1-3-1 0 0,15-19-1149 0 0,-8 12 1037 0 0,-1 0 0 0 0,-1 0 0 0 0,0-1 0 0 0,0 0 0 0 0,-2-1 0 0 0,0 1 1 0 0,10-32-1 0 0,10-47 218 0 0,-16 60 766 0 0,-2 0 1 0 0,-1-1-1 0 0,-1-1 1 0 0,3-56 7180 0 0,-11 87-7199 0 0,-2-5-93 0 0,0 16-58 0 0,4 3-286 0 0,0 1 1 0 0,1-1 0 0 0,0 1 0 0 0,1-1 0 0 0,0 0 0 0 0,1 0 0 0 0,0 0 0 0 0,0-1 0 0 0,9 16 0 0 0,9 22 359 0 0,-13-12-568 0 0,-1 0 0 0 0,-2 0 1 0 0,-1 1-1 0 0,-2 0 0 0 0,-3 61 0 0 0,0-89-67 0 0,-4 13-3592 0 0,4-21 3584 0 0,0 1-1 0 0,0-1 1 0 0,0 0-1 0 0,-1 0 1 0 0,1 0-1 0 0,0 1 0 0 0,0-1 1 0 0,0 0-1 0 0,-1 0 1 0 0,1 0-1 0 0,0 0 1 0 0,0 0-1 0 0,-1 0 0 0 0,1 1 1 0 0,0-1-1 0 0,0 0 1 0 0,-1 0-1 0 0,1 0 1 0 0,0 0-1 0 0,0 0 0 0 0,-1 0 1 0 0,1 0-1 0 0,0 0 1 0 0,0 0-1 0 0,-1 0 1 0 0,1 0-1 0 0,0 0 0 0 0,0 0 1 0 0,-1 0-1 0 0,1 0 1 0 0,0 0-1 0 0,0-1 1 0 0,-1 1-1 0 0,1 0 0 0 0,0 0 1 0 0,0 0-1 0 0,-1 0 1 0 0,0-2-28 0 0,-1 1 0 0 0,0-1 0 0 0,1 0 0 0 0,0 1 0 0 0,-1-1 0 0 0,1 0 0 0 0,0 0 0 0 0,0 0 0 0 0,0 0 0 0 0,0 0 1 0 0,0 0-1 0 0,-1-2 0 0 0,1-5-72 0 0,-1-1 0 0 0,2 1 0 0 0,-1 0 0 0 0,1-1 1 0 0,0 1-1 0 0,1 0 0 0 0,0-1 0 0 0,1 1 0 0 0,0 0 1 0 0,0 0-1 0 0,5-11 0 0 0,0 1 31 0 0,0 1-1 0 0,1 1 1 0 0,1-1-1 0 0,16-22 1 0 0,-19 32 119 0 0,1 0 0 0 0,0 1 0 0 0,0 0 0 0 0,1 0 0 0 0,0 1 0 0 0,11-7 0 0 0,-17 11 46 0 0,2 1 24 0 0,-1 0 0 0 0,1 0 1 0 0,0 0-1 0 0,-1 0 0 0 0,1 1 0 0 0,0-1 0 0 0,-1 1 0 0 0,1 0 1 0 0,0 0-1 0 0,-1 1 0 0 0,1-1 0 0 0,0 1 0 0 0,4 0 0 0 0,-4 2 71 0 0,0 0-1 0 0,0 0 0 0 0,-1 0 1 0 0,1 0-1 0 0,-1 0 0 0 0,0 1 0 0 0,1-1 1 0 0,-2 1-1 0 0,1 0 0 0 0,0 0 1 0 0,-1 0-1 0 0,0 0 0 0 0,0 1 1 0 0,0-1-1 0 0,0 1 0 0 0,-1-1 1 0 0,1 1-1 0 0,-1 0 0 0 0,0-1 1 0 0,-1 1-1 0 0,1 0 0 0 0,-1-1 1 0 0,0 8-1 0 0,-1 15 517 0 0,0 0 0 0 0,-10 50 0 0 0,9-67-721 0 0,2-6 1556 0 0,-4 15-4944 0 0,4-6-9997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9.041"/>
    </inkml:context>
    <inkml:brush xml:id="br0">
      <inkml:brushProperty name="width" value="0.035" units="cm"/>
      <inkml:brushProperty name="height" value="0.035" units="cm"/>
    </inkml:brush>
  </inkml:definitions>
  <inkml:trace contextRef="#ctx0" brushRef="#br0">67 40 10857 0 0,'-10'-27'1288'0'0,"-6"15"2872"0"0,15 12-2497 0 0,-16 6-523 0 0,-2 4-4486 0 0,16 0 1346 0 0,2-8-337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9.432"/>
    </inkml:context>
    <inkml:brush xml:id="br0">
      <inkml:brushProperty name="width" value="0.035" units="cm"/>
      <inkml:brushProperty name="height" value="0.035" units="cm"/>
    </inkml:brush>
  </inkml:definitions>
  <inkml:trace contextRef="#ctx0" brushRef="#br0">148 82 11605 0 0,'0'1'2'0'0,"0"0"0"0"0,0-1 0 0 0,0 1 0 0 0,0 0 0 0 0,0 0-1 0 0,0 0 1 0 0,0-1 0 0 0,0 1 0 0 0,0 0 0 0 0,-1 0 0 0 0,1-1 0 0 0,0 1 0 0 0,-1 0 0 0 0,1 0 0 0 0,0-1-1 0 0,-1 1 1 0 0,1 0 0 0 0,-1-1 0 0 0,1 1 0 0 0,-1-1 0 0 0,1 1 0 0 0,-1-1 0 0 0,0 1 0 0 0,1-1 0 0 0,-1 1-1 0 0,0-1 1 0 0,1 1 0 0 0,-1-1 0 0 0,0 0 0 0 0,-1 1 0 0 0,-32 20 677 0 0,24-15-369 0 0,1 2 94 0 0,1 0 0 0 0,0 0 0 0 0,0 1 0 0 0,1 0 1 0 0,1 1-1 0 0,-1-1 0 0 0,1 1 0 0 0,1 1 0 0 0,0-1 1 0 0,0 1-1 0 0,1 0 0 0 0,1 0 0 0 0,-1 0 1 0 0,-1 16-1 0 0,5-24-189 0 0,3 41 700 0 0,-2-43-926 0 0,0 0 0 0 0,0-1 0 0 0,0 1 0 0 0,0 0 0 0 0,0-1 0 0 0,0 1 0 0 0,0-1 0 0 0,1 1 0 0 0,-1-1 0 0 0,0 1 0 0 0,0-1-1 0 0,0 0 1 0 0,1 0 0 0 0,-1 1 0 0 0,0-1 0 0 0,1 0 0 0 0,-1 0 0 0 0,0 0 0 0 0,1-1 0 0 0,-1 1 0 0 0,0 0 0 0 0,0 0-1 0 0,1-1 1 0 0,-1 1 0 0 0,0-1 0 0 0,0 1 0 0 0,0-1 0 0 0,0 1 0 0 0,1-1 0 0 0,-1 0 0 0 0,0 1 0 0 0,0-1 0 0 0,0 0 0 0 0,0 0-1 0 0,1-2 1 0 0,37-32-1283 0 0,-23 16 267 0 0,0-1 1 0 0,-2 0-1 0 0,24-42 0 0 0,-30 46 911 0 0,-1-1-1 0 0,-1 0 0 0 0,0 0 0 0 0,-1 0 1 0 0,5-36-1 0 0,-9 52 174 0 0,-1-1 0 0 0,1 0 1 0 0,-1 1-1 0 0,0-1 0 0 0,0 0 0 0 0,0 1 0 0 0,0-1 1 0 0,0 0-1 0 0,0 1 0 0 0,0-1 0 0 0,0 0 0 0 0,-1 1 1 0 0,1-1-1 0 0,-1 0 0 0 0,1 1 0 0 0,-1-1 1 0 0,0 1-1 0 0,0-1 0 0 0,1 1 0 0 0,-1-1 0 0 0,0 1 1 0 0,-2-2-1 0 0,1 2-7 0 0,1 0 1 0 0,0 1-1 0 0,-1-1 1 0 0,1 1-1 0 0,-1 0 1 0 0,1-1-1 0 0,-1 1 0 0 0,0 0 1 0 0,1 0-1 0 0,-1 0 1 0 0,1 0-1 0 0,-1 0 1 0 0,1 1-1 0 0,-1-1 0 0 0,1 0 1 0 0,-1 1-1 0 0,1-1 1 0 0,0 1-1 0 0,-3 0 1 0 0,-6 4 192 0 0,0 1 1 0 0,0-1-1 0 0,0 2 1 0 0,-16 13-1 0 0,18-13-180 0 0,1 0 0 0 0,0 1 0 0 0,0 0-1 0 0,1 0 1 0 0,-1 0 0 0 0,-8 18 0 0 0,2 18-2099 0 0,12-40 1236 0 0,1 0 0 0 0,0 0 0 0 0,0 0 0 0 0,0 0 0 0 0,1 0 0 0 0,0 0 0 0 0,-1 0-1 0 0,1 0 1 0 0,2 4 0 0 0,-2-6-894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49.778"/>
    </inkml:context>
    <inkml:brush xml:id="br0">
      <inkml:brushProperty name="width" value="0.035" units="cm"/>
      <inkml:brushProperty name="height" value="0.035" units="cm"/>
    </inkml:brush>
  </inkml:definitions>
  <inkml:trace contextRef="#ctx0" brushRef="#br0">5 91 7933 0 0,'1'0'34'0'0,"-1"0"1"0"0,1 1 0 0 0,0-1-1 0 0,-1 0 1 0 0,1 1 0 0 0,0-1-1 0 0,-1 0 1 0 0,1 1 0 0 0,-1-1-1 0 0,1 1 1 0 0,0-1 0 0 0,-1 1-1 0 0,1-1 1 0 0,-1 1 0 0 0,1 0-1 0 0,-1-1 1 0 0,0 1 0 0 0,1 0-1 0 0,-1-1 1 0 0,0 1 0 0 0,1 0-1 0 0,-1-1 1 0 0,0 1 0 0 0,0 1-1 0 0,0 4 201 0 0,-1-1 0 0 0,0 1-1 0 0,-1 0 1 0 0,1-1-1 0 0,-1 1 1 0 0,-4 7-1 0 0,2-3 4003 0 0,9 6-4160 0 0,-4-14-79 0 0,1 0-1 0 0,0 0 0 0 0,0 0 0 0 0,0 0 1 0 0,0 0-1 0 0,0 0 0 0 0,1-1 1 0 0,-1 1-1 0 0,0 0 0 0 0,1-1 0 0 0,-1 0 1 0 0,1 0-1 0 0,0 0 0 0 0,-1 0 0 0 0,1 0 1 0 0,0 0-1 0 0,-1-1 0 0 0,1 1 0 0 0,0-1 1 0 0,0 0-1 0 0,0 0 0 0 0,0 0 1 0 0,-1 0-1 0 0,1 0 0 0 0,0-1 0 0 0,0 1 1 0 0,0-1-1 0 0,-1 0 0 0 0,1 0 0 0 0,4-1 1 0 0,-2 0-3 0 0,0 0 0 0 0,-1 0 1 0 0,1-1-1 0 0,-1 1 1 0 0,1-1-1 0 0,-1 0 0 0 0,0 0 1 0 0,0 0-1 0 0,0-1 0 0 0,0 0 1 0 0,-1 1-1 0 0,1-1 1 0 0,-1-1-1 0 0,0 1 0 0 0,0 0 1 0 0,3-7-1 0 0,21-60 58 0 0,-26 69 349 0 0,5-9 116 0 0,-6 11-511 0 0,0 0 1 0 0,1 0-1 0 0,-1 1 1 0 0,0-1-1 0 0,0 0 1 0 0,1 0-1 0 0,-1 0 1 0 0,0 0-1 0 0,0 1 1 0 0,0-1-1 0 0,1 0 1 0 0,-1 0-1 0 0,0 1 1 0 0,0-1-1 0 0,0 0 1 0 0,0 0-1 0 0,1 1 1 0 0,-1-1-1 0 0,0 0 1 0 0,0 0-1 0 0,0 1 1 0 0,0-1 0 0 0,0 0-1 0 0,0 1 1 0 0,0-1-1 0 0,0 0 1 0 0,0 1-1 0 0,0-1 1 0 0,0 0-1 0 0,0 0 1 0 0,0 1-1 0 0,0-1 1 0 0,0 0-1 0 0,0 1 1 0 0,0-1-1 0 0,0 0 1 0 0,0 0-1 0 0,-1 1 1 0 0,1-1-1 0 0,0 0 1 0 0,0 1-1 0 0,0-1 1 0 0,0 0-1 0 0,-1 0 1 0 0,1 0-1 0 0,0 1 1 0 0,0-1-1 0 0,-1 0 1 0 0,-11 34 266 0 0,8-26-165 0 0,1 1 0 0 0,0-1 1 0 0,1 1-1 0 0,-1 0 0 0 0,0 13 1 0 0,3-20 36 0 0,5-3-513 0 0,1 0 310 0 0,0-1-1 0 0,-1 0 1 0 0,1 0 0 0 0,-1 0 0 0 0,0-1 0 0 0,0 0 0 0 0,0 0 0 0 0,0 0-1 0 0,0 0 1 0 0,0-1 0 0 0,-1 0 0 0 0,0 0 0 0 0,0 0 0 0 0,5-7 0 0 0,15-16-11 0 0,23-37 0 0 0,-36 49 30 0 0,-11 15 91 0 0,0-1 0 0 0,0 1 0 0 0,0 0 0 0 0,0-1 0 0 0,0 1 1 0 0,0 0-1 0 0,0-1 0 0 0,0 1 0 0 0,0 0 0 0 0,0 0 0 0 0,1-1 1 0 0,-1 1-1 0 0,0 0 0 0 0,0-1 0 0 0,0 1 0 0 0,0 0 0 0 0,1 0 0 0 0,-1-1 1 0 0,0 1-1 0 0,0 0 0 0 0,1 0 0 0 0,-1 0 0 0 0,0-1 0 0 0,0 1 0 0 0,1 0 1 0 0,-1 0-1 0 0,0 0 0 0 0,1 0 0 0 0,-1 0 0 0 0,0-1 0 0 0,1 1 0 0 0,-1 0 1 0 0,0 0-1 0 0,0 0 0 0 0,1 0 0 0 0,-1 0 0 0 0,0 0 0 0 0,1 0 0 0 0,-1 0 1 0 0,0 0-1 0 0,1 0 0 0 0,-1 0 0 0 0,0 1 0 0 0,1-1 0 0 0,-1 0 1 0 0,0 0-1 0 0,1 0 0 0 0,-1 0 0 0 0,1 23 1252 0 0,-14 53-132 0 0,9-55-427 0 0,-33 140 3441 0 0,-7 38-1134 0 0,44-195-3073 0 0,0 0 1 0 0,-1 0-1 0 0,1 0 0 0 0,-1 0 0 0 0,0 0 0 0 0,-1 0 0 0 0,1 0 1 0 0,-1-1-1 0 0,1 1 0 0 0,-1 0 0 0 0,0-1 0 0 0,-1 1 1 0 0,1-1-1 0 0,0 0 0 0 0,-1 0 0 0 0,0 0 0 0 0,0 0 0 0 0,0 0 1 0 0,0-1-1 0 0,-5 4 0 0 0,3-4-332 0 0,0 0 1 0 0,0-1 0 0 0,0 1-1 0 0,0-1 1 0 0,0-1-1 0 0,0 1 1 0 0,-1-1-1 0 0,1 0 1 0 0,0 0 0 0 0,0 0-1 0 0,0-1 1 0 0,0 0-1 0 0,-1 0 1 0 0,1 0-1 0 0,-8-4 1 0 0,-9-2-2379 0 0,0-3-598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1.296"/>
    </inkml:context>
    <inkml:brush xml:id="br0">
      <inkml:brushProperty name="width" value="0.035" units="cm"/>
      <inkml:brushProperty name="height" value="0.035" units="cm"/>
    </inkml:brush>
  </inkml:definitions>
  <inkml:trace contextRef="#ctx0" brushRef="#br0">18 18 6649 0 0,'0'0'461'0'0,"-9"-9"3765"0"0,0 1 5673 0 0,15 14-9647 0 0,0 0-1 0 0,0-1 1 0 0,1 1 0 0 0,-1-1 0 0 0,1 0 0 0 0,0-1 0 0 0,1 0 0 0 0,7 4 0 0 0,-2-1 44 0 0,395 181 2388 0 0,-242-127-2638 0 0,85 39-1641 0 0,-251-100 1574 0 0,0 0-1 0 0,0 0 1 0 0,1 0-1 0 0,-1 1 1 0 0,0-1 0 0 0,0 0-1 0 0,0 0 1 0 0,0 1 0 0 0,0-1-1 0 0,0 0 1 0 0,0 0-1 0 0,0 0 1 0 0,0 1 0 0 0,0-1-1 0 0,0 0 1 0 0,0 0 0 0 0,0 1-1 0 0,0-1 1 0 0,0 0-1 0 0,0 0 1 0 0,0 1 0 0 0,0-1-1 0 0,0 0 1 0 0,0 0 0 0 0,0 0-1 0 0,-1 1 1 0 0,1-1-1 0 0,0 0 1 0 0,0 0 0 0 0,0 0-1 0 0,0 1 1 0 0,0-1 0 0 0,-1 0-1 0 0,1 0 1 0 0,0 0-1 0 0,0 0 1 0 0,0 0 0 0 0,0 1-1 0 0,-1-1 1 0 0,1 0 0 0 0,0 0-1 0 0,0 0 1 0 0,-1 0-1 0 0,1 0 1 0 0,0 0 0 0 0,0 0-1 0 0,0 0 1 0 0,-1 0 0 0 0,1 0-1 0 0,0 0 1 0 0,-13 6-382 0 0,5-5 185 0 0,0 0-1 0 0,0-1 1 0 0,0 0 0 0 0,0-1-1 0 0,0 0 1 0 0,0 0 0 0 0,0-1-1 0 0,0 0 1 0 0,0 0-1 0 0,0-1 1 0 0,1 0 0 0 0,-1 0-1 0 0,1-1 1 0 0,0 0 0 0 0,0 0-1 0 0,0 0 1 0 0,-8-8-1 0 0,8 6 149 0 0,-1 0 0 0 0,1-1-1 0 0,0 0 1 0 0,0 0 0 0 0,1 0-1 0 0,0-1 1 0 0,1 0 0 0 0,-1 0-1 0 0,1 0 1 0 0,1-1 0 0 0,0 0-1 0 0,0 0 1 0 0,1 0 0 0 0,-3-11-1 0 0,5 19 89 0 0,1 0 0 0 0,0 0-1 0 0,0 0 1 0 0,0 0 0 0 0,-1 1-1 0 0,1-1 1 0 0,0 0 0 0 0,0 0-1 0 0,1 0 1 0 0,-1 0 0 0 0,0 0-1 0 0,0 0 1 0 0,0 1 0 0 0,0-1-1 0 0,1 0 1 0 0,-1 0 0 0 0,0 0-1 0 0,1 1 1 0 0,-1-1 0 0 0,1 0-1 0 0,-1 0 1 0 0,1 1 0 0 0,-1-1-1 0 0,1 0 1 0 0,-1 1 0 0 0,1-1-1 0 0,1 0 1 0 0,-1 0 13 0 0,1 0 0 0 0,0 1 0 0 0,-1-1 0 0 0,1 1 0 0 0,0 0 0 0 0,-1 0 0 0 0,1-1 0 0 0,0 1 0 0 0,0 0 0 0 0,-1 1 1 0 0,1-1-1 0 0,0 0 0 0 0,1 1 0 0 0,55 19 829 0 0,-54-18-730 0 0,26 11 349 0 0,-1 2 0 0 0,37 24 0 0 0,-55-32-399 0 0,-1 1-1 0 0,-1-1 1 0 0,1 2-1 0 0,-1-1 1 0 0,-1 1 0 0 0,1 1-1 0 0,-2 0 1 0 0,1 0-1 0 0,7 15 1 0 0,-13-20-89 0 0,-1 0 1 0 0,0-1-1 0 0,0 1 1 0 0,0 0-1 0 0,-1 0 1 0 0,1 0-1 0 0,-1 0 1 0 0,0 1-1 0 0,-1-1 1 0 0,1 0-1 0 0,-1 0 1 0 0,0-1-1 0 0,0 1 1 0 0,-1 0-1 0 0,0 0 1 0 0,1 0-1 0 0,-2-1 1 0 0,1 1-1 0 0,0-1 1 0 0,-1 0-1 0 0,0 0 1 0 0,0 0-1 0 0,-6 7 1 0 0,-3 3-693 0 0,0 0 1 0 0,-1-1 0 0 0,-1-1 0 0 0,0 0-1 0 0,-21 14 1 0 0,-18-3-3587 0 0,28-15 1654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2.695"/>
    </inkml:context>
    <inkml:brush xml:id="br0">
      <inkml:brushProperty name="width" value="0.035" units="cm"/>
      <inkml:brushProperty name="height" value="0.035" units="cm"/>
    </inkml:brush>
  </inkml:definitions>
  <inkml:trace contextRef="#ctx0" brushRef="#br0">90 93 12057 0 0,'5'-19'-11'0'0,"-5"18"135"0"0,0 0-1 0 0,0 0 0 0 0,0-1 0 0 0,0 1 1 0 0,0 0-1 0 0,0 0 0 0 0,0-1 0 0 0,0 1 0 0 0,0 0 1 0 0,0 0-1 0 0,-1 0 0 0 0,1-1 0 0 0,-1 1 0 0 0,1 0 1 0 0,-1 0-1 0 0,1 0 0 0 0,-1 0 0 0 0,0 0 1 0 0,1 0-1 0 0,-1 0 0 0 0,0 0 0 0 0,0 0 0 0 0,0 0 1 0 0,1 0-1 0 0,-1 0 0 0 0,-2-1 0 0 0,2 3-82 0 0,0 0-1 0 0,0-1 1 0 0,0 1-1 0 0,0 0 1 0 0,0-1-1 0 0,0 1 1 0 0,0 0-1 0 0,0 0 1 0 0,1 0-1 0 0,-1 0 1 0 0,0 0-1 0 0,0 0 1 0 0,1 0 0 0 0,-1 0-1 0 0,1 0 1 0 0,-1 0-1 0 0,1 0 1 0 0,-1 0-1 0 0,1 0 1 0 0,0 0-1 0 0,0 1 1 0 0,-1-1-1 0 0,1 0 1 0 0,0 0-1 0 0,0 0 1 0 0,0 1-1 0 0,0-1 1 0 0,0 0-1 0 0,1 2 1 0 0,-12 299 2372 0 0,8-174-1713 0 0,2-74-554 0 0,2-7-83 0 0,-3-1 1 0 0,-1 1 0 0 0,-3-1 0 0 0,-17 70 0 0 0,22-114-130 0 0,0 3-1442 0 0,-3-14 1125 0 0,-2-16-17 0 0,-1-297-1460 0 0,9 190 1825 0 0,-2 107 179 0 0,0 0-1 0 0,2-1 0 0 0,1 1 0 0 0,7-30 0 0 0,-8 46 31 0 0,1 0 0 0 0,1 0 0 0 0,-1 1 0 0 0,1-1 0 0 0,1 1-1 0 0,0 0 1 0 0,0 1 0 0 0,0-1 0 0 0,1 1 0 0 0,0 0 0 0 0,1 0 0 0 0,-1 1 0 0 0,1 0 0 0 0,14-10 0 0 0,1 2-15 0 0,0 1 0 0 0,1 1 0 0 0,0 2 0 0 0,1 0 0 0 0,0 1 0 0 0,0 1-1 0 0,46-8 1 0 0,-48 13-857 0 0,0 0 0 0 0,1 2-1 0 0,-1 1 1 0 0,1 0-1 0 0,30 6 1 0 0,-47-5-1132 0 0,11 6-1981 0 0,-8 1 1564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3.052"/>
    </inkml:context>
    <inkml:brush xml:id="br0">
      <inkml:brushProperty name="width" value="0.035" units="cm"/>
      <inkml:brushProperty name="height" value="0.035" units="cm"/>
    </inkml:brush>
  </inkml:definitions>
  <inkml:trace contextRef="#ctx0" brushRef="#br0">8 159 8969 0 0,'0'0'3406'0'0,"-7"11"-1451"0"0,12-12-1847 0 0,0 0-1 0 0,0 0 1 0 0,0 0 0 0 0,0-1-1 0 0,-1 1 1 0 0,1-1 0 0 0,0-1 0 0 0,-1 1-1 0 0,1-1 1 0 0,-1 1 0 0 0,0-1-1 0 0,6-6 1 0 0,-4 5-44 0 0,47-28-439 0 0,2 1-1 0 0,92-35 0 0 0,-134 63-814 0 0,-7 1-2804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3.405"/>
    </inkml:context>
    <inkml:brush xml:id="br0">
      <inkml:brushProperty name="width" value="0.035" units="cm"/>
      <inkml:brushProperty name="height" value="0.035" units="cm"/>
    </inkml:brush>
  </inkml:definitions>
  <inkml:trace contextRef="#ctx0" brushRef="#br0">2 104 7701 0 0,'0'0'3170'0'0,"-1"2"-3046"0"0,1-1 1 0 0,0 1-1 0 0,0-1 1 0 0,0 1-1 0 0,0 0 1 0 0,0-1-1 0 0,0 1 0 0 0,1-1 1 0 0,-1 1-1 0 0,0-1 1 0 0,1 1-1 0 0,-1-1 1 0 0,1 1-1 0 0,0-1 0 0 0,0 2 1 0 0,2-1-64 0 0,-1 0 0 0 0,1-1 0 0 0,0 0 0 0 0,-1 1 0 0 0,1-1 0 0 0,0 0 0 0 0,0 0 0 0 0,0-1 0 0 0,0 1 0 0 0,0-1 0 0 0,0 1 0 0 0,0-1 0 0 0,0 0 0 0 0,0 0 0 0 0,0 0 0 0 0,0-1 0 0 0,0 1 0 0 0,0-1 0 0 0,0 1 0 0 0,0-1 0 0 0,4-2 0 0 0,11-4 83 0 0,0 0 0 0 0,23-14-1 0 0,-11 6-191 0 0,141-60-4396 0 0,-145 63 2658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3.743"/>
    </inkml:context>
    <inkml:brush xml:id="br0">
      <inkml:brushProperty name="width" value="0.035" units="cm"/>
      <inkml:brushProperty name="height" value="0.035" units="cm"/>
    </inkml:brush>
  </inkml:definitions>
  <inkml:trace contextRef="#ctx0" brushRef="#br0">205 41 8305 0 0,'0'0'87'0'0,"-1"-5"163"0"0,-1 0-1 0 0,0 1 0 0 0,-1-1 1 0 0,1 1-1 0 0,-1 0 1 0 0,-5-6-1 0 0,6 9-182 0 0,0 1 1 0 0,0-1-1 0 0,0 1 0 0 0,0-1 0 0 0,0 1 0 0 0,0 0 1 0 0,0 0-1 0 0,0 0 0 0 0,0 0 0 0 0,0 0 0 0 0,0 0 1 0 0,0 1-1 0 0,0-1 0 0 0,0 1 0 0 0,0 0 0 0 0,0-1 1 0 0,0 1-1 0 0,0 0 0 0 0,0 0 0 0 0,0 0 0 0 0,1 0 1 0 0,-1 0-1 0 0,0 1 0 0 0,1-1 0 0 0,-1 0 0 0 0,1 1 1 0 0,-1-1-1 0 0,-1 4 0 0 0,-6 6 100 0 0,0 0-1 0 0,1 1 1 0 0,-7 13 0 0 0,11-18-106 0 0,-16 26 150 0 0,-17 45 1 0 0,32-68-179 0 0,1 1-1 0 0,0 0 0 0 0,0 1 1 0 0,2-1-1 0 0,-1 1 1 0 0,2-1-1 0 0,-1 1 0 0 0,1 18 1 0 0,1-29-35 0 0,0 1 0 0 0,0-1 0 0 0,0 0 1 0 0,0 0-1 0 0,0 0 0 0 0,0 0 0 0 0,1 0 0 0 0,-1 0 1 0 0,0 0-1 0 0,1 0 0 0 0,-1 0 0 0 0,0 1 0 0 0,1-1 1 0 0,-1 0-1 0 0,1-1 0 0 0,-1 1 0 0 0,1 0 0 0 0,0 0 1 0 0,0 0-1 0 0,-1 0 0 0 0,1 0 0 0 0,0-1 0 0 0,0 1 0 0 0,0 0 1 0 0,0-1-1 0 0,0 1 0 0 0,-1 0 0 0 0,1-1 0 0 0,0 1 1 0 0,1-1-1 0 0,0 1 0 0 0,0-1-4 0 0,1-1-1 0 0,-1 1 0 0 0,1 0 1 0 0,0-1-1 0 0,-1 1 1 0 0,1-1-1 0 0,-1 0 1 0 0,0 0-1 0 0,1 0 1 0 0,-1 0-1 0 0,0 0 1 0 0,5-3-1 0 0,7-6-57 0 0,-1-1 1 0 0,23-23-1 0 0,-12 8 65 0 0,-2-2 1 0 0,-2-1-1 0 0,24-41 1 0 0,9-14 1059 0 0,-52 82-881 0 0,1 0-1 0 0,-1 0 0 0 0,0 1 0 0 0,0-1 0 0 0,0 0 1 0 0,1 1-1 0 0,-1-1 0 0 0,1 1 0 0 0,0 0 1 0 0,-1-1-1 0 0,1 1 0 0 0,0 0 0 0 0,-1 0 1 0 0,1 0-1 0 0,0 0 0 0 0,3-1 0 0 0,-4 2-135 0 0,-1 0 0 0 0,1 1 0 0 0,0-1 0 0 0,-1 0-1 0 0,1 1 1 0 0,0-1 0 0 0,-1 0 0 0 0,1 1 0 0 0,0-1 0 0 0,-1 0-1 0 0,1 1 1 0 0,-1-1 0 0 0,1 1 0 0 0,-1-1 0 0 0,1 1-1 0 0,-1 0 1 0 0,1-1 0 0 0,-1 1 0 0 0,0-1 0 0 0,1 1 0 0 0,-1 0-1 0 0,0-1 1 0 0,1 1 0 0 0,-1 0 0 0 0,0 0 0 0 0,0-1 0 0 0,0 1-1 0 0,1 1 1 0 0,0 8 110 0 0,0 0 0 0 0,0-1 0 0 0,-1 1 0 0 0,-1 19-1 0 0,-19 128 920 0 0,8-78-325 0 0,3 1 0 0 0,4 0-1 0 0,6 112 1 0 0,2-163-637 0 0,-1-1-87 0 0,1-1-1 0 0,1 0 0 0 0,9 28 0 0 0,-13-54-83 0 0,1 0 0 0 0,-1 0 0 0 0,1 0-1 0 0,-1-1 1 0 0,1 1 0 0 0,0 0 0 0 0,-1 0-1 0 0,1 0 1 0 0,0-1 0 0 0,-1 1 0 0 0,1 0 0 0 0,0-1-1 0 0,0 1 1 0 0,0-1 0 0 0,-1 1 0 0 0,1-1 0 0 0,0 1-1 0 0,0-1 1 0 0,0 1 0 0 0,0-1 0 0 0,0 0-1 0 0,0 0 1 0 0,0 1 0 0 0,0-1 0 0 0,0 0 0 0 0,0 0-1 0 0,0 0 1 0 0,0 0 0 0 0,0 0 0 0 0,0 0 0 0 0,0 0-1 0 0,0-1 1 0 0,0 1 0 0 0,0 0 0 0 0,0-1 0 0 0,0 1-1 0 0,0 0 1 0 0,0-1 0 0 0,0 1 0 0 0,0-1-1 0 0,-1 1 1 0 0,2-2 0 0 0,34-22-3841 0 0,-18 5 1333 0 0,0-3-267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5.061"/>
    </inkml:context>
    <inkml:brush xml:id="br0">
      <inkml:brushProperty name="width" value="0.035" units="cm"/>
      <inkml:brushProperty name="height" value="0.035" units="cm"/>
    </inkml:brush>
  </inkml:definitions>
  <inkml:trace contextRef="#ctx0" brushRef="#br0">31 654 8873 0 0,'-1'-5'140'0'0,"0"-15"10804"0"0,-1 15-10522 0 0,-1-11-67 0 0,-2-1 0 0 0,-10-26 1 0 0,12 75 679 0 0,5 24-817 0 0,0-7-18 0 0,-3-40-183 0 0,1 0 0 0 0,0 0-1 0 0,0 0 1 0 0,1 0 0 0 0,0 0 0 0 0,1 0 0 0 0,0 0-1 0 0,0 0 1 0 0,1-1 0 0 0,0 1 0 0 0,6 10-1 0 0,-8-18-33 0 0,0 0-1 0 0,0 0 0 0 0,0-1 1 0 0,0 1-1 0 0,0-1 0 0 0,0 1 1 0 0,0 0-1 0 0,0-1 0 0 0,0 0 0 0 0,0 1 1 0 0,0-1-1 0 0,1 0 0 0 0,-1 1 1 0 0,0-1-1 0 0,0 0 0 0 0,0 0 0 0 0,0 0 1 0 0,0 0-1 0 0,1 0 0 0 0,-1 0 1 0 0,0-1-1 0 0,0 1 0 0 0,0 0 0 0 0,0 0 1 0 0,0-1-1 0 0,0 1 0 0 0,1-1 1 0 0,-1 1-1 0 0,1-2 0 0 0,29-16-354 0 0,-30 18 364 0 0,22-18-269 0 0,0 0 0 0 0,-2-1 0 0 0,0-2 0 0 0,-1 0 0 0 0,21-28 0 0 0,-10 5 156 0 0,46-86 1 0 0,-61 107 349 0 0,-16 23-223 0 0,0 0 0 0 0,1 0 0 0 0,-1-1 0 0 0,0 1 0 0 0,1 0 0 0 0,-1 0 0 0 0,0 0 0 0 0,1-1 0 0 0,-1 1 0 0 0,0 0 0 0 0,1 0 0 0 0,-1 0 0 0 0,0 0 0 0 0,1 0 0 0 0,-1 0 0 0 0,0 0 0 0 0,1 0 0 0 0,-1 0 0 0 0,1 0 0 0 0,-1 0 0 0 0,0 0 0 0 0,1 0 0 0 0,-1 0 0 0 0,0 0 0 0 0,1 0 0 0 0,-1 0 0 0 0,0 0 0 0 0,1 1 0 0 0,-1-1 0 0 0,0 0 0 0 0,1 0 0 0 0,-1 1 0 0 0,1 0 7 0 0,0 1 1 0 0,0 0 0 0 0,0 0 0 0 0,0 0-1 0 0,0 0 1 0 0,-1 0 0 0 0,1 0-1 0 0,-1 0 1 0 0,1 0 0 0 0,-1 0-1 0 0,0 0 1 0 0,0 0 0 0 0,0 0 0 0 0,0 0-1 0 0,0 0 1 0 0,-1 2 0 0 0,-3 16 22 0 0,0-1 0 0 0,-9 24 0 0 0,8-29-20 0 0,1-1-1 0 0,0 1 0 0 0,1 0 0 0 0,0 0 0 0 0,1 0 0 0 0,0 22 0 0 0,2-34-29 0 0,0 0 0 0 0,0-1-1 0 0,0 1 1 0 0,1 0 0 0 0,-1 0-1 0 0,0 0 1 0 0,1 0 0 0 0,-1 0-1 0 0,1 0 1 0 0,-1-1 0 0 0,1 1-1 0 0,0 0 1 0 0,0 0 0 0 0,0-1-1 0 0,0 1 1 0 0,0-1 0 0 0,0 1 0 0 0,0-1-1 0 0,1 1 1 0 0,-1-1 0 0 0,1 0-1 0 0,-1 1 1 0 0,2 0 0 0 0,-1-1-24 0 0,1-1 1 0 0,-1 1 0 0 0,0-1 0 0 0,0 0 0 0 0,0 0 0 0 0,0 0 0 0 0,0 0 0 0 0,0 0 0 0 0,0 0-1 0 0,0-1 1 0 0,0 1 0 0 0,0-1 0 0 0,1 1 0 0 0,-2-1 0 0 0,1 0 0 0 0,0 0 0 0 0,3-1 0 0 0,4-3-90 0 0,-1 0 1 0 0,0-1 0 0 0,0 0-1 0 0,0-1 1 0 0,0 0 0 0 0,-1 0-1 0 0,10-13 1 0 0,-10 10 113 0 0,-1-1 0 0 0,0 0 0 0 0,-1 0-1 0 0,-1-1 1 0 0,1 1 0 0 0,-2-1 0 0 0,0 0 0 0 0,3-19-1 0 0,3-12 4 0 0,6 0 106 0 0,-10 39-12 0 0,-7 29-82 0 0,-20 153 45 0 0,21-177-48 0 0,1 1 0 0 0,0-1 0 0 0,0 0 0 0 0,0 1 1 0 0,0-1-1 0 0,0 1 0 0 0,0-1 0 0 0,0 1 0 0 0,1-1 0 0 0,-1 1 0 0 0,0-1 0 0 0,1 0 0 0 0,-1 1 0 0 0,1-1 0 0 0,-1 0 1 0 0,1 1-1 0 0,0-1 0 0 0,0 0 0 0 0,0 0 0 0 0,-1 1 0 0 0,1-1 0 0 0,0 0 0 0 0,1 0 0 0 0,-1 0 0 0 0,0 0 0 0 0,0 0 1 0 0,0-1-1 0 0,0 1 0 0 0,1 0 0 0 0,-1 0 0 0 0,0-1 0 0 0,1 1 0 0 0,-1-1 0 0 0,0 1 0 0 0,1-1 0 0 0,-1 0 0 0 0,1 0 1 0 0,-1 1-1 0 0,1-1 0 0 0,-1 0 0 0 0,1 0 0 0 0,-1 0 0 0 0,0 0 0 0 0,1-1 0 0 0,2 1 0 0 0,1-1-21 0 0,0 0 0 0 0,0 0-1 0 0,-1-1 1 0 0,1 0-1 0 0,0 1 1 0 0,0-1 0 0 0,-1-1-1 0 0,1 1 1 0 0,-1-1 0 0 0,0 0-1 0 0,0 0 1 0 0,6-5-1 0 0,5-11-240 0 0,0-1 0 0 0,-1 0 0 0 0,-2-1 0 0 0,0-1-1 0 0,9-23 1 0 0,29-49-33 0 0,-54 118 320 0 0,0 1 0 0 0,1 43 1 0 0,3-64-20 0 0,0 0 1 0 0,0 0-1 0 0,1-1 1 0 0,-1 1 0 0 0,1 0-1 0 0,0 0 1 0 0,0 0 0 0 0,0-1-1 0 0,1 1 1 0 0,-1-1-1 0 0,1 1 1 0 0,0-1 0 0 0,0 1-1 0 0,0-1 1 0 0,0 0-1 0 0,1 0 1 0 0,-1 0 0 0 0,1 0-1 0 0,0-1 1 0 0,0 1 0 0 0,0-1-1 0 0,0 1 1 0 0,0-1-1 0 0,0 0 1 0 0,1 0 0 0 0,-1-1-1 0 0,1 1 1 0 0,-1-1-1 0 0,1 1 1 0 0,0-1 0 0 0,-1 0-1 0 0,1-1 1 0 0,0 1 0 0 0,0-1-1 0 0,0 1 1 0 0,0-1-1 0 0,0 0 1 0 0,-1 0 0 0 0,5-2-1 0 0,12 1-3 0 0,0-1 0 0 0,0-1 0 0 0,-1-1 0 0 0,0-1 0 0 0,1 0 0 0 0,-2-2-1 0 0,1 0 1 0 0,-1-1 0 0 0,22-13 0 0 0,-14 5-24 0 0,-1-1 0 0 0,0-1 1 0 0,-1-1-1 0 0,-1-2 0 0 0,28-31 0 0 0,-43 41 12 0 0,0 0 0 0 0,0-1 0 0 0,-1 0 0 0 0,-1 0 0 0 0,0-1 0 0 0,-1 0-1 0 0,0 0 1 0 0,-1 0 0 0 0,0-1 0 0 0,-1 1 0 0 0,2-25 0 0 0,-3 21 41 0 0,-1-1 0 0 0,-1 1 0 0 0,0 0 0 0 0,-2 0 0 0 0,0 0 0 0 0,0-1-1 0 0,-2 2 1 0 0,0-1 0 0 0,-8-19 0 0 0,11 33 43 0 0,0 0 0 0 0,-1 0 0 0 0,0 0 0 0 0,0 0 0 0 0,1 0 0 0 0,-2 0 0 0 0,1 0 0 0 0,0 1 0 0 0,0-1 0 0 0,-1 1 0 0 0,0-1 0 0 0,1 1 0 0 0,-1 0 0 0 0,0 0 0 0 0,0 0 0 0 0,0 1 0 0 0,-6-3 0 0 0,7 3-57 0 0,0 1 0 0 0,0 0 1 0 0,0 0-1 0 0,0 0 0 0 0,0 0 0 0 0,0 0 1 0 0,0 0-1 0 0,1 1 0 0 0,-1-1 0 0 0,0 1 1 0 0,0-1-1 0 0,0 1 0 0 0,0 0 0 0 0,0-1 0 0 0,0 1 1 0 0,1 0-1 0 0,-1 0 0 0 0,0 0 0 0 0,1 1 1 0 0,-1-1-1 0 0,1 0 0 0 0,-1 1 0 0 0,1-1 1 0 0,0 1-1 0 0,-1-1 0 0 0,1 1 0 0 0,0 0 0 0 0,0-1 1 0 0,0 1-1 0 0,0 0 0 0 0,0 0 0 0 0,1 0 1 0 0,-2 2-1 0 0,1 1 12 0 0,-1 0 1 0 0,1 1-1 0 0,-1-1 0 0 0,2 0 1 0 0,-1 1-1 0 0,0-1 0 0 0,1 1 1 0 0,0-1-1 0 0,0 1 1 0 0,1-1-1 0 0,1 8 0 0 0,19 66 471 0 0,-10-40 13 0 0,-6-15-123 0 0,-1 0 1 0 0,-2 0-1 0 0,0 0 0 0 0,-1 1 0 0 0,-6 47 0 0 0,-29 122 834 0 0,15-105-1062 0 0,17-75 8 0 0,-5 27-850 0 0,7-39 612 0 0,-1 0 0 0 0,1-1 0 0 0,0 1 0 0 0,-1-1 0 0 0,0 1 0 0 0,1-1 0 0 0,-1 0 0 0 0,0 1 0 0 0,1-1 0 0 0,-1 1 0 0 0,0-1 0 0 0,0 0 0 0 0,0 0 0 0 0,0 0 0 0 0,0 0 0 0 0,-1 1 0 0 0,1-1 0 0 0,-3 1 0 0 0,3-2 52 0 0,1 0 0 0 0,-1 0 0 0 0,0 0-1 0 0,0 0 1 0 0,0 0 0 0 0,0 0 0 0 0,1-1 0 0 0,-1 1 0 0 0,0 0 0 0 0,0-1-1 0 0,1 1 1 0 0,-1 0 0 0 0,0-1 0 0 0,0 1 0 0 0,1-1 0 0 0,-1 1-1 0 0,1-1 1 0 0,-1 1 0 0 0,0-1 0 0 0,1 0 0 0 0,-1 1 0 0 0,1-1-1 0 0,-1 0 1 0 0,1 1 0 0 0,-1-1 0 0 0,1 0 0 0 0,0 0 0 0 0,-1 1 0 0 0,1-1-1 0 0,0 0 1 0 0,0 0 0 0 0,0 0 0 0 0,-1 1 0 0 0,1-1 0 0 0,0-1-1 0 0,-5-31-331 0 0,6 10 256 0 0,0 1 1 0 0,2-1 0 0 0,0 1-1 0 0,2-1 1 0 0,1 1-1 0 0,0 0 1 0 0,2 1-1 0 0,0 0 1 0 0,1 0-1 0 0,2 1 1 0 0,0 0-1 0 0,14-20 1 0 0,-21 34 119 0 0,0 1 0 0 0,1-1 0 0 0,-1 1 1 0 0,1 0-1 0 0,0 0 0 0 0,1 0 0 0 0,-1 1 1 0 0,1-1-1 0 0,0 1 0 0 0,0 1 1 0 0,0-1-1 0 0,0 1 0 0 0,1 0 0 0 0,-1 1 1 0 0,1-1-1 0 0,0 1 0 0 0,0 1 1 0 0,0-1-1 0 0,0 1 0 0 0,0 0 0 0 0,0 1 1 0 0,0 0-1 0 0,0 0 0 0 0,0 0 1 0 0,0 1-1 0 0,0 0 0 0 0,0 1 0 0 0,12 3 1 0 0,15 2-573 0 0,-31-7-70 0 0,15 3-5923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5.386"/>
    </inkml:context>
    <inkml:brush xml:id="br0">
      <inkml:brushProperty name="width" value="0.035" units="cm"/>
      <inkml:brushProperty name="height" value="0.035" units="cm"/>
    </inkml:brush>
  </inkml:definitions>
  <inkml:trace contextRef="#ctx0" brushRef="#br0">63 1 8073 0 0,'0'0'4991'0'0,"0"0"-4908"0"0,0 0-1 0 0,0 0 1 0 0,0 0 0 0 0,1 0 0 0 0,-1 0 0 0 0,0 0-1 0 0,0 0 1 0 0,0 0 0 0 0,0 0 0 0 0,1 0 0 0 0,-1 0-1 0 0,0 0 1 0 0,0 0 0 0 0,0 0 0 0 0,0 0 0 0 0,1 0-1 0 0,-1 0 1 0 0,0 0 0 0 0,0 0 0 0 0,0 0 0 0 0,0 0-1 0 0,1 0 1 0 0,-1 1 0 0 0,0-1 0 0 0,0 0 0 0 0,0 0-1 0 0,0 0 1 0 0,0 0 0 0 0,1 0 0 0 0,-1 0 0 0 0,0 0-1 0 0,0 1 1 0 0,0-1 0 0 0,0 0 0 0 0,0 0 0 0 0,0 0-1 0 0,0 0 1 0 0,0 0 0 0 0,0 1 0 0 0,0-1 0 0 0,1 0-1 0 0,-1 0 1 0 0,0 0 0 0 0,0 0 0 0 0,0 1-1 0 0,0-1 1 0 0,0 0 0 0 0,0 0 0 0 0,-17 47 560 0 0,2 0 0 0 0,2 1 1 0 0,-10 80-1 0 0,23-125-895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5.722"/>
    </inkml:context>
    <inkml:brush xml:id="br0">
      <inkml:brushProperty name="width" value="0.035" units="cm"/>
      <inkml:brushProperty name="height" value="0.035" units="cm"/>
    </inkml:brush>
  </inkml:definitions>
  <inkml:trace contextRef="#ctx0" brushRef="#br0">1 64 10317 0 0,'0'0'116'0'0,"7"-26"792"0"0,-3 6 672 0 0,-6 7 112 0 0,-5 8-1528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6.081"/>
    </inkml:context>
    <inkml:brush xml:id="br0">
      <inkml:brushProperty name="width" value="0.035" units="cm"/>
      <inkml:brushProperty name="height" value="0.035" units="cm"/>
    </inkml:brush>
  </inkml:definitions>
  <inkml:trace contextRef="#ctx0" brushRef="#br0">167 83 7425 0 0,'0'0'2694'0'0,"-4"-1"-1789"0"0,1-1-722 0 0,0 1 0 0 0,-1 0-1 0 0,0 0 1 0 0,1 0 0 0 0,-1 0 0 0 0,0 0 0 0 0,1 1 0 0 0,-1 0 0 0 0,0 0 0 0 0,1 0 0 0 0,-1 0 0 0 0,0 0 0 0 0,1 1 0 0 0,-1 0 0 0 0,0 0 0 0 0,1 0 0 0 0,-1 0-1 0 0,1 0 1 0 0,-5 3 0 0 0,3-1 64 0 0,1 1-1 0 0,-1 0 1 0 0,1 0-1 0 0,0 0 0 0 0,1 0 1 0 0,-1 0-1 0 0,1 1 1 0 0,-1 0-1 0 0,1 0 0 0 0,1 0 1 0 0,-1 0-1 0 0,-3 10 1 0 0,5-12-166 0 0,-5 9 176 0 0,0 1 0 0 0,1 0 0 0 0,1 1 0 0 0,0-1-1 0 0,1 1 1 0 0,0-1 0 0 0,1 1 0 0 0,0 0 0 0 0,2 0 0 0 0,0 25 0 0 0,1-38-269 0 0,-1 0 1 0 0,0-1 0 0 0,0 1-1 0 0,0 0 1 0 0,0-1 0 0 0,0 1-1 0 0,1-1 1 0 0,-1 1 0 0 0,0-1 0 0 0,0 1-1 0 0,1-1 1 0 0,-1 1 0 0 0,1-1-1 0 0,-1 1 1 0 0,0-1 0 0 0,1 1-1 0 0,-1-1 1 0 0,1 1 0 0 0,-1-1 0 0 0,1 0-1 0 0,-1 1 1 0 0,1-1 0 0 0,-1 0-1 0 0,1 1 1 0 0,-1-1 0 0 0,1 0 0 0 0,0 0-1 0 0,-1 0 1 0 0,1 1 0 0 0,-1-1-1 0 0,1 0 1 0 0,0 0 0 0 0,-1 0-1 0 0,2 0 1 0 0,25-9-767 0 0,20-25-1256 0 0,-31 19 1162 0 0,0-1-1 0 0,-1 0 1 0 0,-1-1-1 0 0,23-37 1 0 0,-28 39 818 0 0,-1 0 0 0 0,0-1 0 0 0,-1 0 0 0 0,-1-1 0 0 0,-1 1 0 0 0,6-30 0 0 0,-11 44 154 0 0,0 1 0 0 0,1-1 1 0 0,-1 1-1 0 0,0 0 1 0 0,0-1-1 0 0,1 1 1 0 0,-1-1-1 0 0,-1 1 1 0 0,1-1-1 0 0,0 1 1 0 0,0-1-1 0 0,0 1 1 0 0,-1 0-1 0 0,1-1 0 0 0,-1 1 1 0 0,1-1-1 0 0,-1 1 1 0 0,1 0-1 0 0,-1-1 1 0 0,0 1-1 0 0,0 0 1 0 0,0 0-1 0 0,-1-2 1 0 0,1 3-26 0 0,0-1 1 0 0,-1 1 0 0 0,1-1 0 0 0,0 1-1 0 0,-1-1 1 0 0,1 1 0 0 0,-1 0-1 0 0,1 0 1 0 0,0 0 0 0 0,-1-1 0 0 0,1 1-1 0 0,-1 1 1 0 0,1-1 0 0 0,-1 0 0 0 0,1 0-1 0 0,-1 0 1 0 0,1 1 0 0 0,-2 0-1 0 0,-4 1 70 0 0,0 1 0 0 0,0 0 0 0 0,1 1-1 0 0,0-1 1 0 0,-1 1 0 0 0,1 0 0 0 0,-8 8-1 0 0,11-9-153 0 0,1 0 0 0 0,-1 0-1 0 0,1 0 1 0 0,0 1 0 0 0,0-1-1 0 0,0 1 1 0 0,1-1 0 0 0,-1 1-1 0 0,1 0 1 0 0,0 0 0 0 0,0-1-1 0 0,-1 8 1 0 0,2-9-288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6.422"/>
    </inkml:context>
    <inkml:brush xml:id="br0">
      <inkml:brushProperty name="width" value="0.035" units="cm"/>
      <inkml:brushProperty name="height" value="0.035" units="cm"/>
    </inkml:brush>
  </inkml:definitions>
  <inkml:trace contextRef="#ctx0" brushRef="#br0">1 54 7933 0 0,'0'0'375'0'0,"13"6"258"0"0,-11 1-420 0 0,1-1 1 0 0,0 0-1 0 0,-1 1 1 0 0,0-1-1 0 0,-1 1 1 0 0,1-1-1 0 0,-1 9 1 0 0,0-11 417 0 0,0 0-567 0 0,0-1-57 0 0,1 0 0 0 0,-1-1 1 0 0,0 1-1 0 0,1-1 0 0 0,-1 1 1 0 0,1-1-1 0 0,0 0 0 0 0,0 1 1 0 0,0-1-1 0 0,0 0 0 0 0,0 0 1 0 0,0 0-1 0 0,0-1 0 0 0,1 1 1 0 0,-1 0-1 0 0,1-1 0 0 0,-1 0 1 0 0,1 0-1 0 0,0 1 0 0 0,-1-1 0 0 0,5 0 1 0 0,-5-1-5 0 0,0 0-1 0 0,1 0 1 0 0,-1 0 0 0 0,1 0 0 0 0,-1-1 0 0 0,0 1 0 0 0,1-1-1 0 0,-1 1 1 0 0,0-1 0 0 0,1 0 0 0 0,-1 0 0 0 0,0 0-1 0 0,0-1 1 0 0,0 1 0 0 0,0 0 0 0 0,0-1 0 0 0,0 1 0 0 0,0-1-1 0 0,0 0 1 0 0,-1 1 0 0 0,1-1 0 0 0,-1 0 0 0 0,1 0-1 0 0,-1 0 1 0 0,0 0 0 0 0,1-1 0 0 0,0-2 0 0 0,68-108 1493 0 0,-69 110-1111 0 0,16-15 5790 0 0,-14 23-6058 0 0,0 1 1 0 0,-1-1-1 0 0,0 1 0 0 0,0-1 1 0 0,-1 1-1 0 0,0 0 1 0 0,0 0-1 0 0,0 0 1 0 0,-1 0-1 0 0,1 0 0 0 0,-2 7 1 0 0,3 22 809 0 0,-1-33-905 0 0,-1 1 1 0 0,0-1-1 0 0,0 1 0 0 0,1-1 1 0 0,-1 1-1 0 0,1-1 0 0 0,0 1 1 0 0,0-1-1 0 0,0 0 0 0 0,0 1 1 0 0,0-1-1 0 0,1 0 0 0 0,-1 0 0 0 0,1 0 1 0 0,-1 0-1 0 0,1 0 0 0 0,0 0 1 0 0,-1 0-1 0 0,1-1 0 0 0,0 1 1 0 0,0-1-1 0 0,1 1 0 0 0,1 1 1 0 0,-1-3-28 0 0,-1 0 1 0 0,0 0 0 0 0,1 0 0 0 0,-1 0-1 0 0,0 0 1 0 0,1 0 0 0 0,-1-1-1 0 0,0 1 1 0 0,1-1 0 0 0,-1 0 0 0 0,0 1-1 0 0,0-1 1 0 0,0 0 0 0 0,1 0-1 0 0,-1-1 1 0 0,0 1 0 0 0,0 0 0 0 0,-1-1-1 0 0,1 1 1 0 0,0-1 0 0 0,0 1-1 0 0,-1-1 1 0 0,1 0 0 0 0,-1 0 0 0 0,1 0-1 0 0,0-2 1 0 0,40-45-1091 0 0,-40 48 393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5:57.087"/>
    </inkml:context>
    <inkml:brush xml:id="br0">
      <inkml:brushProperty name="width" value="0.035" units="cm"/>
      <inkml:brushProperty name="height" value="0.035" units="cm"/>
    </inkml:brush>
  </inkml:definitions>
  <inkml:trace contextRef="#ctx0" brushRef="#br0">174 87 10121 0 0,'42'-28'439'0'0,"-38"24"-71"0"0,-2 3-133 0 0,0 0 1 0 0,-1 0-1 0 0,1-1 0 0 0,0 1 1 0 0,-1-1-1 0 0,1 1 1 0 0,-1-1-1 0 0,1 1 0 0 0,-1-1 1 0 0,0 0-1 0 0,0 0 1 0 0,0 0-1 0 0,2-3 1 0 0,7-10 3018 0 0,-9 15-3219 0 0,-1-1 0 0 0,0 1 0 0 0,1 0 1 0 0,-1-1-1 0 0,0 1 0 0 0,1-1 0 0 0,-1 1 1 0 0,0 0-1 0 0,1-1 0 0 0,-1 1 1 0 0,0-1-1 0 0,0 1 0 0 0,0-1 0 0 0,1 1 1 0 0,-1-1-1 0 0,0 1 0 0 0,0-1 0 0 0,0 1 1 0 0,0-1-1 0 0,0 1 0 0 0,0-1 0 0 0,0 1 1 0 0,0-1-1 0 0,0 1 0 0 0,0-1 1 0 0,0 1-1 0 0,0-1 0 0 0,-1 1-25 0 0,1-1 0 0 0,-1 1-1 0 0,1 0 1 0 0,0 0 0 0 0,-1 0 0 0 0,1 0 0 0 0,-1-1-1 0 0,1 1 1 0 0,-1 0 0 0 0,1 0 0 0 0,-1 0 0 0 0,1 0-1 0 0,-1 0 1 0 0,1 0 0 0 0,0 0 0 0 0,-1 1 0 0 0,1-1 0 0 0,-1 0-1 0 0,1 0 1 0 0,-1 0 0 0 0,1 0 0 0 0,-1 0 0 0 0,1 1-1 0 0,0-1 1 0 0,-1 0 0 0 0,1 0 0 0 0,0 1 0 0 0,-1-1-1 0 0,1 0 1 0 0,0 1 0 0 0,-1-1 0 0 0,1 0 0 0 0,-1 1-1 0 0,-13 13 205 0 0,11-10 475 0 0,-1 1-610 0 0,-10 17 25 0 0,11-17 4 0 0,0 1-27 0 0,-8 19 42 0 0,9-18 116 0 0,0-1 55 0 0,-2 19 33 0 0,3-19 31 0 0,1-1 79 0 0,2 6 22 0 0,0 1-1 0 0,1-1 1 0 0,1-1-1 0 0,0 1 1 0 0,5 10-1 0 0,-4-10-282 0 0,-1-1 0 0 0,0 1-1 0 0,0 1 1 0 0,-1-1 0 0 0,2 17-1 0 0,-5-24-143 0 0,0 0 0 0 0,0 0 0 0 0,0 0 0 0 0,-1 0-1 0 0,0 0 1 0 0,1 0 0 0 0,-1 0 0 0 0,-1-1 0 0 0,1 1 0 0 0,0 0 0 0 0,-1-1-1 0 0,0 1 1 0 0,0-1 0 0 0,0 1 0 0 0,0-1 0 0 0,-1 0 0 0 0,1 0 0 0 0,-1 0-1 0 0,0 0 1 0 0,-5 4 0 0 0,-8 5-640 0 0,0 0 0 0 0,-1-1 0 0 0,-34 16 1 0 0,-21 1-6349 0 0,51-22 3815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0.148"/>
    </inkml:context>
    <inkml:brush xml:id="br0">
      <inkml:brushProperty name="width" value="0.035" units="cm"/>
      <inkml:brushProperty name="height" value="0.035" units="cm"/>
    </inkml:brush>
  </inkml:definitions>
  <inkml:trace contextRef="#ctx0" brushRef="#br0">1 53 4828 0 0,'0'0'569'0'0,"7"-31"6579"0"0,-5 22 1160 0 0,-3 9-8184 0 0,1 0 1 0 0,0 0 0 0 0,0 0 0 0 0,0 0-1 0 0,-1-1 1 0 0,1 1 0 0 0,0 0 0 0 0,0 0-1 0 0,0-1 1 0 0,0 1 0 0 0,-1 0 0 0 0,1 0 0 0 0,0-1-1 0 0,0 1 1 0 0,0 0 0 0 0,0 0 0 0 0,0-1-1 0 0,0 1 1 0 0,0 0 0 0 0,0 0 0 0 0,0-1-1 0 0,0 1 1 0 0,0 0 0 0 0,0 0 0 0 0,0-1 0 0 0,0 1-1 0 0,0 0 1 0 0,0-1 0 0 0,0 1 0 0 0,0 0-1 0 0,0 0 1 0 0,1-1 0 0 0,-1 1 0 0 0,0 0-1 0 0,0 0 1 0 0,0 0 0 0 0,0-1 0 0 0,0 1 0 0 0,1 0-1 0 0,-1 0 1 0 0,0 0 0 0 0,0-1 0 0 0,0 1-1 0 0,1 0 1 0 0,-1 0 0 0 0,0 0 0 0 0,0 0-1 0 0,1 0 1 0 0,-1-1 0 0 0,0 1 0 0 0,0 0-1 0 0,1 0 1 0 0,-1 0 0 0 0,0 0 0 0 0,0 0 0 0 0,1 0-1 0 0,-1 0 1 0 0,1 0 0 0 0,30-2 1407 0 0,37 9-1421 0 0,-41-3 70 0 0,-1 2-1 0 0,0 2 1 0 0,0 0 0 0 0,-1 1 0 0 0,0 2 0 0 0,0 0 0 0 0,-1 2-1 0 0,-1 1 1 0 0,31 23 0 0 0,10 15-159 0 0,99 105-1 0 0,29 24-109 0 0,-86-98-62 0 0,111 94 76 0 0,-91-77 207 0 0,-123-98-226 0 0,-1-1-155 0 0,-1-1 1 0 0,1 0 0 0 0,-1 1 0 0 0,1-1 0 0 0,-1 1 0 0 0,0-1 0 0 0,1 1 0 0 0,-1 0 0 0 0,0 0-1 0 0,1-1 1 0 0,-1 1 0 0 0,0 0 0 0 0,0 0 0 0 0,2 2 0 0 0,-16-13-5368 0 0,11 6 5495 0 0,0 0-1 0 0,1 0 1 0 0,-1 0-1 0 0,1 0 1 0 0,0 0-1 0 0,0 0 1 0 0,1 0-1 0 0,-1 0 1 0 0,1-1-1 0 0,0 1 1 0 0,0 0-1 0 0,1 0 1 0 0,-1 0 0 0 0,1-1-1 0 0,0 1 1 0 0,1-4-1 0 0,-1 2-75 0 0,2-9 92 0 0,1-1 0 0 0,0 1 0 0 0,2 0 0 0 0,-1 0 0 0 0,2 1 0 0 0,8-15 0 0 0,-4 7 495 0 0,-10 20-153 0 0,5-10 1429 0 0,-1-4 902 0 0,-4 16-2556 0 0,-1-1-1 0 0,1 1 1 0 0,-1 0 0 0 0,0 0 0 0 0,1-1 0 0 0,-1 1 0 0 0,1 0-1 0 0,-1 0 1 0 0,1 0 0 0 0,-1-1 0 0 0,1 1 0 0 0,-1 0 0 0 0,1 0-1 0 0,-1 0 1 0 0,1 0 0 0 0,-1 0 0 0 0,1 0 0 0 0,-1 0 0 0 0,1 0-1 0 0,-1 0 1 0 0,1 1 0 0 0,-1-1 0 0 0,1 0 0 0 0,-1 0 0 0 0,0 0 0 0 0,1 0-1 0 0,-1 1 1 0 0,1-1 0 0 0,-1 0 0 0 0,1 1 0 0 0,-1-1 0 0 0,0 0-1 0 0,1 0 1 0 0,-1 1 0 0 0,1 0 0 0 0,3 3 123 0 0,0-1 0 0 0,-1 1 0 0 0,1 1-1 0 0,-1-1 1 0 0,0 0 0 0 0,0 1 0 0 0,-1 0 0 0 0,1-1 0 0 0,-1 1 0 0 0,0 0 0 0 0,0 0 0 0 0,-1 1 0 0 0,1-1 0 0 0,-1 0-1 0 0,0 0 1 0 0,-1 1 0 0 0,1-1 0 0 0,-1 1 0 0 0,0-1 0 0 0,0 0 0 0 0,-1 1 0 0 0,0-1 0 0 0,0 0 0 0 0,0 1-1 0 0,0-1 1 0 0,-3 5 0 0 0,2-2-103 0 0,0 0 0 0 0,-1-1 0 0 0,0 1 0 0 0,0-1 0 0 0,-1 0 0 0 0,0 0 0 0 0,0 0 0 0 0,-1-1-1 0 0,0 0 1 0 0,0 1 0 0 0,0-2 0 0 0,-1 1 0 0 0,1 0 0 0 0,-2-1 0 0 0,1 0 0 0 0,0-1 0 0 0,-9 5 0 0 0,13-8-65 0 0,-31 13-2054 0 0,-42 11 0 0 0,65-23 584 0 0,-1 0 1 0 0,1 0-1 0 0,-1-1 1 0 0,1 0 0 0 0,-12-1-1 0 0,3-2-1683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4.018"/>
    </inkml:context>
    <inkml:brush xml:id="br0">
      <inkml:brushProperty name="width" value="0.035" units="cm"/>
      <inkml:brushProperty name="height" value="0.035" units="cm"/>
    </inkml:brush>
  </inkml:definitions>
  <inkml:trace contextRef="#ctx0" brushRef="#br0">382 117 6877 0 0,'-1'-9'408'0'0,"0"0"0"0"0,0 0-1 0 0,0 0 1 0 0,-1 1 0 0 0,-1-1 0 0 0,-4-12 0 0 0,6 19 387 0 0,-10-12 2587 0 0,8 11-3121 0 0,-1 1 1 0 0,1-1 0 0 0,-1 0 0 0 0,0 1 0 0 0,0 0 0 0 0,0 0 0 0 0,0 0 0 0 0,0 0-1 0 0,-1 1 1 0 0,1 0 0 0 0,-1 0 0 0 0,1 0 0 0 0,0 0 0 0 0,-1 1 0 0 0,1-1 0 0 0,-1 1-1 0 0,0 0 1 0 0,1 1 0 0 0,-1-1 0 0 0,1 1 0 0 0,0 0 0 0 0,-1 0 0 0 0,1 0 0 0 0,-6 3-1 0 0,1 0-66 0 0,0 0 0 0 0,1 1 0 0 0,0 0 1 0 0,0 0-1 0 0,0 1 0 0 0,0 0 0 0 0,1 0 0 0 0,0 1 0 0 0,0-1 0 0 0,-9 15 0 0 0,-4 7-17 0 0,1 0 1 0 0,1 2-1 0 0,2 0 0 0 0,1 1 1 0 0,1 0-1 0 0,-15 57 1 0 0,24-69-177 0 0,1 2 0 0 0,0-1 0 0 0,2 0 0 0 0,1 1 0 0 0,0-1 0 0 0,1 1 0 0 0,2-1 0 0 0,0 1 0 0 0,1-1 1 0 0,1 0-1 0 0,0 0 0 0 0,13 30 0 0 0,-15-43-13 0 0,1 0 0 0 0,0-1 1 0 0,0 0-1 0 0,1 1 0 0 0,0-1 0 0 0,0-1 1 0 0,0 1-1 0 0,1 0 0 0 0,-1-1 1 0 0,1 0-1 0 0,1 0 0 0 0,-1-1 0 0 0,1 0 1 0 0,0 1-1 0 0,0-2 0 0 0,0 1 1 0 0,0-1-1 0 0,1 0 0 0 0,-1 0 0 0 0,1-1 1 0 0,0 0-1 0 0,10 2 0 0 0,-5-2-76 0 0,0-1 0 0 0,0-1 0 0 0,0 0 0 0 0,1-1 0 0 0,-1 0-1 0 0,0-1 1 0 0,0 0 0 0 0,-1-1 0 0 0,1-1 0 0 0,0 1 0 0 0,-1-2 0 0 0,15-7-1 0 0,7-4-396 0 0,0-3 0 0 0,-1 0 0 0 0,50-41 0 0 0,-73 53 445 0 0,0-1-1 0 0,-1 0 1 0 0,1 0-1 0 0,-2-1 0 0 0,1 0 1 0 0,-1-1-1 0 0,-1 1 1 0 0,1-1-1 0 0,-2-1 1 0 0,1 1-1 0 0,-2-1 0 0 0,1 0 1 0 0,-1 0-1 0 0,-1 0 1 0 0,0 0-1 0 0,1-13 0 0 0,-4 23 44 0 0,1 0 0 0 0,-1 1 0 0 0,0-1 0 0 0,0 0 0 0 0,0 0 0 0 0,0 0 0 0 0,0 0 0 0 0,0 0 0 0 0,0 0 0 0 0,0 0 0 0 0,-1 0 0 0 0,1 0-1 0 0,0 1 1 0 0,0-1 0 0 0,-1 0 0 0 0,1 0 0 0 0,-1 0 0 0 0,1 0 0 0 0,0 1 0 0 0,-1-1 0 0 0,0 0 0 0 0,1 0 0 0 0,-1 1 0 0 0,1-1-1 0 0,-1 0 1 0 0,0 1 0 0 0,0-1 0 0 0,1 1 0 0 0,-1-1 0 0 0,0 1 0 0 0,0-1 0 0 0,0 1 0 0 0,1-1 0 0 0,-1 1 0 0 0,0 0 0 0 0,0 0 0 0 0,0-1-1 0 0,0 1 1 0 0,0 0 0 0 0,0 0 0 0 0,0 0 0 0 0,1 0 0 0 0,-1 0 0 0 0,0 0 0 0 0,0 0 0 0 0,0 0 0 0 0,0 1 0 0 0,0-1 0 0 0,0 0-1 0 0,0 0 1 0 0,0 1 0 0 0,1-1 0 0 0,-1 1 0 0 0,-1 0 0 0 0,-4 1 22 0 0,1 0 1 0 0,0 1-1 0 0,-1-1 0 0 0,1 1 1 0 0,0 1-1 0 0,1-1 0 0 0,-7 6 1 0 0,0 2 31 0 0,1 1 1 0 0,0 0-1 0 0,1 1 1 0 0,1 0 0 0 0,-12 23-1 0 0,18-32-53 0 0,-1 1-1 0 0,1 0 1 0 0,1-1-1 0 0,-1 1 0 0 0,1 0 1 0 0,-1 0-1 0 0,2 0 1 0 0,-1 0-1 0 0,0 1 1 0 0,1-1-1 0 0,0 0 0 0 0,0 0 1 0 0,1 0-1 0 0,-1 0 1 0 0,1 0-1 0 0,0 0 1 0 0,1 0-1 0 0,-1 0 0 0 0,1 0 1 0 0,4 9-1 0 0,-3-11-4 0 0,0 0-1 0 0,0 0 1 0 0,1 0-1 0 0,-1 0 1 0 0,1 0-1 0 0,0-1 1 0 0,0 0-1 0 0,-1 1 1 0 0,1-1-1 0 0,1-1 1 0 0,-1 1-1 0 0,0-1 1 0 0,0 1-1 0 0,1-1 0 0 0,-1-1 1 0 0,1 1-1 0 0,-1 0 1 0 0,8-1-1 0 0,-3 0 7 0 0,0 1 0 0 0,-1-2-1 0 0,1 1 1 0 0,0-1-1 0 0,0-1 1 0 0,-1 0 0 0 0,1 0-1 0 0,14-5 1 0 0,-15 3-132 0 0,0 0 1 0 0,0 0-1 0 0,-1-1 0 0 0,0 0 1 0 0,1 0-1 0 0,-1-1 1 0 0,-1 1-1 0 0,1-2 0 0 0,-1 1 1 0 0,0-1-1 0 0,-1 0 1 0 0,0 0-1 0 0,0 0 0 0 0,0-1 1 0 0,-1 1-1 0 0,0-1 0 0 0,0-1 1 0 0,-1 1-1 0 0,0 0 1 0 0,-1-1-1 0 0,1 1 0 0 0,-2-1 1 0 0,1 0-1 0 0,-1 0 0 0 0,-1 0 1 0 0,0-17-1 0 0,-1 24 66 0 0,0-1 1 0 0,0 0-1 0 0,0 1 0 0 0,0 0 0 0 0,0-1 1 0 0,0 1-1 0 0,-1 0 0 0 0,1-1 0 0 0,-1 1 1 0 0,0 0-1 0 0,1 0 0 0 0,-1 0 0 0 0,0 0 1 0 0,0 1-1 0 0,0-1 0 0 0,0 0 0 0 0,-1 1 1 0 0,1 0-1 0 0,0-1 0 0 0,-1 1 0 0 0,1 0 0 0 0,-1 0 1 0 0,1 0-1 0 0,-1 0 0 0 0,1 1 0 0 0,-1-1 1 0 0,0 1-1 0 0,1 0 0 0 0,-1 0 0 0 0,0 0 1 0 0,1 0-1 0 0,-1 0 0 0 0,0 0 0 0 0,1 1 1 0 0,-4 0-1 0 0,-35 11-4471 0 0,38-10 2446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4.685"/>
    </inkml:context>
    <inkml:brush xml:id="br0">
      <inkml:brushProperty name="width" value="0.035" units="cm"/>
      <inkml:brushProperty name="height" value="0.035" units="cm"/>
    </inkml:brush>
  </inkml:definitions>
  <inkml:trace contextRef="#ctx0" brushRef="#br0">84 50 11253 0 0,'-7'-19'95'0'0,"5"16"201"0"0,0 0-1 0 0,0 0 1 0 0,0 0-1 0 0,-1 1 1 0 0,1-1-1 0 0,-1 1 0 0 0,0 0 1 0 0,0 0-1 0 0,0 0 1 0 0,0 0-1 0 0,-3-1 1 0 0,5 3-227 0 0,0-1-1 0 0,1 1 1 0 0,-1 0 0 0 0,0 0 0 0 0,1 0 0 0 0,-1 0 0 0 0,0 0 0 0 0,1 0 0 0 0,-1 1 0 0 0,0-1-1 0 0,0 0 1 0 0,1 0 0 0 0,-1 0 0 0 0,0 1 0 0 0,1-1 0 0 0,-1 0 0 0 0,1 1 0 0 0,-1-1 0 0 0,0 0-1 0 0,1 1 1 0 0,-1-1 0 0 0,0 2 0 0 0,-13 24 366 0 0,10-7-177 0 0,1-1 0 0 0,0 1 1 0 0,2-1-1 0 0,0 1 0 0 0,1 0 1 0 0,2 20-1 0 0,0 21 347 0 0,-2-58-628 0 0,0-1-1 0 0,0 1 1 0 0,0 0 0 0 0,0-1 0 0 0,0 1 0 0 0,0-1-1 0 0,0 1 1 0 0,0 0 0 0 0,1-1 0 0 0,-1 1 0 0 0,1-1-1 0 0,-1 1 1 0 0,1 0 0 0 0,-1-1 0 0 0,1 0 0 0 0,0 1-1 0 0,0-1 1 0 0,0 1 0 0 0,0-1 0 0 0,0 0 0 0 0,0 0-1 0 0,0 1 1 0 0,0-1 0 0 0,0 0 0 0 0,1 0 0 0 0,-1 0-1 0 0,0 0 1 0 0,1 0 0 0 0,-1-1 0 0 0,1 1 0 0 0,-1 0-1 0 0,1-1 1 0 0,-1 1 0 0 0,3 0 0 0 0,-1-1-21 0 0,0-1 0 0 0,0 1 1 0 0,0 0-1 0 0,1-1 0 0 0,-1 0 1 0 0,0 0-1 0 0,0 0 1 0 0,-1 0-1 0 0,1 0 0 0 0,0 0 1 0 0,0-1-1 0 0,-1 0 0 0 0,1 1 1 0 0,0-1-1 0 0,-1 0 0 0 0,0 0 1 0 0,1 0-1 0 0,1-4 0 0 0,8-9-10 0 0,0-1 0 0 0,-2-1 0 0 0,0 1 0 0 0,-1-2 0 0 0,-1 1 0 0 0,7-22 0 0 0,8-13 173 0 0,-22 49 810 0 0,-1 2-914 0 0,0 1 0 0 0,0-1 0 0 0,0 1 0 0 0,0-1 0 0 0,0 1 1 0 0,0-1-1 0 0,0 0 0 0 0,0 1 0 0 0,1-1 0 0 0,-1 1 0 0 0,0-1 0 0 0,0 1 1 0 0,0-1-1 0 0,1 0 0 0 0,-1 1 0 0 0,0-1 0 0 0,1 1 0 0 0,-1-1 0 0 0,0 1 1 0 0,1 0-1 0 0,-1-1 0 0 0,1 1 0 0 0,-1-1 0 0 0,1 1 0 0 0,0 0-10 0 0,-1 0 0 0 0,0 0 1 0 0,1 0-1 0 0,-1 0 0 0 0,0 0 0 0 0,1 1 0 0 0,-1-1 0 0 0,0 0 0 0 0,1 0 0 0 0,-1 1 0 0 0,0-1 0 0 0,0 0 0 0 0,1 0 0 0 0,-1 1 0 0 0,0-1 0 0 0,0 0 0 0 0,0 1 0 0 0,1-1 0 0 0,-1 0 0 0 0,0 1 0 0 0,0-1 0 0 0,0 0 0 0 0,0 1 0 0 0,0-1 0 0 0,0 0 0 0 0,1 1 0 0 0,-1-1 1 0 0,0 1-1 0 0,0-1 0 0 0,0 0 0 0 0,0 1 0 0 0,0-1 0 0 0,-1 0 0 0 0,1 1 0 0 0,0-1 0 0 0,0 0 0 0 0,0 1 0 0 0,0-1 0 0 0,0 0 0 0 0,-1 1 0 0 0,-7 49 381 0 0,6-40-331 0 0,-1 0 0 0 0,2 0 0 0 0,-1 0 0 0 0,1 0 0 0 0,1 0 0 0 0,0 0 0 0 0,0 0 0 0 0,1 0 0 0 0,0 0 0 0 0,3 11 0 0 0,-4-20-70 0 0,1 0-1 0 0,-1 0 0 0 0,1 0 0 0 0,-1 0 0 0 0,1 0 0 0 0,-1 0 0 0 0,1 0 0 0 0,-1 0 0 0 0,1 0 0 0 0,0-1 1 0 0,-1 1-1 0 0,1 0 0 0 0,0 0 0 0 0,0-1 0 0 0,0 1 0 0 0,0 0 0 0 0,0-1 0 0 0,0 1 0 0 0,0-1 0 0 0,0 1 0 0 0,0-1 1 0 0,0 1-1 0 0,0-1 0 0 0,0 0 0 0 0,0 1 0 0 0,0-1 0 0 0,2 0 0 0 0,0 0-16 0 0,-1-1-1 0 0,1 1 0 0 0,-1-1 1 0 0,1 0-1 0 0,-1 1 0 0 0,1-1 1 0 0,-1-1-1 0 0,1 1 1 0 0,-1 0-1 0 0,0 0 0 0 0,3-3 1 0 0,7-5-92 0 0,-1-1 0 0 0,0 0 0 0 0,11-14 1 0 0,-20 23 110 0 0,38-51-3 0 0,14-13 172 0 0,-52 63 202 0 0,9-4-38 0 0,-2 3-101 0 0,-6 16-22 0 0,-5 32-168 0 0,0 25 1130 0 0,3-66-1272 0 0,-1 0 0 0 0,1 0 0 0 0,0 0 0 0 0,0 0 0 0 0,1-1 0 0 0,-1 1 0 0 0,1 0 0 0 0,0 0 0 0 0,0-1 0 0 0,0 1 0 0 0,0-1 1 0 0,1 0-1 0 0,-1 0 0 0 0,6 5 0 0 0,-6-6-965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5.527"/>
    </inkml:context>
    <inkml:brush xml:id="br0">
      <inkml:brushProperty name="width" value="0.035" units="cm"/>
      <inkml:brushProperty name="height" value="0.035" units="cm"/>
    </inkml:brush>
  </inkml:definitions>
  <inkml:trace contextRef="#ctx0" brushRef="#br0">68 123 9349 0 0,'0'0'159'0'0,"1"-31"2458"0"0,-1 30-2582 0 0,-1 1 0 0 0,1-1 1 0 0,-1 1-1 0 0,1-1 0 0 0,-1 1 0 0 0,0-1 0 0 0,1 1 0 0 0,-1-1 1 0 0,0 1-1 0 0,1 0 0 0 0,-1-1 0 0 0,0 1 0 0 0,1 0 0 0 0,-1-1 1 0 0,0 1-1 0 0,1 0 0 0 0,-1 0 0 0 0,0 0 0 0 0,0 0 0 0 0,1 0 1 0 0,-1 0-1 0 0,0 0 0 0 0,0 0 0 0 0,1 0 0 0 0,-1 0 0 0 0,0 0 1 0 0,0 0-1 0 0,1 1 0 0 0,-1-1 0 0 0,0 0 0 0 0,-20 20 777 0 0,17-14-597 0 0,1 0 0 0 0,-1 1 0 0 0,1-1 0 0 0,0 1 0 0 0,1-1 0 0 0,-3 10-1 0 0,4-10-42 0 0,0-1-1 0 0,1 1 0 0 0,0-1 0 0 0,0 1 0 0 0,0-1 0 0 0,2 11 0 0 0,-2-15-205 0 0,0 0-1 0 0,0-1 1 0 0,1 1-1 0 0,-1 0 1 0 0,0-1 0 0 0,0 1-1 0 0,1-1 1 0 0,-1 1-1 0 0,0-1 1 0 0,1 1 0 0 0,-1-1-1 0 0,1 1 1 0 0,-1-1-1 0 0,1 1 1 0 0,-1-1 0 0 0,1 1-1 0 0,-1-1 1 0 0,1 0-1 0 0,-1 1 1 0 0,1-1-1 0 0,-1 0 1 0 0,1 1 0 0 0,0-1-1 0 0,0 0 1 0 0,1 0 35 0 0,0 0 1 0 0,0 0-1 0 0,-1 0 1 0 0,1-1 0 0 0,0 1-1 0 0,-1 0 1 0 0,1-1-1 0 0,-1 0 1 0 0,1 1-1 0 0,-1-1 1 0 0,1 0-1 0 0,-1 0 1 0 0,1 0 0 0 0,1-1-1 0 0,11-10 12 0 0,-2 0 0 0 0,1-1 0 0 0,-1 0-1 0 0,-1-1 1 0 0,11-18 0 0 0,-17 26 51 0 0,-4 3 1599 0 0,9 1-1257 0 0,-10 2-399 0 0,1 0 1 0 0,-1-1 0 0 0,1 1 0 0 0,-1 0-1 0 0,1 0 1 0 0,-1 0 0 0 0,1 0 0 0 0,-1 0-1 0 0,1 0 1 0 0,-1-1 0 0 0,1 1 0 0 0,-1 0-1 0 0,0 0 1 0 0,1 0 0 0 0,-1 1 0 0 0,1-1 0 0 0,-1 0-1 0 0,1 0 1 0 0,-1 0 0 0 0,1 0 0 0 0,-1 0-1 0 0,1 1 1 0 0,-1-1 0 0 0,1 0 0 0 0,-1 0-1 0 0,0 0 1 0 0,1 1 0 0 0,-1-1 0 0 0,1 0-1 0 0,-1 1 1 0 0,0-1 0 0 0,1 0 0 0 0,-1 1-1 0 0,0-1 1 0 0,0 1 0 0 0,1-1 0 0 0,-1 0 0 0 0,0 1-1 0 0,0-1 1 0 0,0 1 0 0 0,1-1 0 0 0,-1 1-1 0 0,0-1 1 0 0,0 1 0 0 0,0-1 0 0 0,0 1-1 0 0,0-1 1 0 0,0 1 0 0 0,0 0 0 0 0,1 6 40 0 0,0-1 1 0 0,0 1 0 0 0,0-1-1 0 0,-1 1 1 0 0,0 0 0 0 0,-2 10-1 0 0,1 6 304 0 0,1-21-115 0 0,1 0-236 0 0,0 0 0 0 0,0 0 0 0 0,0 0 0 0 0,0-1-1 0 0,0 1 1 0 0,1 0 0 0 0,-1-1 0 0 0,1 1 0 0 0,-1-1 0 0 0,1 0 0 0 0,0 1 0 0 0,-1-1-1 0 0,1 0 1 0 0,0 0 0 0 0,3 1 0 0 0,0 0-14 0 0,-1-1 0 0 0,1 0 0 0 0,-1 0 0 0 0,1-1 0 0 0,0 1 0 0 0,-1-1 0 0 0,1 0 0 0 0,0 0 0 0 0,-1-1 0 0 0,1 1 0 0 0,0-1 0 0 0,-1 0 0 0 0,1 0-1 0 0,-1-1 1 0 0,1 1 0 0 0,-1-1 0 0 0,0 0 0 0 0,0 0 0 0 0,0-1 0 0 0,0 1 0 0 0,5-5 0 0 0,0 1 55 0 0,-1-1 1 0 0,0 0-1 0 0,0-1 0 0 0,-1 0 0 0 0,0 0 1 0 0,0-1-1 0 0,-1 1 0 0 0,7-12 0 0 0,-12 17 401 0 0,15-18 749 0 0,-16 24-1179 0 0,0 0 0 0 0,-1 1 0 0 0,1-1 0 0 0,-1 1 0 0 0,1-1 0 0 0,-1 0 0 0 0,0 1 0 0 0,0-1 0 0 0,-1 0 0 0 0,-1 5 0 0 0,-11 38-47 0 0,14-45 31 0 0,0 0 0 0 0,0 0 0 0 0,0 0 0 0 0,0 0 0 0 0,1 0-1 0 0,-1 0 1 0 0,0 0 0 0 0,0 0 0 0 0,1 0 0 0 0,-1 0 0 0 0,0 0 0 0 0,1 0 0 0 0,-1 0 0 0 0,1 0-1 0 0,-1-1 1 0 0,1 1 0 0 0,-1 0 0 0 0,1 0 0 0 0,0 0 0 0 0,-1-1 0 0 0,1 1 0 0 0,0 0 0 0 0,0-1-1 0 0,0 1 1 0 0,-1-1 0 0 0,1 1 0 0 0,0-1 0 0 0,0 1 0 0 0,0-1 0 0 0,0 1 0 0 0,0-1 0 0 0,0 0-1 0 0,0 0 1 0 0,0 1 0 0 0,0-1 0 0 0,0 0 0 0 0,2 0 0 0 0,3 0 0 0 0,0-1 0 0 0,0 1 0 0 0,0-1-1 0 0,-1-1 1 0 0,1 1 0 0 0,0-1 0 0 0,0 0 0 0 0,-1 0 0 0 0,1-1 0 0 0,-1 1 0 0 0,0-1 0 0 0,0 0-1 0 0,5-5 1 0 0,-7 7 14 0 0,0-1 1666 0 0,13-6-1615 0 0,-13 8-60 0 0,0 0 0 0 0,0 0 1 0 0,1 0-1 0 0,-1 1 0 0 0,0-1 0 0 0,0 1 0 0 0,0 0 1 0 0,0 0-1 0 0,0 0 0 0 0,-1 0 0 0 0,1 0 0 0 0,0 0 0 0 0,0 1 1 0 0,-1 0-1 0 0,1-1 0 0 0,3 4 0 0 0,29 12-10 0 0,-30-16-7 0 0,1-1 0 0 0,0-1 0 0 0,-1 1-1 0 0,1-1 1 0 0,0 0 0 0 0,-1 0 0 0 0,1-1-1 0 0,-1 1 1 0 0,0-1 0 0 0,1 0 0 0 0,-1-1-1 0 0,0 1 1 0 0,0-1 0 0 0,0 0 0 0 0,-1 0-1 0 0,1-1 1 0 0,-1 1 0 0 0,0-1 0 0 0,0 0-1 0 0,0 0 1 0 0,5-7 0 0 0,-3 4 24 0 0,-1 0 0 0 0,1-1 0 0 0,-1 1-1 0 0,-1-1 1 0 0,1 0 0 0 0,-1 0 0 0 0,-1-1 0 0 0,0 1 0 0 0,0-1 0 0 0,0 1-1 0 0,-1-1 1 0 0,-1 0 0 0 0,1-9 0 0 0,-1 17-2 0 0,-1-1 0 0 0,0 1 0 0 0,0 0 0 0 0,0 0 0 0 0,0 0-1 0 0,0 0 1 0 0,0 0 0 0 0,0 0 0 0 0,0 0 0 0 0,-1 0 0 0 0,1 0 0 0 0,0 0 0 0 0,-1 0 0 0 0,1 0-1 0 0,-1 0 1 0 0,1 0 0 0 0,-1 1 0 0 0,1-1 0 0 0,-1 0 0 0 0,1 0 0 0 0,-1 0 0 0 0,0 1 0 0 0,0-1-1 0 0,1 0 1 0 0,-1 0 0 0 0,0 1 0 0 0,0-1 0 0 0,0 1 0 0 0,0-1 0 0 0,0 1 0 0 0,0-1 0 0 0,-1 1-1 0 0,-1-1 1 0 0,1 1-1 0 0,-1 0 0 0 0,0 1 0 0 0,0-1 1 0 0,1 0-1 0 0,-1 1 0 0 0,0 0 0 0 0,1 0 1 0 0,-1-1-1 0 0,0 2 0 0 0,-4 1 0 0 0,-6 5-59 0 0,0-1 0 0 0,0 2 0 0 0,-15 13 0 0 0,-6 6-1030 0 0,4-3-3894 0 0,28-23 2632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5.975"/>
    </inkml:context>
    <inkml:brush xml:id="br0">
      <inkml:brushProperty name="width" value="0.035" units="cm"/>
      <inkml:brushProperty name="height" value="0.035" units="cm"/>
    </inkml:brush>
  </inkml:definitions>
  <inkml:trace contextRef="#ctx0" brushRef="#br0">70 50 9065 0 0,'0'0'4000'0'0,"-18"-7"-1024"0"0,13 13-2681 0 0,0-1-1 0 0,1 1 1 0 0,-1 0 0 0 0,1 0-1 0 0,1 1 1 0 0,-1-1 0 0 0,-3 13 0 0 0,-6 7-94 0 0,11-23-260 0 0,2-3-58 0 0,0 1 102 0 0,0-1-1 0 0,0 1 1 0 0,0 0-1 0 0,0-1 1 0 0,0 1-1 0 0,1-1 1 0 0,-1 1-1 0 0,0 0 1 0 0,0-1-1 0 0,0 1 1 0 0,0-1-1 0 0,1 1 1 0 0,-1-1 0 0 0,0 1-1 0 0,1-1 1 0 0,-1 1-1 0 0,0-1 1 0 0,1 1-1 0 0,-1-1 1 0 0,1 1-1 0 0,-1-1 1 0 0,0 0-1 0 0,1 1 1 0 0,-1-1-1 0 0,1 0 1 0 0,-1 1-1 0 0,1-1 1 0 0,-1 0-1 0 0,1 0 1 0 0,0 1-1 0 0,0-1 1 0 0,24-3-261 0 0,23-23-143 0 0,85-93 4658 0 0,-132 119-4184 0 0,0 1-1 0 0,0-1 1 0 0,0 0 0 0 0,0 0 0 0 0,0 1 0 0 0,0-1 0 0 0,-1 0 0 0 0,1 1 0 0 0,0-1 0 0 0,0 1 0 0 0,0-1 0 0 0,-1 1 0 0 0,1-1 0 0 0,0 1 0 0 0,-1-1 0 0 0,1 1-1 0 0,0 0 1 0 0,-1-1 0 0 0,1 1 0 0 0,-1 0 0 0 0,1 0 0 0 0,0 0 0 0 0,0 4 133 0 0,-1 0 1 0 0,1-1-1 0 0,-1 1 0 0 0,0 0 0 0 0,0-1 1 0 0,-1 1-1 0 0,1 0 0 0 0,-1-1 0 0 0,0 1 1 0 0,0-1-1 0 0,-3 7 0 0 0,-2 18-1120 0 0,5-1-6920 0 0,3-19 4874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6.970"/>
    </inkml:context>
    <inkml:brush xml:id="br0">
      <inkml:brushProperty name="width" value="0.035" units="cm"/>
      <inkml:brushProperty name="height" value="0.035" units="cm"/>
    </inkml:brush>
  </inkml:definitions>
  <inkml:trace contextRef="#ctx0" brushRef="#br0">394 66 7241 0 0,'0'0'372'0'0,"0"-13"260"0"0,-2 6 3253 0 0,1 4-3730 0 0,-1 0 0 0 0,0 0 0 0 0,0 0-1 0 0,0 0 1 0 0,0 1 0 0 0,0-1-1 0 0,-1 1 1 0 0,1-1 0 0 0,-1 1 0 0 0,1 0-1 0 0,-1 0 1 0 0,0 0 0 0 0,0 0-1 0 0,0 0 1 0 0,0 1 0 0 0,0 0 0 0 0,0-1-1 0 0,-1 1 1 0 0,1 0 0 0 0,0 1-1 0 0,-1-1 1 0 0,1 0 0 0 0,0 1-1 0 0,-1 0 1 0 0,1 0 0 0 0,-1 0 0 0 0,1 0-1 0 0,-1 1 1 0 0,1-1 0 0 0,0 1-1 0 0,-1 0 1 0 0,1 0 0 0 0,0 0 0 0 0,0 0-1 0 0,-1 0 1 0 0,1 1 0 0 0,0 0-1 0 0,1-1 1 0 0,-1 1 0 0 0,0 0 0 0 0,0 1-1 0 0,1-1 1 0 0,-1 0 0 0 0,1 1-1 0 0,0-1 1 0 0,-4 6 0 0 0,-27 34 469 0 0,2 1 0 0 0,2 1 0 0 0,2 2 0 0 0,1 0 0 0 0,3 2 0 0 0,2 1 0 0 0,2 0 0 0 0,-13 58 0 0 0,27-86-544 0 0,2 0 1 0 0,-2 31 0 0 0,5-45-82 0 0,0 1-1 0 0,0-1 1 0 0,1 0-1 0 0,-1 0 1 0 0,2 1-1 0 0,-1-1 1 0 0,1 0-1 0 0,0 0 1 0 0,1 0-1 0 0,6 12 1 0 0,-8-16-13 0 0,1-1 1 0 0,0 1-1 0 0,0-1 1 0 0,0 1-1 0 0,0-1 1 0 0,0 0-1 0 0,0 0 1 0 0,0 0-1 0 0,1 0 1 0 0,-1-1-1 0 0,1 1 1 0 0,-1 0-1 0 0,1-1 1 0 0,0 0-1 0 0,0 0 1 0 0,0 0-1 0 0,0 0 1 0 0,-1 0-1 0 0,1 0 1 0 0,4 0-1 0 0,-1-1-91 0 0,0 0-1 0 0,0-1 1 0 0,-1 0 0 0 0,1 1 0 0 0,0-2-1 0 0,0 1 1 0 0,-1-1 0 0 0,1 0-1 0 0,9-4 1 0 0,5-5-360 0 0,0-1 1 0 0,-1-1-1 0 0,0 0 1 0 0,19-20-1 0 0,-11 10 16 0 0,-2-1 1 0 0,36-43-1 0 0,-55 59 473 0 0,0-1 0 0 0,0 0 1 0 0,-1 0-1 0 0,0 0 1 0 0,-1 0-1 0 0,0-1 0 0 0,0 0 1 0 0,-1 0-1 0 0,0 0 0 0 0,-1 0 1 0 0,0 0-1 0 0,0-1 0 0 0,-1-10 1 0 0,-1 21-19 0 0,0-1 1 0 0,1 1 0 0 0,-1 0 0 0 0,0-1 0 0 0,0 1 0 0 0,0-1 0 0 0,0 1 0 0 0,0-1 0 0 0,0 1 0 0 0,0-1 0 0 0,0 1-1 0 0,0-1 1 0 0,0 1 0 0 0,0-1 0 0 0,-1 1 0 0 0,1-1 0 0 0,0 1 0 0 0,0-1 0 0 0,0 1 0 0 0,-1 0 0 0 0,1-1-1 0 0,0 1 1 0 0,0-1 0 0 0,-1 1 0 0 0,1 0 0 0 0,0-1 0 0 0,-1 1 0 0 0,1 0 0 0 0,-1-1 0 0 0,1 1 0 0 0,0 0 0 0 0,-1 0-1 0 0,1-1 1 0 0,-1 1 0 0 0,1 0 0 0 0,-1 0 0 0 0,1 0 0 0 0,-1-1 0 0 0,0 1 0 0 0,-19 12 93 0 0,-15 25 23 0 0,-56 97 409 0 0,70-102-170 0 0,20-29-445 0 0,-1 9-1023 0 0,4-11 634 0 0,11-16-104 0 0,-8 7 435 0 0,83-115-1709 0 0,-86 121 1678 0 0,3-8-133 0 0,-5 9 293 0 0,1 1 0 0 0,-1 0 0 0 0,0 0-1 0 0,1-1 1 0 0,-1 1 0 0 0,0 0 0 0 0,0-1-1 0 0,1 1 1 0 0,-1 0 0 0 0,0-1 0 0 0,0 1 0 0 0,1-1-1 0 0,-1 1 1 0 0,0 0 0 0 0,0-1 0 0 0,0 1-1 0 0,0-1 1 0 0,1 1 0 0 0,-1-1 0 0 0,0 1 0 0 0,0 0-1 0 0,0-1 1 0 0,0 1 0 0 0,0-1 0 0 0,0 1 0 0 0,0-1-1 0 0,0 1 1 0 0,0-1 0 0 0,-1 1 0 0 0,1 0-1 0 0,0-1 1 0 0,0 1 0 0 0,0-1 0 0 0,0 1 0 0 0,-1-1-1 0 0,1 1 1 0 0,0 0 0 0 0,0-1 0 0 0,-1 1 0 0 0,1 0-1 0 0,0-1 1 0 0,-1 1 0 0 0,1 0 0 0 0,0 0-1 0 0,-1-1 1 0 0,1 1 0 0 0,0 0 0 0 0,-1 0 0 0 0,1-1-1 0 0,-1 1 1 0 0,1 0 0 0 0,0 0 0 0 0,-1 0-1 0 0,1 0 1 0 0,-1 0 0 0 0,0-1 0 0 0,-4 1-37 0 0,-1 0 1 0 0,1 0 0 0 0,0 1-1 0 0,-1-1 1 0 0,1 1-1 0 0,0 0 1 0 0,0 0 0 0 0,0 1-1 0 0,0 0 1 0 0,0 0-1 0 0,0 0 1 0 0,0 0 0 0 0,0 1-1 0 0,-5 4 1 0 0,7-5-493 0 0,-3 4-401 0 0,-4 3-3114 0 0,3 2 2095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7.502"/>
    </inkml:context>
    <inkml:brush xml:id="br0">
      <inkml:brushProperty name="width" value="0.035" units="cm"/>
      <inkml:brushProperty name="height" value="0.035" units="cm"/>
    </inkml:brush>
  </inkml:definitions>
  <inkml:trace contextRef="#ctx0" brushRef="#br0">65 121 10317 0 0,'-5'-7'490'0'0,"-7"-11"1358"0"0,8 4 2875 0 0,4 14-4683 0 0,0-1 0 0 0,0 1 1 0 0,0 0-1 0 0,0-1 0 0 0,0 1 0 0 0,0 0 1 0 0,0-1-1 0 0,0 1 0 0 0,0 0 1 0 0,0 0-1 0 0,0-1 0 0 0,0 1 1 0 0,0 0-1 0 0,-1 0 0 0 0,1-1 1 0 0,0 1-1 0 0,0 0 0 0 0,0 0 0 0 0,0-1 1 0 0,-1 1-1 0 0,1 0 0 0 0,0 0 1 0 0,0-1-1 0 0,-1 1 0 0 0,1 0 1 0 0,0 0-1 0 0,0 0 0 0 0,-1 0 1 0 0,1 0-1 0 0,0 0 0 0 0,-1-1 0 0 0,1 1 1 0 0,0 0-1 0 0,0 0 0 0 0,-1 0 1 0 0,1 0-1 0 0,0 0 0 0 0,-1 0 1 0 0,1 0-1 0 0,0 0 0 0 0,-1 0 1 0 0,1 0-1 0 0,0 0 0 0 0,0 0 1 0 0,-1 0-1 0 0,1 1 0 0 0,0-1 0 0 0,-1 0 1 0 0,1 0-1 0 0,0 0 0 0 0,0 0 1 0 0,-1 0-1 0 0,1 1 0 0 0,0-1 1 0 0,0 0-1 0 0,0 0 0 0 0,-1 0 1 0 0,1 1-1 0 0,0-1 0 0 0,-2 1 99 0 0,1 0 0 0 0,0 0-1 0 0,-1 0 1 0 0,1 1 0 0 0,0-1-1 0 0,0 0 1 0 0,0 1 0 0 0,0-1-1 0 0,0 0 1 0 0,0 1 0 0 0,0-1 0 0 0,1 1-1 0 0,-1-1 1 0 0,0 4 0 0 0,-12 75 759 0 0,13-76-775 0 0,-1-2-118 0 0,1-1 0 0 0,0 0 1 0 0,-1 1-1 0 0,1-1 0 0 0,0 1 0 0 0,0-1 0 0 0,0 0 0 0 0,0 1 0 0 0,0-1 0 0 0,0 1 1 0 0,0-1-1 0 0,0 1 0 0 0,1-1 0 0 0,-1 0 0 0 0,1 1 0 0 0,-1-1 0 0 0,1 0 1 0 0,-1 1-1 0 0,2 1 0 0 0,14 23-10 0 0,-14-24-14 0 0,1-1 0 0 0,-1 1 0 0 0,1-1-1 0 0,0 0 1 0 0,0 0 0 0 0,-1 0 0 0 0,1 0 0 0 0,0-1 0 0 0,0 1 0 0 0,0-1-1 0 0,0 0 1 0 0,0 0 0 0 0,0 0 0 0 0,0 0 0 0 0,0 0 0 0 0,0-1-1 0 0,0 1 1 0 0,0-1 0 0 0,-1 0 0 0 0,1 0 0 0 0,0 0 0 0 0,0 0-1 0 0,-1 0 1 0 0,1 0 0 0 0,-1-1 0 0 0,1 0 0 0 0,-1 1 0 0 0,4-4 0 0 0,1 0-179 0 0,-1 0 0 0 0,1 0 0 0 0,-1 0 0 0 0,-1-1 0 0 0,1 0 0 0 0,-1 0 0 0 0,0-1 0 0 0,0 1 0 0 0,5-11 0 0 0,-5 5-81 0 0,2-1 201 0 0,-1-1-1 0 0,0 0 1 0 0,-1 0-1 0 0,-1-1 1 0 0,0 1-1 0 0,-1-1 1 0 0,3-28-1 0 0,-7 42 85 0 0,1 0 0 0 0,0 1 0 0 0,-1-1 0 0 0,1 0-1 0 0,-1 1 1 0 0,1-1 0 0 0,-1 1 0 0 0,1-1-1 0 0,-1 1 1 0 0,1 0 0 0 0,-1-1 0 0 0,0 1-1 0 0,1-1 1 0 0,-1 1 0 0 0,1 0 0 0 0,-1-1-1 0 0,0 1 1 0 0,0 0 0 0 0,1 0 0 0 0,-1 0 0 0 0,0 0-1 0 0,1-1 1 0 0,-1 1 0 0 0,0 0 0 0 0,-1 0-1 0 0,-20 0-10 0 0,14 1-27 0 0,0 0 0 0 0,1 1 0 0 0,-1 0 0 0 0,1 0-1 0 0,0 1 1 0 0,0 0 0 0 0,0 0 0 0 0,0 0 0 0 0,0 1 0 0 0,1 0 0 0 0,0 1 0 0 0,-1 0-1 0 0,-10 10 1 0 0,-14 28-7285 0 0,30-41 4950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18.281"/>
    </inkml:context>
    <inkml:brush xml:id="br0">
      <inkml:brushProperty name="width" value="0.035" units="cm"/>
      <inkml:brushProperty name="height" value="0.035" units="cm"/>
    </inkml:brush>
  </inkml:definitions>
  <inkml:trace contextRef="#ctx0" brushRef="#br0">402 33 10465 0 0,'-2'-22'463'0'0,"0"16"3403"0"0,1 5-3814 0 0,-1 0-1 0 0,1 1 1 0 0,0-1 0 0 0,0 1-1 0 0,-1 0 1 0 0,1-1 0 0 0,0 1-1 0 0,-1 0 1 0 0,1 0 0 0 0,0 0-1 0 0,-1 0 1 0 0,1 0-1 0 0,0 0 1 0 0,-1 0 0 0 0,1 0-1 0 0,0 0 1 0 0,-1 1 0 0 0,1-1-1 0 0,0 1 1 0 0,0-1 0 0 0,-1 1-1 0 0,1-1 1 0 0,0 1 0 0 0,0 0-1 0 0,0-1 1 0 0,-2 3 0 0 0,0 0 12 0 0,1 0 0 0 0,-1 0 0 0 0,1 0 0 0 0,0 0 1 0 0,0 0-1 0 0,1 1 0 0 0,-1-1 0 0 0,0 1 1 0 0,-1 5-1 0 0,-1 9 94 0 0,0 0 0 0 0,1 0-1 0 0,0 19 1 0 0,-2 8 178 0 0,-12 44 0 0 0,10-54-115 0 0,1 0 0 0 0,-3 54-1 0 0,9-87-305 0 0,-5-28-1265 0 0,2 12 1326 0 0,0 1 0 0 0,0-1 1 0 0,-1 1-1 0 0,-1 0 0 0 0,-8-18 0 0 0,11 27 48 0 0,0 1 0 0 0,0-1 0 0 0,-1 1 0 0 0,1 0 0 0 0,-1 0 0 0 0,0 0 1 0 0,1 0-1 0 0,-1 1 0 0 0,0-1 0 0 0,-1 1 0 0 0,1 0 0 0 0,0 0 0 0 0,-1 0 0 0 0,1 0 0 0 0,-1 0 0 0 0,0 1 0 0 0,1 0 0 0 0,-1-1 0 0 0,0 1 0 0 0,0 1 0 0 0,0-1 0 0 0,0 1 0 0 0,0-1 0 0 0,0 1 0 0 0,-7 1 0 0 0,4 0 90 0 0,-1 0 0 0 0,1 1-1 0 0,0 0 1 0 0,-1 0 0 0 0,1 1 0 0 0,0 0 0 0 0,0 0 0 0 0,1 1-1 0 0,-1 0 1 0 0,1 0 0 0 0,0 0 0 0 0,0 1 0 0 0,0 0 0 0 0,0 0-1 0 0,1 1 1 0 0,0-1 0 0 0,0 1 0 0 0,1 0 0 0 0,-1 1 0 0 0,1-1-1 0 0,1 1 1 0 0,-1-1 0 0 0,1 1 0 0 0,0 0 0 0 0,1 1 0 0 0,-1-1 0 0 0,1 0-1 0 0,1 1 1 0 0,0-1 0 0 0,0 1 0 0 0,0-1 0 0 0,1 1 0 0 0,0 0-1 0 0,0-1 1 0 0,1 1 0 0 0,0-1 0 0 0,3 11 0 0 0,-3-16-116 0 0,-1 1 1 0 0,1-1 0 0 0,0 1-1 0 0,0-1 1 0 0,0 0 0 0 0,0 1-1 0 0,1-1 1 0 0,-1 0 0 0 0,0 0-1 0 0,1 0 1 0 0,0 0 0 0 0,-1 0-1 0 0,1 0 1 0 0,0 0 0 0 0,0-1-1 0 0,0 1 1 0 0,0-1 0 0 0,0 1-1 0 0,1-1 1 0 0,3 2 0 0 0,-1-2-12 0 0,-1 0 0 0 0,1 0 1 0 0,0 0-1 0 0,-1 0 1 0 0,1-1-1 0 0,0 0 1 0 0,0 0-1 0 0,0 0 1 0 0,-1-1-1 0 0,8-1 1 0 0,8-3-225 0 0,1-1 0 0 0,-1-2 0 0 0,35-17 0 0 0,-51 24 172 0 0,22-12-291 0 0,1-1 0 0 0,42-31 0 0 0,-59 37 351 0 0,0-1 0 0 0,0 0 1 0 0,-1-1-1 0 0,0 0 0 0 0,-1 0 0 0 0,0-1 0 0 0,-1 0 0 0 0,10-19 0 0 0,-16 29 149 0 0,0 0-1 0 0,-1 0 1 0 0,1 0 0 0 0,-1 0 0 0 0,1 0 0 0 0,-1 0-1 0 0,0 0 1 0 0,1-1 0 0 0,-1 1 0 0 0,0 0 0 0 0,0 0-1 0 0,1 0 1 0 0,-1 0 0 0 0,0 0 0 0 0,0 0 0 0 0,-1-1-1 0 0,1 1 1 0 0,0-2 0 0 0,-1 3-118 0 0,1 0 0 0 0,0-1 0 0 0,-1 1 0 0 0,1 0 0 0 0,-1-1 0 0 0,1 1 0 0 0,-1 0 0 0 0,1 0 0 0 0,-1-1 0 0 0,1 1 0 0 0,-1 0 0 0 0,1 0-1 0 0,-1 0 1 0 0,1 0 0 0 0,-1 0 0 0 0,1 0 0 0 0,-1 0 0 0 0,1 0 0 0 0,-1 0 0 0 0,1 0 0 0 0,-1 0 0 0 0,1 0 0 0 0,-1 0 0 0 0,1 0 0 0 0,-1 0 0 0 0,0 1 0 0 0,-3 0 17 0 0,1 0 0 0 0,0 1-1 0 0,-1-1 1 0 0,1 1 0 0 0,0 0 0 0 0,0 0 0 0 0,0 0 0 0 0,0 0 0 0 0,1 0-1 0 0,-6 6 1 0 0,-5 13 387 0 0,1 0 0 0 0,1 1 0 0 0,1 0 0 0 0,1 1 0 0 0,-8 31 0 0 0,13-43-262 0 0,3-9-129 0 0,0 0-1 0 0,1 0 0 0 0,-1 0 1 0 0,0 0-1 0 0,1 1 0 0 0,-1-1 1 0 0,1 0-1 0 0,0 1 0 0 0,0-1 1 0 0,0 0-1 0 0,0 0 0 0 0,0 1 1 0 0,0-1-1 0 0,1 0 0 0 0,-1 1 1 0 0,1-1-1 0 0,-1 0 0 0 0,1 0 1 0 0,0 0-1 0 0,0 0 0 0 0,0 0 0 0 0,2 3 1 0 0,-1-3-44 0 0,0-1 0 0 0,0 1 1 0 0,0-1-1 0 0,0 0 0 0 0,0 1 1 0 0,1-1-1 0 0,-1 0 0 0 0,0 0 1 0 0,1 0-1 0 0,-1-1 0 0 0,1 1 0 0 0,-1-1 1 0 0,1 1-1 0 0,-1-1 0 0 0,1 0 1 0 0,3 0-1 0 0,52-8-2236 0 0,-11-9-3363 0 0,-36 11 2887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2.371"/>
    </inkml:context>
    <inkml:brush xml:id="br0">
      <inkml:brushProperty name="width" value="0.035" units="cm"/>
      <inkml:brushProperty name="height" value="0.035" units="cm"/>
    </inkml:brush>
  </inkml:definitions>
  <inkml:trace contextRef="#ctx0" brushRef="#br0">443 55 8169 0 0,'0'0'10085'0'0,"1"-3"-9541"0"0,-1-1 0 0 0,1 0-1 0 0,-1 1 1 0 0,0-1 0 0 0,0 0-1 0 0,0 0 1 0 0,-2-7-1 0 0,-4 9-423 0 0,1-1-1 0 0,-1 1 0 0 0,1-1 0 0 0,-1 2 0 0 0,0-1 1 0 0,0 1-1 0 0,0-1 0 0 0,0 2 0 0 0,0-1 1 0 0,0 1-1 0 0,0 0 0 0 0,0 0 0 0 0,0 0 0 0 0,0 1 1 0 0,0 0-1 0 0,0 0 0 0 0,0 1 0 0 0,1-1 0 0 0,-1 1 1 0 0,-8 4-1 0 0,-16 7 142 0 0,2 1 0 0 0,-43 28 0 0 0,64-38-239 0 0,-18 13-69 0 0,-45 41 0 0 0,68-57-53 0 0,2 1-844 0 0,0 0 943 0 0,1 0-1 0 0,-1 0 1 0 0,1 0-1 0 0,-1 0 1 0 0,1 0-1 0 0,0 0 1 0 0,0 0-1 0 0,0 0 1 0 0,0-1-1 0 0,0 1 1 0 0,1 0-1 0 0,-1-1 1 0 0,0 1-1 0 0,1-1 1 0 0,-1 1-1 0 0,1-1 1 0 0,-1 0-1 0 0,1 0 1 0 0,0 0-1 0 0,0 0 1 0 0,-1 0 0 0 0,5 2-1 0 0,54 18 8 0 0,-27-11 14 0 0,-23-6-17 0 0,-1 1 0 0 0,1 1 0 0 0,-1 0 0 0 0,0 0 0 0 0,-1 1 0 0 0,1 0 0 0 0,-1 0 0 0 0,-1 1 0 0 0,1 0 0 0 0,6 10 0 0 0,-12-16 0 0 0,0 1 0 0 0,0-1 0 0 0,0 1 0 0 0,-1 0-1 0 0,0-1 1 0 0,1 1 0 0 0,-1 0 0 0 0,0 0 0 0 0,0 0 0 0 0,-1 0 0 0 0,1 0 0 0 0,-1 0 0 0 0,1 0 0 0 0,-1 0 0 0 0,0 0 0 0 0,0 1 0 0 0,0-1 0 0 0,-1 0 0 0 0,1 0 0 0 0,-1 0 0 0 0,1 0 0 0 0,-1 0 0 0 0,0 0 0 0 0,0 0 0 0 0,-1 0 0 0 0,1-1 0 0 0,0 1 0 0 0,-1 0 0 0 0,0-1 0 0 0,0 1 0 0 0,0-1 0 0 0,0 1 0 0 0,0-1-1 0 0,0 0 1 0 0,0 0 0 0 0,-1 0 0 0 0,1 0 0 0 0,-5 2 0 0 0,-11 8-229 0 0,1 0 0 0 0,-2-1 0 0 0,1-1-1 0 0,-1-1 1 0 0,-1-1 0 0 0,1-1 0 0 0,-1 0 0 0 0,-1-1-1 0 0,-36 5 1 0 0,45-10-1159 0 0,-13-1-2737 0 0,8-8-1621 0 0,15 6 3358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2.938"/>
    </inkml:context>
    <inkml:brush xml:id="br0">
      <inkml:brushProperty name="width" value="0.035" units="cm"/>
      <inkml:brushProperty name="height" value="0.035" units="cm"/>
    </inkml:brush>
  </inkml:definitions>
  <inkml:trace contextRef="#ctx0" brushRef="#br0">8 6 10957 0 0,'0'0'4523'0'0,"23"-6"-1933"0"0,-21 8-2493 0 0,-1-1-1 0 0,1 0 1 0 0,0 1 0 0 0,-1-1 0 0 0,1 1 0 0 0,-1-1 0 0 0,0 1 0 0 0,1 0 0 0 0,-1 0 0 0 0,0 0 0 0 0,0-1 0 0 0,0 1 0 0 0,0 0-1 0 0,0 0 1 0 0,-1 0 0 0 0,1 1 0 0 0,-1-1 0 0 0,1 0 0 0 0,-1 0 0 0 0,0 0 0 0 0,1 0 0 0 0,-1 0 0 0 0,0 1 0 0 0,-1-1 0 0 0,1 0-1 0 0,-1 4 1 0 0,0 3 84 0 0,0 0 0 0 0,0-1 0 0 0,-1 1 0 0 0,0 0 0 0 0,-5 12-1 0 0,-29 38-241 0 0,35-57-219 0 0,1 3-2825 0 0,0 6 2101 0 0,0-11 997 0 0,0 0 1 0 0,1 0-1 0 0,-1 0 1 0 0,1 0-1 0 0,-1 0 1 0 0,1 0-1 0 0,-1 0 1 0 0,1 0 0 0 0,-1 0-1 0 0,1 0 1 0 0,-1-1-1 0 0,1 1 1 0 0,-1 0-1 0 0,0 0 1 0 0,1 0-1 0 0,-1 0 1 0 0,1-1-1 0 0,-1 1 1 0 0,1 0-1 0 0,-1 0 1 0 0,0-1-1 0 0,1 1 1 0 0,-1 0-1 0 0,0-1 1 0 0,1 1-1 0 0,-1-1 1 0 0,0 1-1 0 0,0 0 1 0 0,1-1 0 0 0,-1 1-1 0 0,0-1 1 0 0,61-68 52 0 0,-48 52 388 0 0,1 1-1 0 0,1 0 0 0 0,0 1 1 0 0,33-26-1 0 0,-46 40-119 0 0,12 0 312 0 0,-13 0-604 0 0,0 1 0 0 0,0 0 0 0 0,0-1-1 0 0,0 1 1 0 0,0 0 0 0 0,1 0 0 0 0,-1 0 0 0 0,0 0 0 0 0,0 0 0 0 0,0 0 0 0 0,0 0 0 0 0,0 0 0 0 0,0 1 0 0 0,0-1-1 0 0,0 0 1 0 0,0 1 0 0 0,0-1 0 0 0,0 1 0 0 0,0-1 0 0 0,0 1 0 0 0,0-1 0 0 0,0 1 0 0 0,0 0 0 0 0,0-1 0 0 0,-1 1-1 0 0,1 0 1 0 0,0 0 0 0 0,0-1 0 0 0,-1 1 0 0 0,1 0 0 0 0,0 2 0 0 0,4 6 16 0 0,-1 1 1 0 0,0 0-1 0 0,-1 0 0 0 0,-1 1 0 0 0,1-1 1 0 0,-2 0-1 0 0,1 1 0 0 0,-1-1 1 0 0,-1 1-1 0 0,-1 12 0 0 0,2-22-41 0 0,-1 0 0 0 0,1-1 0 0 0,-1 1 0 0 0,1 0 0 0 0,-1-1 0 0 0,1 1 0 0 0,-1 0 0 0 0,1-1 0 0 0,0 1 0 0 0,-1-1 0 0 0,1 1 0 0 0,0-1 0 0 0,-1 0 0 0 0,1 1 0 0 0,0-1 0 0 0,0 1 0 0 0,0-1 0 0 0,-1 0 0 0 0,1 0 0 0 0,0 0 0 0 0,0 1 0 0 0,0-1 0 0 0,-1 0 0 0 0,1 0 0 0 0,0 0 0 0 0,0 0 0 0 0,0 0 0 0 0,0 0 0 0 0,0-1 0 0 0,28-1 85 0 0,-19 0-16 0 0,0-1 1 0 0,0 0-1 0 0,-1-1 1 0 0,1 0-1 0 0,-1 0 1 0 0,0-1 0 0 0,0 0-1 0 0,-1-1 1 0 0,1 0-1 0 0,-1 0 1 0 0,0-1-1 0 0,-1 0 1 0 0,0 0 0 0 0,0-1-1 0 0,-1 0 1 0 0,1 0-1 0 0,-2-1 1 0 0,10-16-1 0 0,-14 22 2261 0 0,15 8-2131 0 0,-12-1-156 0 0,0 0 0 0 0,-1 0 0 0 0,1 1 0 0 0,-1-1 0 0 0,0 1 0 0 0,0 0 0 0 0,0 0 0 0 0,-1 0 0 0 0,4 9 0 0 0,18 33-139 0 0,-13-31-2778 0 0,3-4-4151 0 0,-11-11 4650 0 0,5-3-199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3.340"/>
    </inkml:context>
    <inkml:brush xml:id="br0">
      <inkml:brushProperty name="width" value="0.035" units="cm"/>
      <inkml:brushProperty name="height" value="0.035" units="cm"/>
    </inkml:brush>
  </inkml:definitions>
  <inkml:trace contextRef="#ctx0" brushRef="#br0">94 20 15073 0 0,'0'0'3057'0'0,"-5"-14"-4978"0"0,-15 9-1323 0 0</inkml:trace>
  <inkml:trace contextRef="#ctx0" brushRef="#br0" timeOffset="1">267 267 14537 0 0,'-14'8'223'0'0,"6"-5"80"0"0,1 0-1 0 0,0 1 1 0 0,0 1 0 0 0,0-1-1 0 0,0 1 1 0 0,1 0 0 0 0,0 0-1 0 0,0 1 1 0 0,0 0 0 0 0,0 0-1 0 0,1 0 1 0 0,0 1 0 0 0,1 0-1 0 0,-1-1 1 0 0,-5 14-1 0 0,-9 43 1782 0 0,14-47-1520 0 0,0 1 0 0 0,-13 30 0 0 0,2-18-198 0 0,-2 6-134 0 0,-17 43 1 0 0,27-59-290 0 0,-9 13-6217 0 0,16-29 4653 0 0,-7 4-4198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3.679"/>
    </inkml:context>
    <inkml:brush xml:id="br0">
      <inkml:brushProperty name="width" value="0.035" units="cm"/>
      <inkml:brushProperty name="height" value="0.035" units="cm"/>
    </inkml:brush>
  </inkml:definitions>
  <inkml:trace contextRef="#ctx0" brushRef="#br0">15 181 9017 0 0,'3'-8'353'0'0,"0"-1"0"0"0,0 1-1 0 0,-1-1 1 0 0,0 1 0 0 0,0-1 0 0 0,0-11 0 0 0,-2 12 370 0 0,1-1 1 0 0,0 1-1 0 0,1 0 0 0 0,0 0 1 0 0,5-12-1 0 0,-5 17-600 0 0,-1 0 1 0 0,1 0-1 0 0,0 0 0 0 0,0 1 0 0 0,0-1 0 0 0,1 0 0 0 0,-1 1 1 0 0,1 0-1 0 0,-1-1 0 0 0,1 1 0 0 0,0 0 0 0 0,0 0 0 0 0,0 1 1 0 0,0-1-1 0 0,0 1 0 0 0,0-1 0 0 0,6-1 0 0 0,-6 2-58 0 0,1 0-1 0 0,-1 0 1 0 0,1 0-1 0 0,-1 0 1 0 0,1 0-1 0 0,0 1 1 0 0,0 0-1 0 0,-1 0 0 0 0,1 0 1 0 0,0 0-1 0 0,0 0 1 0 0,-1 1-1 0 0,1 0 1 0 0,0-1-1 0 0,-1 1 1 0 0,1 1-1 0 0,-1-1 1 0 0,1 0-1 0 0,-1 1 0 0 0,0 0 1 0 0,0 0-1 0 0,1 0 1 0 0,-1 0-1 0 0,0 0 1 0 0,-1 1-1 0 0,1-1 1 0 0,0 1-1 0 0,-1 0 1 0 0,1 0-1 0 0,1 3 0 0 0,-1-1-18 0 0,-1 0 0 0 0,0 0 0 0 0,0 0 0 0 0,0 0 0 0 0,0 0 0 0 0,-1 1 0 0 0,0-1 0 0 0,0 0 0 0 0,0 1 0 0 0,-1-1 0 0 0,0 1 0 0 0,0-1 0 0 0,0 0 0 0 0,-1 1 0 0 0,0-1 0 0 0,0 1-1 0 0,0-1 1 0 0,0 0 0 0 0,-1 0 0 0 0,-4 9 0 0 0,-2-1-50 0 0,-1 0 0 0 0,0 0-1 0 0,-1-1 1 0 0,0 0 0 0 0,-1-1 0 0 0,0 0-1 0 0,-1 0 1 0 0,-1-2 0 0 0,1 1 0 0 0,-22 11-1 0 0,-13 11-2593 0 0,45-30 1254 0 0,-11 5-2569 0 0,10-5 1445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4.055"/>
    </inkml:context>
    <inkml:brush xml:id="br0">
      <inkml:brushProperty name="width" value="0.035" units="cm"/>
      <inkml:brushProperty name="height" value="0.035" units="cm"/>
    </inkml:brush>
  </inkml:definitions>
  <inkml:trace contextRef="#ctx0" brushRef="#br0">111 168 15553 0 0,'7'-10'4770'0'0,"-13"15"-3538"0"0,-13 21-1060 0 0,7 9 524 0 0,-11 62 1 0 0,17-68-377 0 0,-1 0 0 0 0,-1 0 1 0 0,-20 45-1 0 0,22-65-5001 0 0,3-11 1807 0 0,4-24 870 0 0,10-40 1229 0 0,10-30 178 0 0,13-48 584 0 0,-29 128 385 0 0,1 0 0 0 0,0 0 0 0 0,2 1 0 0 0,-1-1 0 0 0,2 2 0 0 0,13-19 0 0 0,-20 30-281 0 0,-1 1-1 0 0,1 0 0 0 0,-1 0 0 0 0,1 0 0 0 0,-1 1 1 0 0,1-1-1 0 0,0 0 0 0 0,0 0 0 0 0,0 1 0 0 0,0-1 1 0 0,0 1-1 0 0,1 0 0 0 0,-1 0 0 0 0,0 0 0 0 0,0 0 1 0 0,1 0-1 0 0,-1 0 0 0 0,1 0 0 0 0,-1 1 0 0 0,1 0 0 0 0,-1-1 1 0 0,1 1-1 0 0,-1 0 0 0 0,1 0 0 0 0,-1 0 0 0 0,1 0 1 0 0,-1 1-1 0 0,1-1 0 0 0,-1 1 0 0 0,1-1 0 0 0,-1 1 1 0 0,1 0-1 0 0,-1 0 0 0 0,0 0 0 0 0,0 0 0 0 0,1 1 1 0 0,-1-1-1 0 0,0 0 0 0 0,0 1 0 0 0,0 0 0 0 0,0-1 0 0 0,2 4 1 0 0,1 1 30 0 0,0-1-1 0 0,0 1 1 0 0,-1 0 0 0 0,0 0 0 0 0,0 1 0 0 0,0-1 0 0 0,-1 1 0 0 0,0 0 0 0 0,0 0 0 0 0,-1 0 0 0 0,0 0-1 0 0,3 14 1 0 0,-5-15-58 0 0,0 0-1 0 0,-1 0 0 0 0,1 0 1 0 0,-1-1-1 0 0,0 1 1 0 0,0 0-1 0 0,-1-1 0 0 0,0 1 1 0 0,0-1-1 0 0,0 1 1 0 0,0-1-1 0 0,-1 0 0 0 0,0 0 1 0 0,0 0-1 0 0,-1 0 1 0 0,1-1-1 0 0,-1 1 0 0 0,0-1 1 0 0,0 0-1 0 0,0 0 1 0 0,-1 0-1 0 0,-5 3 0 0 0,-11 6-1032 0 0,1-1 1 0 0,-2-1-1 0 0,-43 17 0 0 0,49-22-609 0 0,-5-1-4651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4.410"/>
    </inkml:context>
    <inkml:brush xml:id="br0">
      <inkml:brushProperty name="width" value="0.035" units="cm"/>
      <inkml:brushProperty name="height" value="0.035" units="cm"/>
    </inkml:brush>
  </inkml:definitions>
  <inkml:trace contextRef="#ctx0" brushRef="#br0">0 218 10073 0 0,'0'0'1007'0'0,"31"10"109"0"0,-26-8-1047 0 0,1-1 1 0 0,0 0-1 0 0,0 0 1 0 0,-1-1-1 0 0,1 0 1 0 0,0 0-1 0 0,0 0 1 0 0,0-1-1 0 0,0 0 1 0 0,-1 0-1 0 0,7-2 1 0 0,68-26 0 0 0,-35 12 1 0 0,-35 13 213 0 0,-1-1 0 0 0,0 1 0 0 0,0-2 1 0 0,0 1-1 0 0,-1-1 0 0 0,0-1 1 0 0,0 1-1 0 0,-1-1 0 0 0,0-1 1 0 0,0 1-1 0 0,0-1 0 0 0,-1 0 0 0 0,0-1 1 0 0,6-12-1 0 0,17-19 1617 0 0,-28 39-1774 0 0,0 0 1 0 0,0-1 0 0 0,-1 1 0 0 0,1 0-1 0 0,0 0 1 0 0,0-1 0 0 0,0 1-1 0 0,-1 0 1 0 0,1-1 0 0 0,-1 1 0 0 0,1 0-1 0 0,-1-1 1 0 0,0 1 0 0 0,1-3-1 0 0,-1 4-111 0 0,0-1 0 0 0,-1 1 0 0 0,1-1-1 0 0,0 1 1 0 0,0 0 0 0 0,0-1-1 0 0,0 1 1 0 0,-1 0 0 0 0,1-1-1 0 0,0 1 1 0 0,0 0 0 0 0,-1-1 0 0 0,1 1-1 0 0,0 0 1 0 0,-1-1 0 0 0,1 1-1 0 0,0 0 1 0 0,-1 0 0 0 0,1 0 0 0 0,-1-1-1 0 0,1 1 1 0 0,0 0 0 0 0,-1 0-1 0 0,1 0 1 0 0,-1 0 0 0 0,1 0-1 0 0,0 0 1 0 0,-1-1 0 0 0,1 1 0 0 0,-1 0-1 0 0,-2 0-23 0 0,-1 1 0 0 0,1-1-1 0 0,0 0 1 0 0,0 1-1 0 0,0-1 1 0 0,0 1 0 0 0,0 0-1 0 0,0 0 1 0 0,0 0-1 0 0,-4 3 1 0 0,-4 4 20 0 0,2 0 0 0 0,-1 1 0 0 0,1 1 0 0 0,0-1 0 0 0,1 1 0 0 0,0 1 0 0 0,1-1 0 0 0,-6 13 0 0 0,-23 29 51 0 0,26-40-415 0 0,-29 38 1114 0 0,37-46-1158 0 0,-1 0-1 0 0,1 0 0 0 0,0 0 1 0 0,0 1-1 0 0,0-1 0 0 0,0 0 0 0 0,1 1 1 0 0,-1-1-1 0 0,1 1 0 0 0,0 6 1 0 0,16-8-2706 0 0,-5-4 2424 0 0,1 0 0 0 0,-1-1 0 0 0,0 0 0 0 0,0 0 0 0 0,15-7 0 0 0,18-9-1563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4.829"/>
    </inkml:context>
    <inkml:brush xml:id="br0">
      <inkml:brushProperty name="width" value="0.035" units="cm"/>
      <inkml:brushProperty name="height" value="0.035" units="cm"/>
    </inkml:brush>
  </inkml:definitions>
  <inkml:trace contextRef="#ctx0" brushRef="#br0">158 212 11105 0 0,'27'-18'144'0'0,"-12"9"138"0"0,0 0 1 0 0,-1-2 0 0 0,0 0-1 0 0,-1 0 1 0 0,0-1 0 0 0,20-26-1 0 0,-31 36-80 0 0,-1-1 1 0 0,0 1-1 0 0,0-1 0 0 0,0 0 0 0 0,0 1 0 0 0,-1-1 1 0 0,1 0-1 0 0,-1 0 0 0 0,1 1 0 0 0,-1-1 0 0 0,0 0 1 0 0,-1-3-1 0 0,1 3 292 0 0,0 0 0 0 0,0 0 0 0 0,-1 0 1 0 0,0 0-1 0 0,1 0 0 0 0,-1 0 0 0 0,0 0 0 0 0,-1 0 1 0 0,1 0-1 0 0,0 0 0 0 0,-1 1 0 0 0,0-1 1 0 0,1 0-1 0 0,-1 1 0 0 0,0 0 0 0 0,0-1 0 0 0,-4-2 1 0 0,6 5-490 0 0,-1 0 0 0 0,1 0 1 0 0,-1-1-1 0 0,1 1 1 0 0,-1 0-1 0 0,0 0 0 0 0,1 0 1 0 0,-1 0-1 0 0,1 0 1 0 0,-1 0-1 0 0,1 0 0 0 0,-1 0 1 0 0,1 0-1 0 0,-1 0 1 0 0,0 0-1 0 0,1 0 0 0 0,-1 1 1 0 0,1-1-1 0 0,-1 0 1 0 0,1 0-1 0 0,-1 0 0 0 0,1 1 1 0 0,-1-1-1 0 0,1 0 1 0 0,-1 1-1 0 0,1-1 0 0 0,0 0 1 0 0,-1 1-1 0 0,1-1 1 0 0,-1 1-1 0 0,1-1 0 0 0,0 1 1 0 0,-1-1-1 0 0,1 1 1 0 0,0-1-1 0 0,0 1 0 0 0,-1-1 1 0 0,1 1-1 0 0,0-1 1 0 0,0 1-1 0 0,0-1 0 0 0,0 1 1 0 0,0-1-1 0 0,0 1 1 0 0,0 0-1 0 0,0-1 0 0 0,0 2 1 0 0,-6 33 96 0 0,5-32-92 0 0,-3 33-159 0 0,-1 18 182 0 0,-3 0 1 0 0,-20 70 0 0 0,24-109-527 0 0,0-1 0 0 0,-2 1 0 0 0,0-2 1 0 0,-1 1-1 0 0,0 0 0 0 0,-1-1 0 0 0,0-1 0 0 0,-1 1 0 0 0,0-1 0 0 0,-1-1 1 0 0,-1 0-1 0 0,0 0 0 0 0,-16 12 0 0 0,25-22 231 0 0,0 1 1 0 0,0 0-1 0 0,-1-1 0 0 0,1 0 1 0 0,-1 1-1 0 0,1-1 0 0 0,-1 0 1 0 0,0 0-1 0 0,1-1 0 0 0,-1 1 1 0 0,0 0-1 0 0,0-1 0 0 0,1 0 1 0 0,-1 1-1 0 0,0-1 0 0 0,0 0 1 0 0,1-1-1 0 0,-1 1 0 0 0,0 0 1 0 0,0-1-1 0 0,1 1 0 0 0,-1-1 1 0 0,0 0-1 0 0,1 0 0 0 0,-4-2 1 0 0,5 2 242 0 0,-1 0 1 0 0,1-1 0 0 0,0 1 0 0 0,-1-1 0 0 0,1 0-1 0 0,0 1 1 0 0,0-1 0 0 0,0 0 0 0 0,0 0 0 0 0,0 0-1 0 0,0 1 1 0 0,1-1 0 0 0,-1 0 0 0 0,0 0 0 0 0,1 0-1 0 0,0 0 1 0 0,-1 0 0 0 0,1 0 0 0 0,0-1-1 0 0,0 1 1 0 0,0 0 0 0 0,1 0 0 0 0,-1 0 0 0 0,0 0-1 0 0,1 0 1 0 0,-1 0 0 0 0,1 0 0 0 0,0 0 0 0 0,0 1-1 0 0,-1-1 1 0 0,1 0 0 0 0,0 0 0 0 0,1 0 0 0 0,0-1-1 0 0,6-9 56 0 0,0 2-1 0 0,0-1 0 0 0,0 1 1 0 0,2 0-1 0 0,-1 1 0 0 0,1 0 1 0 0,0 0-1 0 0,1 1 0 0 0,0 1 1 0 0,0 0-1 0 0,1 0 0 0 0,17-6 0 0 0,-11 5-457 0 0,1 1 0 0 0,1 0 0 0 0,-1 2-1 0 0,1 0 1 0 0,0 1 0 0 0,0 2-1 0 0,28-2 1 0 0,-45 4-950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25.226"/>
    </inkml:context>
    <inkml:brush xml:id="br0">
      <inkml:brushProperty name="width" value="0.035" units="cm"/>
      <inkml:brushProperty name="height" value="0.035" units="cm"/>
    </inkml:brush>
  </inkml:definitions>
  <inkml:trace contextRef="#ctx0" brushRef="#br0">1 1 12973 0 0,'14'13'3216'0'0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45.510"/>
    </inkml:context>
    <inkml:brush xml:id="br0">
      <inkml:brushProperty name="width" value="0.035" units="cm"/>
      <inkml:brushProperty name="height" value="0.035" units="cm"/>
    </inkml:brush>
  </inkml:definitions>
  <inkml:trace contextRef="#ctx0" brushRef="#br0">22 147 11901 0 0,'0'0'454'0'0,"-18"3"2933"0"0,18-4-3343 0 0,-1 0 1 0 0,1 0-1 0 0,0 0 0 0 0,-1 0 0 0 0,1 0 1 0 0,0 0-1 0 0,-1 0 0 0 0,1 0 0 0 0,0 0 1 0 0,0-1-1 0 0,0 1 0 0 0,0 0 0 0 0,0 0 1 0 0,0 0-1 0 0,0 0 0 0 0,0 0 0 0 0,0 0 1 0 0,1 0-1 0 0,-1 0 0 0 0,0 0 0 0 0,1 0 1 0 0,-1 0-1 0 0,1 0 0 0 0,-1 0 0 0 0,1 0 1 0 0,-1 0-1 0 0,1 0 0 0 0,0 1 0 0 0,-1-1 1 0 0,1 0-1 0 0,0 0 0 0 0,0 1 0 0 0,0-2 1 0 0,29-26 586 0 0,87-49-311 0 0,-93 68-605 0 0,-18 8-3568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45.962"/>
    </inkml:context>
    <inkml:brush xml:id="br0">
      <inkml:brushProperty name="width" value="0.035" units="cm"/>
      <inkml:brushProperty name="height" value="0.035" units="cm"/>
    </inkml:brush>
  </inkml:definitions>
  <inkml:trace contextRef="#ctx0" brushRef="#br0">277 1 6921 0 0,'-10'20'536'0'0,"2"1"234"0"0,2-8-172 0 0,1-1 1 0 0,1 1 0 0 0,0 0 0 0 0,0 0-1 0 0,2 1 1 0 0,-1-1 0 0 0,1 16 0 0 0,-9 59 1154 0 0,8-72-1619 0 0,0-1 1 0 0,1 1-1 0 0,1 0 1 0 0,0 0-1 0 0,3 25 1 0 0,-2-41-136 0 0,0 1 0 0 0,0 0 1 0 0,0-1-1 0 0,0 1 0 0 0,0 0 0 0 0,0-1 1 0 0,0 1-1 0 0,1 0 0 0 0,-1-1 0 0 0,0 1 1 0 0,0 0-1 0 0,1-1 0 0 0,-1 1 1 0 0,0-1-1 0 0,1 1 0 0 0,-1-1 0 0 0,1 1 1 0 0,-1 0-1 0 0,0-1 0 0 0,1 1 0 0 0,-1-1 1 0 0,1 0-1 0 0,-1 1 0 0 0,1-1 1 0 0,0 1-1 0 0,-1-1 0 0 0,1 0 0 0 0,-1 0 1 0 0,1 1-1 0 0,0-1 0 0 0,-1 0 0 0 0,1 0 1 0 0,0 0-1 0 0,-1 1 0 0 0,1-1 1 0 0,0 0-1 0 0,-1 0 0 0 0,1 0 0 0 0,0 0 1 0 0,-1 0-1 0 0,1 0 0 0 0,0-1 0 0 0,-1 1 1 0 0,1 0-1 0 0,0 0 0 0 0,-1 0 1 0 0,1-1-1 0 0,0 1 0 0 0,-1 0 0 0 0,1-1 1 0 0,-1 1-1 0 0,1 0 0 0 0,-1-1 0 0 0,1 1 1 0 0,-1-1-1 0 0,1 1 0 0 0,-1-1 1 0 0,1 0-1 0 0,26-28 12 0 0,-13 2 45 0 0,-9 16-65 0 0,0 1 0 0 0,1 0 0 0 0,1 0 0 0 0,10-13-1 0 0,-15 20 33 0 0,1 1 0 0 0,0-1 0 0 0,0 1 0 0 0,0-1-1 0 0,0 1 1 0 0,0 0 0 0 0,0 1 0 0 0,1-1-1 0 0,-1 0 1 0 0,1 1 0 0 0,-1 0 0 0 0,1 0 0 0 0,0 0-1 0 0,-1 0 1 0 0,1 0 0 0 0,0 1 0 0 0,6 0-1 0 0,-6 0 73 0 0,0 1 0 0 0,0 0 0 0 0,0 0-1 0 0,0 0 1 0 0,0 1 0 0 0,-1-1-1 0 0,1 1 1 0 0,0 0 0 0 0,-1 0-1 0 0,1 0 1 0 0,-1 0 0 0 0,0 1 0 0 0,0 0-1 0 0,0-1 1 0 0,4 6 0 0 0,1 1 239 0 0,0 0 0 0 0,-1 1-1 0 0,11 19 1 0 0,-15-24-261 0 0,-1 0 0 0 0,0 0-1 0 0,0 0 1 0 0,0 1-1 0 0,-1-1 1 0 0,0 0 0 0 0,0 1-1 0 0,0-1 1 0 0,-1 1-1 0 0,1-1 1 0 0,-1 1 0 0 0,-1-1-1 0 0,1 1 1 0 0,-1-1 0 0 0,-2 8-1 0 0,0-3-33 0 0,0-1 0 0 0,-1 1 1 0 0,0-1-1 0 0,-1 0 0 0 0,0 0 0 0 0,0-1 0 0 0,-13 16 0 0 0,0-4-46 0 0,-1-1 0 0 0,0-1-1 0 0,-2-1 1 0 0,0 0 0 0 0,-37 21-1 0 0,40-27-401 0 0,0-2 0 0 0,-1 0-1 0 0,-1-1 1 0 0,0 0 0 0 0,0-2 0 0 0,-24 5-1 0 0,29-9-699 0 0,0 0 0 0 0,0-1-1 0 0,0 0 1 0 0,0-1 0 0 0,-25-4-1 0 0,19 0-931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46.535"/>
    </inkml:context>
    <inkml:brush xml:id="br0">
      <inkml:brushProperty name="width" value="0.035" units="cm"/>
      <inkml:brushProperty name="height" value="0.035" units="cm"/>
    </inkml:brush>
  </inkml:definitions>
  <inkml:trace contextRef="#ctx0" brushRef="#br0">192 36 10465 0 0,'0'0'6390'0'0,"-1"-1"-6253"0"0,0 0 1 0 0,0 0-1 0 0,0 0 1 0 0,-1 0-1 0 0,1 0 0 0 0,0 0 1 0 0,-1 0-1 0 0,1 0 1 0 0,0 0-1 0 0,-1 1 1 0 0,1-1-1 0 0,-1 0 0 0 0,1 1 1 0 0,-1 0-1 0 0,1-1 1 0 0,-3 1-1 0 0,1 0-33 0 0,-1 0 0 0 0,1 1-1 0 0,-1 0 1 0 0,1-1 0 0 0,0 1 0 0 0,-1 1-1 0 0,1-1 1 0 0,0 0 0 0 0,0 1-1 0 0,-1 0 1 0 0,1 0 0 0 0,1 0 0 0 0,-1 0-1 0 0,0 0 1 0 0,0 0 0 0 0,1 1 0 0 0,-1-1-1 0 0,1 1 1 0 0,0 0 0 0 0,0 0 0 0 0,0 0-1 0 0,0 0 1 0 0,-2 5 0 0 0,-4 9 422 0 0,1 1 0 0 0,0 0 0 0 0,-5 24 0 0 0,6-17 3 0 0,-1-1-136 0 0,2-1 1 0 0,0 1 0 0 0,2 0 0 0 0,0 1 0 0 0,2 38-1 0 0,1-61-400 0 0,0 1 0 0 0,0-1 0 0 0,0 1 0 0 0,0 0-1 0 0,0-1 1 0 0,1 1 0 0 0,-1-1 0 0 0,1 1 0 0 0,0-1-1 0 0,0 1 1 0 0,0-1 0 0 0,0 1 0 0 0,0-1 0 0 0,0 0-1 0 0,1 0 1 0 0,-1 1 0 0 0,1-1 0 0 0,-1 0 0 0 0,1 0-1 0 0,0-1 1 0 0,0 1 0 0 0,0 0 0 0 0,0 0 0 0 0,0-1-1 0 0,0 1 1 0 0,1-1 0 0 0,-1 0 0 0 0,0 0 0 0 0,1 0-1 0 0,-1 0 1 0 0,1 0 0 0 0,-1 0 0 0 0,1-1 0 0 0,-1 1-1 0 0,1-1 1 0 0,-1 0 0 0 0,4 0 0 0 0,0 0-80 0 0,-1-1 0 0 0,0 0 1 0 0,1-1-1 0 0,-1 1 0 0 0,0-1 0 0 0,0 0 1 0 0,0 0-1 0 0,0-1 0 0 0,-1 1 0 0 0,1-1 1 0 0,0 0-1 0 0,-1 0 0 0 0,0-1 1 0 0,0 1-1 0 0,0-1 0 0 0,0 0 0 0 0,3-5 1 0 0,1-2-203 0 0,-2 1 0 0 0,1-1 0 0 0,-2 0 1 0 0,1-1-1 0 0,-2 0 0 0 0,1 1 1 0 0,-1-1-1 0 0,-1-1 0 0 0,0 1 1 0 0,-1 0-1 0 0,1-23 0 0 0,-3-4 111 0 0,-1-1-1 0 0,-9-50 0 0 0,10 88 191 0 0,0 0 28 0 0,0-1 0 0 0,0 1 0 0 0,0-1 0 0 0,0 1 0 0 0,-1 0 0 0 0,1-1 0 0 0,-1 1 0 0 0,0 0 0 0 0,1 0 0 0 0,-1-1 0 0 0,0 1 0 0 0,0 0 0 0 0,-1 0 0 0 0,1 0 0 0 0,0 0 0 0 0,-1 0 0 0 0,1 0 0 0 0,-1 0 0 0 0,1 1 0 0 0,-1-1 0 0 0,0 1-1 0 0,0-1 1 0 0,0 1 0 0 0,0-1 0 0 0,0 1 0 0 0,0 0 0 0 0,0 0 0 0 0,0 0 0 0 0,-1 0 0 0 0,1 1 0 0 0,0-1 0 0 0,0 0 0 0 0,-1 1 0 0 0,1 0 0 0 0,-3-1 0 0 0,0 2-22 0 0,0 0 0 0 0,0 0 0 0 0,0 0 0 0 0,0 0 0 0 0,0 1 1 0 0,0 0-1 0 0,1 0 0 0 0,-1 0 0 0 0,1 0 0 0 0,-1 1 0 0 0,1 0 0 0 0,0 0 0 0 0,0 0 0 0 0,-5 5 0 0 0,-2 3-247 0 0,0 1-1 0 0,1 0 1 0 0,1 1-1 0 0,0-1 0 0 0,0 2 1 0 0,-8 19-1 0 0,12-22-1396 0 0,1 0 1 0 0,0 0-1 0 0,1 0 0 0 0,0 0 0 0 0,-1 19 1 0 0,3-17-876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46.904"/>
    </inkml:context>
    <inkml:brush xml:id="br0">
      <inkml:brushProperty name="width" value="0.035" units="cm"/>
      <inkml:brushProperty name="height" value="0.035" units="cm"/>
    </inkml:brush>
  </inkml:definitions>
  <inkml:trace contextRef="#ctx0" brushRef="#br0">280 103 12821 0 0,'0'0'1715'0'0,"0"-5"-976"0"0,6-45 3337 0 0,-6 47-3880 0 0,0 0 0 0 0,0 0 0 0 0,0 0-1 0 0,0 0 1 0 0,-1 0 0 0 0,1 0 0 0 0,-1 0-1 0 0,0 0 1 0 0,0 0 0 0 0,0 0 0 0 0,0 0 0 0 0,-1 0-1 0 0,1 0 1 0 0,-3-2 0 0 0,2 9-5 0 0,0 0 0 0 0,0 0 1 0 0,0 1-1 0 0,1-1 0 0 0,-1 1 0 0 0,1-1 0 0 0,-1 10 1 0 0,-8 44 599 0 0,-3-1 1 0 0,-2 0 0 0 0,-3-1 0 0 0,-32 70 0 0 0,9-27-325 0 0,-52 198 0 0 0,75-234-778 0 0,18-61-50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47.258"/>
    </inkml:context>
    <inkml:brush xml:id="br0">
      <inkml:brushProperty name="width" value="0.035" units="cm"/>
      <inkml:brushProperty name="height" value="0.035" units="cm"/>
    </inkml:brush>
  </inkml:definitions>
  <inkml:trace contextRef="#ctx0" brushRef="#br0">59 0 14221 0 0,'-10'9'304'0'0,"-27"28"-115"0"0,35-36 208 0 0,1 0 0 0 0,0 1 0 0 0,0 0 0 0 0,0-1-1 0 0,0 1 1 0 0,0 0 0 0 0,0-1 0 0 0,1 1-1 0 0,-1 0 1 0 0,0 0 0 0 0,1 0 0 0 0,-1 2-1 0 0,1-3-394 0 0,0 0-1 0 0,0 0 1 0 0,0 0-1 0 0,0 0 1 0 0,1 0-1 0 0,-1-1 0 0 0,0 1 1 0 0,0 0-1 0 0,1 0 1 0 0,-1 0-1 0 0,1 0 0 0 0,-1 0 1 0 0,0-1-1 0 0,1 1 1 0 0,0 0-1 0 0,-1 0 1 0 0,1-1-1 0 0,-1 1 0 0 0,1 0 1 0 0,0-1-1 0 0,-1 1 1 0 0,1-1-1 0 0,0 1 0 0 0,0-1 1 0 0,0 1-1 0 0,-1-1 1 0 0,1 1-1 0 0,0-1 1 0 0,0 0-1 0 0,0 0 0 0 0,0 1 1 0 0,0-1-1 0 0,0 0 1 0 0,-1 0-1 0 0,1 0 0 0 0,0 0 1 0 0,0 0-1 0 0,0 0 1 0 0,0 0-1 0 0,0 0 1 0 0,0 0-1 0 0,0-1 0 0 0,0 1 1 0 0,-1 0-1 0 0,1 0 1 0 0,0-1-1 0 0,0 1 0 0 0,1-1 1 0 0,1 0-7 0 0,0 0 0 0 0,0-1-1 0 0,1 1 1 0 0,-1 0 0 0 0,0-1 0 0 0,-1 0 0 0 0,1 0-1 0 0,0 0 1 0 0,0 0 0 0 0,-1 0 0 0 0,1 0 0 0 0,3-5-1 0 0,-5 3-1 0 0,1 1-1 0 0,-1-1 0 0 0,1 0 1 0 0,-1 0-1 0 0,0 0 0 0 0,-1 0 1 0 0,1 0-1 0 0,-1-5 0 0 0,-1-7 2902 0 0,-5 11-4682 0 0,-11 13-8997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47.662"/>
    </inkml:context>
    <inkml:brush xml:id="br0">
      <inkml:brushProperty name="width" value="0.035" units="cm"/>
      <inkml:brushProperty name="height" value="0.035" units="cm"/>
    </inkml:brush>
  </inkml:definitions>
  <inkml:trace contextRef="#ctx0" brushRef="#br0">65 8 8681 0 0,'-1'-1'37'0'0,"-1"0"0"0"0,1 0-1 0 0,0 0 1 0 0,-1 1 0 0 0,1-1 0 0 0,0 0 0 0 0,-1 1 0 0 0,1-1 0 0 0,-1 1-1 0 0,1 0 1 0 0,-1 0 0 0 0,1-1 0 0 0,-1 1 0 0 0,0 0 0 0 0,1 0 0 0 0,-1 0 0 0 0,1 0-1 0 0,-1 1 1 0 0,1-1 0 0 0,-1 0 0 0 0,1 1 0 0 0,-1-1 0 0 0,1 1 0 0 0,-1-1-1 0 0,1 1 1 0 0,-2 1 0 0 0,1 0 53 0 0,0 0 0 0 0,0 0 0 0 0,0 0-1 0 0,1 1 1 0 0,-1-1 0 0 0,1 0 0 0 0,-1 1 0 0 0,1-1-1 0 0,0 1 1 0 0,0 0 0 0 0,0-1 0 0 0,0 1 0 0 0,0 4-1 0 0,0 1 68 0 0,-1 1 0 0 0,2-1 0 0 0,-1 1 0 0 0,1-1 0 0 0,0 0 0 0 0,1 1 0 0 0,0-1 0 0 0,0 0 0 0 0,4 11-1 0 0,-4-16-146 0 0,0 0-1 0 0,0 0 0 0 0,1-1 0 0 0,-1 1 1 0 0,1-1-1 0 0,-1 1 0 0 0,1-1 0 0 0,0 0 1 0 0,0 1-1 0 0,0-1 0 0 0,0 0 0 0 0,0 0 1 0 0,1 0-1 0 0,-1-1 0 0 0,0 1 0 0 0,1-1 1 0 0,0 1-1 0 0,-1-1 0 0 0,1 0 0 0 0,0 0 1 0 0,0 0-1 0 0,5 1 0 0 0,-6-2-11 0 0,0 0-1 0 0,0 0 0 0 0,0-1 0 0 0,0 1 1 0 0,1-1-1 0 0,-1 1 0 0 0,0-1 1 0 0,0 0-1 0 0,0 0 0 0 0,0 0 1 0 0,0 0-1 0 0,0 0 0 0 0,-1 0 1 0 0,1 0-1 0 0,0-1 0 0 0,0 1 0 0 0,-1-1 1 0 0,1 1-1 0 0,-1-1 0 0 0,1 0 1 0 0,-1 0-1 0 0,0 1 0 0 0,0-1 1 0 0,0 0-1 0 0,0 0 0 0 0,0 0 1 0 0,0 0-1 0 0,0 0 0 0 0,-1-1 1 0 0,1-3-1 0 0,1-2 47 0 0,0-1-1 0 0,-1 1 1 0 0,-1-1 0 0 0,0 0 0 0 0,0 1 0 0 0,0-1 0 0 0,-3-14 0 0 0,2 20 224 0 0,-7-5 891 0 0,8 8-1142 0 0,0-1 0 0 0,0 1 0 0 0,0-1 0 0 0,0 1 0 0 0,-1-1 0 0 0,1 1 0 0 0,0-1 0 0 0,0 1 0 0 0,-1-1 1 0 0,1 1-1 0 0,0-1 0 0 0,0 1 0 0 0,-1 0 0 0 0,1-1 0 0 0,-1 1 0 0 0,1 0 0 0 0,0-1 0 0 0,-1 1 0 0 0,1 0 0 0 0,-1-1 0 0 0,1 1 1 0 0,-1 0-1 0 0,1 0 0 0 0,-1 0 0 0 0,1-1 0 0 0,-1 1 0 0 0,1 0 0 0 0,-1 0 0 0 0,1 0 0 0 0,-1 0 0 0 0,1 0 0 0 0,-1 0 0 0 0,1 0 1 0 0,-1 0-1 0 0,1 0 0 0 0,-1 0 0 0 0,1 0 0 0 0,-1 0 0 0 0,1 0 0 0 0,-1 1 0 0 0,1-1 0 0 0,-1 0 0 0 0,1 0 0 0 0,-1 1 0 0 0,1-1 0 0 0,-1 0 1 0 0,1 0-1 0 0,-1 1 0 0 0,-1 1-48 0 0,-1 0 0 0 0,1 0 1 0 0,-1 0-1 0 0,1 0 1 0 0,0 1-1 0 0,0-1 0 0 0,0 0 1 0 0,0 1-1 0 0,1 0 0 0 0,-1-1 1 0 0,1 1-1 0 0,-1 0 0 0 0,1 0 1 0 0,0 0-1 0 0,0 0 0 0 0,0 0 1 0 0,1 0-1 0 0,-1 3 0 0 0,3 24-3661 0 0,2-17 1869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48.495"/>
    </inkml:context>
    <inkml:brush xml:id="br0">
      <inkml:brushProperty name="width" value="0.035" units="cm"/>
      <inkml:brushProperty name="height" value="0.035" units="cm"/>
    </inkml:brush>
  </inkml:definitions>
  <inkml:trace contextRef="#ctx0" brushRef="#br0">36 408 9541 0 0,'-21'-41'5254'0'0,"19"36"-5001"0"0,0 0 0 0 0,0 0 1 0 0,0 0-1 0 0,0 0 1 0 0,1-1-1 0 0,0 1 0 0 0,0 0 1 0 0,0-1-1 0 0,0 1 1 0 0,1 0-1 0 0,0-1 0 0 0,0 1 1 0 0,1-1-1 0 0,0 1 1 0 0,0 0-1 0 0,0 0 0 0 0,0-1 1 0 0,1 1-1 0 0,0 0 1 0 0,0 0-1 0 0,0 0 0 0 0,0 0 1 0 0,6-7-1 0 0,8-13 862 0 0,0 1-1 0 0,1 1 0 0 0,23-24 1 0 0,-28 36-910 0 0,-1 0 1 0 0,2 0 0 0 0,-1 2 0 0 0,1-1-1 0 0,1 1 1 0 0,0 1 0 0 0,0 1-1 0 0,0 0 1 0 0,1 0 0 0 0,0 2 0 0 0,1 0-1 0 0,-1 0 1 0 0,1 2 0 0 0,0 0-1 0 0,0 1 1 0 0,0 0 0 0 0,0 1 0 0 0,0 1-1 0 0,0 1 1 0 0,0 0 0 0 0,23 5-1 0 0,-31-4-80 0 0,-1 1 0 0 0,0 0-1 0 0,0 1 1 0 0,0 0 0 0 0,0 0-1 0 0,-1 0 1 0 0,1 1 0 0 0,-1-1-1 0 0,9 11 1 0 0,45 57 482 0 0,-8-9-358 0 0,-44-55-236 0 0,0 0 1 0 0,1-1-1 0 0,-1 0 0 0 0,1-1 0 0 0,0 0 0 0 0,1-1 0 0 0,-1 1 0 0 0,1-2 0 0 0,0 0 1 0 0,1 0-1 0 0,-1 0 0 0 0,12 1 0 0 0,-14-4-177 0 0,0 0 1 0 0,0-1-1 0 0,0 0 1 0 0,0 0-1 0 0,-1-1 1 0 0,1 0-1 0 0,0 0 1 0 0,0-1-1 0 0,-1 0 1 0 0,1 0-1 0 0,-1-1 1 0 0,0 0-1 0 0,0-1 1 0 0,0 1-1 0 0,0-1 1 0 0,0 0 0 0 0,8-8-1 0 0,-2 1-1629 0 0,1-1 0 0 0,-2-1-1 0 0,0-1 1 0 0,0 1 0 0 0,-1-2 0 0 0,10-17 0 0 0,-5 7-1496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50.201"/>
    </inkml:context>
    <inkml:brush xml:id="br0">
      <inkml:brushProperty name="width" value="0.035" units="cm"/>
      <inkml:brushProperty name="height" value="0.035" units="cm"/>
    </inkml:brush>
  </inkml:definitions>
  <inkml:trace contextRef="#ctx0" brushRef="#br0">91 172 9349 0 0,'0'0'4329'0'0,"-5"1"-3520"0"0,-15 5 27 0 0,15-4 634 0 0,0 0-849 0 0,-50 13 1657 0 0,55-14-2271 0 0,0-1 0 0 0,0 0 1 0 0,0 0-1 0 0,0 0 0 0 0,0 0 0 0 0,0 0 1 0 0,0 0-1 0 0,0 0 0 0 0,0 0 0 0 0,0 0 1 0 0,0 0-1 0 0,1 0 0 0 0,-1 0 0 0 0,0 0 1 0 0,0 0-1 0 0,0 0 0 0 0,0 0 0 0 0,0 0 1 0 0,0 0-1 0 0,0 1 0 0 0,0-1 1 0 0,0 0-1 0 0,0 0 0 0 0,0 0 0 0 0,0 0 1 0 0,0 0-1 0 0,0 0 0 0 0,0 0 0 0 0,0 0 1 0 0,0 0-1 0 0,0 0 0 0 0,0 1 0 0 0,0-1 1 0 0,0 0-1 0 0,0 0 0 0 0,0 0 0 0 0,0 0 1 0 0,0 0-1 0 0,0 0 0 0 0,0 0 0 0 0,0 0 1 0 0,0 1-1 0 0,20 0 91 0 0,29-3-68 0 0,10-7-10 0 0,0-2 0 0 0,106-36 0 0 0,-116 29 37 0 0,25-7-3452 0 0,-74 25 3364 0 0,0-1 1 0 0,0 0-1 0 0,0 0 1 0 0,-1 0-1 0 0,1 0 1 0 0,0 0 0 0 0,0 1-1 0 0,0-1 1 0 0,-1 0-1 0 0,1 0 1 0 0,0 0 0 0 0,-1 1-1 0 0,1-1 1 0 0,-1 0-1 0 0,1 0 1 0 0,-1 1-1 0 0,1-1 1 0 0,-1 1 0 0 0,1-1-1 0 0,-1 0 1 0 0,0 1-1 0 0,1-1 1 0 0,-1 1 0 0 0,-1-2-1 0 0,-7-7 2665 0 0,-18-20-1918 0 0,26 28-694 0 0,1 1 0 0 0,-1-1 0 0 0,1 1 0 0 0,-1-1-1 0 0,1 0 1 0 0,-1 1 0 0 0,1-1 0 0 0,-1 0 0 0 0,1 0 0 0 0,0 1 0 0 0,-1-1 0 0 0,1 0 0 0 0,0 0-1 0 0,0 1 1 0 0,-1-1 0 0 0,1 0 0 0 0,0 0 0 0 0,0 0 0 0 0,0 0 0 0 0,0 1 0 0 0,0-1-1 0 0,0 0 1 0 0,0 0 0 0 0,1 0 0 0 0,-1 1 0 0 0,0-1 0 0 0,0 0 0 0 0,0 0 0 0 0,1 0-1 0 0,-1 1 1 0 0,1-1 0 0 0,-1 0 0 0 0,0 1 0 0 0,1-1 0 0 0,-1 0 0 0 0,1 1 0 0 0,0-1 0 0 0,-1 0-1 0 0,1 1 1 0 0,-1-1 0 0 0,1 1 0 0 0,0-1 0 0 0,-1 1 0 0 0,1 0 0 0 0,0-1 0 0 0,0 1-1 0 0,-1 0 1 0 0,2-1 0 0 0,1 0 66 0 0,0 1-1 0 0,-1 0 0 0 0,1 0 1 0 0,-1 0-1 0 0,1 0 1 0 0,0 1-1 0 0,-1-1 1 0 0,1 0-1 0 0,-1 1 0 0 0,1 0 1 0 0,-1 0-1 0 0,1 0 1 0 0,-1 0-1 0 0,0 0 1 0 0,1 0-1 0 0,-1 0 0 0 0,0 1 1 0 0,0-1-1 0 0,0 1 1 0 0,0 0-1 0 0,2 2 0 0 0,40 44 1526 0 0,-40-43-1386 0 0,0 0-179 0 0,-1-1 1 0 0,1 1-1 0 0,-1 0 1 0 0,-1 0-1 0 0,1 0 1 0 0,-1 0 0 0 0,0 1-1 0 0,0-1 1 0 0,0 1-1 0 0,-1-1 1 0 0,0 1-1 0 0,0-1 1 0 0,0 1 0 0 0,-1 0-1 0 0,1 0 1 0 0,-2-1-1 0 0,1 1 1 0 0,0 0-1 0 0,-1-1 1 0 0,0 1 0 0 0,-1 0-1 0 0,1-1 1 0 0,-1 1-1 0 0,0-1 1 0 0,0 0-1 0 0,-5 7 1 0 0,2-1-509 0 0,-2-1-1 0 0,0 0 1 0 0,0-1 0 0 0,-16 18-1 0 0,10-15-1849 0 0,0-1-1 0 0,-25 18 0 0 0,17-16-783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59.508"/>
    </inkml:context>
    <inkml:brush xml:id="br0">
      <inkml:brushProperty name="width" value="0.035" units="cm"/>
      <inkml:brushProperty name="height" value="0.035" units="cm"/>
    </inkml:brush>
  </inkml:definitions>
  <inkml:trace contextRef="#ctx0" brushRef="#br0">22 309 8029 0 0,'16'-62'1250'0'0,"-16"59"-527"0"0,17-16 3086 0 0,-16 19-3776 0 0,0-1 0 0 0,1 1 0 0 0,-1 0 0 0 0,0 0 0 0 0,1 0 0 0 0,-1 0 1 0 0,0 0-1 0 0,1 0 0 0 0,-1 1 0 0 0,0-1 0 0 0,1 0 0 0 0,-1 1 0 0 0,0-1 1 0 0,0 1-1 0 0,1-1 0 0 0,-1 1 0 0 0,0 0 0 0 0,0-1 0 0 0,0 1 0 0 0,0 0 1 0 0,0 0-1 0 0,0 0 0 0 0,0 0 0 0 0,0 0 0 0 0,0 0 0 0 0,0 0 0 0 0,0 0 1 0 0,-1 0-1 0 0,1 0 0 0 0,-1 0 0 0 0,1 1 0 0 0,0-1 0 0 0,-1 0 0 0 0,0 0 0 0 0,1 1 1 0 0,-1-1-1 0 0,0 0 0 0 0,1 2 0 0 0,9 54 861 0 0,-10-56-879 0 0,4 97 1219 0 0,-13 162 1 0 0,2-139-961 0 0,6-96-288 0 0,-1 1 0 0 0,-9 38-1 0 0,11-64 11 0 0,0 0 1 0 0,0-1-1 0 0,0 1 0 0 0,0 0 0 0 0,0 0 0 0 0,0 0 0 0 0,0 0 0 0 0,0 0 0 0 0,0 0 1 0 0,0-1-1 0 0,0 1 0 0 0,0 0 0 0 0,0 0 0 0 0,0 0 0 0 0,0 0 0 0 0,0 0 0 0 0,0 0 0 0 0,0-1 1 0 0,0 1-1 0 0,0 0 0 0 0,0 0 0 0 0,-1 0 0 0 0,1 0 0 0 0,0 0 0 0 0,0 0 0 0 0,0 0 1 0 0,0 0-1 0 0,0-1 0 0 0,0 1 0 0 0,0 0 0 0 0,-1 0 0 0 0,1 0 0 0 0,0 0 0 0 0,0 0 0 0 0,0 0 1 0 0,0 0-1 0 0,0 0 0 0 0,0 0 0 0 0,-1 0 0 0 0,1 0 0 0 0,0 0 0 0 0,0 0 0 0 0,0 0 1 0 0,0 0-1 0 0,0 0 0 0 0,0 0 0 0 0,-1 0 0 0 0,1 0 0 0 0,0 0 0 0 0,0 0 0 0 0,0 0 0 0 0,0 0 1 0 0,0 0-1 0 0,0 0 0 0 0,-1 1 0 0 0,1-1 0 0 0,0 0 0 0 0,0 0 0 0 0,0 0 0 0 0,0 0 1 0 0,0 0-1 0 0,0 0 0 0 0,0 0 0 0 0,0 0 0 0 0,0 0 0 0 0,-1 1 0 0 0,-8-22-169 0 0,-6-27-178 0 0,1-11 173 0 0,3-1-1 0 0,3 0 1 0 0,-2-77 0 0 0,8 102 189 0 0,1 17 108 0 0,0 0 0 0 0,1 0 0 0 0,1-1 0 0 0,1 1 1 0 0,1 0-1 0 0,0 0 0 0 0,1 1 0 0 0,1-1 0 0 0,1 1 1 0 0,0 0-1 0 0,1 0 0 0 0,1 1 0 0 0,1 0 1 0 0,0 0-1 0 0,1 1 0 0 0,0 0 0 0 0,2 1 0 0 0,-1 0 1 0 0,27-24-1 0 0,-21 24-93 0 0,0 1 0 0 0,0 1 1 0 0,1 0-1 0 0,1 1 0 0 0,0 1 1 0 0,0 0-1 0 0,1 2 0 0 0,0 0 1 0 0,1 2-1 0 0,0 0 0 0 0,0 1 1 0 0,0 1-1 0 0,0 1 0 0 0,24-1 0 0 0,-35 6-1207 0 0,5 6-9573 0 0,-8-1 10472 0 0,-7-7 583 0 0,15 18-2108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6:59.881"/>
    </inkml:context>
    <inkml:brush xml:id="br0">
      <inkml:brushProperty name="width" value="0.035" units="cm"/>
      <inkml:brushProperty name="height" value="0.035" units="cm"/>
    </inkml:brush>
  </inkml:definitions>
  <inkml:trace contextRef="#ctx0" brushRef="#br0">4 197 7241 0 0,'0'0'414'0'0,"-3"8"1010"0"0,12-13-997 0 0,0 0 1 0 0,0-1-1 0 0,-1 0 1 0 0,1 0-1 0 0,-1-1 1 0 0,-1 0-1 0 0,11-12 1 0 0,15-13 462 0 0,93-63 350 0 0,-103 83-3131 0 0,-14 10-3620 0 0,1 0 3973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0.208"/>
    </inkml:context>
    <inkml:brush xml:id="br0">
      <inkml:brushProperty name="width" value="0.035" units="cm"/>
      <inkml:brushProperty name="height" value="0.035" units="cm"/>
    </inkml:brush>
  </inkml:definitions>
  <inkml:trace contextRef="#ctx0" brushRef="#br0">1 237 7657 0 0,'0'0'1762'0'0,"-1"13"154"0"0,3-13-1803 0 0,0 1-1 0 0,0-1 0 0 0,0 0 1 0 0,1 0-1 0 0,-1 0 1 0 0,0 0-1 0 0,0-1 1 0 0,0 1-1 0 0,0-1 1 0 0,0 1-1 0 0,0-1 1 0 0,0 0-1 0 0,0 1 1 0 0,0-1-1 0 0,0 0 0 0 0,-1 0 1 0 0,4-3-1 0 0,35-25 888 0 0,-31 22-644 0 0,142-108 593 0 0,-54 36-7295 0 0,-86 70 4477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0.621"/>
    </inkml:context>
    <inkml:brush xml:id="br0">
      <inkml:brushProperty name="width" value="0.035" units="cm"/>
      <inkml:brushProperty name="height" value="0.035" units="cm"/>
    </inkml:brush>
  </inkml:definitions>
  <inkml:trace contextRef="#ctx0" brushRef="#br0">1 115 8029 0 0,'9'-18'1342'0'0,"-5"6"2778"0"0,-3 8-2734 0 0,3 10-343 0 0,12 25 297 0 0,17 45 331 0 0,-20-39-949 0 0,-6-15-541 0 0,1 0 0 0 0,11 21 1 0 0,-16-39-180 0 0,-1 1 1 0 0,0-1 0 0 0,1 0-1 0 0,0 0 1 0 0,0 0 0 0 0,0 0-1 0 0,1-1 1 0 0,-1 1 0 0 0,1-1-1 0 0,0 0 1 0 0,0 0 0 0 0,0 0-1 0 0,0-1 1 0 0,0 1 0 0 0,7 2-1 0 0,-9-5 3 0 0,1 1 0 0 0,-1 0 0 0 0,1-1 0 0 0,-1 0 0 0 0,1 1 0 0 0,-1-1 0 0 0,1 0 0 0 0,-1 0 0 0 0,1-1 0 0 0,-1 1 0 0 0,1 0 0 0 0,-1-1 0 0 0,0 0 0 0 0,1 1 0 0 0,-1-1 0 0 0,0 0 0 0 0,1 0 0 0 0,3-3 0 0 0,-2 1-2 0 0,1-1 1 0 0,-1 1-1 0 0,0-1 0 0 0,0 0 1 0 0,0-1-1 0 0,0 1 1 0 0,5-10-1 0 0,1-3-7 0 0,-2 0 1 0 0,0 0-1 0 0,11-35 1 0 0,-3-13-46 0 0,12-91 1 0 0,-28 155 47 0 0,1-2-199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0.963"/>
    </inkml:context>
    <inkml:brush xml:id="br0">
      <inkml:brushProperty name="width" value="0.035" units="cm"/>
      <inkml:brushProperty name="height" value="0.035" units="cm"/>
    </inkml:brush>
  </inkml:definitions>
  <inkml:trace contextRef="#ctx0" brushRef="#br0">107 64 7657 0 0,'0'-4'310'0'0,"0"1"-1"0"0,0-1 1 0 0,0 0 0 0 0,-1 1 0 0 0,1-1 0 0 0,-1 1 0 0 0,0-1-1 0 0,0 1 1 0 0,0 0 0 0 0,0-1 0 0 0,0 1 0 0 0,-1 0 0 0 0,-3-6-1 0 0,5 8-208 0 0,-1 1-1 0 0,1-1 0 0 0,-1 0 0 0 0,1 1 0 0 0,-1-1 0 0 0,0 1 1 0 0,1-1-1 0 0,-1 1 0 0 0,0-1 0 0 0,1 1 0 0 0,-1-1 1 0 0,0 1-1 0 0,1 0 0 0 0,-1-1 0 0 0,0 1 0 0 0,0 0 0 0 0,1-1 1 0 0,-1 1-1 0 0,0 0 0 0 0,0 0 0 0 0,0 0 0 0 0,0 0 0 0 0,1 0 1 0 0,-2 0-1 0 0,0 1-103 0 0,1-1 1 0 0,0 1 0 0 0,-1 0 0 0 0,1 0-1 0 0,-1 0 1 0 0,1 0 0 0 0,0 0-1 0 0,0 0 1 0 0,-1 0 0 0 0,1 0-1 0 0,0 0 1 0 0,0 1 0 0 0,0-1 0 0 0,0 0-1 0 0,1 1 1 0 0,-1-1 0 0 0,-1 3-1 0 0,-9 19 246 0 0,2 0-1 0 0,0 1 1 0 0,2 0 0 0 0,-9 47-1 0 0,15-68-191 0 0,2-2-103 0 0,-1 0 47 0 0,0 0 0 0 0,1 0 0 0 0,-1 0-1 0 0,0 0 1 0 0,1 0 0 0 0,0 0 0 0 0,-1 0 0 0 0,1 0 0 0 0,-1 0 0 0 0,1 0 0 0 0,0-1 0 0 0,0 1-1 0 0,-1 0 1 0 0,1 0 0 0 0,0-1 0 0 0,0 1 0 0 0,0 0 0 0 0,0-1 0 0 0,0 1 0 0 0,0-1-1 0 0,0 1 1 0 0,0-1 0 0 0,0 0 0 0 0,0 1 0 0 0,0-1 0 0 0,0 0 0 0 0,0 0 0 0 0,0 0-1 0 0,1 1 1 0 0,-1-1 0 0 0,0 0 0 0 0,0-1 0 0 0,0 1 0 0 0,0 0 0 0 0,0 0 0 0 0,2-1 0 0 0,41-9-23 0 0,-39 7 23 0 0,0 0 0 0 0,0-1-1 0 0,0 0 1 0 0,-1 0 0 0 0,1 0 0 0 0,-1 0-1 0 0,0-1 1 0 0,0 0 0 0 0,0 0 0 0 0,-1 0-1 0 0,5-8 1 0 0,23-58 393 0 0,-29 67 950 0 0,-2 3-1286 0 0,1 0 0 0 0,-1 0 1 0 0,1 0-1 0 0,0 1 0 0 0,0-1 0 0 0,-1 0 0 0 0,1 0 1 0 0,0 0-1 0 0,0 1 0 0 0,0-1 0 0 0,0 0 0 0 0,0 1 1 0 0,0-1-1 0 0,0 1 0 0 0,0-1 0 0 0,0 1 1 0 0,0 0-1 0 0,2-1 0 0 0,7 49-135 0 0,-8-36 292 0 0,0 0-1 0 0,1 0 1 0 0,0-1-1 0 0,0 0 1 0 0,8 16-1 0 0,-9-24-419 0 0,0 0-1 0 0,-1 0 1 0 0,1-1 0 0 0,0 1-1 0 0,0-1 1 0 0,1 1-1 0 0,-1-1 1 0 0,0 0-1 0 0,1 0 1 0 0,4 2 0 0 0,-4-2-334 0 0,0-1 1 0 0,0 1-1 0 0,0-1 1 0 0,0 0-1 0 0,1 0 1 0 0,-1-1-1 0 0,0 1 1 0 0,1-1-1 0 0,-1 1 1 0 0,0-1-1 0 0,7-1 1 0 0,5 0-1731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1.567"/>
    </inkml:context>
    <inkml:brush xml:id="br0">
      <inkml:brushProperty name="width" value="0.035" units="cm"/>
      <inkml:brushProperty name="height" value="0.035" units="cm"/>
    </inkml:brush>
  </inkml:definitions>
  <inkml:trace contextRef="#ctx0" brushRef="#br0">39 29 9157 0 0,'-3'-18'482'0'0,"0"12"5933"0"0,2 5-6348 0 0,0 1 0 0 0,0-1-1 0 0,1 1 1 0 0,-1 0 0 0 0,0-1 0 0 0,0 1-1 0 0,0 0 1 0 0,0-1 0 0 0,1 1 0 0 0,-1 0 0 0 0,0 0-1 0 0,0 0 1 0 0,0 0 0 0 0,0 0 0 0 0,0 0-1 0 0,0 0 1 0 0,1 0 0 0 0,-1 0 0 0 0,0 0-1 0 0,0 1 1 0 0,0-1 0 0 0,0 0 0 0 0,0 0-1 0 0,1 1 1 0 0,-1-1 0 0 0,0 1 0 0 0,0-1 0 0 0,1 1-1 0 0,-2 0 1 0 0,1 1 21 0 0,0 0-1 0 0,0-1 1 0 0,0 1 0 0 0,1 0-1 0 0,-1 0 1 0 0,0 0 0 0 0,1 0-1 0 0,0-1 1 0 0,-1 1 0 0 0,1 0-1 0 0,0 0 1 0 0,0 0 0 0 0,1 3-1 0 0,12 67 1307 0 0,-11-65-1169 0 0,15 88 983 0 0,-14-72-1101 0 0,1 1-1 0 0,0-1 1 0 0,2 1-1 0 0,1-1 1 0 0,12 28-1 0 0,-18-49-167 0 0,0 0 0 0 0,0 0-1 0 0,0 0 1 0 0,0 1 0 0 0,0-1 0 0 0,0 0 0 0 0,1 0-1 0 0,-1 0 1 0 0,1-1 0 0 0,0 1 0 0 0,-1 0-1 0 0,1-1 1 0 0,0 1 0 0 0,0-1 0 0 0,0 1-1 0 0,0-1 1 0 0,0 0 0 0 0,0 0 0 0 0,0 0 0 0 0,1 0-1 0 0,-1 0 1 0 0,0 0 0 0 0,1-1 0 0 0,-1 1-1 0 0,0-1 1 0 0,1 0 0 0 0,-1 1 0 0 0,1-1 0 0 0,-1 0-1 0 0,0-1 1 0 0,1 1 0 0 0,-1 0 0 0 0,1-1-1 0 0,-1 1 1 0 0,0-1 0 0 0,1 0 0 0 0,-1 1 0 0 0,0-1-1 0 0,0 0 1 0 0,0-1 0 0 0,4-1 0 0 0,2-3-190 0 0,0 0 1 0 0,0 0-1 0 0,-1-1 1 0 0,1 0 0 0 0,-2 0-1 0 0,1-1 1 0 0,-1 0-1 0 0,10-16 1 0 0,-6 3 223 0 0,-1 0-1 0 0,-1 0 1 0 0,-1-1 0 0 0,4-24 0 0 0,-2 13 70 0 0,-8 30 28 0 0,2-12 275 0 0,-5 13-205 0 0,-4 11-113 0 0,0 6 33 0 0,2-1 0 0 0,0 1 0 0 0,0 0 0 0 0,2 0 0 0 0,0 0 1 0 0,0 0-1 0 0,2 0 0 0 0,-1 0 0 0 0,5 28 0 0 0,-4-41-51 0 0,0 1 0 0 0,0 0 0 0 0,1-1 0 0 0,-1 1 1 0 0,1-1-1 0 0,0 1 0 0 0,-1-1 0 0 0,1 0 0 0 0,0 1 0 0 0,0-1 0 0 0,1 0 0 0 0,-1 0 0 0 0,0 1 0 0 0,1-1 0 0 0,0 0 1 0 0,-1 0-1 0 0,1-1 0 0 0,0 1 0 0 0,0 0 0 0 0,0 0 0 0 0,0-1 0 0 0,0 1 0 0 0,0-1 0 0 0,0 0 0 0 0,1 0 0 0 0,-1 0 1 0 0,0 0-1 0 0,1 0 0 0 0,-1 0 0 0 0,1-1 0 0 0,-1 1 0 0 0,1-1 0 0 0,-1 1 0 0 0,1-1 0 0 0,-1 0 0 0 0,1 0 0 0 0,0 0 1 0 0,-1-1-1 0 0,1 1 0 0 0,-1-1 0 0 0,1 1 0 0 0,-1-1 0 0 0,1 0 0 0 0,-1 0 0 0 0,4-2 0 0 0,3 0-19 0 0,0-1 0 0 0,0-1 0 0 0,-1 0 0 0 0,0 0 0 0 0,0-1 0 0 0,0 0 0 0 0,-1 0 0 0 0,0-1 0 0 0,0 0 0 0 0,10-13 0 0 0,-8 5 11 0 0,-1 0-1 0 0,-1 0 1 0 0,-1-1 0 0 0,0 1-1 0 0,-1-2 1 0 0,-1 1 0 0 0,0 0 0 0 0,-1-1-1 0 0,1-26 1 0 0,-5 36-41 0 0,-3 17 39 0 0,-2 18 10 0 0,3-9-29 0 0,1-1 44 0 0,0 0 0 0 0,2 26 1 0 0,0-40-33 0 0,0 0 0 0 0,0 0 1 0 0,1 1-1 0 0,0-1 0 0 0,0 0 1 0 0,0 0-1 0 0,1 0 0 0 0,-1-1 1 0 0,1 1-1 0 0,0 0 0 0 0,0 0 0 0 0,0-1 1 0 0,0 0-1 0 0,1 1 0 0 0,5 5 1 0 0,-6-8-165 0 0,0 1 0 0 0,0-1 0 0 0,1 0 0 0 0,-1 1 0 0 0,0-1 0 0 0,1 0 0 0 0,-1-1 0 0 0,1 1 0 0 0,-1 0 0 0 0,1-1 1 0 0,-1 1-1 0 0,1-1 0 0 0,0 0 0 0 0,-1 0 0 0 0,1 0 0 0 0,0 0 0 0 0,-1 0 0 0 0,1 0 0 0 0,-1-1 0 0 0,1 1 0 0 0,-1-1 0 0 0,1 0 0 0 0,-1 0 0 0 0,5-2 0 0 0,-1 0-610 0 0,1 0-1 0 0,-1-1 1 0 0,0 0-1 0 0,0 0 1 0 0,0 0-1 0 0,0-1 1 0 0,7-8-1 0 0,-2 0-1159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1.955"/>
    </inkml:context>
    <inkml:brush xml:id="br0">
      <inkml:brushProperty name="width" value="0.035" units="cm"/>
      <inkml:brushProperty name="height" value="0.035" units="cm"/>
    </inkml:brush>
  </inkml:definitions>
  <inkml:trace contextRef="#ctx0" brushRef="#br0">40 37 8681 0 0,'0'0'5272'0'0,"0"-20"-3536"0"0,-3 23-1686 0 0,0-1 1 0 0,1 1 0 0 0,-1 1-1 0 0,1-1 1 0 0,0 0-1 0 0,0 0 1 0 0,0 1 0 0 0,0-1-1 0 0,1 1 1 0 0,-1 0 0 0 0,1-1-1 0 0,-1 7 1 0 0,-8 51 826 0 0,8-42-773 0 0,2-18-106 0 0,0-1 0 0 0,0 1 0 0 0,-1 0 0 0 0,1-1 0 0 0,0 1 1 0 0,0-1-1 0 0,0 1 0 0 0,0 0 0 0 0,0-1 0 0 0,0 1 0 0 0,0 0 0 0 0,0-1 0 0 0,0 1 0 0 0,1-1 0 0 0,-1 1 0 0 0,0 0 0 0 0,0-1 0 0 0,1 1 0 0 0,-1-1 0 0 0,0 1 0 0 0,0-1 0 0 0,1 1 0 0 0,-1-1 0 0 0,1 1 0 0 0,-1-1 0 0 0,1 1 0 0 0,-1-1 1 0 0,0 1-1 0 0,1-1 0 0 0,1 1 0 0 0,18-3-140 0 0,17-20-146 0 0,-26 11 169 0 0,-1 0-1 0 0,0-1 1 0 0,-1 0-1 0 0,0-1 1 0 0,-1 0 0 0 0,0 0-1 0 0,9-24 1 0 0,-16 34 1376 0 0,15-12 89 0 0,-15 16-1321 0 0,0-1 1 0 0,-1 1-1 0 0,1-1 1 0 0,0 1-1 0 0,-1-1 1 0 0,1 1-1 0 0,0-1 1 0 0,-1 1-1 0 0,1 0 1 0 0,-1-1-1 0 0,1 1 1 0 0,-1 0-1 0 0,1 0 1 0 0,-1 0-1 0 0,0-1 1 0 0,1 1-1 0 0,-1 0 1 0 0,0 0-1 0 0,0 0 1 0 0,1 0-1 0 0,-1-1 1 0 0,0 1-1 0 0,0 0 1 0 0,0 0-1 0 0,0 0 1 0 0,0 1-1 0 0,1 27 214 0 0,-1-27-204 0 0,-1 38 194 0 0,0 38 46 0 0,2-72-287 0 0,-1-1 0 0 0,1 1 0 0 0,0-1 0 0 0,0 1 0 0 0,1-1 0 0 0,-1 1 0 0 0,1-1-1 0 0,1 0 1 0 0,-1 0 0 0 0,5 7 0 0 0,-5-10-93 0 0,0 0 0 0 0,0 1-1 0 0,0-1 1 0 0,0 0 0 0 0,0-1-1 0 0,0 1 1 0 0,1 0 0 0 0,-1-1 0 0 0,1 1-1 0 0,-1-1 1 0 0,1 0 0 0 0,0 1 0 0 0,-1-1-1 0 0,1-1 1 0 0,0 1 0 0 0,0 0-1 0 0,0-1 1 0 0,0 1 0 0 0,0-1 0 0 0,0 0-1 0 0,0 0 1 0 0,4-1 0 0 0,-1 1-605 0 0,0-2 0 0 0,0 1 1 0 0,-1 0-1 0 0,1-1 0 0 0,-1 0 1 0 0,1-1-1 0 0,-1 1 0 0 0,0-1 1 0 0,8-5-1 0 0,-1-2-1458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2.422"/>
    </inkml:context>
    <inkml:brush xml:id="br0">
      <inkml:brushProperty name="width" value="0.035" units="cm"/>
      <inkml:brushProperty name="height" value="0.035" units="cm"/>
    </inkml:brush>
  </inkml:definitions>
  <inkml:trace contextRef="#ctx0" brushRef="#br0">57 102 11301 0 0,'-23'-64'1309'0'0,"7"27"7624"0"0,16 37-8821 0 0,0 0-76 0 0,-1 0-1 0 0,1 0 1 0 0,0 1-1 0 0,-1-1 1 0 0,1 0-1 0 0,-1 0 1 0 0,1 1-1 0 0,0-1 1 0 0,-1 0-1 0 0,1 1 1 0 0,0-1-1 0 0,-1 0 0 0 0,1 1 1 0 0,0-1-1 0 0,0 1 1 0 0,-1-1-1 0 0,1 1 1 0 0,0-1-1 0 0,0 0 1 0 0,0 1-1 0 0,0-1 1 0 0,0 1-1 0 0,-1-1 1 0 0,1 1-1 0 0,0-1 1 0 0,0 1-1 0 0,0-1 1 0 0,0 1-1 0 0,0-1 1 0 0,0 1-1 0 0,1-1 1 0 0,-1 0-1 0 0,0 1 0 0 0,0-1 1 0 0,0 1-1 0 0,-3 27 424 0 0,-5 107 801 0 0,14 213-1 0 0,-2-306-1084 0 0,0-2-2719 0 0,-3-18-5857 0 0,-1-20 6615 0 0,-6 2-4781 0 0,3-11 5942 0 0,1-5 346 0 0,2 0 1 0 0,-1 1-1 0 0,2-1 1 0 0,-1 0-1 0 0,2 1 1 0 0,-1-1-1 0 0,2 1 1 0 0,3-12-1 0 0,0-5 755 0 0,-5 23 1210 0 0,0 0 1 0 0,0 1-1 0 0,1-1 1 0 0,-1 1-1 0 0,1 0 1 0 0,4-9-1 0 0,-4 11-1467 0 0,0-1-1 0 0,0 1 1 0 0,0 0 0 0 0,0 0 0 0 0,0 0-1 0 0,0 0 1 0 0,1 0 0 0 0,-1 0-1 0 0,4-1 1 0 0,2-1-349 0 0,1 1 0 0 0,-1 0-1 0 0,1 0 1 0 0,0 1 0 0 0,0 1 0 0 0,12-2 0 0 0,-11 2 181 0 0,-1-2 1 0 0,1 1-1 0 0,-1-1 1 0 0,1 0 0 0 0,-1-1-1 0 0,11-6 1 0 0,2 0-2759 0 0,4-1-4220 0 0,-14 6 5201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2.789"/>
    </inkml:context>
    <inkml:brush xml:id="br0">
      <inkml:brushProperty name="width" value="0.035" units="cm"/>
      <inkml:brushProperty name="height" value="0.035" units="cm"/>
    </inkml:brush>
  </inkml:definitions>
  <inkml:trace contextRef="#ctx0" brushRef="#br0">0 190 7933 0 0,'0'0'3567'0'0,"2"3"-3231"0"0,1 4-201 0 0,12 20 374 0 0,-15-26-492 0 0,1 0 0 0 0,-1 0 0 0 0,1 0 0 0 0,0 0 1 0 0,-1 0-1 0 0,1 0 0 0 0,0 0 0 0 0,0-1 0 0 0,0 1 1 0 0,0 0-1 0 0,0-1 0 0 0,0 1 0 0 0,0 0 0 0 0,0-1 1 0 0,0 1-1 0 0,0-1 0 0 0,0 1 0 0 0,0-1 0 0 0,0 0 1 0 0,0 0-1 0 0,0 1 0 0 0,2-1 0 0 0,13-4 163 0 0,9-9-2 0 0,30-29 94 0 0,-51 38-238 0 0,1-1 22 0 0,0-1 1 0 0,0 0-1 0 0,0 0 1 0 0,-1-1-1 0 0,0 1 1 0 0,-1-1 0 0 0,1 0-1 0 0,-1 0 1 0 0,3-12-1 0 0,3-14 98 0 0,-6 14-113 0 0,-2 17-24 0 0,-1 1 0 0 0,1-1-1 0 0,-1 1 1 0 0,0-1 0 0 0,0 0-1 0 0,1 1 1 0 0,-1-1 0 0 0,-1 0-1 0 0,1 1 1 0 0,0-1 0 0 0,0 0-1 0 0,0 1 1 0 0,-1-1 0 0 0,1 1-1 0 0,-1-1 1 0 0,1 1 0 0 0,-1-1 0 0 0,0 1-1 0 0,0-1 1 0 0,1 1 0 0 0,-1-1-1 0 0,0 1 1 0 0,0 0 0 0 0,0-1-1 0 0,-1 1 1 0 0,1 0 0 0 0,0 0-1 0 0,0 0 1 0 0,-1 0 0 0 0,1 0-1 0 0,0 0 1 0 0,-1 0 0 0 0,1 1-1 0 0,-1-1 1 0 0,1 0 0 0 0,-1 1-1 0 0,0-1 1 0 0,-2 1 0 0 0,1-1 25 0 0,0 1 0 0 0,-1 0 0 0 0,1 0 0 0 0,-1 1 0 0 0,1-1 0 0 0,0 1 0 0 0,-1 0 0 0 0,1 0 0 0 0,0 0 0 0 0,0 0 0 0 0,-1 0 0 0 0,1 1 0 0 0,0-1-1 0 0,0 1 1 0 0,1 0 0 0 0,-6 4 0 0 0,1 1 191 0 0,0 1-1 0 0,0 1 1 0 0,1-1-1 0 0,0 1 1 0 0,0 0-1 0 0,1 1 1 0 0,0-1-1 0 0,0 1 1 0 0,2 0-1 0 0,-1 0 1 0 0,1 1-1 0 0,-4 20 1 0 0,2 6 547 0 0,2 0 1 0 0,1 48 0 0 0,2-84-794 0 0,0 1 0 0 0,0 0 1 0 0,0 0-1 0 0,0 0 0 0 0,1 0 0 0 0,-1-1 1 0 0,1 1-1 0 0,-1 0 0 0 0,1 0 1 0 0,-1-1-1 0 0,1 1 0 0 0,0 0 0 0 0,0-1 1 0 0,0 1-1 0 0,0-1 0 0 0,0 1 0 0 0,0-1 1 0 0,1 1-1 0 0,-1-1 0 0 0,0 0 0 0 0,1 0 1 0 0,-1 0-1 0 0,1 0 0 0 0,-1 0 0 0 0,1 0 1 0 0,-1 0-1 0 0,1 0 0 0 0,0 0 0 0 0,0-1 1 0 0,-1 1-1 0 0,1-1 0 0 0,0 1 0 0 0,0-1 1 0 0,0 0-1 0 0,-1 0 0 0 0,1 0 0 0 0,0 0 1 0 0,0 0-1 0 0,3 0 0 0 0,1-1-471 0 0,0 1-1 0 0,0-1 1 0 0,0 0-1 0 0,-1-1 1 0 0,1 1-1 0 0,0-1 1 0 0,-1 0-1 0 0,1-1 1 0 0,-1 1-1 0 0,11-7 1 0 0,0-4-1812 0 0,2 0-204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5.216"/>
    </inkml:context>
    <inkml:brush xml:id="br0">
      <inkml:brushProperty name="width" value="0.035" units="cm"/>
      <inkml:brushProperty name="height" value="0.035" units="cm"/>
    </inkml:brush>
  </inkml:definitions>
  <inkml:trace contextRef="#ctx0" brushRef="#br0">282 17 1948 0 0,'0'0'2760'0'0,"-4"-3"-2160"0"0,0 1-426 0 0,1 1-1 0 0,0-1 0 0 0,-1 0 0 0 0,0 1 0 0 0,1 0 0 0 0,-1-1 1 0 0,0 2-1 0 0,1-1 0 0 0,-1 0 0 0 0,0 1 0 0 0,0-1 0 0 0,0 1 1 0 0,0 0-1 0 0,1 1 0 0 0,-1-1 0 0 0,0 1 0 0 0,0-1 0 0 0,-6 3 1 0 0,2 1 34 0 0,1 0 0 0 0,0 1 0 0 0,1 0 0 0 0,-1 0 0 0 0,1 1 1 0 0,0-1-1 0 0,0 1 0 0 0,1 0 0 0 0,-6 8 0 0 0,-3 5 21 0 0,-26 30 42 0 0,37-46-259 0 0,1 0 1 0 0,-1 0 0 0 0,0 0-1 0 0,0-1 1 0 0,0 1 0 0 0,-1-1-1 0 0,1 0 1 0 0,0 0 0 0 0,-1 0-1 0 0,1-1 1 0 0,-1 1 0 0 0,-4 1-1 0 0,7-3-10 0 0,0 0-1 0 0,0 0 0 0 0,0 0 1 0 0,0 0-1 0 0,0 0 1 0 0,0 0-1 0 0,0 0 0 0 0,0 0 1 0 0,0 0-1 0 0,0-1 0 0 0,0 1 1 0 0,0 0-1 0 0,0-1 1 0 0,0 1-1 0 0,1 0 0 0 0,-1-1 1 0 0,0 1-1 0 0,0-1 0 0 0,0 1 1 0 0,1-1-1 0 0,-1 0 1 0 0,0 1-1 0 0,1-1 0 0 0,-1 0 1 0 0,0 1-1 0 0,0-2 0 0 0,-6-28 53 0 0,13-36 126 0 0,-5 60-143 0 0,-1 4-32 0 0,0 1-1 0 0,0-1 1 0 0,1 0-1 0 0,-1 0 1 0 0,0 0-1 0 0,1 0 1 0 0,0 1-1 0 0,-1-1 1 0 0,1 0-1 0 0,0 0 1 0 0,0 1-1 0 0,0-1 1 0 0,0 1-1 0 0,0-1 1 0 0,0 1 0 0 0,1-1-1 0 0,-1 1 1 0 0,1 0-1 0 0,-1 0 1 0 0,0-1-1 0 0,1 1 1 0 0,0 0-1 0 0,1-1 1 0 0,0 2 24 0 0,0-1 1 0 0,0 1-1 0 0,0-1 1 0 0,-1 1-1 0 0,1 0 1 0 0,0 0-1 0 0,0 0 1 0 0,-1 1-1 0 0,1-1 1 0 0,0 1-1 0 0,0-1 1 0 0,-1 1-1 0 0,1 0 1 0 0,2 1-1 0 0,11 6 75 0 0,-1 0 0 0 0,0 0 0 0 0,-1 2 0 0 0,13 10 0 0 0,-21-16-164 0 0,0 0 62 0 0,-1 0-1 0 0,1-1 0 0 0,-1 0 1 0 0,1 0-1 0 0,0 0 1 0 0,12 2-1 0 0,-16-4-3 0 0,1 0 0 0 0,-1-1-1 0 0,1 1 1 0 0,-1-1 0 0 0,1 0 0 0 0,0 0 0 0 0,-1 0-1 0 0,1 0 1 0 0,-1 0 0 0 0,1-1 0 0 0,0 1-1 0 0,-1-1 1 0 0,1 1 0 0 0,-1-1 0 0 0,1 0-1 0 0,-1 0 1 0 0,0 0 0 0 0,1 0 0 0 0,3-3-1 0 0,-6 3 1 0 0,1 1-1 0 0,-1-1 0 0 0,1 1 0 0 0,-1-1 0 0 0,1 1 0 0 0,-1-1 1 0 0,1 1-1 0 0,-1-1 0 0 0,1 0 0 0 0,-1 1 0 0 0,0-1 0 0 0,0 0 0 0 0,1 1 1 0 0,-1-1-1 0 0,0 0 0 0 0,0 0 0 0 0,1 1 0 0 0,-1-1 0 0 0,0 0 0 0 0,0 1 1 0 0,0-1-1 0 0,0 0 0 0 0,0 0 0 0 0,0 1 0 0 0,-1-1 0 0 0,1 0 0 0 0,0 0 1 0 0,0 1-1 0 0,0-1 0 0 0,-1-1 0 0 0,-20-21-44 0 0,-32-8-48 0 0,50 30 90 0 0,-5-2-1 0 0,1 0 0 0 0,-1 1 0 0 0,0-1 0 0 0,0 2 0 0 0,-14-3-1 0 0,21 4 16 0 0,-1 0 0 0 0,1 1 0 0 0,0-1 0 0 0,-1 0-1 0 0,1 0 1 0 0,0 0 0 0 0,-1 1 0 0 0,1-1 0 0 0,0 1 0 0 0,0-1-1 0 0,0 1 1 0 0,-1 0 0 0 0,1-1 0 0 0,0 1 0 0 0,0 0 0 0 0,0 0-1 0 0,0-1 1 0 0,0 1 0 0 0,0 0 0 0 0,0 0 0 0 0,1 0-1 0 0,-1 0 1 0 0,0 0 0 0 0,0 1 0 0 0,1-1 0 0 0,-1 0 0 0 0,1 0-1 0 0,-1 0 1 0 0,1 1 0 0 0,-1-1 0 0 0,1 0 0 0 0,0 1 0 0 0,0-1-1 0 0,-1 0 1 0 0,1 0 0 0 0,0 1 0 0 0,0-1 0 0 0,0 0 0 0 0,1 1-1 0 0,-1-1 1 0 0,0 0 0 0 0,1 3 0 0 0,24 158 2050 0 0,-7-65-2339 0 0,-11-79-3039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6.068"/>
    </inkml:context>
    <inkml:brush xml:id="br0">
      <inkml:brushProperty name="width" value="0.035" units="cm"/>
      <inkml:brushProperty name="height" value="0.035" units="cm"/>
    </inkml:brush>
  </inkml:definitions>
  <inkml:trace contextRef="#ctx0" brushRef="#br0">137 105 7933 0 0,'0'0'5372'0'0,"0"-2"-5285"0"0,-1 0-1 0 0,0 0 0 0 0,0 1 1 0 0,0-1-1 0 0,0 0 0 0 0,0 1 1 0 0,0-1-1 0 0,0 1 0 0 0,-1-1 1 0 0,1 1-1 0 0,-3-2 0 0 0,3 2-63 0 0,-1 1-1 0 0,0-1 0 0 0,0 1 1 0 0,0 0-1 0 0,0 0 0 0 0,0 0 1 0 0,0 0-1 0 0,0 0 1 0 0,0 0-1 0 0,0 0 0 0 0,1 1 1 0 0,-1-1-1 0 0,0 1 0 0 0,0-1 1 0 0,0 1-1 0 0,1 0 0 0 0,-1 0 1 0 0,0-1-1 0 0,0 1 0 0 0,1 1 1 0 0,-1-1-1 0 0,1 0 1 0 0,-1 0-1 0 0,1 0 0 0 0,0 1 1 0 0,-1-1-1 0 0,1 1 0 0 0,0-1 1 0 0,0 1-1 0 0,0-1 0 0 0,-1 4 1 0 0,-6 8 4 0 0,1 0 1 0 0,0 1 0 0 0,-5 17 0 0 0,1-5-41 0 0,11-25-164 0 0,-1 0 0 0 0,1 1 0 0 0,-1-1 1 0 0,1 0-1 0 0,-1 0 0 0 0,0 1 0 0 0,0-1 0 0 0,1 0 1 0 0,-1 0-1 0 0,0 0 0 0 0,0 0 0 0 0,0 0 0 0 0,0 0 1 0 0,0 0-1 0 0,-3 1 0 0 0,4-2 174 0 0,-1 0 1 0 0,1 0-1 0 0,-1 0 1 0 0,1-1-1 0 0,0 1 1 0 0,-1 0-1 0 0,1 0 1 0 0,-1-1-1 0 0,1 1 1 0 0,0 0-1 0 0,-1 0 1 0 0,1-1 0 0 0,0 1-1 0 0,0 0 1 0 0,-1-1-1 0 0,1 1 1 0 0,0-1-1 0 0,0 1 1 0 0,-1 0-1 0 0,1-1 1 0 0,0 1-1 0 0,0-1 1 0 0,0 1-1 0 0,0 0 1 0 0,0-1-1 0 0,0 1 1 0 0,0-1-1 0 0,0 1 1 0 0,0-1-1 0 0,0 0 1 0 0,-1-3 100 0 0,1-1 0 0 0,-1 0 1 0 0,1 1-1 0 0,0-1 1 0 0,1 1-1 0 0,-1-1 1 0 0,1 0-1 0 0,1-4 1 0 0,-1 7-81 0 0,0 0 1 0 0,0 0 0 0 0,0-1 0 0 0,0 1-1 0 0,0 0 1 0 0,0 0 0 0 0,1 1-1 0 0,-1-1 1 0 0,1 0 0 0 0,-1 0 0 0 0,1 1-1 0 0,0-1 1 0 0,-1 1 0 0 0,1-1 0 0 0,0 1-1 0 0,0 0 1 0 0,0-1 0 0 0,0 1 0 0 0,0 0-1 0 0,1 1 1 0 0,-1-1 0 0 0,0 0 0 0 0,0 0-1 0 0,0 1 1 0 0,3-1 0 0 0,3 1 27 0 0,0 1 1 0 0,0-1-1 0 0,0 1 1 0 0,-1 1 0 0 0,1 0-1 0 0,7 2 1 0 0,21 5 23 0 0,-36-9-70 0 0,1 0-1 0 0,-1 0 1 0 0,1 0 0 0 0,-1 0 0 0 0,1 0-1 0 0,-1 0 1 0 0,1 0 0 0 0,-1 0-1 0 0,1 0 1 0 0,-1 0 0 0 0,1 0 0 0 0,-1 0-1 0 0,1-1 1 0 0,-1 1 0 0 0,0 0-1 0 0,1 0 1 0 0,-1 0 0 0 0,1-1 0 0 0,-1 1-1 0 0,1 0 1 0 0,-1-1 0 0 0,0 1-1 0 0,1 0 1 0 0,-1-1 0 0 0,0 1 0 0 0,1 0-1 0 0,-1-1 1 0 0,0 1 0 0 0,0-1-1 0 0,1 1 1 0 0,-1 0 0 0 0,0-1 0 0 0,0 1-1 0 0,0-1 1 0 0,1 1 0 0 0,-1-1-1 0 0,0 1 1 0 0,0-1 0 0 0,0 1 0 0 0,0-1-1 0 0,0 1 1 0 0,0-1 0 0 0,0 1-1 0 0,0-1 1 0 0,0 1 0 0 0,0-1 0 0 0,0 1-1 0 0,-1-1 1 0 0,1 1 0 0 0,0-1-1 0 0,0 1 1 0 0,0-1 0 0 0,-1 1 0 0 0,1 0-1 0 0,0-1 1 0 0,-1 0 0 0 0,-12-27-10 0 0,-30-21 34 0 0,15 20 13 0 0,26 26 32 0 0,1 2-50 0 0,0 0-1 0 0,1 0 1 0 0,-1-1 0 0 0,0 1 0 0 0,0 0 0 0 0,0 0-1 0 0,0 0 1 0 0,0 0 0 0 0,0 0 0 0 0,0 0-1 0 0,0 0 1 0 0,0 0 0 0 0,0 1 0 0 0,-1-1-1 0 0,1 0 1 0 0,0 1 0 0 0,-1-1 0 0 0,1 1-1 0 0,0-1 1 0 0,-1 1 0 0 0,-1-1 0 0 0,2 1-9 0 0,0 0-1 0 0,0-1 1 0 0,1 1 0 0 0,-1 0 0 0 0,0 0-1 0 0,0 0 1 0 0,1 0 0 0 0,-1 0-1 0 0,0 0 1 0 0,0 0 0 0 0,1 0 0 0 0,-1 1-1 0 0,0-1 1 0 0,0 0 0 0 0,1 0 0 0 0,-1 1-1 0 0,0-1 1 0 0,1 0 0 0 0,-1 1 0 0 0,0-1-1 0 0,1 0 1 0 0,-1 1 0 0 0,0-1 0 0 0,1 1-1 0 0,-1-1 1 0 0,1 1 0 0 0,-1 0 0 0 0,1-1-1 0 0,-1 1 1 0 0,1-1 0 0 0,0 1 0 0 0,-1 0-1 0 0,1-1 1 0 0,0 1 0 0 0,-1 0 0 0 0,1 0-1 0 0,0-1 1 0 0,0 1 0 0 0,0 0-1 0 0,0 0 1 0 0,-1-1 0 0 0,1 1 0 0 0,0 0-1 0 0,0 0 1 0 0,1-1 0 0 0,-1 1 0 0 0,0 0-1 0 0,0 0 1 0 0,0-1 0 0 0,0 1 0 0 0,1 1-1 0 0,2 11 133 0 0,1 0 0 0 0,0-1 0 0 0,1 0 0 0 0,1 1 0 0 0,-1-2 0 0 0,16 22 0 0 0,-11-16-68 0 0,-1 0 0 0 0,11 25-1 0 0,0 11-851 0 0,-8-20-3310 0 0,-7-17 2091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09.738"/>
    </inkml:context>
    <inkml:brush xml:id="br0">
      <inkml:brushProperty name="width" value="0.035" units="cm"/>
      <inkml:brushProperty name="height" value="0.035" units="cm"/>
    </inkml:brush>
  </inkml:definitions>
  <inkml:trace contextRef="#ctx0" brushRef="#br0">323 180 4524 0 0,'0'0'112'0'0,"-2"-16"32"0"0,1 6 7439 0 0,-7-46-5135 0 0,7 50-1640 0 0,0 0-420 0 0,-1-1-264 0 0,0-2 166 0 0,0 1 1 0 0,-1 0-1 0 0,0-1 1 0 0,0 1-1 0 0,-9-14 1 0 0,11 21-260 0 0,-1-1 0 0 0,1 1 0 0 0,0 0 0 0 0,-1 0 0 0 0,0 0-1 0 0,1 0 1 0 0,-1 0 0 0 0,0 0 0 0 0,1 0 0 0 0,-1 0 0 0 0,0 1 0 0 0,0-1 0 0 0,0 1 0 0 0,0-1 0 0 0,1 1 0 0 0,-1 0 0 0 0,-4 0 0 0 0,-31 1 195 0 0,33-1-161 0 0,-2 1 14 0 0,0 1 0 0 0,0-1 0 0 0,0 1 0 0 0,0 0 0 0 0,0 0 0 0 0,0 1 0 0 0,1-1 0 0 0,0 1 0 0 0,-1 1-1 0 0,1-1 1 0 0,0 1 0 0 0,0 0 0 0 0,-7 8 0 0 0,-5 6 173 0 0,2 0 0 0 0,-16 25 0 0 0,27-37-215 0 0,-4 7 88 0 0,0 1 0 0 0,1 0 0 0 0,1 0 0 0 0,1 0 0 0 0,0 1 1 0 0,0 0-1 0 0,2 0 0 0 0,0 0 0 0 0,0 0 0 0 0,2 0 0 0 0,0 1 0 0 0,1-1 0 0 0,0 1 0 0 0,1-1 0 0 0,1 0 1 0 0,0 1-1 0 0,1-1 0 0 0,1 0 0 0 0,0 0 0 0 0,11 24 0 0 0,-6-18-67 0 0,0 0-1 0 0,2-1 1 0 0,0 0-1 0 0,1-1 1 0 0,1-1 0 0 0,1 0-1 0 0,0 0 1 0 0,1-2 0 0 0,1 0-1 0 0,1 0 1 0 0,0-2-1 0 0,1 0 1 0 0,32 19 0 0 0,-44-30-45 0 0,-1 0 0 0 0,2 0 0 0 0,-1-1 0 0 0,0 0 1 0 0,0 0-1 0 0,1-1 0 0 0,-1 1 0 0 0,1-2 1 0 0,-1 1-1 0 0,1 0 0 0 0,-1-1 0 0 0,1-1 0 0 0,-1 1 1 0 0,1-1-1 0 0,-1 0 0 0 0,1 0 0 0 0,-1-1 1 0 0,1 0-1 0 0,-1 0 0 0 0,0 0 0 0 0,7-4 0 0 0,-4 0-4 0 0,1 0-1 0 0,-1-1 0 0 0,0 0 1 0 0,0 0-1 0 0,-1-1 0 0 0,0 0 1 0 0,-1-1-1 0 0,0 0 0 0 0,0 0 1 0 0,0 0-1 0 0,6-14 0 0 0,2-5-67 0 0,0 0 1 0 0,-2-2-1 0 0,16-52 0 0 0,-26 66-77 0 0,0 0 0 0 0,0 0 0 0 0,-2 0 0 0 0,0 0 0 0 0,-1 0 0 0 0,0 0 0 0 0,-2 0 0 0 0,1 0 0 0 0,-7-22 0 0 0,2 16 3 0 0,-1 0-1 0 0,-1 1 0 0 0,-1 0 0 0 0,-1 0 0 0 0,-1 1 0 0 0,0 0 0 0 0,-2 1 0 0 0,0 0 1 0 0,-19-19-1 0 0,28 34 121 0 0,0 1 0 0 0,0 0 0 0 0,0 0 0 0 0,-1 0 0 0 0,1 1 0 0 0,-1-1 0 0 0,0 1 0 0 0,1 0 0 0 0,-1 1 0 0 0,0-1 0 0 0,0 1 0 0 0,-1 0 0 0 0,1 0 0 0 0,0 0 0 0 0,0 1 0 0 0,0 0 1 0 0,-1 0-1 0 0,1 0 0 0 0,0 1 0 0 0,0-1 0 0 0,0 1 0 0 0,0 1 0 0 0,0-1 0 0 0,0 1 0 0 0,0-1 0 0 0,-5 4 0 0 0,-7 2-345 0 0,1 1-1 0 0,-1 0 1 0 0,1 2-1 0 0,1 0 1 0 0,0 0-1 0 0,-15 15 1 0 0,23-18-400 0 0,1-1 1 0 0,0 1-1 0 0,1 1 1 0 0,0-1-1 0 0,0 1 1 0 0,1 0-1 0 0,0 0 1 0 0,0 0 0 0 0,1 1-1 0 0,0-1 1 0 0,-3 15-1 0 0,1-1-1167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10.398"/>
    </inkml:context>
    <inkml:brush xml:id="br0">
      <inkml:brushProperty name="width" value="0.035" units="cm"/>
      <inkml:brushProperty name="height" value="0.035" units="cm"/>
    </inkml:brush>
  </inkml:definitions>
  <inkml:trace contextRef="#ctx0" brushRef="#br0">12 105 7517 0 0,'-4'-21'508'0'0,"-4"-26"1072"0"0,10 22 5257 0 0,-2 24-6810 0 0,0 1-1 0 0,0-1 1 0 0,0 1-1 0 0,0-1 1 0 0,0 1-1 0 0,0 0 1 0 0,0-1-1 0 0,0 1 1 0 0,1-1-1 0 0,-1 1 1 0 0,0-1-1 0 0,0 1 1 0 0,1-1-1 0 0,-1 1 1 0 0,0 0 0 0 0,1-1-1 0 0,-1 1 1 0 0,0 0-1 0 0,1-1 1 0 0,-1 1-1 0 0,1 0 1 0 0,-1 0-1 0 0,0-1 1 0 0,1 1-1 0 0,-1 0 1 0 0,1 0-1 0 0,-1-1 1 0 0,1 1-1 0 0,-1 0 1 0 0,1 0-1 0 0,-1 0 1 0 0,1 0-1 0 0,-1 0 1 0 0,1 0-1 0 0,14 12 588 0 0,6 25 2 0 0,-12-5-336 0 0,-1 1-1 0 0,-2 0 0 0 0,-2 0 0 0 0,1 58 0 0 0,-13 136 1 0 0,7-216-281 0 0,-15 131-9 0 0,7-83-2662 0 0,7-40 783 0 0,1-16 66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10.799"/>
    </inkml:context>
    <inkml:brush xml:id="br0">
      <inkml:brushProperty name="width" value="0.035" units="cm"/>
      <inkml:brushProperty name="height" value="0.035" units="cm"/>
    </inkml:brush>
  </inkml:definitions>
  <inkml:trace contextRef="#ctx0" brushRef="#br0">33 228 4868 0 0,'-5'-8'224'0'0,"0"0"-1"0"0,1-1 1 0 0,1 1-1 0 0,-1-1 0 0 0,1 0 1 0 0,1 0-1 0 0,0 0 1 0 0,0 0-1 0 0,-1-19 0 0 0,4 24-24 0 0,-1-1 0 0 0,1 0 0 0 0,0 1 0 0 0,0-1 0 0 0,1 0 0 0 0,-1 1 0 0 0,1-1 0 0 0,0 1 0 0 0,0 0 0 0 0,0-1 0 0 0,1 1 0 0 0,0 0 0 0 0,0 1 0 0 0,0-1 0 0 0,0 0-1 0 0,0 1 1 0 0,1 0 0 0 0,-1-1 0 0 0,1 2 0 0 0,0-1 0 0 0,5-3 0 0 0,-2 2-1 0 0,1 0-1 0 0,-1 0 1 0 0,1 0 0 0 0,-1 1-1 0 0,1 0 1 0 0,0 1-1 0 0,0 0 1 0 0,0 0 0 0 0,0 1-1 0 0,1 0 1 0 0,-1 0 0 0 0,0 1-1 0 0,1 0 1 0 0,-1 0-1 0 0,10 3 1 0 0,-13-2-110 0 0,1 0-1 0 0,-1 0 1 0 0,0 1-1 0 0,0 0 1 0 0,0 0 0 0 0,0 0-1 0 0,0 1 1 0 0,0 0-1 0 0,0 0 1 0 0,-1 0 0 0 0,0 0-1 0 0,1 1 1 0 0,-1 0-1 0 0,0 0 1 0 0,-1 0 0 0 0,1 0-1 0 0,-1 0 1 0 0,0 1 0 0 0,0 0-1 0 0,0-1 1 0 0,-1 1-1 0 0,1 0 1 0 0,2 10 0 0 0,-4-8-71 0 0,0-1 1 0 0,0 1 0 0 0,-1 0 0 0 0,0-1-1 0 0,0 1 1 0 0,-1 0 0 0 0,0-1 0 0 0,0 1-1 0 0,0-1 1 0 0,-1 1 0 0 0,0-1-1 0 0,0 0 1 0 0,-1 1 0 0 0,0-1 0 0 0,0 0-1 0 0,0-1 1 0 0,-7 10 0 0 0,0 0-376 0 0,-1-1 1 0 0,0-1 0 0 0,-1 0-1 0 0,0-1 1 0 0,-23 18-1 0 0,23-22-789 0 0,-1-1 0 0 0,0 0 0 0 0,0-1 0 0 0,-16 5 1 0 0,15-6-569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11.404"/>
    </inkml:context>
    <inkml:brush xml:id="br0">
      <inkml:brushProperty name="width" value="0.035" units="cm"/>
      <inkml:brushProperty name="height" value="0.035" units="cm"/>
    </inkml:brush>
  </inkml:definitions>
  <inkml:trace contextRef="#ctx0" brushRef="#br0">2 168 7565 0 0,'0'0'112'0'0,"0"-17"1058"0"0,-1 16-1042 0 0,1 0-1 0 0,0-1 0 0 0,-1 1 0 0 0,1 0 0 0 0,0-1 0 0 0,0 1 0 0 0,0-1 0 0 0,0 1 0 0 0,1 0 0 0 0,-1-1 0 0 0,0 1 0 0 0,0 0 0 0 0,1-1 0 0 0,-1 1 0 0 0,1 0 0 0 0,-1 0 0 0 0,1-1 0 0 0,-1 1 0 0 0,1 0 0 0 0,0 0 0 0 0,0 0 0 0 0,0 0 0 0 0,0 0 1 0 0,1-2-1 0 0,0 3-53 0 0,-1 1 1 0 0,1-1 0 0 0,-1 1-1 0 0,0-1 1 0 0,0 1 0 0 0,1-1-1 0 0,-1 1 1 0 0,0 0 0 0 0,0 0-1 0 0,0 0 1 0 0,0 0 0 0 0,0-1-1 0 0,0 1 1 0 0,0 1 0 0 0,0-1-1 0 0,0 0 1 0 0,0 0 0 0 0,1 2 0 0 0,6 10 232 0 0,1 0 1 0 0,-2 0-1 0 0,8 19 1 0 0,2 20 510 0 0,-11-30-386 0 0,2 1 0 0 0,13 26 1 0 0,-21-48-434 0 0,1 0 1 0 0,-1 0-1 0 0,1 1 1 0 0,-1-1-1 0 0,1 0 1 0 0,0 0-1 0 0,0 0 1 0 0,-1 0-1 0 0,1 0 1 0 0,0 0-1 0 0,0 0 1 0 0,0 0-1 0 0,0 0 1 0 0,0 0-1 0 0,0 0 1 0 0,0-1-1 0 0,1 1 1 0 0,-1 0-1 0 0,0-1 1 0 0,0 1-1 0 0,1-1 1 0 0,-1 0-1 0 0,0 1 1 0 0,1-1-1 0 0,-1 0 1 0 0,0 0-1 0 0,2 1 1 0 0,-1-2-1 0 0,0 0-1 0 0,1 0 1 0 0,-1 0 0 0 0,0 0-1 0 0,-1 0 1 0 0,1 0 0 0 0,0 0-1 0 0,0 0 1 0 0,0-1 0 0 0,-1 1-1 0 0,1-1 1 0 0,-1 0 0 0 0,1 1-1 0 0,1-4 1 0 0,5-6-2 0 0,-2 1 1 0 0,0-1-1 0 0,0 0 1 0 0,6-20 0 0 0,-8 20 45 0 0,0-1 0 0 0,0 1 0 0 0,1 0 0 0 0,0 0 0 0 0,1 1 0 0 0,10-14 0 0 0,-13 20-14 0 0,1 0-1 0 0,0 0 1 0 0,0 1-1 0 0,0-1 1 0 0,0 1 0 0 0,1 0-1 0 0,-1 1 1 0 0,1-1-1 0 0,-1 1 1 0 0,1 0-1 0 0,0 0 1 0 0,0 0-1 0 0,0 0 1 0 0,0 1-1 0 0,1 0 1 0 0,-1 0-1 0 0,8 0 1 0 0,-10 1 11 0 0,-1 0 1 0 0,0 0 0 0 0,0 0-1 0 0,0-1 1 0 0,0 1-1 0 0,0-1 1 0 0,0 1-1 0 0,0-1 1 0 0,0 0-1 0 0,0 0 1 0 0,0 0-1 0 0,0 0 1 0 0,0 0-1 0 0,-1 0 1 0 0,1 0-1 0 0,0-1 1 0 0,-1 1-1 0 0,3-3 1 0 0,-3 1-24 0 0,0 1 0 0 0,0 0 1 0 0,0-1-1 0 0,0 1 0 0 0,-1 0 1 0 0,1-1-1 0 0,-1 1 0 0 0,0-1 0 0 0,1 1 1 0 0,-1-1-1 0 0,-1 0 0 0 0,1 1 0 0 0,0-1 1 0 0,0 1-1 0 0,-1 0 0 0 0,0-1 1 0 0,1 1-1 0 0,-1-1 0 0 0,-1-2 0 0 0,-1-3 15 0 0,-1 0-1 0 0,1 0 0 0 0,-1 1 0 0 0,-1-1 1 0 0,-9-12-1 0 0,11 17 175 0 0,-27-9-43 0 0,27 13-150 0 0,-1 0-1 0 0,1 0 1 0 0,0 1 0 0 0,0-1-1 0 0,0 1 1 0 0,0 0 0 0 0,0 0-1 0 0,0 0 1 0 0,0 0 0 0 0,1 0 0 0 0,-1 1-1 0 0,1-1 1 0 0,0 1 0 0 0,-1 0-1 0 0,1-1 1 0 0,1 1 0 0 0,-1 0-1 0 0,0 0 1 0 0,1 0 0 0 0,-1 1-1 0 0,1-1 1 0 0,0 0 0 0 0,0 1-1 0 0,-1 6 1 0 0,-1 1 114 0 0,1 0 1 0 0,0 0-1 0 0,1 0 0 0 0,0 1 1 0 0,1-1-1 0 0,1 19 0 0 0,1-18-26 0 0,0 0-1 0 0,0 0 0 0 0,2 0 0 0 0,-1-1 1 0 0,1 1-1 0 0,1-1 0 0 0,0 0 1 0 0,1-1-1 0 0,0 1 0 0 0,9 11 1 0 0,-12-18-90 0 0,0 0 1 0 0,1-1 0 0 0,0 1 0 0 0,-1-1 0 0 0,1 0 0 0 0,0 0 0 0 0,1-1 0 0 0,-1 1 0 0 0,0-1 0 0 0,1 0 0 0 0,-1 0 0 0 0,1 0 0 0 0,0 0 0 0 0,0-1 0 0 0,-1 0 0 0 0,1 0 0 0 0,0 0 0 0 0,0-1 0 0 0,0 0 0 0 0,0 0 0 0 0,0 0 0 0 0,0 0 0 0 0,0-1-1 0 0,0 0 1 0 0,0 0 0 0 0,0 0 0 0 0,7-3 0 0 0,0-1-343 0 0,0-1-1 0 0,-1 0 1 0 0,1-1-1 0 0,-1 0 1 0 0,17-14-1 0 0,50-49-7114 0 0,-63 56 4645 0 0,-12 12 615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7:11.941"/>
    </inkml:context>
    <inkml:brush xml:id="br0">
      <inkml:brushProperty name="width" value="0.035" units="cm"/>
      <inkml:brushProperty name="height" value="0.035" units="cm"/>
    </inkml:brush>
  </inkml:definitions>
  <inkml:trace contextRef="#ctx0" brushRef="#br0">21 42 10317 0 0,'0'0'4618'0'0,"-1"0"-4482"0"0,0 0-1 0 0,0-1 1 0 0,0 1-1 0 0,0 0 1 0 0,0 0-1 0 0,0-1 1 0 0,1 1-1 0 0,-1 0 1 0 0,0 0-1 0 0,0 0 1 0 0,0 0-1 0 0,0 0 0 0 0,0 1 1 0 0,0-1-1 0 0,0 0 1 0 0,1 0-1 0 0,-1 0 1 0 0,0 1-1 0 0,0-1 1 0 0,0 1-1 0 0,0 0 1 0 0,2 10 195 0 0,1 0 0 0 0,1 0 0 0 0,0 0 0 0 0,0-1 1 0 0,1 1-1 0 0,1-1 0 0 0,9 18 0 0 0,12 30 211 0 0,-25-55-540 0 0,0 1 0 0 0,0-1 1 0 0,0 0-1 0 0,0 0 1 0 0,1 0-1 0 0,-1 0 1 0 0,1 0-1 0 0,0 0 0 0 0,0-1 1 0 0,0 1-1 0 0,0-1 1 0 0,0 1-1 0 0,1-1 1 0 0,-1 0-1 0 0,1 0 0 0 0,0 0 1 0 0,3 2-1 0 0,-4-3-7 0 0,0-1 0 0 0,0 0 0 0 0,0 1 1 0 0,0-1-1 0 0,0 0 0 0 0,0 0 0 0 0,0 0 0 0 0,0-1 0 0 0,0 1 0 0 0,0 0 0 0 0,0-1 0 0 0,0 1 0 0 0,0-1 0 0 0,0 0 0 0 0,0 0 0 0 0,0 0 0 0 0,0 0 0 0 0,-1 0 0 0 0,1 0 0 0 0,0 0 0 0 0,-1 0 0 0 0,1-1 0 0 0,-1 1 0 0 0,1-1 0 0 0,-1 1 0 0 0,0-1 0 0 0,1 1 1 0 0,0-3-1 0 0,3-4-13 0 0,0 1 0 0 0,0-1 0 0 0,-1 0 0 0 0,0 0 1 0 0,0-1-1 0 0,-1 1 0 0 0,0-1 0 0 0,3-15 1 0 0,8-75 17 0 0,-12 76 34 0 0,-2 20 60 0 0,0 2-75 0 0,0 1-1 0 0,0-1 1 0 0,0 0-1 0 0,0 1 1 0 0,0-1-1 0 0,0 0 1 0 0,0 1-1 0 0,0-1 1 0 0,0 0-1 0 0,0 1 0 0 0,0-1 1 0 0,0 0-1 0 0,0 1 1 0 0,0-1-1 0 0,1 0 1 0 0,-1 1-1 0 0,0-1 1 0 0,0 0-1 0 0,1 1 1 0 0,-1-1-1 0 0,1 1 1 0 0,-1-1-1 0 0,0 1 1 0 0,1-1-1 0 0,-1 1 1 0 0,1-1-1 0 0,-1 1 0 0 0,1-1 1 0 0,0 0-1 0 0,15 12 537 0 0,15 32 347 0 0,-30-40-811 0 0,6 7 118 0 0,-2 0-32 0 0,0-1 0 0 0,1 0-1 0 0,0-1 1 0 0,0 1 0 0 0,1-1 0 0 0,0-1-1 0 0,1 1 1 0 0,0-1 0 0 0,0 0 0 0 0,14 8-1 0 0,-20-14-383 0 0,0 0 0 0 0,0-1-1 0 0,0 1 1 0 0,0-1-1 0 0,0 1 1 0 0,0-1 0 0 0,1 0-1 0 0,-1 0 1 0 0,0 0 0 0 0,0 0-1 0 0,0 0 1 0 0,0-1 0 0 0,0 1-1 0 0,0-1 1 0 0,0 1-1 0 0,0-1 1 0 0,0 0 0 0 0,0 1-1 0 0,0-1 1 0 0,0 0 0 0 0,0 0-1 0 0,0-1 1 0 0,-1 1-1 0 0,1 0 1 0 0,2-3 0 0 0,0 0-1086 0 0,1-2 0 0 0,-1 1 1 0 0,0 0-1 0 0,0-1 1 0 0,6-10-1 0 0,-9 13-1341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2:49:20.241"/>
    </inkml:context>
    <inkml:brush xml:id="br0">
      <inkml:brushProperty name="width" value="0.035" units="cm"/>
      <inkml:brushProperty name="height" value="0.035" units="cm"/>
    </inkml:brush>
  </inkml:definitions>
  <inkml:trace contextRef="#ctx0" brushRef="#br0">12 1499 1748 0 0,'5'-40'5754'0'0,"-9"-33"-3825"0"0,3 70-1392 0 0,-4-18 1208 0 0,1-18-2240 0 0,4 34 399 0 0,-2-24 453 0 0,3 1 164 0 0,9-43 0 0 0,-5 44-67 0 0,2-45-1 0 0,-7 70-348 0 0,11-56 787 0 0,36-48-405 0 0,-45 102-411 0 0,2-2 4 0 0,0 0 0 0 0,0 0-1 0 0,1 1 1 0 0,-1-1 0 0 0,1 1 0 0 0,7-5-1 0 0,-6 4-40 0 0,95-114 341 0 0,-47 58-345 0 0,118-101 1 0 0,-126 126-13 0 0,1 3 0 0 0,1 2 0 0 0,2 2 0 0 0,1 2 0 0 0,70-28-1 0 0,-26 11-66 0 0,-73 35 56 0 0,2 1-1 0 0,-1 1 1 0 0,1 1-1 0 0,28-5 1 0 0,-22 6-40 0 0,-1-1-1 0 0,36-15 1 0 0,-33 11 21 0 0,1 1 0 0 0,62-10-1 0 0,-15 4 63 0 0,-70 14-76 0 0,14-5-144 0 0,0 2 0 0 0,0 1 0 0 0,33-1 1 0 0,-51 6 27 0 0,-18 2 82 0 0,-21 2 29 0 0,25-5 48 0 0,0 0-1 0 0,0 0 1 0 0,0 0-1 0 0,0-1 0 0 0,1-1 1 0 0,-1 1-1 0 0,0-1 0 0 0,1 0 1 0 0,-1-1-1 0 0,1 0 1 0 0,0 0-1 0 0,0-1 0 0 0,0 1 1 0 0,0-1-1 0 0,1-1 0 0 0,-13-10 1 0 0,18 14 728 0 0,-5-31-296 0 0,7 31-432 0 0,-1-1 0 0 0,0 1 0 0 0,1-1 0 0 0,-1 1 0 0 0,1-1 0 0 0,-1 1 0 0 0,1-1 0 0 0,0 1 0 0 0,0 0 0 0 0,0-1 0 0 0,-1 1 0 0 0,1 0 0 0 0,0 0 0 0 0,1-1 0 0 0,-1 1 0 0 0,0 0-1 0 0,0 0 1 0 0,0 0 0 0 0,1 0 0 0 0,-1 1 0 0 0,0-1 0 0 0,1 0 0 0 0,-1 0 0 0 0,1 1 0 0 0,-1-1 0 0 0,1 1 0 0 0,2-1 0 0 0,-1 1 59 0 0,1 0-1 0 0,-1 1 0 0 0,0-1 0 0 0,1 1 1 0 0,-1 0-1 0 0,1 0 0 0 0,-1 0 1 0 0,0 0-1 0 0,1 0 0 0 0,-1 1 1 0 0,6 3-1 0 0,5 5 468 0 0,0 0-1 0 0,0 1 1 0 0,23 24 0 0 0,-33-31-476 0 0,0 1 0 0 0,0-1 1 0 0,0 1-1 0 0,-1 0 0 0 0,1 0 1 0 0,-1 1-1 0 0,0-1 0 0 0,-1 0 1 0 0,1 1-1 0 0,-1 0 0 0 0,0-1 1 0 0,-1 1-1 0 0,1 0 0 0 0,-1 0 1 0 0,0 0-1 0 0,-1 0 0 0 0,0 0 1 0 0,0 0-1 0 0,0 0 0 0 0,-2 10 1 0 0,0-5-361 0 0,-2-1 1 0 0,1 0 0 0 0,-1 0 0 0 0,-1 0-1 0 0,0-1 1 0 0,0 0 0 0 0,-1 0 0 0 0,0 0-1 0 0,-1 0 1 0 0,-13 13 0 0 0,-27 21-3888 0 0,18-21 1469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C732601-4393-4E5D-B718-5B0684C055D1}" type="datetimeFigureOut">
              <a:rPr lang="en-US" smtClean="0"/>
              <a:t>10/20/2024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6F8FF8A-F15D-412B-9F1F-8A2A1D74277E}" type="slidenum">
              <a:rPr lang="en-US" smtClean="0"/>
              <a:t>‹#›</a:t>
            </a:fld>
            <a:endParaRPr lang="en-US"/>
          </a:p>
        </p:txBody>
      </p:sp>
    </p:spTree>
    <p:extLst>
      <p:ext uri="{BB962C8B-B14F-4D97-AF65-F5344CB8AC3E}">
        <p14:creationId xmlns:p14="http://schemas.microsoft.com/office/powerpoint/2010/main" val="65478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F8FF8A-F15D-412B-9F1F-8A2A1D74277E}" type="slidenum">
              <a:rPr lang="en-US" smtClean="0"/>
              <a:t>1</a:t>
            </a:fld>
            <a:endParaRPr lang="en-US"/>
          </a:p>
        </p:txBody>
      </p:sp>
    </p:spTree>
    <p:extLst>
      <p:ext uri="{BB962C8B-B14F-4D97-AF65-F5344CB8AC3E}">
        <p14:creationId xmlns:p14="http://schemas.microsoft.com/office/powerpoint/2010/main" val="1556382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38575-F7BE-8C4F-4BF0-DBBB923987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F357A3-05E0-2570-6E01-676078867E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2FE47C-FD16-03B7-F4B8-715CD204CEAB}"/>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5" name="Footer Placeholder 4">
            <a:extLst>
              <a:ext uri="{FF2B5EF4-FFF2-40B4-BE49-F238E27FC236}">
                <a16:creationId xmlns:a16="http://schemas.microsoft.com/office/drawing/2014/main" id="{A886F97A-A648-748D-1D4C-3F1267CACAEE}"/>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Dr. </a:t>
            </a:r>
            <a:r>
              <a:rPr lang="en-US" spc="-10" dirty="0"/>
              <a:t>Mahima Weerasinghe, </a:t>
            </a:r>
            <a:r>
              <a:rPr lang="en-US" i="1" spc="-10" dirty="0"/>
              <a:t>MIET</a:t>
            </a:r>
            <a:endParaRPr lang="en-US" spc="-10" dirty="0"/>
          </a:p>
        </p:txBody>
      </p:sp>
      <p:sp>
        <p:nvSpPr>
          <p:cNvPr id="6" name="Slide Number Placeholder 5">
            <a:extLst>
              <a:ext uri="{FF2B5EF4-FFF2-40B4-BE49-F238E27FC236}">
                <a16:creationId xmlns:a16="http://schemas.microsoft.com/office/drawing/2014/main" id="{D68E6A80-D969-FBBE-9764-4271DB90E894}"/>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43814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1E1E1-C05E-9805-DFD0-AA6823D7E5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5BA362-5B6F-3950-32A7-6B059EA3A86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2F35089-588B-B355-8746-691E0ABCB3C4}"/>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5" name="Footer Placeholder 4">
            <a:extLst>
              <a:ext uri="{FF2B5EF4-FFF2-40B4-BE49-F238E27FC236}">
                <a16:creationId xmlns:a16="http://schemas.microsoft.com/office/drawing/2014/main" id="{D0EFB3C3-9D22-5FE4-6719-F5986099CDF8}"/>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Dr. </a:t>
            </a:r>
            <a:r>
              <a:rPr lang="en-US" spc="-10" dirty="0"/>
              <a:t>Mahima Weerasinghe, </a:t>
            </a:r>
            <a:r>
              <a:rPr lang="en-US" i="1" spc="-10" dirty="0"/>
              <a:t>MIET</a:t>
            </a:r>
            <a:endParaRPr lang="en-US" spc="-10" dirty="0"/>
          </a:p>
        </p:txBody>
      </p:sp>
      <p:sp>
        <p:nvSpPr>
          <p:cNvPr id="6" name="Slide Number Placeholder 5">
            <a:extLst>
              <a:ext uri="{FF2B5EF4-FFF2-40B4-BE49-F238E27FC236}">
                <a16:creationId xmlns:a16="http://schemas.microsoft.com/office/drawing/2014/main" id="{368B8859-75AB-1527-7645-6CFCEE6C1C90}"/>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2901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39FC-885D-5463-F740-191D72AA75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363A8B-E1BF-DDB5-4E79-18640C071A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70E3FA-C780-22B2-CD23-70D10D246738}"/>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5" name="Footer Placeholder 4">
            <a:extLst>
              <a:ext uri="{FF2B5EF4-FFF2-40B4-BE49-F238E27FC236}">
                <a16:creationId xmlns:a16="http://schemas.microsoft.com/office/drawing/2014/main" id="{1B3DE71A-DB80-6661-A03D-FE4B03AFF1E2}"/>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Dr. </a:t>
            </a:r>
            <a:r>
              <a:rPr lang="en-US" spc="-10" dirty="0"/>
              <a:t>Mahima Weerasinghe, </a:t>
            </a:r>
            <a:r>
              <a:rPr lang="en-US" i="1" spc="-10" dirty="0"/>
              <a:t>MIET</a:t>
            </a:r>
          </a:p>
        </p:txBody>
      </p:sp>
      <p:sp>
        <p:nvSpPr>
          <p:cNvPr id="6" name="Slide Number Placeholder 5">
            <a:extLst>
              <a:ext uri="{FF2B5EF4-FFF2-40B4-BE49-F238E27FC236}">
                <a16:creationId xmlns:a16="http://schemas.microsoft.com/office/drawing/2014/main" id="{F0EB8EBF-0B11-B26C-8321-4AD15C6EDD1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55588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08EC-F604-2FF8-5113-65153BAE38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F018F-FA76-F414-3A1D-45C409D1BE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C06B53-39F1-69D0-5AC0-D04C0EE5BF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49868B-DCEB-DEE6-DBD1-98029FFF0A96}"/>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6" name="Footer Placeholder 5">
            <a:extLst>
              <a:ext uri="{FF2B5EF4-FFF2-40B4-BE49-F238E27FC236}">
                <a16:creationId xmlns:a16="http://schemas.microsoft.com/office/drawing/2014/main" id="{F0A03B23-ED99-6CEA-1A5F-83E266E1D52B}"/>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Dr. </a:t>
            </a:r>
            <a:r>
              <a:rPr lang="en-US" spc="-10" dirty="0"/>
              <a:t>Mahima </a:t>
            </a:r>
            <a:r>
              <a:rPr lang="en-US" spc="-10" dirty="0" err="1"/>
              <a:t>Weerasinghe,</a:t>
            </a:r>
            <a:r>
              <a:rPr lang="en-US" i="1" spc="-10" dirty="0" err="1"/>
              <a:t>MIET</a:t>
            </a:r>
            <a:endParaRPr lang="en-US" i="1" spc="-10" dirty="0"/>
          </a:p>
        </p:txBody>
      </p:sp>
      <p:sp>
        <p:nvSpPr>
          <p:cNvPr id="7" name="Slide Number Placeholder 6">
            <a:extLst>
              <a:ext uri="{FF2B5EF4-FFF2-40B4-BE49-F238E27FC236}">
                <a16:creationId xmlns:a16="http://schemas.microsoft.com/office/drawing/2014/main" id="{B1894401-1F92-FAF5-96C8-3E8D32E4B7F3}"/>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61776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2E556-C90E-7780-FA61-BE623E05DB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52540D-25AC-2392-7BB4-132C6F8283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F40313-7925-8CEB-5E0D-E60F7C1757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AC886E-1BB4-85F2-A162-30808AF50A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A6D059-DB6E-AE60-6FA5-74B21D0F69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F8C8F5-F4B6-4DBA-97B6-66C4EDED4EEB}"/>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8" name="Footer Placeholder 7">
            <a:extLst>
              <a:ext uri="{FF2B5EF4-FFF2-40B4-BE49-F238E27FC236}">
                <a16:creationId xmlns:a16="http://schemas.microsoft.com/office/drawing/2014/main" id="{03C368B2-7AB8-0320-0196-418A0071C058}"/>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9" name="Slide Number Placeholder 8">
            <a:extLst>
              <a:ext uri="{FF2B5EF4-FFF2-40B4-BE49-F238E27FC236}">
                <a16:creationId xmlns:a16="http://schemas.microsoft.com/office/drawing/2014/main" id="{4ABD8AB4-0781-620B-114D-6B0BA8B79DC9}"/>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51989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B740-49FA-0204-3D5A-CB35D8F32C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E7191A-B5F6-33BB-22EF-908E7130D665}"/>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4" name="Footer Placeholder 3">
            <a:extLst>
              <a:ext uri="{FF2B5EF4-FFF2-40B4-BE49-F238E27FC236}">
                <a16:creationId xmlns:a16="http://schemas.microsoft.com/office/drawing/2014/main" id="{3B29F2B4-5134-5AA9-AA6E-4C8F0635BC11}"/>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5" name="Slide Number Placeholder 4">
            <a:extLst>
              <a:ext uri="{FF2B5EF4-FFF2-40B4-BE49-F238E27FC236}">
                <a16:creationId xmlns:a16="http://schemas.microsoft.com/office/drawing/2014/main" id="{EB521097-0D7D-EC6B-F95C-693FC9C29A9E}"/>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92014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01BB8E-FAA3-82B2-E5C4-15740C77BC75}"/>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3" name="Footer Placeholder 2">
            <a:extLst>
              <a:ext uri="{FF2B5EF4-FFF2-40B4-BE49-F238E27FC236}">
                <a16:creationId xmlns:a16="http://schemas.microsoft.com/office/drawing/2014/main" id="{F9C17A71-CABD-DDFB-78C2-6B4204CCEAFA}"/>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4" name="Slide Number Placeholder 3">
            <a:extLst>
              <a:ext uri="{FF2B5EF4-FFF2-40B4-BE49-F238E27FC236}">
                <a16:creationId xmlns:a16="http://schemas.microsoft.com/office/drawing/2014/main" id="{C14703B2-D739-A4DD-72C6-5B8CFFCDDAF8}"/>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292440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45C42-A6EA-6518-A65D-2DFE033A8B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6ACAB3-A4C3-6D0C-9F88-E5ADFD3647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6B3677-A79B-D6C9-EC52-6052178BA4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1F0917-3250-FB09-2611-E43702028FB1}"/>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6" name="Footer Placeholder 5">
            <a:extLst>
              <a:ext uri="{FF2B5EF4-FFF2-40B4-BE49-F238E27FC236}">
                <a16:creationId xmlns:a16="http://schemas.microsoft.com/office/drawing/2014/main" id="{F6B0B62B-869E-1AA3-4EAA-145B17678415}"/>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7" name="Slide Number Placeholder 6">
            <a:extLst>
              <a:ext uri="{FF2B5EF4-FFF2-40B4-BE49-F238E27FC236}">
                <a16:creationId xmlns:a16="http://schemas.microsoft.com/office/drawing/2014/main" id="{37D28B57-E043-EC51-BB5B-04D481ECE51A}"/>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03458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E487E-AF96-55A0-B90F-1044E38152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330E4E-F10B-0F00-B8C5-864DB83A05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AE52F8-308B-68C3-F65F-71614102C5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A5BA0-1B65-9AE5-737C-9E378D6C78AA}"/>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6" name="Footer Placeholder 5">
            <a:extLst>
              <a:ext uri="{FF2B5EF4-FFF2-40B4-BE49-F238E27FC236}">
                <a16:creationId xmlns:a16="http://schemas.microsoft.com/office/drawing/2014/main" id="{206A1992-F171-ACC1-5C71-7DAE8503F9F5}"/>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7" name="Slide Number Placeholder 6">
            <a:extLst>
              <a:ext uri="{FF2B5EF4-FFF2-40B4-BE49-F238E27FC236}">
                <a16:creationId xmlns:a16="http://schemas.microsoft.com/office/drawing/2014/main" id="{6D5BD159-C3D7-84EE-AAF6-A6545FC358A4}"/>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3028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B75D6-A9BC-F7E6-7B16-32B81D94B2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1AD081-399D-6013-51D1-94C672E0F5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A522F-077A-510F-2F44-22395825ADAD}"/>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5" name="Footer Placeholder 4">
            <a:extLst>
              <a:ext uri="{FF2B5EF4-FFF2-40B4-BE49-F238E27FC236}">
                <a16:creationId xmlns:a16="http://schemas.microsoft.com/office/drawing/2014/main" id="{B465B1F8-F0B6-AD87-FDF9-E1A86C034420}"/>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6" name="Slide Number Placeholder 5">
            <a:extLst>
              <a:ext uri="{FF2B5EF4-FFF2-40B4-BE49-F238E27FC236}">
                <a16:creationId xmlns:a16="http://schemas.microsoft.com/office/drawing/2014/main" id="{B54E478A-07FE-186C-16C3-679B58547A8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284806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D4D47-139D-EA76-7C5F-85389A55AA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E87F3A-B5D0-4BF0-A09F-00FF1B1283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541BF8-48ED-49DC-EDBC-BBA63983BE55}"/>
              </a:ext>
            </a:extLst>
          </p:cNvPr>
          <p:cNvSpPr>
            <a:spLocks noGrp="1"/>
          </p:cNvSpPr>
          <p:nvPr>
            <p:ph type="dt" sz="half" idx="10"/>
          </p:nvPr>
        </p:nvSpPr>
        <p:spPr/>
        <p:txBody>
          <a:bodyPr/>
          <a:lstStyle/>
          <a:p>
            <a:fld id="{1D8BD707-D9CF-40AE-B4C6-C98DA3205C09}" type="datetimeFigureOut">
              <a:rPr lang="en-US" smtClean="0"/>
              <a:t>10/20/2024</a:t>
            </a:fld>
            <a:endParaRPr lang="en-US"/>
          </a:p>
        </p:txBody>
      </p:sp>
      <p:sp>
        <p:nvSpPr>
          <p:cNvPr id="5" name="Footer Placeholder 4">
            <a:extLst>
              <a:ext uri="{FF2B5EF4-FFF2-40B4-BE49-F238E27FC236}">
                <a16:creationId xmlns:a16="http://schemas.microsoft.com/office/drawing/2014/main" id="{B89F7793-8CC2-0D7D-4850-D882645281E3}"/>
              </a:ext>
            </a:extLst>
          </p:cNvPr>
          <p:cNvSpPr>
            <a:spLocks noGrp="1"/>
          </p:cNvSpPr>
          <p:nvPr>
            <p:ph type="ftr" sz="quarter" idx="11"/>
          </p:nvPr>
        </p:nvSpPr>
        <p:spPr/>
        <p:txBody>
          <a:body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6" name="Slide Number Placeholder 5">
            <a:extLst>
              <a:ext uri="{FF2B5EF4-FFF2-40B4-BE49-F238E27FC236}">
                <a16:creationId xmlns:a16="http://schemas.microsoft.com/office/drawing/2014/main" id="{661577C1-B6EC-A865-5083-D1B8D562CEC0}"/>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349307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12E5C1-59C7-567D-8CFD-B2F8FAD679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8E732A-706F-6AB2-CA12-BB30005FF5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93E902-AC67-9AC3-90AF-E2B1D6987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BD707-D9CF-40AE-B4C6-C98DA3205C09}" type="datetimeFigureOut">
              <a:rPr lang="en-US" smtClean="0"/>
              <a:t>10/20/2024</a:t>
            </a:fld>
            <a:endParaRPr lang="en-US"/>
          </a:p>
        </p:txBody>
      </p:sp>
      <p:sp>
        <p:nvSpPr>
          <p:cNvPr id="5" name="Footer Placeholder 4">
            <a:extLst>
              <a:ext uri="{FF2B5EF4-FFF2-40B4-BE49-F238E27FC236}">
                <a16:creationId xmlns:a16="http://schemas.microsoft.com/office/drawing/2014/main" id="{E03C7096-4953-3D05-5A59-87C3C18FEF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marL="12700">
              <a:lnSpc>
                <a:spcPts val="1810"/>
              </a:lnSpc>
            </a:pPr>
            <a:r>
              <a:rPr lang="en-US" dirty="0"/>
              <a:t>SE4050</a:t>
            </a:r>
            <a:r>
              <a:rPr lang="en-US" spc="-25" dirty="0"/>
              <a:t> </a:t>
            </a:r>
            <a:r>
              <a:rPr lang="en-US" dirty="0"/>
              <a:t>|</a:t>
            </a:r>
            <a:r>
              <a:rPr lang="en-US" spc="-25" dirty="0"/>
              <a:t> </a:t>
            </a:r>
            <a:r>
              <a:rPr lang="en-US" dirty="0"/>
              <a:t>Deep Learning</a:t>
            </a:r>
            <a:r>
              <a:rPr lang="en-US" spc="-5" dirty="0"/>
              <a:t> </a:t>
            </a:r>
            <a:r>
              <a:rPr lang="en-US" dirty="0"/>
              <a:t>|</a:t>
            </a:r>
            <a:r>
              <a:rPr lang="en-US" spc="-25" dirty="0"/>
              <a:t> </a:t>
            </a:r>
            <a:r>
              <a:rPr lang="en-US" spc="-10" dirty="0"/>
              <a:t>Mahima Weerasinghe</a:t>
            </a:r>
          </a:p>
        </p:txBody>
      </p:sp>
      <p:sp>
        <p:nvSpPr>
          <p:cNvPr id="6" name="Slide Number Placeholder 5">
            <a:extLst>
              <a:ext uri="{FF2B5EF4-FFF2-40B4-BE49-F238E27FC236}">
                <a16:creationId xmlns:a16="http://schemas.microsoft.com/office/drawing/2014/main" id="{979D5DAA-CDA5-D437-913F-0EC3EE9647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328774612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customXml" Target="../ink/ink1.xml"/><Relationship Id="rId7"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2.png"/><Relationship Id="rId10" Type="http://schemas.openxmlformats.org/officeDocument/2006/relationships/image" Target="../media/image3.png"/><Relationship Id="rId9" Type="http://schemas.openxmlformats.org/officeDocument/2006/relationships/customXml" Target="../ink/ink3.xml"/></Relationships>
</file>

<file path=ppt/slides/_rels/slide2.xml.rels><?xml version="1.0" encoding="UTF-8" standalone="yes"?>
<Relationships xmlns="http://schemas.openxmlformats.org/package/2006/relationships"><Relationship Id="rId117" Type="http://schemas.openxmlformats.org/officeDocument/2006/relationships/image" Target="../media/image61.png"/><Relationship Id="rId21" Type="http://schemas.openxmlformats.org/officeDocument/2006/relationships/image" Target="../media/image13.png"/><Relationship Id="rId42" Type="http://schemas.openxmlformats.org/officeDocument/2006/relationships/customXml" Target="../ink/ink24.xml"/><Relationship Id="rId63" Type="http://schemas.openxmlformats.org/officeDocument/2006/relationships/image" Target="../media/image34.png"/><Relationship Id="rId84" Type="http://schemas.openxmlformats.org/officeDocument/2006/relationships/customXml" Target="../ink/ink45.xml"/><Relationship Id="rId138" Type="http://schemas.openxmlformats.org/officeDocument/2006/relationships/customXml" Target="../ink/ink72.xml"/><Relationship Id="rId159" Type="http://schemas.openxmlformats.org/officeDocument/2006/relationships/image" Target="../media/image82.png"/><Relationship Id="rId170" Type="http://schemas.openxmlformats.org/officeDocument/2006/relationships/customXml" Target="../ink/ink88.xml"/><Relationship Id="rId191" Type="http://schemas.openxmlformats.org/officeDocument/2006/relationships/image" Target="../media/image98.png"/><Relationship Id="rId205" Type="http://schemas.openxmlformats.org/officeDocument/2006/relationships/image" Target="../media/image105.png"/><Relationship Id="rId226" Type="http://schemas.openxmlformats.org/officeDocument/2006/relationships/customXml" Target="../ink/ink116.xml"/><Relationship Id="rId247" Type="http://schemas.openxmlformats.org/officeDocument/2006/relationships/image" Target="../media/image126.png"/><Relationship Id="rId107" Type="http://schemas.openxmlformats.org/officeDocument/2006/relationships/image" Target="../media/image56.png"/><Relationship Id="rId268" Type="http://schemas.openxmlformats.org/officeDocument/2006/relationships/customXml" Target="../ink/ink137.xml"/><Relationship Id="rId11" Type="http://schemas.openxmlformats.org/officeDocument/2006/relationships/image" Target="../media/image8.png"/><Relationship Id="rId32" Type="http://schemas.openxmlformats.org/officeDocument/2006/relationships/customXml" Target="../ink/ink19.xml"/><Relationship Id="rId53" Type="http://schemas.openxmlformats.org/officeDocument/2006/relationships/image" Target="../media/image29.png"/><Relationship Id="rId74" Type="http://schemas.openxmlformats.org/officeDocument/2006/relationships/customXml" Target="../ink/ink40.xml"/><Relationship Id="rId128" Type="http://schemas.openxmlformats.org/officeDocument/2006/relationships/customXml" Target="../ink/ink67.xml"/><Relationship Id="rId149" Type="http://schemas.openxmlformats.org/officeDocument/2006/relationships/image" Target="../media/image77.png"/><Relationship Id="rId5" Type="http://schemas.openxmlformats.org/officeDocument/2006/relationships/image" Target="../media/image5.png"/><Relationship Id="rId95" Type="http://schemas.openxmlformats.org/officeDocument/2006/relationships/image" Target="../media/image50.png"/><Relationship Id="rId160" Type="http://schemas.openxmlformats.org/officeDocument/2006/relationships/customXml" Target="../ink/ink83.xml"/><Relationship Id="rId181" Type="http://schemas.openxmlformats.org/officeDocument/2006/relationships/image" Target="../media/image93.png"/><Relationship Id="rId216" Type="http://schemas.openxmlformats.org/officeDocument/2006/relationships/customXml" Target="../ink/ink111.xml"/><Relationship Id="rId237" Type="http://schemas.openxmlformats.org/officeDocument/2006/relationships/image" Target="../media/image121.png"/><Relationship Id="rId258" Type="http://schemas.openxmlformats.org/officeDocument/2006/relationships/customXml" Target="../ink/ink132.xml"/><Relationship Id="rId279" Type="http://schemas.openxmlformats.org/officeDocument/2006/relationships/image" Target="../media/image142.png"/><Relationship Id="rId22" Type="http://schemas.openxmlformats.org/officeDocument/2006/relationships/customXml" Target="../ink/ink14.xml"/><Relationship Id="rId43" Type="http://schemas.openxmlformats.org/officeDocument/2006/relationships/image" Target="../media/image24.png"/><Relationship Id="rId64" Type="http://schemas.openxmlformats.org/officeDocument/2006/relationships/customXml" Target="../ink/ink35.xml"/><Relationship Id="rId118" Type="http://schemas.openxmlformats.org/officeDocument/2006/relationships/customXml" Target="../ink/ink62.xml"/><Relationship Id="rId139" Type="http://schemas.openxmlformats.org/officeDocument/2006/relationships/image" Target="../media/image72.png"/><Relationship Id="rId85" Type="http://schemas.openxmlformats.org/officeDocument/2006/relationships/image" Target="../media/image45.png"/><Relationship Id="rId150" Type="http://schemas.openxmlformats.org/officeDocument/2006/relationships/customXml" Target="../ink/ink78.xml"/><Relationship Id="rId171" Type="http://schemas.openxmlformats.org/officeDocument/2006/relationships/image" Target="../media/image88.png"/><Relationship Id="rId192" Type="http://schemas.openxmlformats.org/officeDocument/2006/relationships/customXml" Target="../ink/ink99.xml"/><Relationship Id="rId206" Type="http://schemas.openxmlformats.org/officeDocument/2006/relationships/customXml" Target="../ink/ink106.xml"/><Relationship Id="rId227" Type="http://schemas.openxmlformats.org/officeDocument/2006/relationships/image" Target="../media/image116.png"/><Relationship Id="rId248" Type="http://schemas.openxmlformats.org/officeDocument/2006/relationships/customXml" Target="../ink/ink127.xml"/><Relationship Id="rId269" Type="http://schemas.openxmlformats.org/officeDocument/2006/relationships/image" Target="../media/image137.png"/><Relationship Id="rId12" Type="http://schemas.openxmlformats.org/officeDocument/2006/relationships/customXml" Target="../ink/ink9.xml"/><Relationship Id="rId33" Type="http://schemas.openxmlformats.org/officeDocument/2006/relationships/image" Target="../media/image19.png"/><Relationship Id="rId108" Type="http://schemas.openxmlformats.org/officeDocument/2006/relationships/customXml" Target="../ink/ink57.xml"/><Relationship Id="rId129" Type="http://schemas.openxmlformats.org/officeDocument/2006/relationships/image" Target="../media/image67.png"/><Relationship Id="rId54" Type="http://schemas.openxmlformats.org/officeDocument/2006/relationships/customXml" Target="../ink/ink30.xml"/><Relationship Id="rId75" Type="http://schemas.openxmlformats.org/officeDocument/2006/relationships/image" Target="../media/image40.png"/><Relationship Id="rId96" Type="http://schemas.openxmlformats.org/officeDocument/2006/relationships/customXml" Target="../ink/ink51.xml"/><Relationship Id="rId140" Type="http://schemas.openxmlformats.org/officeDocument/2006/relationships/customXml" Target="../ink/ink73.xml"/><Relationship Id="rId161" Type="http://schemas.openxmlformats.org/officeDocument/2006/relationships/image" Target="../media/image83.png"/><Relationship Id="rId182" Type="http://schemas.openxmlformats.org/officeDocument/2006/relationships/customXml" Target="../ink/ink94.xml"/><Relationship Id="rId217" Type="http://schemas.openxmlformats.org/officeDocument/2006/relationships/image" Target="../media/image111.png"/><Relationship Id="rId6" Type="http://schemas.openxmlformats.org/officeDocument/2006/relationships/customXml" Target="../ink/ink6.xml"/><Relationship Id="rId238" Type="http://schemas.openxmlformats.org/officeDocument/2006/relationships/customXml" Target="../ink/ink122.xml"/><Relationship Id="rId259" Type="http://schemas.openxmlformats.org/officeDocument/2006/relationships/image" Target="../media/image132.png"/><Relationship Id="rId23" Type="http://schemas.openxmlformats.org/officeDocument/2006/relationships/image" Target="../media/image14.png"/><Relationship Id="rId119" Type="http://schemas.openxmlformats.org/officeDocument/2006/relationships/image" Target="../media/image62.png"/><Relationship Id="rId270" Type="http://schemas.openxmlformats.org/officeDocument/2006/relationships/customXml" Target="../ink/ink138.xml"/><Relationship Id="rId44" Type="http://schemas.openxmlformats.org/officeDocument/2006/relationships/customXml" Target="../ink/ink25.xml"/><Relationship Id="rId65" Type="http://schemas.openxmlformats.org/officeDocument/2006/relationships/image" Target="../media/image35.png"/><Relationship Id="rId86" Type="http://schemas.openxmlformats.org/officeDocument/2006/relationships/customXml" Target="../ink/ink46.xml"/><Relationship Id="rId130" Type="http://schemas.openxmlformats.org/officeDocument/2006/relationships/customXml" Target="../ink/ink68.xml"/><Relationship Id="rId151" Type="http://schemas.openxmlformats.org/officeDocument/2006/relationships/image" Target="../media/image78.png"/><Relationship Id="rId172" Type="http://schemas.openxmlformats.org/officeDocument/2006/relationships/customXml" Target="../ink/ink89.xml"/><Relationship Id="rId193" Type="http://schemas.openxmlformats.org/officeDocument/2006/relationships/image" Target="../media/image99.png"/><Relationship Id="rId202" Type="http://schemas.openxmlformats.org/officeDocument/2006/relationships/customXml" Target="../ink/ink104.xml"/><Relationship Id="rId207" Type="http://schemas.openxmlformats.org/officeDocument/2006/relationships/image" Target="../media/image106.png"/><Relationship Id="rId223" Type="http://schemas.openxmlformats.org/officeDocument/2006/relationships/image" Target="../media/image114.png"/><Relationship Id="rId228" Type="http://schemas.openxmlformats.org/officeDocument/2006/relationships/customXml" Target="../ink/ink117.xml"/><Relationship Id="rId244" Type="http://schemas.openxmlformats.org/officeDocument/2006/relationships/customXml" Target="../ink/ink125.xml"/><Relationship Id="rId249" Type="http://schemas.openxmlformats.org/officeDocument/2006/relationships/image" Target="../media/image127.png"/><Relationship Id="rId13" Type="http://schemas.openxmlformats.org/officeDocument/2006/relationships/image" Target="../media/image9.png"/><Relationship Id="rId18" Type="http://schemas.openxmlformats.org/officeDocument/2006/relationships/customXml" Target="../ink/ink12.xml"/><Relationship Id="rId39" Type="http://schemas.openxmlformats.org/officeDocument/2006/relationships/image" Target="../media/image22.png"/><Relationship Id="rId109" Type="http://schemas.openxmlformats.org/officeDocument/2006/relationships/image" Target="../media/image57.png"/><Relationship Id="rId260" Type="http://schemas.openxmlformats.org/officeDocument/2006/relationships/customXml" Target="../ink/ink133.xml"/><Relationship Id="rId265" Type="http://schemas.openxmlformats.org/officeDocument/2006/relationships/image" Target="../media/image135.png"/><Relationship Id="rId34" Type="http://schemas.openxmlformats.org/officeDocument/2006/relationships/customXml" Target="../ink/ink20.xml"/><Relationship Id="rId50" Type="http://schemas.openxmlformats.org/officeDocument/2006/relationships/customXml" Target="../ink/ink28.xml"/><Relationship Id="rId55" Type="http://schemas.openxmlformats.org/officeDocument/2006/relationships/image" Target="../media/image30.png"/><Relationship Id="rId76" Type="http://schemas.openxmlformats.org/officeDocument/2006/relationships/customXml" Target="../ink/ink41.xml"/><Relationship Id="rId97" Type="http://schemas.openxmlformats.org/officeDocument/2006/relationships/image" Target="../media/image51.png"/><Relationship Id="rId104" Type="http://schemas.openxmlformats.org/officeDocument/2006/relationships/customXml" Target="../ink/ink55.xml"/><Relationship Id="rId120" Type="http://schemas.openxmlformats.org/officeDocument/2006/relationships/customXml" Target="../ink/ink63.xml"/><Relationship Id="rId125" Type="http://schemas.openxmlformats.org/officeDocument/2006/relationships/image" Target="../media/image65.png"/><Relationship Id="rId141" Type="http://schemas.openxmlformats.org/officeDocument/2006/relationships/image" Target="../media/image73.png"/><Relationship Id="rId146" Type="http://schemas.openxmlformats.org/officeDocument/2006/relationships/customXml" Target="../ink/ink76.xml"/><Relationship Id="rId167" Type="http://schemas.openxmlformats.org/officeDocument/2006/relationships/image" Target="../media/image86.png"/><Relationship Id="rId188" Type="http://schemas.openxmlformats.org/officeDocument/2006/relationships/customXml" Target="../ink/ink97.xml"/><Relationship Id="rId7" Type="http://schemas.openxmlformats.org/officeDocument/2006/relationships/image" Target="../media/image6.png"/><Relationship Id="rId71" Type="http://schemas.openxmlformats.org/officeDocument/2006/relationships/image" Target="../media/image38.png"/><Relationship Id="rId92" Type="http://schemas.openxmlformats.org/officeDocument/2006/relationships/customXml" Target="../ink/ink49.xml"/><Relationship Id="rId162" Type="http://schemas.openxmlformats.org/officeDocument/2006/relationships/customXml" Target="../ink/ink84.xml"/><Relationship Id="rId183" Type="http://schemas.openxmlformats.org/officeDocument/2006/relationships/image" Target="../media/image94.png"/><Relationship Id="rId213" Type="http://schemas.openxmlformats.org/officeDocument/2006/relationships/image" Target="../media/image109.png"/><Relationship Id="rId218" Type="http://schemas.openxmlformats.org/officeDocument/2006/relationships/customXml" Target="../ink/ink112.xml"/><Relationship Id="rId234" Type="http://schemas.openxmlformats.org/officeDocument/2006/relationships/customXml" Target="../ink/ink120.xml"/><Relationship Id="rId239" Type="http://schemas.openxmlformats.org/officeDocument/2006/relationships/image" Target="../media/image122.png"/><Relationship Id="rId2" Type="http://schemas.openxmlformats.org/officeDocument/2006/relationships/customXml" Target="../ink/ink4.xml"/><Relationship Id="rId29" Type="http://schemas.openxmlformats.org/officeDocument/2006/relationships/image" Target="../media/image17.png"/><Relationship Id="rId250" Type="http://schemas.openxmlformats.org/officeDocument/2006/relationships/customXml" Target="../ink/ink128.xml"/><Relationship Id="rId255" Type="http://schemas.openxmlformats.org/officeDocument/2006/relationships/image" Target="../media/image130.png"/><Relationship Id="rId271" Type="http://schemas.openxmlformats.org/officeDocument/2006/relationships/image" Target="../media/image138.png"/><Relationship Id="rId276" Type="http://schemas.openxmlformats.org/officeDocument/2006/relationships/customXml" Target="../ink/ink141.xml"/><Relationship Id="rId24" Type="http://schemas.openxmlformats.org/officeDocument/2006/relationships/customXml" Target="../ink/ink15.xml"/><Relationship Id="rId40" Type="http://schemas.openxmlformats.org/officeDocument/2006/relationships/customXml" Target="../ink/ink23.xml"/><Relationship Id="rId45" Type="http://schemas.openxmlformats.org/officeDocument/2006/relationships/image" Target="../media/image25.png"/><Relationship Id="rId66" Type="http://schemas.openxmlformats.org/officeDocument/2006/relationships/customXml" Target="../ink/ink36.xml"/><Relationship Id="rId87" Type="http://schemas.openxmlformats.org/officeDocument/2006/relationships/image" Target="../media/image46.png"/><Relationship Id="rId110" Type="http://schemas.openxmlformats.org/officeDocument/2006/relationships/customXml" Target="../ink/ink58.xml"/><Relationship Id="rId115" Type="http://schemas.openxmlformats.org/officeDocument/2006/relationships/image" Target="../media/image60.png"/><Relationship Id="rId131" Type="http://schemas.openxmlformats.org/officeDocument/2006/relationships/image" Target="../media/image68.png"/><Relationship Id="rId136" Type="http://schemas.openxmlformats.org/officeDocument/2006/relationships/customXml" Target="../ink/ink71.xml"/><Relationship Id="rId157" Type="http://schemas.openxmlformats.org/officeDocument/2006/relationships/image" Target="../media/image81.png"/><Relationship Id="rId178" Type="http://schemas.openxmlformats.org/officeDocument/2006/relationships/customXml" Target="../ink/ink92.xml"/><Relationship Id="rId61" Type="http://schemas.openxmlformats.org/officeDocument/2006/relationships/image" Target="../media/image33.png"/><Relationship Id="rId82" Type="http://schemas.openxmlformats.org/officeDocument/2006/relationships/customXml" Target="../ink/ink44.xml"/><Relationship Id="rId152" Type="http://schemas.openxmlformats.org/officeDocument/2006/relationships/customXml" Target="../ink/ink79.xml"/><Relationship Id="rId173" Type="http://schemas.openxmlformats.org/officeDocument/2006/relationships/image" Target="../media/image89.png"/><Relationship Id="rId194" Type="http://schemas.openxmlformats.org/officeDocument/2006/relationships/customXml" Target="../ink/ink100.xml"/><Relationship Id="rId199" Type="http://schemas.openxmlformats.org/officeDocument/2006/relationships/image" Target="../media/image102.png"/><Relationship Id="rId203" Type="http://schemas.openxmlformats.org/officeDocument/2006/relationships/image" Target="../media/image104.png"/><Relationship Id="rId208" Type="http://schemas.openxmlformats.org/officeDocument/2006/relationships/customXml" Target="../ink/ink107.xml"/><Relationship Id="rId229" Type="http://schemas.openxmlformats.org/officeDocument/2006/relationships/image" Target="../media/image117.png"/><Relationship Id="rId19" Type="http://schemas.openxmlformats.org/officeDocument/2006/relationships/image" Target="../media/image12.png"/><Relationship Id="rId224" Type="http://schemas.openxmlformats.org/officeDocument/2006/relationships/customXml" Target="../ink/ink115.xml"/><Relationship Id="rId240" Type="http://schemas.openxmlformats.org/officeDocument/2006/relationships/customXml" Target="../ink/ink123.xml"/><Relationship Id="rId245" Type="http://schemas.openxmlformats.org/officeDocument/2006/relationships/image" Target="../media/image125.png"/><Relationship Id="rId261" Type="http://schemas.openxmlformats.org/officeDocument/2006/relationships/image" Target="../media/image133.png"/><Relationship Id="rId266" Type="http://schemas.openxmlformats.org/officeDocument/2006/relationships/customXml" Target="../ink/ink136.xml"/><Relationship Id="rId14" Type="http://schemas.openxmlformats.org/officeDocument/2006/relationships/customXml" Target="../ink/ink10.xml"/><Relationship Id="rId30" Type="http://schemas.openxmlformats.org/officeDocument/2006/relationships/customXml" Target="../ink/ink18.xml"/><Relationship Id="rId35" Type="http://schemas.openxmlformats.org/officeDocument/2006/relationships/image" Target="../media/image20.png"/><Relationship Id="rId56" Type="http://schemas.openxmlformats.org/officeDocument/2006/relationships/customXml" Target="../ink/ink31.xml"/><Relationship Id="rId77" Type="http://schemas.openxmlformats.org/officeDocument/2006/relationships/image" Target="../media/image41.png"/><Relationship Id="rId100" Type="http://schemas.openxmlformats.org/officeDocument/2006/relationships/customXml" Target="../ink/ink53.xml"/><Relationship Id="rId105" Type="http://schemas.openxmlformats.org/officeDocument/2006/relationships/image" Target="../media/image55.png"/><Relationship Id="rId126" Type="http://schemas.openxmlformats.org/officeDocument/2006/relationships/customXml" Target="../ink/ink66.xml"/><Relationship Id="rId147" Type="http://schemas.openxmlformats.org/officeDocument/2006/relationships/image" Target="../media/image76.png"/><Relationship Id="rId168" Type="http://schemas.openxmlformats.org/officeDocument/2006/relationships/customXml" Target="../ink/ink87.xml"/><Relationship Id="rId8" Type="http://schemas.openxmlformats.org/officeDocument/2006/relationships/customXml" Target="../ink/ink7.xml"/><Relationship Id="rId51" Type="http://schemas.openxmlformats.org/officeDocument/2006/relationships/image" Target="../media/image28.png"/><Relationship Id="rId72" Type="http://schemas.openxmlformats.org/officeDocument/2006/relationships/customXml" Target="../ink/ink39.xml"/><Relationship Id="rId93" Type="http://schemas.openxmlformats.org/officeDocument/2006/relationships/image" Target="../media/image49.png"/><Relationship Id="rId98" Type="http://schemas.openxmlformats.org/officeDocument/2006/relationships/customXml" Target="../ink/ink52.xml"/><Relationship Id="rId121" Type="http://schemas.openxmlformats.org/officeDocument/2006/relationships/image" Target="../media/image63.png"/><Relationship Id="rId142" Type="http://schemas.openxmlformats.org/officeDocument/2006/relationships/customXml" Target="../ink/ink74.xml"/><Relationship Id="rId163" Type="http://schemas.openxmlformats.org/officeDocument/2006/relationships/image" Target="../media/image84.png"/><Relationship Id="rId184" Type="http://schemas.openxmlformats.org/officeDocument/2006/relationships/customXml" Target="../ink/ink95.xml"/><Relationship Id="rId189" Type="http://schemas.openxmlformats.org/officeDocument/2006/relationships/image" Target="../media/image97.png"/><Relationship Id="rId219" Type="http://schemas.openxmlformats.org/officeDocument/2006/relationships/image" Target="../media/image112.png"/><Relationship Id="rId3" Type="http://schemas.openxmlformats.org/officeDocument/2006/relationships/image" Target="../media/image4.png"/><Relationship Id="rId214" Type="http://schemas.openxmlformats.org/officeDocument/2006/relationships/customXml" Target="../ink/ink110.xml"/><Relationship Id="rId230" Type="http://schemas.openxmlformats.org/officeDocument/2006/relationships/customXml" Target="../ink/ink118.xml"/><Relationship Id="rId235" Type="http://schemas.openxmlformats.org/officeDocument/2006/relationships/image" Target="../media/image120.png"/><Relationship Id="rId251" Type="http://schemas.openxmlformats.org/officeDocument/2006/relationships/image" Target="../media/image128.png"/><Relationship Id="rId256" Type="http://schemas.openxmlformats.org/officeDocument/2006/relationships/customXml" Target="../ink/ink131.xml"/><Relationship Id="rId277" Type="http://schemas.openxmlformats.org/officeDocument/2006/relationships/image" Target="../media/image141.png"/><Relationship Id="rId25" Type="http://schemas.openxmlformats.org/officeDocument/2006/relationships/image" Target="../media/image15.png"/><Relationship Id="rId46" Type="http://schemas.openxmlformats.org/officeDocument/2006/relationships/customXml" Target="../ink/ink26.xml"/><Relationship Id="rId67" Type="http://schemas.openxmlformats.org/officeDocument/2006/relationships/image" Target="../media/image36.png"/><Relationship Id="rId116" Type="http://schemas.openxmlformats.org/officeDocument/2006/relationships/customXml" Target="../ink/ink61.xml"/><Relationship Id="rId137" Type="http://schemas.openxmlformats.org/officeDocument/2006/relationships/image" Target="../media/image71.png"/><Relationship Id="rId158" Type="http://schemas.openxmlformats.org/officeDocument/2006/relationships/customXml" Target="../ink/ink82.xml"/><Relationship Id="rId272" Type="http://schemas.openxmlformats.org/officeDocument/2006/relationships/customXml" Target="../ink/ink139.xml"/><Relationship Id="rId20" Type="http://schemas.openxmlformats.org/officeDocument/2006/relationships/customXml" Target="../ink/ink13.xml"/><Relationship Id="rId41" Type="http://schemas.openxmlformats.org/officeDocument/2006/relationships/image" Target="../media/image23.png"/><Relationship Id="rId62" Type="http://schemas.openxmlformats.org/officeDocument/2006/relationships/customXml" Target="../ink/ink34.xml"/><Relationship Id="rId83" Type="http://schemas.openxmlformats.org/officeDocument/2006/relationships/image" Target="../media/image44.png"/><Relationship Id="rId88" Type="http://schemas.openxmlformats.org/officeDocument/2006/relationships/customXml" Target="../ink/ink47.xml"/><Relationship Id="rId111" Type="http://schemas.openxmlformats.org/officeDocument/2006/relationships/image" Target="../media/image58.png"/><Relationship Id="rId132" Type="http://schemas.openxmlformats.org/officeDocument/2006/relationships/customXml" Target="../ink/ink69.xml"/><Relationship Id="rId153" Type="http://schemas.openxmlformats.org/officeDocument/2006/relationships/image" Target="../media/image79.png"/><Relationship Id="rId174" Type="http://schemas.openxmlformats.org/officeDocument/2006/relationships/customXml" Target="../ink/ink90.xml"/><Relationship Id="rId179" Type="http://schemas.openxmlformats.org/officeDocument/2006/relationships/image" Target="../media/image92.png"/><Relationship Id="rId195" Type="http://schemas.openxmlformats.org/officeDocument/2006/relationships/image" Target="../media/image100.png"/><Relationship Id="rId209" Type="http://schemas.openxmlformats.org/officeDocument/2006/relationships/image" Target="../media/image107.png"/><Relationship Id="rId190" Type="http://schemas.openxmlformats.org/officeDocument/2006/relationships/customXml" Target="../ink/ink98.xml"/><Relationship Id="rId204" Type="http://schemas.openxmlformats.org/officeDocument/2006/relationships/customXml" Target="../ink/ink105.xml"/><Relationship Id="rId220" Type="http://schemas.openxmlformats.org/officeDocument/2006/relationships/customXml" Target="../ink/ink113.xml"/><Relationship Id="rId225" Type="http://schemas.openxmlformats.org/officeDocument/2006/relationships/image" Target="../media/image115.png"/><Relationship Id="rId241" Type="http://schemas.openxmlformats.org/officeDocument/2006/relationships/image" Target="../media/image123.png"/><Relationship Id="rId246" Type="http://schemas.openxmlformats.org/officeDocument/2006/relationships/customXml" Target="../ink/ink126.xml"/><Relationship Id="rId267" Type="http://schemas.openxmlformats.org/officeDocument/2006/relationships/image" Target="../media/image136.png"/><Relationship Id="rId15" Type="http://schemas.openxmlformats.org/officeDocument/2006/relationships/image" Target="../media/image10.png"/><Relationship Id="rId36" Type="http://schemas.openxmlformats.org/officeDocument/2006/relationships/customXml" Target="../ink/ink21.xml"/><Relationship Id="rId57" Type="http://schemas.openxmlformats.org/officeDocument/2006/relationships/image" Target="../media/image31.png"/><Relationship Id="rId106" Type="http://schemas.openxmlformats.org/officeDocument/2006/relationships/customXml" Target="../ink/ink56.xml"/><Relationship Id="rId127" Type="http://schemas.openxmlformats.org/officeDocument/2006/relationships/image" Target="../media/image66.png"/><Relationship Id="rId262" Type="http://schemas.openxmlformats.org/officeDocument/2006/relationships/customXml" Target="../ink/ink134.xml"/><Relationship Id="rId10" Type="http://schemas.openxmlformats.org/officeDocument/2006/relationships/customXml" Target="../ink/ink8.xml"/><Relationship Id="rId31" Type="http://schemas.openxmlformats.org/officeDocument/2006/relationships/image" Target="../media/image18.png"/><Relationship Id="rId52" Type="http://schemas.openxmlformats.org/officeDocument/2006/relationships/customXml" Target="../ink/ink29.xml"/><Relationship Id="rId73" Type="http://schemas.openxmlformats.org/officeDocument/2006/relationships/image" Target="../media/image39.png"/><Relationship Id="rId78" Type="http://schemas.openxmlformats.org/officeDocument/2006/relationships/customXml" Target="../ink/ink42.xml"/><Relationship Id="rId94" Type="http://schemas.openxmlformats.org/officeDocument/2006/relationships/customXml" Target="../ink/ink50.xml"/><Relationship Id="rId99" Type="http://schemas.openxmlformats.org/officeDocument/2006/relationships/image" Target="../media/image52.png"/><Relationship Id="rId101" Type="http://schemas.openxmlformats.org/officeDocument/2006/relationships/image" Target="../media/image53.png"/><Relationship Id="rId122" Type="http://schemas.openxmlformats.org/officeDocument/2006/relationships/customXml" Target="../ink/ink64.xml"/><Relationship Id="rId143" Type="http://schemas.openxmlformats.org/officeDocument/2006/relationships/image" Target="../media/image74.png"/><Relationship Id="rId148" Type="http://schemas.openxmlformats.org/officeDocument/2006/relationships/customXml" Target="../ink/ink77.xml"/><Relationship Id="rId164" Type="http://schemas.openxmlformats.org/officeDocument/2006/relationships/customXml" Target="../ink/ink85.xml"/><Relationship Id="rId169" Type="http://schemas.openxmlformats.org/officeDocument/2006/relationships/image" Target="../media/image87.png"/><Relationship Id="rId185" Type="http://schemas.openxmlformats.org/officeDocument/2006/relationships/image" Target="../media/image95.png"/><Relationship Id="rId4" Type="http://schemas.openxmlformats.org/officeDocument/2006/relationships/customXml" Target="../ink/ink5.xml"/><Relationship Id="rId9" Type="http://schemas.openxmlformats.org/officeDocument/2006/relationships/image" Target="../media/image7.png"/><Relationship Id="rId180" Type="http://schemas.openxmlformats.org/officeDocument/2006/relationships/customXml" Target="../ink/ink93.xml"/><Relationship Id="rId210" Type="http://schemas.openxmlformats.org/officeDocument/2006/relationships/customXml" Target="../ink/ink108.xml"/><Relationship Id="rId215" Type="http://schemas.openxmlformats.org/officeDocument/2006/relationships/image" Target="../media/image110.png"/><Relationship Id="rId236" Type="http://schemas.openxmlformats.org/officeDocument/2006/relationships/customXml" Target="../ink/ink121.xml"/><Relationship Id="rId257" Type="http://schemas.openxmlformats.org/officeDocument/2006/relationships/image" Target="../media/image131.png"/><Relationship Id="rId278" Type="http://schemas.openxmlformats.org/officeDocument/2006/relationships/customXml" Target="../ink/ink142.xml"/><Relationship Id="rId26" Type="http://schemas.openxmlformats.org/officeDocument/2006/relationships/customXml" Target="../ink/ink16.xml"/><Relationship Id="rId231" Type="http://schemas.openxmlformats.org/officeDocument/2006/relationships/image" Target="../media/image118.png"/><Relationship Id="rId252" Type="http://schemas.openxmlformats.org/officeDocument/2006/relationships/customXml" Target="../ink/ink129.xml"/><Relationship Id="rId273" Type="http://schemas.openxmlformats.org/officeDocument/2006/relationships/image" Target="../media/image139.png"/><Relationship Id="rId47" Type="http://schemas.openxmlformats.org/officeDocument/2006/relationships/image" Target="../media/image26.png"/><Relationship Id="rId68" Type="http://schemas.openxmlformats.org/officeDocument/2006/relationships/customXml" Target="../ink/ink37.xml"/><Relationship Id="rId89" Type="http://schemas.openxmlformats.org/officeDocument/2006/relationships/image" Target="../media/image47.png"/><Relationship Id="rId112" Type="http://schemas.openxmlformats.org/officeDocument/2006/relationships/customXml" Target="../ink/ink59.xml"/><Relationship Id="rId133" Type="http://schemas.openxmlformats.org/officeDocument/2006/relationships/image" Target="../media/image69.png"/><Relationship Id="rId154" Type="http://schemas.openxmlformats.org/officeDocument/2006/relationships/customXml" Target="../ink/ink80.xml"/><Relationship Id="rId175" Type="http://schemas.openxmlformats.org/officeDocument/2006/relationships/image" Target="../media/image90.png"/><Relationship Id="rId196" Type="http://schemas.openxmlformats.org/officeDocument/2006/relationships/customXml" Target="../ink/ink101.xml"/><Relationship Id="rId200" Type="http://schemas.openxmlformats.org/officeDocument/2006/relationships/customXml" Target="../ink/ink103.xml"/><Relationship Id="rId16" Type="http://schemas.openxmlformats.org/officeDocument/2006/relationships/customXml" Target="../ink/ink11.xml"/><Relationship Id="rId221" Type="http://schemas.openxmlformats.org/officeDocument/2006/relationships/image" Target="../media/image113.png"/><Relationship Id="rId242" Type="http://schemas.openxmlformats.org/officeDocument/2006/relationships/customXml" Target="../ink/ink124.xml"/><Relationship Id="rId263" Type="http://schemas.openxmlformats.org/officeDocument/2006/relationships/image" Target="../media/image134.png"/><Relationship Id="rId37" Type="http://schemas.openxmlformats.org/officeDocument/2006/relationships/image" Target="../media/image21.png"/><Relationship Id="rId58" Type="http://schemas.openxmlformats.org/officeDocument/2006/relationships/customXml" Target="../ink/ink32.xml"/><Relationship Id="rId79" Type="http://schemas.openxmlformats.org/officeDocument/2006/relationships/image" Target="../media/image42.png"/><Relationship Id="rId102" Type="http://schemas.openxmlformats.org/officeDocument/2006/relationships/customXml" Target="../ink/ink54.xml"/><Relationship Id="rId123" Type="http://schemas.openxmlformats.org/officeDocument/2006/relationships/image" Target="../media/image64.png"/><Relationship Id="rId144" Type="http://schemas.openxmlformats.org/officeDocument/2006/relationships/customXml" Target="../ink/ink75.xml"/><Relationship Id="rId90" Type="http://schemas.openxmlformats.org/officeDocument/2006/relationships/customXml" Target="../ink/ink48.xml"/><Relationship Id="rId165" Type="http://schemas.openxmlformats.org/officeDocument/2006/relationships/image" Target="../media/image85.png"/><Relationship Id="rId186" Type="http://schemas.openxmlformats.org/officeDocument/2006/relationships/customXml" Target="../ink/ink96.xml"/><Relationship Id="rId211" Type="http://schemas.openxmlformats.org/officeDocument/2006/relationships/image" Target="../media/image108.png"/><Relationship Id="rId232" Type="http://schemas.openxmlformats.org/officeDocument/2006/relationships/customXml" Target="../ink/ink119.xml"/><Relationship Id="rId253" Type="http://schemas.openxmlformats.org/officeDocument/2006/relationships/image" Target="../media/image129.png"/><Relationship Id="rId274" Type="http://schemas.openxmlformats.org/officeDocument/2006/relationships/customXml" Target="../ink/ink140.xml"/><Relationship Id="rId27" Type="http://schemas.openxmlformats.org/officeDocument/2006/relationships/image" Target="../media/image16.png"/><Relationship Id="rId48" Type="http://schemas.openxmlformats.org/officeDocument/2006/relationships/customXml" Target="../ink/ink27.xml"/><Relationship Id="rId69" Type="http://schemas.openxmlformats.org/officeDocument/2006/relationships/image" Target="../media/image37.png"/><Relationship Id="rId113" Type="http://schemas.openxmlformats.org/officeDocument/2006/relationships/image" Target="../media/image59.png"/><Relationship Id="rId134" Type="http://schemas.openxmlformats.org/officeDocument/2006/relationships/customXml" Target="../ink/ink70.xml"/><Relationship Id="rId80" Type="http://schemas.openxmlformats.org/officeDocument/2006/relationships/customXml" Target="../ink/ink43.xml"/><Relationship Id="rId155" Type="http://schemas.openxmlformats.org/officeDocument/2006/relationships/image" Target="../media/image80.png"/><Relationship Id="rId176" Type="http://schemas.openxmlformats.org/officeDocument/2006/relationships/customXml" Target="../ink/ink91.xml"/><Relationship Id="rId197" Type="http://schemas.openxmlformats.org/officeDocument/2006/relationships/image" Target="../media/image101.png"/><Relationship Id="rId201" Type="http://schemas.openxmlformats.org/officeDocument/2006/relationships/image" Target="../media/image103.png"/><Relationship Id="rId222" Type="http://schemas.openxmlformats.org/officeDocument/2006/relationships/customXml" Target="../ink/ink114.xml"/><Relationship Id="rId243" Type="http://schemas.openxmlformats.org/officeDocument/2006/relationships/image" Target="../media/image124.png"/><Relationship Id="rId264" Type="http://schemas.openxmlformats.org/officeDocument/2006/relationships/customXml" Target="../ink/ink135.xml"/><Relationship Id="rId17" Type="http://schemas.openxmlformats.org/officeDocument/2006/relationships/image" Target="../media/image11.png"/><Relationship Id="rId38" Type="http://schemas.openxmlformats.org/officeDocument/2006/relationships/customXml" Target="../ink/ink22.xml"/><Relationship Id="rId59" Type="http://schemas.openxmlformats.org/officeDocument/2006/relationships/image" Target="../media/image32.png"/><Relationship Id="rId103" Type="http://schemas.openxmlformats.org/officeDocument/2006/relationships/image" Target="../media/image54.png"/><Relationship Id="rId124" Type="http://schemas.openxmlformats.org/officeDocument/2006/relationships/customXml" Target="../ink/ink65.xml"/><Relationship Id="rId70" Type="http://schemas.openxmlformats.org/officeDocument/2006/relationships/customXml" Target="../ink/ink38.xml"/><Relationship Id="rId91" Type="http://schemas.openxmlformats.org/officeDocument/2006/relationships/image" Target="../media/image48.png"/><Relationship Id="rId145" Type="http://schemas.openxmlformats.org/officeDocument/2006/relationships/image" Target="../media/image75.png"/><Relationship Id="rId166" Type="http://schemas.openxmlformats.org/officeDocument/2006/relationships/customXml" Target="../ink/ink86.xml"/><Relationship Id="rId187" Type="http://schemas.openxmlformats.org/officeDocument/2006/relationships/image" Target="../media/image96.png"/><Relationship Id="rId1" Type="http://schemas.openxmlformats.org/officeDocument/2006/relationships/slideLayout" Target="../slideLayouts/slideLayout6.xml"/><Relationship Id="rId212" Type="http://schemas.openxmlformats.org/officeDocument/2006/relationships/customXml" Target="../ink/ink109.xml"/><Relationship Id="rId233" Type="http://schemas.openxmlformats.org/officeDocument/2006/relationships/image" Target="../media/image119.png"/><Relationship Id="rId254" Type="http://schemas.openxmlformats.org/officeDocument/2006/relationships/customXml" Target="../ink/ink130.xml"/><Relationship Id="rId28" Type="http://schemas.openxmlformats.org/officeDocument/2006/relationships/customXml" Target="../ink/ink17.xml"/><Relationship Id="rId49" Type="http://schemas.openxmlformats.org/officeDocument/2006/relationships/image" Target="../media/image27.png"/><Relationship Id="rId114" Type="http://schemas.openxmlformats.org/officeDocument/2006/relationships/customXml" Target="../ink/ink60.xml"/><Relationship Id="rId275" Type="http://schemas.openxmlformats.org/officeDocument/2006/relationships/image" Target="../media/image140.png"/><Relationship Id="rId60" Type="http://schemas.openxmlformats.org/officeDocument/2006/relationships/customXml" Target="../ink/ink33.xml"/><Relationship Id="rId81" Type="http://schemas.openxmlformats.org/officeDocument/2006/relationships/image" Target="../media/image43.png"/><Relationship Id="rId135" Type="http://schemas.openxmlformats.org/officeDocument/2006/relationships/image" Target="../media/image70.png"/><Relationship Id="rId156" Type="http://schemas.openxmlformats.org/officeDocument/2006/relationships/customXml" Target="../ink/ink81.xml"/><Relationship Id="rId177" Type="http://schemas.openxmlformats.org/officeDocument/2006/relationships/image" Target="../media/image91.png"/><Relationship Id="rId198" Type="http://schemas.openxmlformats.org/officeDocument/2006/relationships/customXml" Target="../ink/ink102.xml"/></Relationships>
</file>

<file path=ppt/slides/_rels/slide3.xml.rels><?xml version="1.0" encoding="UTF-8" standalone="yes"?>
<Relationships xmlns="http://schemas.openxmlformats.org/package/2006/relationships"><Relationship Id="rId117" Type="http://schemas.openxmlformats.org/officeDocument/2006/relationships/customXml" Target="../ink/ink200.xml"/><Relationship Id="rId299" Type="http://schemas.openxmlformats.org/officeDocument/2006/relationships/customXml" Target="../ink/ink291.xml"/><Relationship Id="rId21" Type="http://schemas.openxmlformats.org/officeDocument/2006/relationships/customXml" Target="../ink/ink152.xml"/><Relationship Id="rId63" Type="http://schemas.openxmlformats.org/officeDocument/2006/relationships/customXml" Target="../ink/ink173.xml"/><Relationship Id="rId159" Type="http://schemas.openxmlformats.org/officeDocument/2006/relationships/customXml" Target="../ink/ink221.xml"/><Relationship Id="rId324" Type="http://schemas.openxmlformats.org/officeDocument/2006/relationships/image" Target="../media/image304.png"/><Relationship Id="rId366" Type="http://schemas.openxmlformats.org/officeDocument/2006/relationships/image" Target="../media/image325.png"/><Relationship Id="rId170" Type="http://schemas.openxmlformats.org/officeDocument/2006/relationships/image" Target="../media/image227.png"/><Relationship Id="rId226" Type="http://schemas.openxmlformats.org/officeDocument/2006/relationships/image" Target="../media/image255.png"/><Relationship Id="rId268" Type="http://schemas.openxmlformats.org/officeDocument/2006/relationships/image" Target="../media/image276.png"/><Relationship Id="rId32" Type="http://schemas.openxmlformats.org/officeDocument/2006/relationships/image" Target="../media/image158.png"/><Relationship Id="rId74" Type="http://schemas.openxmlformats.org/officeDocument/2006/relationships/image" Target="../media/image179.png"/><Relationship Id="rId128" Type="http://schemas.openxmlformats.org/officeDocument/2006/relationships/image" Target="../media/image206.png"/><Relationship Id="rId335" Type="http://schemas.openxmlformats.org/officeDocument/2006/relationships/customXml" Target="../ink/ink309.xml"/><Relationship Id="rId377" Type="http://schemas.openxmlformats.org/officeDocument/2006/relationships/customXml" Target="../ink/ink330.xml"/><Relationship Id="rId5" Type="http://schemas.openxmlformats.org/officeDocument/2006/relationships/customXml" Target="../ink/ink144.xml"/><Relationship Id="rId181" Type="http://schemas.openxmlformats.org/officeDocument/2006/relationships/customXml" Target="../ink/ink232.xml"/><Relationship Id="rId237" Type="http://schemas.openxmlformats.org/officeDocument/2006/relationships/customXml" Target="../ink/ink260.xml"/><Relationship Id="rId402" Type="http://schemas.openxmlformats.org/officeDocument/2006/relationships/image" Target="../media/image343.png"/><Relationship Id="rId258" Type="http://schemas.openxmlformats.org/officeDocument/2006/relationships/image" Target="../media/image271.png"/><Relationship Id="rId279" Type="http://schemas.openxmlformats.org/officeDocument/2006/relationships/customXml" Target="../ink/ink281.xml"/><Relationship Id="rId22" Type="http://schemas.openxmlformats.org/officeDocument/2006/relationships/image" Target="../media/image153.png"/><Relationship Id="rId43" Type="http://schemas.openxmlformats.org/officeDocument/2006/relationships/customXml" Target="../ink/ink163.xml"/><Relationship Id="rId64" Type="http://schemas.openxmlformats.org/officeDocument/2006/relationships/image" Target="../media/image174.png"/><Relationship Id="rId118" Type="http://schemas.openxmlformats.org/officeDocument/2006/relationships/image" Target="../media/image201.png"/><Relationship Id="rId139" Type="http://schemas.openxmlformats.org/officeDocument/2006/relationships/customXml" Target="../ink/ink211.xml"/><Relationship Id="rId290" Type="http://schemas.openxmlformats.org/officeDocument/2006/relationships/image" Target="../media/image287.png"/><Relationship Id="rId304" Type="http://schemas.openxmlformats.org/officeDocument/2006/relationships/image" Target="../media/image294.png"/><Relationship Id="rId325" Type="http://schemas.openxmlformats.org/officeDocument/2006/relationships/customXml" Target="../ink/ink304.xml"/><Relationship Id="rId346" Type="http://schemas.openxmlformats.org/officeDocument/2006/relationships/image" Target="../media/image315.png"/><Relationship Id="rId367" Type="http://schemas.openxmlformats.org/officeDocument/2006/relationships/customXml" Target="../ink/ink325.xml"/><Relationship Id="rId388" Type="http://schemas.openxmlformats.org/officeDocument/2006/relationships/image" Target="../media/image336.png"/><Relationship Id="rId85" Type="http://schemas.openxmlformats.org/officeDocument/2006/relationships/customXml" Target="../ink/ink184.xml"/><Relationship Id="rId150" Type="http://schemas.openxmlformats.org/officeDocument/2006/relationships/image" Target="../media/image217.png"/><Relationship Id="rId171" Type="http://schemas.openxmlformats.org/officeDocument/2006/relationships/customXml" Target="../ink/ink227.xml"/><Relationship Id="rId192" Type="http://schemas.openxmlformats.org/officeDocument/2006/relationships/image" Target="../media/image238.png"/><Relationship Id="rId206" Type="http://schemas.openxmlformats.org/officeDocument/2006/relationships/image" Target="../media/image245.png"/><Relationship Id="rId227" Type="http://schemas.openxmlformats.org/officeDocument/2006/relationships/customXml" Target="../ink/ink255.xml"/><Relationship Id="rId413" Type="http://schemas.openxmlformats.org/officeDocument/2006/relationships/customXml" Target="../ink/ink348.xml"/><Relationship Id="rId248" Type="http://schemas.openxmlformats.org/officeDocument/2006/relationships/image" Target="../media/image266.png"/><Relationship Id="rId269" Type="http://schemas.openxmlformats.org/officeDocument/2006/relationships/customXml" Target="../ink/ink276.xml"/><Relationship Id="rId12" Type="http://schemas.openxmlformats.org/officeDocument/2006/relationships/image" Target="../media/image148.png"/><Relationship Id="rId33" Type="http://schemas.openxmlformats.org/officeDocument/2006/relationships/customXml" Target="../ink/ink158.xml"/><Relationship Id="rId108" Type="http://schemas.openxmlformats.org/officeDocument/2006/relationships/image" Target="../media/image196.png"/><Relationship Id="rId129" Type="http://schemas.openxmlformats.org/officeDocument/2006/relationships/customXml" Target="../ink/ink206.xml"/><Relationship Id="rId280" Type="http://schemas.openxmlformats.org/officeDocument/2006/relationships/image" Target="../media/image282.png"/><Relationship Id="rId315" Type="http://schemas.openxmlformats.org/officeDocument/2006/relationships/customXml" Target="../ink/ink299.xml"/><Relationship Id="rId336" Type="http://schemas.openxmlformats.org/officeDocument/2006/relationships/image" Target="../media/image310.png"/><Relationship Id="rId357" Type="http://schemas.openxmlformats.org/officeDocument/2006/relationships/customXml" Target="../ink/ink320.xml"/><Relationship Id="rId54" Type="http://schemas.openxmlformats.org/officeDocument/2006/relationships/image" Target="../media/image169.png"/><Relationship Id="rId75" Type="http://schemas.openxmlformats.org/officeDocument/2006/relationships/customXml" Target="../ink/ink179.xml"/><Relationship Id="rId96" Type="http://schemas.openxmlformats.org/officeDocument/2006/relationships/image" Target="../media/image190.png"/><Relationship Id="rId140" Type="http://schemas.openxmlformats.org/officeDocument/2006/relationships/image" Target="../media/image212.png"/><Relationship Id="rId161" Type="http://schemas.openxmlformats.org/officeDocument/2006/relationships/customXml" Target="../ink/ink222.xml"/><Relationship Id="rId182" Type="http://schemas.openxmlformats.org/officeDocument/2006/relationships/image" Target="../media/image233.png"/><Relationship Id="rId217" Type="http://schemas.openxmlformats.org/officeDocument/2006/relationships/customXml" Target="../ink/ink250.xml"/><Relationship Id="rId378" Type="http://schemas.openxmlformats.org/officeDocument/2006/relationships/image" Target="../media/image331.png"/><Relationship Id="rId399" Type="http://schemas.openxmlformats.org/officeDocument/2006/relationships/customXml" Target="../ink/ink341.xml"/><Relationship Id="rId403" Type="http://schemas.openxmlformats.org/officeDocument/2006/relationships/customXml" Target="../ink/ink343.xml"/><Relationship Id="rId6" Type="http://schemas.openxmlformats.org/officeDocument/2006/relationships/image" Target="../media/image145.png"/><Relationship Id="rId238" Type="http://schemas.openxmlformats.org/officeDocument/2006/relationships/image" Target="../media/image261.png"/><Relationship Id="rId259" Type="http://schemas.openxmlformats.org/officeDocument/2006/relationships/customXml" Target="../ink/ink271.xml"/><Relationship Id="rId23" Type="http://schemas.openxmlformats.org/officeDocument/2006/relationships/customXml" Target="../ink/ink153.xml"/><Relationship Id="rId119" Type="http://schemas.openxmlformats.org/officeDocument/2006/relationships/customXml" Target="../ink/ink201.xml"/><Relationship Id="rId270" Type="http://schemas.openxmlformats.org/officeDocument/2006/relationships/image" Target="../media/image277.png"/><Relationship Id="rId291" Type="http://schemas.openxmlformats.org/officeDocument/2006/relationships/customXml" Target="../ink/ink287.xml"/><Relationship Id="rId305" Type="http://schemas.openxmlformats.org/officeDocument/2006/relationships/customXml" Target="../ink/ink294.xml"/><Relationship Id="rId326" Type="http://schemas.openxmlformats.org/officeDocument/2006/relationships/image" Target="../media/image305.png"/><Relationship Id="rId347" Type="http://schemas.openxmlformats.org/officeDocument/2006/relationships/customXml" Target="../ink/ink315.xml"/><Relationship Id="rId44" Type="http://schemas.openxmlformats.org/officeDocument/2006/relationships/image" Target="../media/image164.png"/><Relationship Id="rId65" Type="http://schemas.openxmlformats.org/officeDocument/2006/relationships/customXml" Target="../ink/ink174.xml"/><Relationship Id="rId86" Type="http://schemas.openxmlformats.org/officeDocument/2006/relationships/image" Target="../media/image185.png"/><Relationship Id="rId130" Type="http://schemas.openxmlformats.org/officeDocument/2006/relationships/image" Target="../media/image207.png"/><Relationship Id="rId151" Type="http://schemas.openxmlformats.org/officeDocument/2006/relationships/customXml" Target="../ink/ink217.xml"/><Relationship Id="rId368" Type="http://schemas.openxmlformats.org/officeDocument/2006/relationships/image" Target="../media/image326.png"/><Relationship Id="rId389" Type="http://schemas.openxmlformats.org/officeDocument/2006/relationships/customXml" Target="../ink/ink336.xml"/><Relationship Id="rId172" Type="http://schemas.openxmlformats.org/officeDocument/2006/relationships/image" Target="../media/image228.png"/><Relationship Id="rId193" Type="http://schemas.openxmlformats.org/officeDocument/2006/relationships/customXml" Target="../ink/ink238.xml"/><Relationship Id="rId207" Type="http://schemas.openxmlformats.org/officeDocument/2006/relationships/customXml" Target="../ink/ink245.xml"/><Relationship Id="rId228" Type="http://schemas.openxmlformats.org/officeDocument/2006/relationships/image" Target="../media/image256.png"/><Relationship Id="rId249" Type="http://schemas.openxmlformats.org/officeDocument/2006/relationships/customXml" Target="../ink/ink266.xml"/><Relationship Id="rId414" Type="http://schemas.openxmlformats.org/officeDocument/2006/relationships/image" Target="../media/image349.png"/><Relationship Id="rId13" Type="http://schemas.openxmlformats.org/officeDocument/2006/relationships/customXml" Target="../ink/ink148.xml"/><Relationship Id="rId109" Type="http://schemas.openxmlformats.org/officeDocument/2006/relationships/customXml" Target="../ink/ink196.xml"/><Relationship Id="rId260" Type="http://schemas.openxmlformats.org/officeDocument/2006/relationships/image" Target="../media/image272.png"/><Relationship Id="rId281" Type="http://schemas.openxmlformats.org/officeDocument/2006/relationships/customXml" Target="../ink/ink282.xml"/><Relationship Id="rId316" Type="http://schemas.openxmlformats.org/officeDocument/2006/relationships/image" Target="../media/image300.png"/><Relationship Id="rId337" Type="http://schemas.openxmlformats.org/officeDocument/2006/relationships/customXml" Target="../ink/ink310.xml"/><Relationship Id="rId34" Type="http://schemas.openxmlformats.org/officeDocument/2006/relationships/image" Target="../media/image159.png"/><Relationship Id="rId55" Type="http://schemas.openxmlformats.org/officeDocument/2006/relationships/customXml" Target="../ink/ink169.xml"/><Relationship Id="rId76" Type="http://schemas.openxmlformats.org/officeDocument/2006/relationships/image" Target="../media/image180.png"/><Relationship Id="rId97" Type="http://schemas.openxmlformats.org/officeDocument/2006/relationships/customXml" Target="../ink/ink190.xml"/><Relationship Id="rId120" Type="http://schemas.openxmlformats.org/officeDocument/2006/relationships/image" Target="../media/image202.png"/><Relationship Id="rId141" Type="http://schemas.openxmlformats.org/officeDocument/2006/relationships/customXml" Target="../ink/ink212.xml"/><Relationship Id="rId358" Type="http://schemas.openxmlformats.org/officeDocument/2006/relationships/image" Target="../media/image321.png"/><Relationship Id="rId379" Type="http://schemas.openxmlformats.org/officeDocument/2006/relationships/customXml" Target="../ink/ink331.xml"/><Relationship Id="rId7" Type="http://schemas.openxmlformats.org/officeDocument/2006/relationships/customXml" Target="../ink/ink145.xml"/><Relationship Id="rId162" Type="http://schemas.openxmlformats.org/officeDocument/2006/relationships/image" Target="../media/image223.png"/><Relationship Id="rId183" Type="http://schemas.openxmlformats.org/officeDocument/2006/relationships/customXml" Target="../ink/ink233.xml"/><Relationship Id="rId218" Type="http://schemas.openxmlformats.org/officeDocument/2006/relationships/image" Target="../media/image251.png"/><Relationship Id="rId239" Type="http://schemas.openxmlformats.org/officeDocument/2006/relationships/customXml" Target="../ink/ink261.xml"/><Relationship Id="rId390" Type="http://schemas.openxmlformats.org/officeDocument/2006/relationships/image" Target="../media/image337.png"/><Relationship Id="rId404" Type="http://schemas.openxmlformats.org/officeDocument/2006/relationships/image" Target="../media/image344.png"/><Relationship Id="rId250" Type="http://schemas.openxmlformats.org/officeDocument/2006/relationships/image" Target="../media/image267.png"/><Relationship Id="rId271" Type="http://schemas.openxmlformats.org/officeDocument/2006/relationships/customXml" Target="../ink/ink277.xml"/><Relationship Id="rId292" Type="http://schemas.openxmlformats.org/officeDocument/2006/relationships/image" Target="../media/image288.png"/><Relationship Id="rId306" Type="http://schemas.openxmlformats.org/officeDocument/2006/relationships/image" Target="../media/image295.png"/><Relationship Id="rId24" Type="http://schemas.openxmlformats.org/officeDocument/2006/relationships/image" Target="../media/image154.png"/><Relationship Id="rId45" Type="http://schemas.openxmlformats.org/officeDocument/2006/relationships/customXml" Target="../ink/ink164.xml"/><Relationship Id="rId66" Type="http://schemas.openxmlformats.org/officeDocument/2006/relationships/image" Target="../media/image175.png"/><Relationship Id="rId87" Type="http://schemas.openxmlformats.org/officeDocument/2006/relationships/customXml" Target="../ink/ink185.xml"/><Relationship Id="rId110" Type="http://schemas.openxmlformats.org/officeDocument/2006/relationships/image" Target="../media/image197.png"/><Relationship Id="rId131" Type="http://schemas.openxmlformats.org/officeDocument/2006/relationships/customXml" Target="../ink/ink207.xml"/><Relationship Id="rId327" Type="http://schemas.openxmlformats.org/officeDocument/2006/relationships/customXml" Target="../ink/ink305.xml"/><Relationship Id="rId348" Type="http://schemas.openxmlformats.org/officeDocument/2006/relationships/image" Target="../media/image316.png"/><Relationship Id="rId369" Type="http://schemas.openxmlformats.org/officeDocument/2006/relationships/customXml" Target="../ink/ink326.xml"/><Relationship Id="rId152" Type="http://schemas.openxmlformats.org/officeDocument/2006/relationships/image" Target="../media/image218.png"/><Relationship Id="rId173" Type="http://schemas.openxmlformats.org/officeDocument/2006/relationships/customXml" Target="../ink/ink228.xml"/><Relationship Id="rId194" Type="http://schemas.openxmlformats.org/officeDocument/2006/relationships/image" Target="../media/image239.png"/><Relationship Id="rId208" Type="http://schemas.openxmlformats.org/officeDocument/2006/relationships/image" Target="../media/image246.png"/><Relationship Id="rId229" Type="http://schemas.openxmlformats.org/officeDocument/2006/relationships/customXml" Target="../ink/ink256.xml"/><Relationship Id="rId380" Type="http://schemas.openxmlformats.org/officeDocument/2006/relationships/image" Target="../media/image332.png"/><Relationship Id="rId415" Type="http://schemas.openxmlformats.org/officeDocument/2006/relationships/customXml" Target="../ink/ink349.xml"/><Relationship Id="rId240" Type="http://schemas.openxmlformats.org/officeDocument/2006/relationships/image" Target="../media/image262.png"/><Relationship Id="rId261" Type="http://schemas.openxmlformats.org/officeDocument/2006/relationships/customXml" Target="../ink/ink272.xml"/><Relationship Id="rId14" Type="http://schemas.openxmlformats.org/officeDocument/2006/relationships/image" Target="../media/image149.png"/><Relationship Id="rId35" Type="http://schemas.openxmlformats.org/officeDocument/2006/relationships/customXml" Target="../ink/ink159.xml"/><Relationship Id="rId56" Type="http://schemas.openxmlformats.org/officeDocument/2006/relationships/image" Target="../media/image170.png"/><Relationship Id="rId77" Type="http://schemas.openxmlformats.org/officeDocument/2006/relationships/customXml" Target="../ink/ink180.xml"/><Relationship Id="rId100" Type="http://schemas.openxmlformats.org/officeDocument/2006/relationships/image" Target="../media/image192.png"/><Relationship Id="rId282" Type="http://schemas.openxmlformats.org/officeDocument/2006/relationships/image" Target="../media/image283.png"/><Relationship Id="rId317" Type="http://schemas.openxmlformats.org/officeDocument/2006/relationships/customXml" Target="../ink/ink300.xml"/><Relationship Id="rId338" Type="http://schemas.openxmlformats.org/officeDocument/2006/relationships/image" Target="../media/image311.png"/><Relationship Id="rId359" Type="http://schemas.openxmlformats.org/officeDocument/2006/relationships/customXml" Target="../ink/ink321.xml"/><Relationship Id="rId8" Type="http://schemas.openxmlformats.org/officeDocument/2006/relationships/image" Target="../media/image146.png"/><Relationship Id="rId98" Type="http://schemas.openxmlformats.org/officeDocument/2006/relationships/image" Target="../media/image191.png"/><Relationship Id="rId121" Type="http://schemas.openxmlformats.org/officeDocument/2006/relationships/customXml" Target="../ink/ink202.xml"/><Relationship Id="rId142" Type="http://schemas.openxmlformats.org/officeDocument/2006/relationships/image" Target="../media/image213.png"/><Relationship Id="rId163" Type="http://schemas.openxmlformats.org/officeDocument/2006/relationships/customXml" Target="../ink/ink223.xml"/><Relationship Id="rId184" Type="http://schemas.openxmlformats.org/officeDocument/2006/relationships/image" Target="../media/image234.png"/><Relationship Id="rId219" Type="http://schemas.openxmlformats.org/officeDocument/2006/relationships/customXml" Target="../ink/ink251.xml"/><Relationship Id="rId370" Type="http://schemas.openxmlformats.org/officeDocument/2006/relationships/image" Target="../media/image327.png"/><Relationship Id="rId391" Type="http://schemas.openxmlformats.org/officeDocument/2006/relationships/customXml" Target="../ink/ink337.xml"/><Relationship Id="rId405" Type="http://schemas.openxmlformats.org/officeDocument/2006/relationships/customXml" Target="../ink/ink344.xml"/><Relationship Id="rId230" Type="http://schemas.openxmlformats.org/officeDocument/2006/relationships/image" Target="../media/image257.png"/><Relationship Id="rId251" Type="http://schemas.openxmlformats.org/officeDocument/2006/relationships/customXml" Target="../ink/ink267.xml"/><Relationship Id="rId25" Type="http://schemas.openxmlformats.org/officeDocument/2006/relationships/customXml" Target="../ink/ink154.xml"/><Relationship Id="rId46" Type="http://schemas.openxmlformats.org/officeDocument/2006/relationships/image" Target="../media/image165.png"/><Relationship Id="rId67" Type="http://schemas.openxmlformats.org/officeDocument/2006/relationships/customXml" Target="../ink/ink175.xml"/><Relationship Id="rId272" Type="http://schemas.openxmlformats.org/officeDocument/2006/relationships/image" Target="../media/image278.png"/><Relationship Id="rId293" Type="http://schemas.openxmlformats.org/officeDocument/2006/relationships/customXml" Target="../ink/ink288.xml"/><Relationship Id="rId307" Type="http://schemas.openxmlformats.org/officeDocument/2006/relationships/customXml" Target="../ink/ink295.xml"/><Relationship Id="rId328" Type="http://schemas.openxmlformats.org/officeDocument/2006/relationships/image" Target="../media/image306.png"/><Relationship Id="rId349" Type="http://schemas.openxmlformats.org/officeDocument/2006/relationships/customXml" Target="../ink/ink316.xml"/><Relationship Id="rId88" Type="http://schemas.openxmlformats.org/officeDocument/2006/relationships/image" Target="../media/image186.png"/><Relationship Id="rId111" Type="http://schemas.openxmlformats.org/officeDocument/2006/relationships/customXml" Target="../ink/ink197.xml"/><Relationship Id="rId132" Type="http://schemas.openxmlformats.org/officeDocument/2006/relationships/image" Target="../media/image208.png"/><Relationship Id="rId153" Type="http://schemas.openxmlformats.org/officeDocument/2006/relationships/customXml" Target="../ink/ink218.xml"/><Relationship Id="rId174" Type="http://schemas.openxmlformats.org/officeDocument/2006/relationships/image" Target="../media/image229.png"/><Relationship Id="rId195" Type="http://schemas.openxmlformats.org/officeDocument/2006/relationships/customXml" Target="../ink/ink239.xml"/><Relationship Id="rId209" Type="http://schemas.openxmlformats.org/officeDocument/2006/relationships/customXml" Target="../ink/ink246.xml"/><Relationship Id="rId360" Type="http://schemas.openxmlformats.org/officeDocument/2006/relationships/image" Target="../media/image322.png"/><Relationship Id="rId381" Type="http://schemas.openxmlformats.org/officeDocument/2006/relationships/customXml" Target="../ink/ink332.xml"/><Relationship Id="rId416" Type="http://schemas.openxmlformats.org/officeDocument/2006/relationships/image" Target="../media/image350.png"/><Relationship Id="rId220" Type="http://schemas.openxmlformats.org/officeDocument/2006/relationships/image" Target="../media/image252.png"/><Relationship Id="rId241" Type="http://schemas.openxmlformats.org/officeDocument/2006/relationships/customXml" Target="../ink/ink262.xml"/><Relationship Id="rId15" Type="http://schemas.openxmlformats.org/officeDocument/2006/relationships/customXml" Target="../ink/ink149.xml"/><Relationship Id="rId36" Type="http://schemas.openxmlformats.org/officeDocument/2006/relationships/image" Target="../media/image160.png"/><Relationship Id="rId57" Type="http://schemas.openxmlformats.org/officeDocument/2006/relationships/customXml" Target="../ink/ink170.xml"/><Relationship Id="rId262" Type="http://schemas.openxmlformats.org/officeDocument/2006/relationships/image" Target="../media/image273.png"/><Relationship Id="rId283" Type="http://schemas.openxmlformats.org/officeDocument/2006/relationships/customXml" Target="../ink/ink283.xml"/><Relationship Id="rId318" Type="http://schemas.openxmlformats.org/officeDocument/2006/relationships/image" Target="../media/image301.png"/><Relationship Id="rId339" Type="http://schemas.openxmlformats.org/officeDocument/2006/relationships/customXml" Target="../ink/ink311.xml"/><Relationship Id="rId78" Type="http://schemas.openxmlformats.org/officeDocument/2006/relationships/image" Target="../media/image181.png"/><Relationship Id="rId99" Type="http://schemas.openxmlformats.org/officeDocument/2006/relationships/customXml" Target="../ink/ink191.xml"/><Relationship Id="rId101" Type="http://schemas.openxmlformats.org/officeDocument/2006/relationships/customXml" Target="../ink/ink192.xml"/><Relationship Id="rId122" Type="http://schemas.openxmlformats.org/officeDocument/2006/relationships/image" Target="../media/image203.png"/><Relationship Id="rId143" Type="http://schemas.openxmlformats.org/officeDocument/2006/relationships/customXml" Target="../ink/ink213.xml"/><Relationship Id="rId164" Type="http://schemas.openxmlformats.org/officeDocument/2006/relationships/image" Target="../media/image224.png"/><Relationship Id="rId185" Type="http://schemas.openxmlformats.org/officeDocument/2006/relationships/customXml" Target="../ink/ink234.xml"/><Relationship Id="rId350" Type="http://schemas.openxmlformats.org/officeDocument/2006/relationships/image" Target="../media/image317.png"/><Relationship Id="rId371" Type="http://schemas.openxmlformats.org/officeDocument/2006/relationships/customXml" Target="../ink/ink327.xml"/><Relationship Id="rId406" Type="http://schemas.openxmlformats.org/officeDocument/2006/relationships/image" Target="../media/image345.png"/><Relationship Id="rId9" Type="http://schemas.openxmlformats.org/officeDocument/2006/relationships/customXml" Target="../ink/ink146.xml"/><Relationship Id="rId210" Type="http://schemas.openxmlformats.org/officeDocument/2006/relationships/image" Target="../media/image247.png"/><Relationship Id="rId392" Type="http://schemas.openxmlformats.org/officeDocument/2006/relationships/image" Target="../media/image338.png"/><Relationship Id="rId26" Type="http://schemas.openxmlformats.org/officeDocument/2006/relationships/image" Target="../media/image155.png"/><Relationship Id="rId231" Type="http://schemas.openxmlformats.org/officeDocument/2006/relationships/customXml" Target="../ink/ink257.xml"/><Relationship Id="rId252" Type="http://schemas.openxmlformats.org/officeDocument/2006/relationships/image" Target="../media/image268.png"/><Relationship Id="rId273" Type="http://schemas.openxmlformats.org/officeDocument/2006/relationships/customXml" Target="../ink/ink278.xml"/><Relationship Id="rId294" Type="http://schemas.openxmlformats.org/officeDocument/2006/relationships/image" Target="../media/image289.png"/><Relationship Id="rId308" Type="http://schemas.openxmlformats.org/officeDocument/2006/relationships/image" Target="../media/image296.png"/><Relationship Id="rId329" Type="http://schemas.openxmlformats.org/officeDocument/2006/relationships/customXml" Target="../ink/ink306.xml"/><Relationship Id="rId47" Type="http://schemas.openxmlformats.org/officeDocument/2006/relationships/customXml" Target="../ink/ink165.xml"/><Relationship Id="rId68" Type="http://schemas.openxmlformats.org/officeDocument/2006/relationships/image" Target="../media/image176.png"/><Relationship Id="rId89" Type="http://schemas.openxmlformats.org/officeDocument/2006/relationships/customXml" Target="../ink/ink186.xml"/><Relationship Id="rId112" Type="http://schemas.openxmlformats.org/officeDocument/2006/relationships/image" Target="../media/image198.png"/><Relationship Id="rId133" Type="http://schemas.openxmlformats.org/officeDocument/2006/relationships/customXml" Target="../ink/ink208.xml"/><Relationship Id="rId154" Type="http://schemas.openxmlformats.org/officeDocument/2006/relationships/image" Target="../media/image219.png"/><Relationship Id="rId175" Type="http://schemas.openxmlformats.org/officeDocument/2006/relationships/customXml" Target="../ink/ink229.xml"/><Relationship Id="rId340" Type="http://schemas.openxmlformats.org/officeDocument/2006/relationships/image" Target="../media/image312.png"/><Relationship Id="rId361" Type="http://schemas.openxmlformats.org/officeDocument/2006/relationships/customXml" Target="../ink/ink322.xml"/><Relationship Id="rId196" Type="http://schemas.openxmlformats.org/officeDocument/2006/relationships/image" Target="../media/image240.png"/><Relationship Id="rId200" Type="http://schemas.openxmlformats.org/officeDocument/2006/relationships/image" Target="../media/image242.png"/><Relationship Id="rId382" Type="http://schemas.openxmlformats.org/officeDocument/2006/relationships/image" Target="../media/image333.png"/><Relationship Id="rId417" Type="http://schemas.openxmlformats.org/officeDocument/2006/relationships/customXml" Target="../ink/ink350.xml"/><Relationship Id="rId16" Type="http://schemas.openxmlformats.org/officeDocument/2006/relationships/image" Target="../media/image150.png"/><Relationship Id="rId221" Type="http://schemas.openxmlformats.org/officeDocument/2006/relationships/customXml" Target="../ink/ink252.xml"/><Relationship Id="rId242" Type="http://schemas.openxmlformats.org/officeDocument/2006/relationships/image" Target="../media/image263.png"/><Relationship Id="rId263" Type="http://schemas.openxmlformats.org/officeDocument/2006/relationships/customXml" Target="../ink/ink273.xml"/><Relationship Id="rId284" Type="http://schemas.openxmlformats.org/officeDocument/2006/relationships/image" Target="../media/image284.png"/><Relationship Id="rId319" Type="http://schemas.openxmlformats.org/officeDocument/2006/relationships/customXml" Target="../ink/ink301.xml"/><Relationship Id="rId37" Type="http://schemas.openxmlformats.org/officeDocument/2006/relationships/customXml" Target="../ink/ink160.xml"/><Relationship Id="rId58" Type="http://schemas.openxmlformats.org/officeDocument/2006/relationships/image" Target="../media/image171.png"/><Relationship Id="rId79" Type="http://schemas.openxmlformats.org/officeDocument/2006/relationships/customXml" Target="../ink/ink181.xml"/><Relationship Id="rId102" Type="http://schemas.openxmlformats.org/officeDocument/2006/relationships/image" Target="../media/image193.png"/><Relationship Id="rId123" Type="http://schemas.openxmlformats.org/officeDocument/2006/relationships/customXml" Target="../ink/ink203.xml"/><Relationship Id="rId144" Type="http://schemas.openxmlformats.org/officeDocument/2006/relationships/image" Target="../media/image214.png"/><Relationship Id="rId330" Type="http://schemas.openxmlformats.org/officeDocument/2006/relationships/image" Target="../media/image307.png"/><Relationship Id="rId90" Type="http://schemas.openxmlformats.org/officeDocument/2006/relationships/image" Target="../media/image187.png"/><Relationship Id="rId165" Type="http://schemas.openxmlformats.org/officeDocument/2006/relationships/customXml" Target="../ink/ink224.xml"/><Relationship Id="rId186" Type="http://schemas.openxmlformats.org/officeDocument/2006/relationships/image" Target="../media/image235.png"/><Relationship Id="rId351" Type="http://schemas.openxmlformats.org/officeDocument/2006/relationships/customXml" Target="../ink/ink317.xml"/><Relationship Id="rId372" Type="http://schemas.openxmlformats.org/officeDocument/2006/relationships/image" Target="../media/image328.png"/><Relationship Id="rId393" Type="http://schemas.openxmlformats.org/officeDocument/2006/relationships/customXml" Target="../ink/ink338.xml"/><Relationship Id="rId407" Type="http://schemas.openxmlformats.org/officeDocument/2006/relationships/customXml" Target="../ink/ink345.xml"/><Relationship Id="rId211" Type="http://schemas.openxmlformats.org/officeDocument/2006/relationships/customXml" Target="../ink/ink247.xml"/><Relationship Id="rId232" Type="http://schemas.openxmlformats.org/officeDocument/2006/relationships/image" Target="../media/image258.png"/><Relationship Id="rId253" Type="http://schemas.openxmlformats.org/officeDocument/2006/relationships/customXml" Target="../ink/ink268.xml"/><Relationship Id="rId274" Type="http://schemas.openxmlformats.org/officeDocument/2006/relationships/image" Target="../media/image279.png"/><Relationship Id="rId295" Type="http://schemas.openxmlformats.org/officeDocument/2006/relationships/customXml" Target="../ink/ink289.xml"/><Relationship Id="rId309" Type="http://schemas.openxmlformats.org/officeDocument/2006/relationships/customXml" Target="../ink/ink296.xml"/><Relationship Id="rId27" Type="http://schemas.openxmlformats.org/officeDocument/2006/relationships/customXml" Target="../ink/ink155.xml"/><Relationship Id="rId48" Type="http://schemas.openxmlformats.org/officeDocument/2006/relationships/image" Target="../media/image166.png"/><Relationship Id="rId69" Type="http://schemas.openxmlformats.org/officeDocument/2006/relationships/customXml" Target="../ink/ink176.xml"/><Relationship Id="rId113" Type="http://schemas.openxmlformats.org/officeDocument/2006/relationships/customXml" Target="../ink/ink198.xml"/><Relationship Id="rId134" Type="http://schemas.openxmlformats.org/officeDocument/2006/relationships/image" Target="../media/image209.png"/><Relationship Id="rId320" Type="http://schemas.openxmlformats.org/officeDocument/2006/relationships/image" Target="../media/image302.png"/><Relationship Id="rId80" Type="http://schemas.openxmlformats.org/officeDocument/2006/relationships/image" Target="../media/image182.png"/><Relationship Id="rId155" Type="http://schemas.openxmlformats.org/officeDocument/2006/relationships/customXml" Target="../ink/ink219.xml"/><Relationship Id="rId176" Type="http://schemas.openxmlformats.org/officeDocument/2006/relationships/image" Target="../media/image230.png"/><Relationship Id="rId197" Type="http://schemas.openxmlformats.org/officeDocument/2006/relationships/customXml" Target="../ink/ink240.xml"/><Relationship Id="rId341" Type="http://schemas.openxmlformats.org/officeDocument/2006/relationships/customXml" Target="../ink/ink312.xml"/><Relationship Id="rId362" Type="http://schemas.openxmlformats.org/officeDocument/2006/relationships/image" Target="../media/image323.png"/><Relationship Id="rId383" Type="http://schemas.openxmlformats.org/officeDocument/2006/relationships/customXml" Target="../ink/ink333.xml"/><Relationship Id="rId418" Type="http://schemas.openxmlformats.org/officeDocument/2006/relationships/image" Target="../media/image351.png"/><Relationship Id="rId201" Type="http://schemas.openxmlformats.org/officeDocument/2006/relationships/customXml" Target="../ink/ink242.xml"/><Relationship Id="rId222" Type="http://schemas.openxmlformats.org/officeDocument/2006/relationships/image" Target="../media/image253.png"/><Relationship Id="rId243" Type="http://schemas.openxmlformats.org/officeDocument/2006/relationships/customXml" Target="../ink/ink263.xml"/><Relationship Id="rId264" Type="http://schemas.openxmlformats.org/officeDocument/2006/relationships/image" Target="../media/image274.png"/><Relationship Id="rId285" Type="http://schemas.openxmlformats.org/officeDocument/2006/relationships/customXml" Target="../ink/ink284.xml"/><Relationship Id="rId17" Type="http://schemas.openxmlformats.org/officeDocument/2006/relationships/customXml" Target="../ink/ink150.xml"/><Relationship Id="rId38" Type="http://schemas.openxmlformats.org/officeDocument/2006/relationships/image" Target="../media/image161.png"/><Relationship Id="rId59" Type="http://schemas.openxmlformats.org/officeDocument/2006/relationships/customXml" Target="../ink/ink171.xml"/><Relationship Id="rId103" Type="http://schemas.openxmlformats.org/officeDocument/2006/relationships/customXml" Target="../ink/ink193.xml"/><Relationship Id="rId124" Type="http://schemas.openxmlformats.org/officeDocument/2006/relationships/image" Target="../media/image204.png"/><Relationship Id="rId310" Type="http://schemas.openxmlformats.org/officeDocument/2006/relationships/image" Target="../media/image297.png"/><Relationship Id="rId70" Type="http://schemas.openxmlformats.org/officeDocument/2006/relationships/image" Target="../media/image177.png"/><Relationship Id="rId91" Type="http://schemas.openxmlformats.org/officeDocument/2006/relationships/customXml" Target="../ink/ink187.xml"/><Relationship Id="rId145" Type="http://schemas.openxmlformats.org/officeDocument/2006/relationships/customXml" Target="../ink/ink214.xml"/><Relationship Id="rId166" Type="http://schemas.openxmlformats.org/officeDocument/2006/relationships/image" Target="../media/image225.png"/><Relationship Id="rId187" Type="http://schemas.openxmlformats.org/officeDocument/2006/relationships/customXml" Target="../ink/ink235.xml"/><Relationship Id="rId331" Type="http://schemas.openxmlformats.org/officeDocument/2006/relationships/customXml" Target="../ink/ink307.xml"/><Relationship Id="rId352" Type="http://schemas.openxmlformats.org/officeDocument/2006/relationships/image" Target="../media/image318.png"/><Relationship Id="rId373" Type="http://schemas.openxmlformats.org/officeDocument/2006/relationships/customXml" Target="../ink/ink328.xml"/><Relationship Id="rId394" Type="http://schemas.openxmlformats.org/officeDocument/2006/relationships/image" Target="../media/image339.png"/><Relationship Id="rId408" Type="http://schemas.openxmlformats.org/officeDocument/2006/relationships/image" Target="../media/image346.png"/><Relationship Id="rId1" Type="http://schemas.openxmlformats.org/officeDocument/2006/relationships/slideLayout" Target="../slideLayouts/slideLayout6.xml"/><Relationship Id="rId212" Type="http://schemas.openxmlformats.org/officeDocument/2006/relationships/image" Target="../media/image248.png"/><Relationship Id="rId233" Type="http://schemas.openxmlformats.org/officeDocument/2006/relationships/customXml" Target="../ink/ink258.xml"/><Relationship Id="rId254" Type="http://schemas.openxmlformats.org/officeDocument/2006/relationships/image" Target="../media/image269.png"/><Relationship Id="rId28" Type="http://schemas.openxmlformats.org/officeDocument/2006/relationships/image" Target="../media/image156.png"/><Relationship Id="rId49" Type="http://schemas.openxmlformats.org/officeDocument/2006/relationships/customXml" Target="../ink/ink166.xml"/><Relationship Id="rId114" Type="http://schemas.openxmlformats.org/officeDocument/2006/relationships/image" Target="../media/image199.png"/><Relationship Id="rId275" Type="http://schemas.openxmlformats.org/officeDocument/2006/relationships/customXml" Target="../ink/ink279.xml"/><Relationship Id="rId296" Type="http://schemas.openxmlformats.org/officeDocument/2006/relationships/image" Target="../media/image290.png"/><Relationship Id="rId300" Type="http://schemas.openxmlformats.org/officeDocument/2006/relationships/image" Target="../media/image292.png"/><Relationship Id="rId60" Type="http://schemas.openxmlformats.org/officeDocument/2006/relationships/image" Target="../media/image172.png"/><Relationship Id="rId81" Type="http://schemas.openxmlformats.org/officeDocument/2006/relationships/customXml" Target="../ink/ink182.xml"/><Relationship Id="rId135" Type="http://schemas.openxmlformats.org/officeDocument/2006/relationships/customXml" Target="../ink/ink209.xml"/><Relationship Id="rId156" Type="http://schemas.openxmlformats.org/officeDocument/2006/relationships/image" Target="../media/image220.png"/><Relationship Id="rId177" Type="http://schemas.openxmlformats.org/officeDocument/2006/relationships/customXml" Target="../ink/ink230.xml"/><Relationship Id="rId198" Type="http://schemas.openxmlformats.org/officeDocument/2006/relationships/image" Target="../media/image241.png"/><Relationship Id="rId321" Type="http://schemas.openxmlformats.org/officeDocument/2006/relationships/customXml" Target="../ink/ink302.xml"/><Relationship Id="rId342" Type="http://schemas.openxmlformats.org/officeDocument/2006/relationships/image" Target="../media/image313.png"/><Relationship Id="rId363" Type="http://schemas.openxmlformats.org/officeDocument/2006/relationships/customXml" Target="../ink/ink323.xml"/><Relationship Id="rId384" Type="http://schemas.openxmlformats.org/officeDocument/2006/relationships/image" Target="../media/image334.png"/><Relationship Id="rId202" Type="http://schemas.openxmlformats.org/officeDocument/2006/relationships/image" Target="../media/image243.png"/><Relationship Id="rId223" Type="http://schemas.openxmlformats.org/officeDocument/2006/relationships/customXml" Target="../ink/ink253.xml"/><Relationship Id="rId244" Type="http://schemas.openxmlformats.org/officeDocument/2006/relationships/image" Target="../media/image264.png"/><Relationship Id="rId18" Type="http://schemas.openxmlformats.org/officeDocument/2006/relationships/image" Target="../media/image151.png"/><Relationship Id="rId39" Type="http://schemas.openxmlformats.org/officeDocument/2006/relationships/customXml" Target="../ink/ink161.xml"/><Relationship Id="rId265" Type="http://schemas.openxmlformats.org/officeDocument/2006/relationships/customXml" Target="../ink/ink274.xml"/><Relationship Id="rId286" Type="http://schemas.openxmlformats.org/officeDocument/2006/relationships/image" Target="../media/image285.png"/><Relationship Id="rId50" Type="http://schemas.openxmlformats.org/officeDocument/2006/relationships/image" Target="../media/image167.png"/><Relationship Id="rId104" Type="http://schemas.openxmlformats.org/officeDocument/2006/relationships/image" Target="../media/image194.png"/><Relationship Id="rId125" Type="http://schemas.openxmlformats.org/officeDocument/2006/relationships/customXml" Target="../ink/ink204.xml"/><Relationship Id="rId146" Type="http://schemas.openxmlformats.org/officeDocument/2006/relationships/image" Target="../media/image215.png"/><Relationship Id="rId167" Type="http://schemas.openxmlformats.org/officeDocument/2006/relationships/customXml" Target="../ink/ink225.xml"/><Relationship Id="rId188" Type="http://schemas.openxmlformats.org/officeDocument/2006/relationships/image" Target="../media/image236.png"/><Relationship Id="rId311" Type="http://schemas.openxmlformats.org/officeDocument/2006/relationships/customXml" Target="../ink/ink297.xml"/><Relationship Id="rId332" Type="http://schemas.openxmlformats.org/officeDocument/2006/relationships/image" Target="../media/image308.png"/><Relationship Id="rId353" Type="http://schemas.openxmlformats.org/officeDocument/2006/relationships/customXml" Target="../ink/ink318.xml"/><Relationship Id="rId374" Type="http://schemas.openxmlformats.org/officeDocument/2006/relationships/image" Target="../media/image329.png"/><Relationship Id="rId395" Type="http://schemas.openxmlformats.org/officeDocument/2006/relationships/customXml" Target="../ink/ink339.xml"/><Relationship Id="rId409" Type="http://schemas.openxmlformats.org/officeDocument/2006/relationships/customXml" Target="../ink/ink346.xml"/><Relationship Id="rId71" Type="http://schemas.openxmlformats.org/officeDocument/2006/relationships/customXml" Target="../ink/ink177.xml"/><Relationship Id="rId92" Type="http://schemas.openxmlformats.org/officeDocument/2006/relationships/image" Target="../media/image188.png"/><Relationship Id="rId213" Type="http://schemas.openxmlformats.org/officeDocument/2006/relationships/customXml" Target="../ink/ink248.xml"/><Relationship Id="rId234" Type="http://schemas.openxmlformats.org/officeDocument/2006/relationships/image" Target="../media/image259.png"/><Relationship Id="rId2" Type="http://schemas.openxmlformats.org/officeDocument/2006/relationships/image" Target="../media/image143.png"/><Relationship Id="rId29" Type="http://schemas.openxmlformats.org/officeDocument/2006/relationships/customXml" Target="../ink/ink156.xml"/><Relationship Id="rId255" Type="http://schemas.openxmlformats.org/officeDocument/2006/relationships/customXml" Target="../ink/ink269.xml"/><Relationship Id="rId276" Type="http://schemas.openxmlformats.org/officeDocument/2006/relationships/image" Target="../media/image280.png"/><Relationship Id="rId297" Type="http://schemas.openxmlformats.org/officeDocument/2006/relationships/customXml" Target="../ink/ink290.xml"/><Relationship Id="rId40" Type="http://schemas.openxmlformats.org/officeDocument/2006/relationships/image" Target="../media/image162.png"/><Relationship Id="rId115" Type="http://schemas.openxmlformats.org/officeDocument/2006/relationships/customXml" Target="../ink/ink199.xml"/><Relationship Id="rId136" Type="http://schemas.openxmlformats.org/officeDocument/2006/relationships/image" Target="../media/image210.png"/><Relationship Id="rId157" Type="http://schemas.openxmlformats.org/officeDocument/2006/relationships/customXml" Target="../ink/ink220.xml"/><Relationship Id="rId178" Type="http://schemas.openxmlformats.org/officeDocument/2006/relationships/image" Target="../media/image231.png"/><Relationship Id="rId301" Type="http://schemas.openxmlformats.org/officeDocument/2006/relationships/customXml" Target="../ink/ink292.xml"/><Relationship Id="rId322" Type="http://schemas.openxmlformats.org/officeDocument/2006/relationships/image" Target="../media/image303.png"/><Relationship Id="rId343" Type="http://schemas.openxmlformats.org/officeDocument/2006/relationships/customXml" Target="../ink/ink313.xml"/><Relationship Id="rId364" Type="http://schemas.openxmlformats.org/officeDocument/2006/relationships/image" Target="../media/image324.png"/><Relationship Id="rId61" Type="http://schemas.openxmlformats.org/officeDocument/2006/relationships/customXml" Target="../ink/ink172.xml"/><Relationship Id="rId82" Type="http://schemas.openxmlformats.org/officeDocument/2006/relationships/image" Target="../media/image183.png"/><Relationship Id="rId199" Type="http://schemas.openxmlformats.org/officeDocument/2006/relationships/customXml" Target="../ink/ink241.xml"/><Relationship Id="rId203" Type="http://schemas.openxmlformats.org/officeDocument/2006/relationships/customXml" Target="../ink/ink243.xml"/><Relationship Id="rId385" Type="http://schemas.openxmlformats.org/officeDocument/2006/relationships/customXml" Target="../ink/ink334.xml"/><Relationship Id="rId19" Type="http://schemas.openxmlformats.org/officeDocument/2006/relationships/customXml" Target="../ink/ink151.xml"/><Relationship Id="rId224" Type="http://schemas.openxmlformats.org/officeDocument/2006/relationships/image" Target="../media/image254.png"/><Relationship Id="rId245" Type="http://schemas.openxmlformats.org/officeDocument/2006/relationships/customXml" Target="../ink/ink264.xml"/><Relationship Id="rId266" Type="http://schemas.openxmlformats.org/officeDocument/2006/relationships/image" Target="../media/image275.png"/><Relationship Id="rId287" Type="http://schemas.openxmlformats.org/officeDocument/2006/relationships/customXml" Target="../ink/ink285.xml"/><Relationship Id="rId410" Type="http://schemas.openxmlformats.org/officeDocument/2006/relationships/image" Target="../media/image347.png"/><Relationship Id="rId30" Type="http://schemas.openxmlformats.org/officeDocument/2006/relationships/image" Target="../media/image157.png"/><Relationship Id="rId105" Type="http://schemas.openxmlformats.org/officeDocument/2006/relationships/customXml" Target="../ink/ink194.xml"/><Relationship Id="rId126" Type="http://schemas.openxmlformats.org/officeDocument/2006/relationships/image" Target="../media/image205.png"/><Relationship Id="rId147" Type="http://schemas.openxmlformats.org/officeDocument/2006/relationships/customXml" Target="../ink/ink215.xml"/><Relationship Id="rId168" Type="http://schemas.openxmlformats.org/officeDocument/2006/relationships/image" Target="../media/image226.png"/><Relationship Id="rId312" Type="http://schemas.openxmlformats.org/officeDocument/2006/relationships/image" Target="../media/image298.png"/><Relationship Id="rId333" Type="http://schemas.openxmlformats.org/officeDocument/2006/relationships/customXml" Target="../ink/ink308.xml"/><Relationship Id="rId354" Type="http://schemas.openxmlformats.org/officeDocument/2006/relationships/image" Target="../media/image319.png"/><Relationship Id="rId51" Type="http://schemas.openxmlformats.org/officeDocument/2006/relationships/customXml" Target="../ink/ink167.xml"/><Relationship Id="rId72" Type="http://schemas.openxmlformats.org/officeDocument/2006/relationships/image" Target="../media/image178.png"/><Relationship Id="rId93" Type="http://schemas.openxmlformats.org/officeDocument/2006/relationships/customXml" Target="../ink/ink188.xml"/><Relationship Id="rId189" Type="http://schemas.openxmlformats.org/officeDocument/2006/relationships/customXml" Target="../ink/ink236.xml"/><Relationship Id="rId375" Type="http://schemas.openxmlformats.org/officeDocument/2006/relationships/customXml" Target="../ink/ink329.xml"/><Relationship Id="rId396" Type="http://schemas.openxmlformats.org/officeDocument/2006/relationships/image" Target="../media/image340.png"/><Relationship Id="rId3" Type="http://schemas.openxmlformats.org/officeDocument/2006/relationships/customXml" Target="../ink/ink143.xml"/><Relationship Id="rId214" Type="http://schemas.openxmlformats.org/officeDocument/2006/relationships/image" Target="../media/image249.png"/><Relationship Id="rId235" Type="http://schemas.openxmlformats.org/officeDocument/2006/relationships/customXml" Target="../ink/ink259.xml"/><Relationship Id="rId256" Type="http://schemas.openxmlformats.org/officeDocument/2006/relationships/image" Target="../media/image270.png"/><Relationship Id="rId277" Type="http://schemas.openxmlformats.org/officeDocument/2006/relationships/customXml" Target="../ink/ink280.xml"/><Relationship Id="rId298" Type="http://schemas.openxmlformats.org/officeDocument/2006/relationships/image" Target="../media/image291.png"/><Relationship Id="rId400" Type="http://schemas.openxmlformats.org/officeDocument/2006/relationships/image" Target="../media/image342.png"/><Relationship Id="rId116" Type="http://schemas.openxmlformats.org/officeDocument/2006/relationships/image" Target="../media/image200.png"/><Relationship Id="rId137" Type="http://schemas.openxmlformats.org/officeDocument/2006/relationships/customXml" Target="../ink/ink210.xml"/><Relationship Id="rId158" Type="http://schemas.openxmlformats.org/officeDocument/2006/relationships/image" Target="../media/image221.png"/><Relationship Id="rId302" Type="http://schemas.openxmlformats.org/officeDocument/2006/relationships/image" Target="../media/image293.png"/><Relationship Id="rId323" Type="http://schemas.openxmlformats.org/officeDocument/2006/relationships/customXml" Target="../ink/ink303.xml"/><Relationship Id="rId344" Type="http://schemas.openxmlformats.org/officeDocument/2006/relationships/image" Target="../media/image314.png"/><Relationship Id="rId20" Type="http://schemas.openxmlformats.org/officeDocument/2006/relationships/image" Target="../media/image152.png"/><Relationship Id="rId41" Type="http://schemas.openxmlformats.org/officeDocument/2006/relationships/customXml" Target="../ink/ink162.xml"/><Relationship Id="rId62" Type="http://schemas.openxmlformats.org/officeDocument/2006/relationships/image" Target="../media/image173.png"/><Relationship Id="rId83" Type="http://schemas.openxmlformats.org/officeDocument/2006/relationships/customXml" Target="../ink/ink183.xml"/><Relationship Id="rId179" Type="http://schemas.openxmlformats.org/officeDocument/2006/relationships/customXml" Target="../ink/ink231.xml"/><Relationship Id="rId365" Type="http://schemas.openxmlformats.org/officeDocument/2006/relationships/customXml" Target="../ink/ink324.xml"/><Relationship Id="rId386" Type="http://schemas.openxmlformats.org/officeDocument/2006/relationships/image" Target="../media/image335.png"/><Relationship Id="rId190" Type="http://schemas.openxmlformats.org/officeDocument/2006/relationships/image" Target="../media/image237.png"/><Relationship Id="rId204" Type="http://schemas.openxmlformats.org/officeDocument/2006/relationships/image" Target="../media/image244.png"/><Relationship Id="rId225" Type="http://schemas.openxmlformats.org/officeDocument/2006/relationships/customXml" Target="../ink/ink254.xml"/><Relationship Id="rId246" Type="http://schemas.openxmlformats.org/officeDocument/2006/relationships/image" Target="../media/image265.png"/><Relationship Id="rId267" Type="http://schemas.openxmlformats.org/officeDocument/2006/relationships/customXml" Target="../ink/ink275.xml"/><Relationship Id="rId288" Type="http://schemas.openxmlformats.org/officeDocument/2006/relationships/image" Target="../media/image286.png"/><Relationship Id="rId411" Type="http://schemas.openxmlformats.org/officeDocument/2006/relationships/customXml" Target="../ink/ink347.xml"/><Relationship Id="rId106" Type="http://schemas.openxmlformats.org/officeDocument/2006/relationships/image" Target="../media/image195.png"/><Relationship Id="rId127" Type="http://schemas.openxmlformats.org/officeDocument/2006/relationships/customXml" Target="../ink/ink205.xml"/><Relationship Id="rId313" Type="http://schemas.openxmlformats.org/officeDocument/2006/relationships/customXml" Target="../ink/ink298.xml"/><Relationship Id="rId10" Type="http://schemas.openxmlformats.org/officeDocument/2006/relationships/image" Target="../media/image147.png"/><Relationship Id="rId31" Type="http://schemas.openxmlformats.org/officeDocument/2006/relationships/customXml" Target="../ink/ink157.xml"/><Relationship Id="rId52" Type="http://schemas.openxmlformats.org/officeDocument/2006/relationships/image" Target="../media/image168.png"/><Relationship Id="rId73" Type="http://schemas.openxmlformats.org/officeDocument/2006/relationships/customXml" Target="../ink/ink178.xml"/><Relationship Id="rId94" Type="http://schemas.openxmlformats.org/officeDocument/2006/relationships/image" Target="../media/image189.png"/><Relationship Id="rId148" Type="http://schemas.openxmlformats.org/officeDocument/2006/relationships/image" Target="../media/image216.png"/><Relationship Id="rId169" Type="http://schemas.openxmlformats.org/officeDocument/2006/relationships/customXml" Target="../ink/ink226.xml"/><Relationship Id="rId334" Type="http://schemas.openxmlformats.org/officeDocument/2006/relationships/image" Target="../media/image309.png"/><Relationship Id="rId355" Type="http://schemas.openxmlformats.org/officeDocument/2006/relationships/customXml" Target="../ink/ink319.xml"/><Relationship Id="rId376" Type="http://schemas.openxmlformats.org/officeDocument/2006/relationships/image" Target="../media/image330.png"/><Relationship Id="rId397" Type="http://schemas.openxmlformats.org/officeDocument/2006/relationships/customXml" Target="../ink/ink340.xml"/><Relationship Id="rId4" Type="http://schemas.openxmlformats.org/officeDocument/2006/relationships/image" Target="../media/image144.png"/><Relationship Id="rId180" Type="http://schemas.openxmlformats.org/officeDocument/2006/relationships/image" Target="../media/image232.png"/><Relationship Id="rId215" Type="http://schemas.openxmlformats.org/officeDocument/2006/relationships/customXml" Target="../ink/ink249.xml"/><Relationship Id="rId236" Type="http://schemas.openxmlformats.org/officeDocument/2006/relationships/image" Target="../media/image260.png"/><Relationship Id="rId257" Type="http://schemas.openxmlformats.org/officeDocument/2006/relationships/customXml" Target="../ink/ink270.xml"/><Relationship Id="rId278" Type="http://schemas.openxmlformats.org/officeDocument/2006/relationships/image" Target="../media/image281.png"/><Relationship Id="rId401" Type="http://schemas.openxmlformats.org/officeDocument/2006/relationships/customXml" Target="../ink/ink342.xml"/><Relationship Id="rId303" Type="http://schemas.openxmlformats.org/officeDocument/2006/relationships/customXml" Target="../ink/ink293.xml"/><Relationship Id="rId42" Type="http://schemas.openxmlformats.org/officeDocument/2006/relationships/image" Target="../media/image163.png"/><Relationship Id="rId84" Type="http://schemas.openxmlformats.org/officeDocument/2006/relationships/image" Target="../media/image184.png"/><Relationship Id="rId138" Type="http://schemas.openxmlformats.org/officeDocument/2006/relationships/image" Target="../media/image211.png"/><Relationship Id="rId345" Type="http://schemas.openxmlformats.org/officeDocument/2006/relationships/customXml" Target="../ink/ink314.xml"/><Relationship Id="rId387" Type="http://schemas.openxmlformats.org/officeDocument/2006/relationships/customXml" Target="../ink/ink335.xml"/><Relationship Id="rId191" Type="http://schemas.openxmlformats.org/officeDocument/2006/relationships/customXml" Target="../ink/ink237.xml"/><Relationship Id="rId205" Type="http://schemas.openxmlformats.org/officeDocument/2006/relationships/customXml" Target="../ink/ink244.xml"/><Relationship Id="rId247" Type="http://schemas.openxmlformats.org/officeDocument/2006/relationships/customXml" Target="../ink/ink265.xml"/><Relationship Id="rId412" Type="http://schemas.openxmlformats.org/officeDocument/2006/relationships/image" Target="../media/image348.png"/><Relationship Id="rId107" Type="http://schemas.openxmlformats.org/officeDocument/2006/relationships/customXml" Target="../ink/ink195.xml"/><Relationship Id="rId289" Type="http://schemas.openxmlformats.org/officeDocument/2006/relationships/customXml" Target="../ink/ink286.xml"/><Relationship Id="rId11" Type="http://schemas.openxmlformats.org/officeDocument/2006/relationships/customXml" Target="../ink/ink147.xml"/><Relationship Id="rId53" Type="http://schemas.openxmlformats.org/officeDocument/2006/relationships/customXml" Target="../ink/ink168.xml"/><Relationship Id="rId149" Type="http://schemas.openxmlformats.org/officeDocument/2006/relationships/customXml" Target="../ink/ink216.xml"/><Relationship Id="rId314" Type="http://schemas.openxmlformats.org/officeDocument/2006/relationships/image" Target="../media/image299.png"/><Relationship Id="rId356" Type="http://schemas.openxmlformats.org/officeDocument/2006/relationships/image" Target="../media/image320.png"/><Relationship Id="rId398" Type="http://schemas.openxmlformats.org/officeDocument/2006/relationships/image" Target="../media/image341.png"/><Relationship Id="rId95" Type="http://schemas.openxmlformats.org/officeDocument/2006/relationships/customXml" Target="../ink/ink189.xml"/><Relationship Id="rId160" Type="http://schemas.openxmlformats.org/officeDocument/2006/relationships/image" Target="../media/image222.png"/><Relationship Id="rId216" Type="http://schemas.openxmlformats.org/officeDocument/2006/relationships/image" Target="../media/image250.png"/></Relationships>
</file>

<file path=ppt/slides/_rels/slide4.xml.rels><?xml version="1.0" encoding="UTF-8" standalone="yes"?>
<Relationships xmlns="http://schemas.openxmlformats.org/package/2006/relationships"><Relationship Id="rId117" Type="http://schemas.openxmlformats.org/officeDocument/2006/relationships/image" Target="../media/image409.png"/><Relationship Id="rId21" Type="http://schemas.openxmlformats.org/officeDocument/2006/relationships/image" Target="../media/image361.png"/><Relationship Id="rId42" Type="http://schemas.openxmlformats.org/officeDocument/2006/relationships/customXml" Target="../ink/ink371.xml"/><Relationship Id="rId63" Type="http://schemas.openxmlformats.org/officeDocument/2006/relationships/image" Target="../media/image382.png"/><Relationship Id="rId84" Type="http://schemas.openxmlformats.org/officeDocument/2006/relationships/customXml" Target="../ink/ink392.xml"/><Relationship Id="rId138" Type="http://schemas.openxmlformats.org/officeDocument/2006/relationships/customXml" Target="../ink/ink419.xml"/><Relationship Id="rId159" Type="http://schemas.openxmlformats.org/officeDocument/2006/relationships/image" Target="../media/image430.png"/><Relationship Id="rId170" Type="http://schemas.openxmlformats.org/officeDocument/2006/relationships/customXml" Target="../ink/ink435.xml"/><Relationship Id="rId191" Type="http://schemas.openxmlformats.org/officeDocument/2006/relationships/image" Target="../media/image446.png"/><Relationship Id="rId205" Type="http://schemas.openxmlformats.org/officeDocument/2006/relationships/image" Target="../media/image453.png"/><Relationship Id="rId226" Type="http://schemas.openxmlformats.org/officeDocument/2006/relationships/customXml" Target="../ink/ink463.xml"/><Relationship Id="rId247" Type="http://schemas.openxmlformats.org/officeDocument/2006/relationships/image" Target="../media/image474.png"/><Relationship Id="rId107" Type="http://schemas.openxmlformats.org/officeDocument/2006/relationships/image" Target="../media/image404.png"/><Relationship Id="rId11" Type="http://schemas.openxmlformats.org/officeDocument/2006/relationships/image" Target="../media/image356.png"/><Relationship Id="rId32" Type="http://schemas.openxmlformats.org/officeDocument/2006/relationships/customXml" Target="../ink/ink366.xml"/><Relationship Id="rId53" Type="http://schemas.openxmlformats.org/officeDocument/2006/relationships/image" Target="../media/image377.png"/><Relationship Id="rId74" Type="http://schemas.openxmlformats.org/officeDocument/2006/relationships/customXml" Target="../ink/ink387.xml"/><Relationship Id="rId128" Type="http://schemas.openxmlformats.org/officeDocument/2006/relationships/customXml" Target="../ink/ink414.xml"/><Relationship Id="rId149" Type="http://schemas.openxmlformats.org/officeDocument/2006/relationships/image" Target="../media/image425.png"/><Relationship Id="rId5" Type="http://schemas.openxmlformats.org/officeDocument/2006/relationships/image" Target="../media/image353.png"/><Relationship Id="rId95" Type="http://schemas.openxmlformats.org/officeDocument/2006/relationships/image" Target="../media/image398.png"/><Relationship Id="rId160" Type="http://schemas.openxmlformats.org/officeDocument/2006/relationships/customXml" Target="../ink/ink430.xml"/><Relationship Id="rId181" Type="http://schemas.openxmlformats.org/officeDocument/2006/relationships/image" Target="../media/image441.png"/><Relationship Id="rId216" Type="http://schemas.openxmlformats.org/officeDocument/2006/relationships/customXml" Target="../ink/ink458.xml"/><Relationship Id="rId237" Type="http://schemas.openxmlformats.org/officeDocument/2006/relationships/image" Target="../media/image469.png"/><Relationship Id="rId22" Type="http://schemas.openxmlformats.org/officeDocument/2006/relationships/customXml" Target="../ink/ink361.xml"/><Relationship Id="rId43" Type="http://schemas.openxmlformats.org/officeDocument/2006/relationships/image" Target="../media/image372.png"/><Relationship Id="rId64" Type="http://schemas.openxmlformats.org/officeDocument/2006/relationships/customXml" Target="../ink/ink382.xml"/><Relationship Id="rId118" Type="http://schemas.openxmlformats.org/officeDocument/2006/relationships/customXml" Target="../ink/ink409.xml"/><Relationship Id="rId139" Type="http://schemas.openxmlformats.org/officeDocument/2006/relationships/image" Target="../media/image420.png"/><Relationship Id="rId85" Type="http://schemas.openxmlformats.org/officeDocument/2006/relationships/image" Target="../media/image393.png"/><Relationship Id="rId150" Type="http://schemas.openxmlformats.org/officeDocument/2006/relationships/customXml" Target="../ink/ink425.xml"/><Relationship Id="rId171" Type="http://schemas.openxmlformats.org/officeDocument/2006/relationships/image" Target="../media/image436.png"/><Relationship Id="rId192" Type="http://schemas.openxmlformats.org/officeDocument/2006/relationships/customXml" Target="../ink/ink446.xml"/><Relationship Id="rId206" Type="http://schemas.openxmlformats.org/officeDocument/2006/relationships/customXml" Target="../ink/ink453.xml"/><Relationship Id="rId227" Type="http://schemas.openxmlformats.org/officeDocument/2006/relationships/image" Target="../media/image464.png"/><Relationship Id="rId12" Type="http://schemas.openxmlformats.org/officeDocument/2006/relationships/customXml" Target="../ink/ink356.xml"/><Relationship Id="rId17" Type="http://schemas.openxmlformats.org/officeDocument/2006/relationships/image" Target="../media/image359.png"/><Relationship Id="rId33" Type="http://schemas.openxmlformats.org/officeDocument/2006/relationships/image" Target="../media/image367.png"/><Relationship Id="rId38" Type="http://schemas.openxmlformats.org/officeDocument/2006/relationships/customXml" Target="../ink/ink369.xml"/><Relationship Id="rId59" Type="http://schemas.openxmlformats.org/officeDocument/2006/relationships/image" Target="../media/image380.png"/><Relationship Id="rId103" Type="http://schemas.openxmlformats.org/officeDocument/2006/relationships/image" Target="../media/image402.png"/><Relationship Id="rId108" Type="http://schemas.openxmlformats.org/officeDocument/2006/relationships/customXml" Target="../ink/ink404.xml"/><Relationship Id="rId124" Type="http://schemas.openxmlformats.org/officeDocument/2006/relationships/customXml" Target="../ink/ink412.xml"/><Relationship Id="rId129" Type="http://schemas.openxmlformats.org/officeDocument/2006/relationships/image" Target="../media/image415.png"/><Relationship Id="rId54" Type="http://schemas.openxmlformats.org/officeDocument/2006/relationships/customXml" Target="../ink/ink377.xml"/><Relationship Id="rId70" Type="http://schemas.openxmlformats.org/officeDocument/2006/relationships/customXml" Target="../ink/ink385.xml"/><Relationship Id="rId75" Type="http://schemas.openxmlformats.org/officeDocument/2006/relationships/image" Target="../media/image388.png"/><Relationship Id="rId91" Type="http://schemas.openxmlformats.org/officeDocument/2006/relationships/image" Target="../media/image396.png"/><Relationship Id="rId96" Type="http://schemas.openxmlformats.org/officeDocument/2006/relationships/customXml" Target="../ink/ink398.xml"/><Relationship Id="rId140" Type="http://schemas.openxmlformats.org/officeDocument/2006/relationships/customXml" Target="../ink/ink420.xml"/><Relationship Id="rId145" Type="http://schemas.openxmlformats.org/officeDocument/2006/relationships/image" Target="../media/image423.png"/><Relationship Id="rId161" Type="http://schemas.openxmlformats.org/officeDocument/2006/relationships/image" Target="../media/image431.png"/><Relationship Id="rId166" Type="http://schemas.openxmlformats.org/officeDocument/2006/relationships/customXml" Target="../ink/ink433.xml"/><Relationship Id="rId182" Type="http://schemas.openxmlformats.org/officeDocument/2006/relationships/customXml" Target="../ink/ink441.xml"/><Relationship Id="rId187" Type="http://schemas.openxmlformats.org/officeDocument/2006/relationships/image" Target="../media/image444.png"/><Relationship Id="rId217" Type="http://schemas.openxmlformats.org/officeDocument/2006/relationships/image" Target="../media/image459.png"/><Relationship Id="rId1" Type="http://schemas.openxmlformats.org/officeDocument/2006/relationships/slideLayout" Target="../slideLayouts/slideLayout6.xml"/><Relationship Id="rId6" Type="http://schemas.openxmlformats.org/officeDocument/2006/relationships/customXml" Target="../ink/ink353.xml"/><Relationship Id="rId212" Type="http://schemas.openxmlformats.org/officeDocument/2006/relationships/customXml" Target="../ink/ink456.xml"/><Relationship Id="rId233" Type="http://schemas.openxmlformats.org/officeDocument/2006/relationships/image" Target="../media/image467.png"/><Relationship Id="rId238" Type="http://schemas.openxmlformats.org/officeDocument/2006/relationships/customXml" Target="../ink/ink469.xml"/><Relationship Id="rId23" Type="http://schemas.openxmlformats.org/officeDocument/2006/relationships/image" Target="../media/image362.png"/><Relationship Id="rId28" Type="http://schemas.openxmlformats.org/officeDocument/2006/relationships/customXml" Target="../ink/ink364.xml"/><Relationship Id="rId49" Type="http://schemas.openxmlformats.org/officeDocument/2006/relationships/image" Target="../media/image375.png"/><Relationship Id="rId114" Type="http://schemas.openxmlformats.org/officeDocument/2006/relationships/customXml" Target="../ink/ink407.xml"/><Relationship Id="rId119" Type="http://schemas.openxmlformats.org/officeDocument/2006/relationships/image" Target="../media/image410.png"/><Relationship Id="rId44" Type="http://schemas.openxmlformats.org/officeDocument/2006/relationships/customXml" Target="../ink/ink372.xml"/><Relationship Id="rId60" Type="http://schemas.openxmlformats.org/officeDocument/2006/relationships/customXml" Target="../ink/ink380.xml"/><Relationship Id="rId65" Type="http://schemas.openxmlformats.org/officeDocument/2006/relationships/image" Target="../media/image383.png"/><Relationship Id="rId81" Type="http://schemas.openxmlformats.org/officeDocument/2006/relationships/image" Target="../media/image391.png"/><Relationship Id="rId86" Type="http://schemas.openxmlformats.org/officeDocument/2006/relationships/customXml" Target="../ink/ink393.xml"/><Relationship Id="rId130" Type="http://schemas.openxmlformats.org/officeDocument/2006/relationships/customXml" Target="../ink/ink415.xml"/><Relationship Id="rId135" Type="http://schemas.openxmlformats.org/officeDocument/2006/relationships/image" Target="../media/image418.png"/><Relationship Id="rId151" Type="http://schemas.openxmlformats.org/officeDocument/2006/relationships/image" Target="../media/image426.png"/><Relationship Id="rId156" Type="http://schemas.openxmlformats.org/officeDocument/2006/relationships/customXml" Target="../ink/ink428.xml"/><Relationship Id="rId177" Type="http://schemas.openxmlformats.org/officeDocument/2006/relationships/image" Target="../media/image439.png"/><Relationship Id="rId198" Type="http://schemas.openxmlformats.org/officeDocument/2006/relationships/customXml" Target="../ink/ink449.xml"/><Relationship Id="rId172" Type="http://schemas.openxmlformats.org/officeDocument/2006/relationships/customXml" Target="../ink/ink436.xml"/><Relationship Id="rId193" Type="http://schemas.openxmlformats.org/officeDocument/2006/relationships/image" Target="../media/image447.png"/><Relationship Id="rId202" Type="http://schemas.openxmlformats.org/officeDocument/2006/relationships/customXml" Target="../ink/ink451.xml"/><Relationship Id="rId207" Type="http://schemas.openxmlformats.org/officeDocument/2006/relationships/image" Target="../media/image454.png"/><Relationship Id="rId223" Type="http://schemas.openxmlformats.org/officeDocument/2006/relationships/image" Target="../media/image462.png"/><Relationship Id="rId228" Type="http://schemas.openxmlformats.org/officeDocument/2006/relationships/customXml" Target="../ink/ink464.xml"/><Relationship Id="rId244" Type="http://schemas.openxmlformats.org/officeDocument/2006/relationships/customXml" Target="../ink/ink472.xml"/><Relationship Id="rId13" Type="http://schemas.openxmlformats.org/officeDocument/2006/relationships/image" Target="../media/image357.png"/><Relationship Id="rId18" Type="http://schemas.openxmlformats.org/officeDocument/2006/relationships/customXml" Target="../ink/ink359.xml"/><Relationship Id="rId39" Type="http://schemas.openxmlformats.org/officeDocument/2006/relationships/image" Target="../media/image370.png"/><Relationship Id="rId109" Type="http://schemas.openxmlformats.org/officeDocument/2006/relationships/image" Target="../media/image405.png"/><Relationship Id="rId34" Type="http://schemas.openxmlformats.org/officeDocument/2006/relationships/customXml" Target="../ink/ink367.xml"/><Relationship Id="rId50" Type="http://schemas.openxmlformats.org/officeDocument/2006/relationships/customXml" Target="../ink/ink375.xml"/><Relationship Id="rId55" Type="http://schemas.openxmlformats.org/officeDocument/2006/relationships/image" Target="../media/image378.png"/><Relationship Id="rId76" Type="http://schemas.openxmlformats.org/officeDocument/2006/relationships/customXml" Target="../ink/ink388.xml"/><Relationship Id="rId97" Type="http://schemas.openxmlformats.org/officeDocument/2006/relationships/image" Target="../media/image399.png"/><Relationship Id="rId104" Type="http://schemas.openxmlformats.org/officeDocument/2006/relationships/customXml" Target="../ink/ink402.xml"/><Relationship Id="rId120" Type="http://schemas.openxmlformats.org/officeDocument/2006/relationships/customXml" Target="../ink/ink410.xml"/><Relationship Id="rId125" Type="http://schemas.openxmlformats.org/officeDocument/2006/relationships/image" Target="../media/image413.png"/><Relationship Id="rId141" Type="http://schemas.openxmlformats.org/officeDocument/2006/relationships/image" Target="../media/image421.png"/><Relationship Id="rId146" Type="http://schemas.openxmlformats.org/officeDocument/2006/relationships/customXml" Target="../ink/ink423.xml"/><Relationship Id="rId167" Type="http://schemas.openxmlformats.org/officeDocument/2006/relationships/image" Target="../media/image434.png"/><Relationship Id="rId188" Type="http://schemas.openxmlformats.org/officeDocument/2006/relationships/customXml" Target="../ink/ink444.xml"/><Relationship Id="rId7" Type="http://schemas.openxmlformats.org/officeDocument/2006/relationships/image" Target="../media/image354.png"/><Relationship Id="rId71" Type="http://schemas.openxmlformats.org/officeDocument/2006/relationships/image" Target="../media/image386.png"/><Relationship Id="rId92" Type="http://schemas.openxmlformats.org/officeDocument/2006/relationships/customXml" Target="../ink/ink396.xml"/><Relationship Id="rId162" Type="http://schemas.openxmlformats.org/officeDocument/2006/relationships/customXml" Target="../ink/ink431.xml"/><Relationship Id="rId183" Type="http://schemas.openxmlformats.org/officeDocument/2006/relationships/image" Target="../media/image442.png"/><Relationship Id="rId213" Type="http://schemas.openxmlformats.org/officeDocument/2006/relationships/image" Target="../media/image457.png"/><Relationship Id="rId218" Type="http://schemas.openxmlformats.org/officeDocument/2006/relationships/customXml" Target="../ink/ink459.xml"/><Relationship Id="rId234" Type="http://schemas.openxmlformats.org/officeDocument/2006/relationships/customXml" Target="../ink/ink467.xml"/><Relationship Id="rId239" Type="http://schemas.openxmlformats.org/officeDocument/2006/relationships/image" Target="../media/image470.png"/><Relationship Id="rId2" Type="http://schemas.openxmlformats.org/officeDocument/2006/relationships/customXml" Target="../ink/ink351.xml"/><Relationship Id="rId29" Type="http://schemas.openxmlformats.org/officeDocument/2006/relationships/image" Target="../media/image365.png"/><Relationship Id="rId24" Type="http://schemas.openxmlformats.org/officeDocument/2006/relationships/customXml" Target="../ink/ink362.xml"/><Relationship Id="rId40" Type="http://schemas.openxmlformats.org/officeDocument/2006/relationships/customXml" Target="../ink/ink370.xml"/><Relationship Id="rId45" Type="http://schemas.openxmlformats.org/officeDocument/2006/relationships/image" Target="../media/image373.png"/><Relationship Id="rId66" Type="http://schemas.openxmlformats.org/officeDocument/2006/relationships/customXml" Target="../ink/ink383.xml"/><Relationship Id="rId87" Type="http://schemas.openxmlformats.org/officeDocument/2006/relationships/image" Target="../media/image394.png"/><Relationship Id="rId110" Type="http://schemas.openxmlformats.org/officeDocument/2006/relationships/customXml" Target="../ink/ink405.xml"/><Relationship Id="rId115" Type="http://schemas.openxmlformats.org/officeDocument/2006/relationships/image" Target="../media/image408.png"/><Relationship Id="rId131" Type="http://schemas.openxmlformats.org/officeDocument/2006/relationships/image" Target="../media/image416.png"/><Relationship Id="rId136" Type="http://schemas.openxmlformats.org/officeDocument/2006/relationships/customXml" Target="../ink/ink418.xml"/><Relationship Id="rId157" Type="http://schemas.openxmlformats.org/officeDocument/2006/relationships/image" Target="../media/image429.png"/><Relationship Id="rId178" Type="http://schemas.openxmlformats.org/officeDocument/2006/relationships/customXml" Target="../ink/ink439.xml"/><Relationship Id="rId61" Type="http://schemas.openxmlformats.org/officeDocument/2006/relationships/image" Target="../media/image381.png"/><Relationship Id="rId82" Type="http://schemas.openxmlformats.org/officeDocument/2006/relationships/customXml" Target="../ink/ink391.xml"/><Relationship Id="rId152" Type="http://schemas.openxmlformats.org/officeDocument/2006/relationships/customXml" Target="../ink/ink426.xml"/><Relationship Id="rId173" Type="http://schemas.openxmlformats.org/officeDocument/2006/relationships/image" Target="../media/image437.png"/><Relationship Id="rId194" Type="http://schemas.openxmlformats.org/officeDocument/2006/relationships/customXml" Target="../ink/ink447.xml"/><Relationship Id="rId199" Type="http://schemas.openxmlformats.org/officeDocument/2006/relationships/image" Target="../media/image450.png"/><Relationship Id="rId203" Type="http://schemas.openxmlformats.org/officeDocument/2006/relationships/image" Target="../media/image452.png"/><Relationship Id="rId208" Type="http://schemas.openxmlformats.org/officeDocument/2006/relationships/customXml" Target="../ink/ink454.xml"/><Relationship Id="rId229" Type="http://schemas.openxmlformats.org/officeDocument/2006/relationships/image" Target="../media/image465.png"/><Relationship Id="rId19" Type="http://schemas.openxmlformats.org/officeDocument/2006/relationships/image" Target="../media/image360.png"/><Relationship Id="rId224" Type="http://schemas.openxmlformats.org/officeDocument/2006/relationships/customXml" Target="../ink/ink462.xml"/><Relationship Id="rId240" Type="http://schemas.openxmlformats.org/officeDocument/2006/relationships/customXml" Target="../ink/ink470.xml"/><Relationship Id="rId245" Type="http://schemas.openxmlformats.org/officeDocument/2006/relationships/image" Target="../media/image473.png"/><Relationship Id="rId14" Type="http://schemas.openxmlformats.org/officeDocument/2006/relationships/customXml" Target="../ink/ink357.xml"/><Relationship Id="rId30" Type="http://schemas.openxmlformats.org/officeDocument/2006/relationships/customXml" Target="../ink/ink365.xml"/><Relationship Id="rId35" Type="http://schemas.openxmlformats.org/officeDocument/2006/relationships/image" Target="../media/image368.png"/><Relationship Id="rId56" Type="http://schemas.openxmlformats.org/officeDocument/2006/relationships/customXml" Target="../ink/ink378.xml"/><Relationship Id="rId77" Type="http://schemas.openxmlformats.org/officeDocument/2006/relationships/image" Target="../media/image389.png"/><Relationship Id="rId100" Type="http://schemas.openxmlformats.org/officeDocument/2006/relationships/customXml" Target="../ink/ink400.xml"/><Relationship Id="rId105" Type="http://schemas.openxmlformats.org/officeDocument/2006/relationships/image" Target="../media/image403.png"/><Relationship Id="rId126" Type="http://schemas.openxmlformats.org/officeDocument/2006/relationships/customXml" Target="../ink/ink413.xml"/><Relationship Id="rId147" Type="http://schemas.openxmlformats.org/officeDocument/2006/relationships/image" Target="../media/image424.png"/><Relationship Id="rId168" Type="http://schemas.openxmlformats.org/officeDocument/2006/relationships/customXml" Target="../ink/ink434.xml"/><Relationship Id="rId8" Type="http://schemas.openxmlformats.org/officeDocument/2006/relationships/customXml" Target="../ink/ink354.xml"/><Relationship Id="rId51" Type="http://schemas.openxmlformats.org/officeDocument/2006/relationships/image" Target="../media/image376.png"/><Relationship Id="rId72" Type="http://schemas.openxmlformats.org/officeDocument/2006/relationships/customXml" Target="../ink/ink386.xml"/><Relationship Id="rId93" Type="http://schemas.openxmlformats.org/officeDocument/2006/relationships/image" Target="../media/image397.png"/><Relationship Id="rId98" Type="http://schemas.openxmlformats.org/officeDocument/2006/relationships/customXml" Target="../ink/ink399.xml"/><Relationship Id="rId121" Type="http://schemas.openxmlformats.org/officeDocument/2006/relationships/image" Target="../media/image411.png"/><Relationship Id="rId142" Type="http://schemas.openxmlformats.org/officeDocument/2006/relationships/customXml" Target="../ink/ink421.xml"/><Relationship Id="rId163" Type="http://schemas.openxmlformats.org/officeDocument/2006/relationships/image" Target="../media/image432.png"/><Relationship Id="rId184" Type="http://schemas.openxmlformats.org/officeDocument/2006/relationships/customXml" Target="../ink/ink442.xml"/><Relationship Id="rId189" Type="http://schemas.openxmlformats.org/officeDocument/2006/relationships/image" Target="../media/image445.png"/><Relationship Id="rId219" Type="http://schemas.openxmlformats.org/officeDocument/2006/relationships/image" Target="../media/image460.png"/><Relationship Id="rId3" Type="http://schemas.openxmlformats.org/officeDocument/2006/relationships/image" Target="../media/image352.png"/><Relationship Id="rId214" Type="http://schemas.openxmlformats.org/officeDocument/2006/relationships/customXml" Target="../ink/ink457.xml"/><Relationship Id="rId230" Type="http://schemas.openxmlformats.org/officeDocument/2006/relationships/customXml" Target="../ink/ink465.xml"/><Relationship Id="rId235" Type="http://schemas.openxmlformats.org/officeDocument/2006/relationships/image" Target="../media/image468.png"/><Relationship Id="rId25" Type="http://schemas.openxmlformats.org/officeDocument/2006/relationships/image" Target="../media/image363.png"/><Relationship Id="rId46" Type="http://schemas.openxmlformats.org/officeDocument/2006/relationships/customXml" Target="../ink/ink373.xml"/><Relationship Id="rId67" Type="http://schemas.openxmlformats.org/officeDocument/2006/relationships/image" Target="../media/image384.png"/><Relationship Id="rId116" Type="http://schemas.openxmlformats.org/officeDocument/2006/relationships/customXml" Target="../ink/ink408.xml"/><Relationship Id="rId137" Type="http://schemas.openxmlformats.org/officeDocument/2006/relationships/image" Target="../media/image419.png"/><Relationship Id="rId158" Type="http://schemas.openxmlformats.org/officeDocument/2006/relationships/customXml" Target="../ink/ink429.xml"/><Relationship Id="rId20" Type="http://schemas.openxmlformats.org/officeDocument/2006/relationships/customXml" Target="../ink/ink360.xml"/><Relationship Id="rId41" Type="http://schemas.openxmlformats.org/officeDocument/2006/relationships/image" Target="../media/image371.png"/><Relationship Id="rId62" Type="http://schemas.openxmlformats.org/officeDocument/2006/relationships/customXml" Target="../ink/ink381.xml"/><Relationship Id="rId83" Type="http://schemas.openxmlformats.org/officeDocument/2006/relationships/image" Target="../media/image392.png"/><Relationship Id="rId88" Type="http://schemas.openxmlformats.org/officeDocument/2006/relationships/customXml" Target="../ink/ink394.xml"/><Relationship Id="rId111" Type="http://schemas.openxmlformats.org/officeDocument/2006/relationships/image" Target="../media/image406.png"/><Relationship Id="rId132" Type="http://schemas.openxmlformats.org/officeDocument/2006/relationships/customXml" Target="../ink/ink416.xml"/><Relationship Id="rId153" Type="http://schemas.openxmlformats.org/officeDocument/2006/relationships/image" Target="../media/image427.png"/><Relationship Id="rId174" Type="http://schemas.openxmlformats.org/officeDocument/2006/relationships/customXml" Target="../ink/ink437.xml"/><Relationship Id="rId179" Type="http://schemas.openxmlformats.org/officeDocument/2006/relationships/image" Target="../media/image440.png"/><Relationship Id="rId195" Type="http://schemas.openxmlformats.org/officeDocument/2006/relationships/image" Target="../media/image448.png"/><Relationship Id="rId209" Type="http://schemas.openxmlformats.org/officeDocument/2006/relationships/image" Target="../media/image455.png"/><Relationship Id="rId190" Type="http://schemas.openxmlformats.org/officeDocument/2006/relationships/customXml" Target="../ink/ink445.xml"/><Relationship Id="rId204" Type="http://schemas.openxmlformats.org/officeDocument/2006/relationships/customXml" Target="../ink/ink452.xml"/><Relationship Id="rId220" Type="http://schemas.openxmlformats.org/officeDocument/2006/relationships/customXml" Target="../ink/ink460.xml"/><Relationship Id="rId225" Type="http://schemas.openxmlformats.org/officeDocument/2006/relationships/image" Target="../media/image463.png"/><Relationship Id="rId241" Type="http://schemas.openxmlformats.org/officeDocument/2006/relationships/image" Target="../media/image471.png"/><Relationship Id="rId246" Type="http://schemas.openxmlformats.org/officeDocument/2006/relationships/customXml" Target="../ink/ink473.xml"/><Relationship Id="rId15" Type="http://schemas.openxmlformats.org/officeDocument/2006/relationships/image" Target="../media/image358.png"/><Relationship Id="rId36" Type="http://schemas.openxmlformats.org/officeDocument/2006/relationships/customXml" Target="../ink/ink368.xml"/><Relationship Id="rId57" Type="http://schemas.openxmlformats.org/officeDocument/2006/relationships/image" Target="../media/image379.png"/><Relationship Id="rId106" Type="http://schemas.openxmlformats.org/officeDocument/2006/relationships/customXml" Target="../ink/ink403.xml"/><Relationship Id="rId127" Type="http://schemas.openxmlformats.org/officeDocument/2006/relationships/image" Target="../media/image414.png"/><Relationship Id="rId10" Type="http://schemas.openxmlformats.org/officeDocument/2006/relationships/customXml" Target="../ink/ink355.xml"/><Relationship Id="rId31" Type="http://schemas.openxmlformats.org/officeDocument/2006/relationships/image" Target="../media/image366.png"/><Relationship Id="rId52" Type="http://schemas.openxmlformats.org/officeDocument/2006/relationships/customXml" Target="../ink/ink376.xml"/><Relationship Id="rId73" Type="http://schemas.openxmlformats.org/officeDocument/2006/relationships/image" Target="../media/image387.png"/><Relationship Id="rId78" Type="http://schemas.openxmlformats.org/officeDocument/2006/relationships/customXml" Target="../ink/ink389.xml"/><Relationship Id="rId94" Type="http://schemas.openxmlformats.org/officeDocument/2006/relationships/customXml" Target="../ink/ink397.xml"/><Relationship Id="rId99" Type="http://schemas.openxmlformats.org/officeDocument/2006/relationships/image" Target="../media/image400.png"/><Relationship Id="rId101" Type="http://schemas.openxmlformats.org/officeDocument/2006/relationships/image" Target="../media/image401.png"/><Relationship Id="rId122" Type="http://schemas.openxmlformats.org/officeDocument/2006/relationships/customXml" Target="../ink/ink411.xml"/><Relationship Id="rId143" Type="http://schemas.openxmlformats.org/officeDocument/2006/relationships/image" Target="../media/image422.png"/><Relationship Id="rId148" Type="http://schemas.openxmlformats.org/officeDocument/2006/relationships/customXml" Target="../ink/ink424.xml"/><Relationship Id="rId164" Type="http://schemas.openxmlformats.org/officeDocument/2006/relationships/customXml" Target="../ink/ink432.xml"/><Relationship Id="rId169" Type="http://schemas.openxmlformats.org/officeDocument/2006/relationships/image" Target="../media/image435.png"/><Relationship Id="rId185" Type="http://schemas.openxmlformats.org/officeDocument/2006/relationships/image" Target="../media/image443.png"/><Relationship Id="rId4" Type="http://schemas.openxmlformats.org/officeDocument/2006/relationships/customXml" Target="../ink/ink352.xml"/><Relationship Id="rId9" Type="http://schemas.openxmlformats.org/officeDocument/2006/relationships/image" Target="../media/image355.png"/><Relationship Id="rId180" Type="http://schemas.openxmlformats.org/officeDocument/2006/relationships/customXml" Target="../ink/ink440.xml"/><Relationship Id="rId210" Type="http://schemas.openxmlformats.org/officeDocument/2006/relationships/customXml" Target="../ink/ink455.xml"/><Relationship Id="rId215" Type="http://schemas.openxmlformats.org/officeDocument/2006/relationships/image" Target="../media/image458.png"/><Relationship Id="rId236" Type="http://schemas.openxmlformats.org/officeDocument/2006/relationships/customXml" Target="../ink/ink468.xml"/><Relationship Id="rId26" Type="http://schemas.openxmlformats.org/officeDocument/2006/relationships/customXml" Target="../ink/ink363.xml"/><Relationship Id="rId231" Type="http://schemas.openxmlformats.org/officeDocument/2006/relationships/image" Target="../media/image466.png"/><Relationship Id="rId47" Type="http://schemas.openxmlformats.org/officeDocument/2006/relationships/image" Target="../media/image374.png"/><Relationship Id="rId68" Type="http://schemas.openxmlformats.org/officeDocument/2006/relationships/customXml" Target="../ink/ink384.xml"/><Relationship Id="rId89" Type="http://schemas.openxmlformats.org/officeDocument/2006/relationships/image" Target="../media/image395.png"/><Relationship Id="rId112" Type="http://schemas.openxmlformats.org/officeDocument/2006/relationships/customXml" Target="../ink/ink406.xml"/><Relationship Id="rId133" Type="http://schemas.openxmlformats.org/officeDocument/2006/relationships/image" Target="../media/image417.png"/><Relationship Id="rId154" Type="http://schemas.openxmlformats.org/officeDocument/2006/relationships/customXml" Target="../ink/ink427.xml"/><Relationship Id="rId175" Type="http://schemas.openxmlformats.org/officeDocument/2006/relationships/image" Target="../media/image438.png"/><Relationship Id="rId196" Type="http://schemas.openxmlformats.org/officeDocument/2006/relationships/customXml" Target="../ink/ink448.xml"/><Relationship Id="rId200" Type="http://schemas.openxmlformats.org/officeDocument/2006/relationships/customXml" Target="../ink/ink450.xml"/><Relationship Id="rId16" Type="http://schemas.openxmlformats.org/officeDocument/2006/relationships/customXml" Target="../ink/ink358.xml"/><Relationship Id="rId221" Type="http://schemas.openxmlformats.org/officeDocument/2006/relationships/image" Target="../media/image461.png"/><Relationship Id="rId242" Type="http://schemas.openxmlformats.org/officeDocument/2006/relationships/customXml" Target="../ink/ink471.xml"/><Relationship Id="rId37" Type="http://schemas.openxmlformats.org/officeDocument/2006/relationships/image" Target="../media/image369.png"/><Relationship Id="rId58" Type="http://schemas.openxmlformats.org/officeDocument/2006/relationships/customXml" Target="../ink/ink379.xml"/><Relationship Id="rId79" Type="http://schemas.openxmlformats.org/officeDocument/2006/relationships/image" Target="../media/image390.png"/><Relationship Id="rId102" Type="http://schemas.openxmlformats.org/officeDocument/2006/relationships/customXml" Target="../ink/ink401.xml"/><Relationship Id="rId123" Type="http://schemas.openxmlformats.org/officeDocument/2006/relationships/image" Target="../media/image412.png"/><Relationship Id="rId144" Type="http://schemas.openxmlformats.org/officeDocument/2006/relationships/customXml" Target="../ink/ink422.xml"/><Relationship Id="rId90" Type="http://schemas.openxmlformats.org/officeDocument/2006/relationships/customXml" Target="../ink/ink395.xml"/><Relationship Id="rId165" Type="http://schemas.openxmlformats.org/officeDocument/2006/relationships/image" Target="../media/image433.png"/><Relationship Id="rId186" Type="http://schemas.openxmlformats.org/officeDocument/2006/relationships/customXml" Target="../ink/ink443.xml"/><Relationship Id="rId211" Type="http://schemas.openxmlformats.org/officeDocument/2006/relationships/image" Target="../media/image456.png"/><Relationship Id="rId232" Type="http://schemas.openxmlformats.org/officeDocument/2006/relationships/customXml" Target="../ink/ink466.xml"/><Relationship Id="rId27" Type="http://schemas.openxmlformats.org/officeDocument/2006/relationships/image" Target="../media/image364.png"/><Relationship Id="rId48" Type="http://schemas.openxmlformats.org/officeDocument/2006/relationships/customXml" Target="../ink/ink374.xml"/><Relationship Id="rId69" Type="http://schemas.openxmlformats.org/officeDocument/2006/relationships/image" Target="../media/image385.png"/><Relationship Id="rId113" Type="http://schemas.openxmlformats.org/officeDocument/2006/relationships/image" Target="../media/image407.png"/><Relationship Id="rId134" Type="http://schemas.openxmlformats.org/officeDocument/2006/relationships/customXml" Target="../ink/ink417.xml"/><Relationship Id="rId80" Type="http://schemas.openxmlformats.org/officeDocument/2006/relationships/customXml" Target="../ink/ink390.xml"/><Relationship Id="rId155" Type="http://schemas.openxmlformats.org/officeDocument/2006/relationships/image" Target="../media/image428.png"/><Relationship Id="rId176" Type="http://schemas.openxmlformats.org/officeDocument/2006/relationships/customXml" Target="../ink/ink438.xml"/><Relationship Id="rId197" Type="http://schemas.openxmlformats.org/officeDocument/2006/relationships/image" Target="../media/image449.png"/><Relationship Id="rId201" Type="http://schemas.openxmlformats.org/officeDocument/2006/relationships/image" Target="../media/image451.png"/><Relationship Id="rId222" Type="http://schemas.openxmlformats.org/officeDocument/2006/relationships/customXml" Target="../ink/ink461.xml"/><Relationship Id="rId243" Type="http://schemas.openxmlformats.org/officeDocument/2006/relationships/image" Target="../media/image4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1664" y="2196109"/>
            <a:ext cx="8409940" cy="1818447"/>
          </a:xfrm>
          <a:prstGeom prst="rect">
            <a:avLst/>
          </a:prstGeom>
        </p:spPr>
        <p:txBody>
          <a:bodyPr vert="horz" wrap="square" lIns="0" tIns="12700" rIns="0" bIns="0" rtlCol="0">
            <a:spAutoFit/>
          </a:bodyPr>
          <a:lstStyle/>
          <a:p>
            <a:pPr marL="1905" algn="ctr">
              <a:lnSpc>
                <a:spcPct val="100000"/>
              </a:lnSpc>
              <a:spcBef>
                <a:spcPts val="100"/>
              </a:spcBef>
            </a:pPr>
            <a:r>
              <a:rPr sz="5400" b="1" dirty="0">
                <a:latin typeface="San Fran"/>
              </a:rPr>
              <a:t>SE4050</a:t>
            </a:r>
            <a:r>
              <a:rPr sz="5400" b="1" spc="-45" dirty="0">
                <a:latin typeface="San Fran"/>
              </a:rPr>
              <a:t> </a:t>
            </a:r>
            <a:r>
              <a:rPr sz="5400" b="1" dirty="0">
                <a:latin typeface="San Fran"/>
              </a:rPr>
              <a:t>–</a:t>
            </a:r>
            <a:r>
              <a:rPr sz="5400" b="1" spc="-45" dirty="0">
                <a:latin typeface="San Fran"/>
              </a:rPr>
              <a:t> </a:t>
            </a:r>
            <a:r>
              <a:rPr sz="5400" b="1" dirty="0">
                <a:latin typeface="San Fran"/>
              </a:rPr>
              <a:t>Deep</a:t>
            </a:r>
            <a:r>
              <a:rPr sz="5400" b="1" spc="-35" dirty="0">
                <a:latin typeface="San Fran"/>
              </a:rPr>
              <a:t> </a:t>
            </a:r>
            <a:r>
              <a:rPr sz="5400" b="1" spc="-10" dirty="0">
                <a:latin typeface="San Fran"/>
              </a:rPr>
              <a:t>Learning</a:t>
            </a:r>
            <a:endParaRPr sz="5400" b="1" dirty="0">
              <a:latin typeface="San Fran"/>
            </a:endParaRPr>
          </a:p>
          <a:p>
            <a:pPr algn="ctr">
              <a:lnSpc>
                <a:spcPct val="100000"/>
              </a:lnSpc>
              <a:spcBef>
                <a:spcPts val="5185"/>
              </a:spcBef>
            </a:pPr>
            <a:r>
              <a:rPr lang="en-US" sz="2000" spc="-20" dirty="0">
                <a:latin typeface="San Fran"/>
              </a:rPr>
              <a:t>Week 13 – Recap + Model Questions</a:t>
            </a:r>
            <a:endParaRPr sz="2000" dirty="0">
              <a:latin typeface="San Fran"/>
            </a:endParaRPr>
          </a:p>
        </p:txBody>
      </p:sp>
      <p:sp>
        <p:nvSpPr>
          <p:cNvPr id="3" name="object 3"/>
          <p:cNvSpPr txBox="1">
            <a:spLocks noGrp="1"/>
          </p:cNvSpPr>
          <p:nvPr>
            <p:ph type="ftr" sz="quarter" idx="11"/>
          </p:nvPr>
        </p:nvSpPr>
        <p:spPr>
          <a:xfrm>
            <a:off x="7315200" y="4648200"/>
            <a:ext cx="3810000" cy="244169"/>
          </a:xfrm>
          <a:prstGeom prst="rect">
            <a:avLst/>
          </a:prstGeom>
        </p:spPr>
        <p:txBody>
          <a:bodyPr vert="horz" wrap="square" lIns="0" tIns="0" rIns="0" bIns="0" rtlCol="0">
            <a:spAutoFit/>
          </a:bodyPr>
          <a:lstStyle/>
          <a:p>
            <a:pPr marL="12700">
              <a:lnSpc>
                <a:spcPts val="1810"/>
              </a:lnSpc>
            </a:pPr>
            <a:r>
              <a:rPr sz="2000" spc="-25" dirty="0"/>
              <a:t>  </a:t>
            </a:r>
            <a:r>
              <a:rPr lang="en-US" sz="2000" spc="-25" dirty="0"/>
              <a:t>Dr. Mahima Weerasinghe, </a:t>
            </a:r>
            <a:r>
              <a:rPr lang="en-US" sz="2000" i="1" spc="-25" dirty="0"/>
              <a:t>MIET</a:t>
            </a:r>
            <a:endParaRPr sz="2000" i="1" spc="-10" dirty="0"/>
          </a:p>
        </p:txBody>
      </p:sp>
      <mc:AlternateContent xmlns:mc="http://schemas.openxmlformats.org/markup-compatibility/2006" xmlns:p14="http://schemas.microsoft.com/office/powerpoint/2010/main">
        <mc:Choice Requires="p14">
          <p:contentPart p14:bwMode="auto" r:id="rId3">
            <p14:nvContentPartPr>
              <p14:cNvPr id="468" name="Ink 467">
                <a:extLst>
                  <a:ext uri="{FF2B5EF4-FFF2-40B4-BE49-F238E27FC236}">
                    <a16:creationId xmlns:a16="http://schemas.microsoft.com/office/drawing/2014/main" id="{440D16B2-DDFA-E42A-3E0F-1B4CB88277DD}"/>
                  </a:ext>
                </a:extLst>
              </p14:cNvPr>
              <p14:cNvContentPartPr/>
              <p14:nvPr/>
            </p14:nvContentPartPr>
            <p14:xfrm>
              <a:off x="3933887" y="3182216"/>
              <a:ext cx="13320" cy="32400"/>
            </p14:xfrm>
          </p:contentPart>
        </mc:Choice>
        <mc:Fallback xmlns="">
          <p:pic>
            <p:nvPicPr>
              <p:cNvPr id="468" name="Ink 467">
                <a:extLst>
                  <a:ext uri="{FF2B5EF4-FFF2-40B4-BE49-F238E27FC236}">
                    <a16:creationId xmlns:a16="http://schemas.microsoft.com/office/drawing/2014/main" id="{440D16B2-DDFA-E42A-3E0F-1B4CB88277DD}"/>
                  </a:ext>
                </a:extLst>
              </p:cNvPr>
              <p:cNvPicPr/>
              <p:nvPr/>
            </p:nvPicPr>
            <p:blipFill>
              <a:blip r:embed="rId6"/>
              <a:stretch>
                <a:fillRect/>
              </a:stretch>
            </p:blipFill>
            <p:spPr>
              <a:xfrm>
                <a:off x="3927767" y="3176096"/>
                <a:ext cx="255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B03907C-5DA0-505F-3761-F7619672F0D5}"/>
                  </a:ext>
                </a:extLst>
              </p14:cNvPr>
              <p14:cNvContentPartPr/>
              <p14:nvPr/>
            </p14:nvContentPartPr>
            <p14:xfrm>
              <a:off x="747594" y="2441802"/>
              <a:ext cx="9360" cy="5760"/>
            </p14:xfrm>
          </p:contentPart>
        </mc:Choice>
        <mc:Fallback xmlns="">
          <p:pic>
            <p:nvPicPr>
              <p:cNvPr id="4" name="Ink 3">
                <a:extLst>
                  <a:ext uri="{FF2B5EF4-FFF2-40B4-BE49-F238E27FC236}">
                    <a16:creationId xmlns:a16="http://schemas.microsoft.com/office/drawing/2014/main" id="{CB03907C-5DA0-505F-3761-F7619672F0D5}"/>
                  </a:ext>
                </a:extLst>
              </p:cNvPr>
              <p:cNvPicPr/>
              <p:nvPr/>
            </p:nvPicPr>
            <p:blipFill>
              <a:blip r:embed="rId8"/>
              <a:stretch>
                <a:fillRect/>
              </a:stretch>
            </p:blipFill>
            <p:spPr>
              <a:xfrm>
                <a:off x="741474" y="2435682"/>
                <a:ext cx="21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A02371F1-ADD4-5848-E932-390D084EB714}"/>
                  </a:ext>
                </a:extLst>
              </p14:cNvPr>
              <p14:cNvContentPartPr/>
              <p14:nvPr/>
            </p14:nvContentPartPr>
            <p14:xfrm>
              <a:off x="2586114" y="3640602"/>
              <a:ext cx="4320" cy="9000"/>
            </p14:xfrm>
          </p:contentPart>
        </mc:Choice>
        <mc:Fallback xmlns="">
          <p:pic>
            <p:nvPicPr>
              <p:cNvPr id="5" name="Ink 4">
                <a:extLst>
                  <a:ext uri="{FF2B5EF4-FFF2-40B4-BE49-F238E27FC236}">
                    <a16:creationId xmlns:a16="http://schemas.microsoft.com/office/drawing/2014/main" id="{A02371F1-ADD4-5848-E932-390D084EB714}"/>
                  </a:ext>
                </a:extLst>
              </p:cNvPr>
              <p:cNvPicPr/>
              <p:nvPr/>
            </p:nvPicPr>
            <p:blipFill>
              <a:blip r:embed="rId10"/>
              <a:stretch>
                <a:fillRect/>
              </a:stretch>
            </p:blipFill>
            <p:spPr>
              <a:xfrm>
                <a:off x="2579994" y="3634482"/>
                <a:ext cx="16560" cy="212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83E9-F61E-B6B6-04F8-38DE6BC27735}"/>
              </a:ext>
            </a:extLst>
          </p:cNvPr>
          <p:cNvSpPr>
            <a:spLocks noGrp="1"/>
          </p:cNvSpPr>
          <p:nvPr>
            <p:ph type="title"/>
          </p:nvPr>
        </p:nvSpPr>
        <p:spPr/>
        <p:txBody>
          <a:bodyPr/>
          <a:lstStyle/>
          <a:p>
            <a:r>
              <a:rPr lang="en-US" dirty="0"/>
              <a:t>Exam Paper Structure</a:t>
            </a:r>
            <a:endParaRPr lang="en-GB" dirty="0"/>
          </a:p>
        </p:txBody>
      </p:sp>
      <p:sp>
        <p:nvSpPr>
          <p:cNvPr id="4" name="TextBox 3">
            <a:extLst>
              <a:ext uri="{FF2B5EF4-FFF2-40B4-BE49-F238E27FC236}">
                <a16:creationId xmlns:a16="http://schemas.microsoft.com/office/drawing/2014/main" id="{F0CB50ED-584B-5893-C291-571F3E259309}"/>
              </a:ext>
            </a:extLst>
          </p:cNvPr>
          <p:cNvSpPr txBox="1"/>
          <p:nvPr/>
        </p:nvSpPr>
        <p:spPr>
          <a:xfrm>
            <a:off x="952500" y="1690688"/>
            <a:ext cx="10287000" cy="2031325"/>
          </a:xfrm>
          <a:prstGeom prst="rect">
            <a:avLst/>
          </a:prstGeom>
          <a:noFill/>
        </p:spPr>
        <p:txBody>
          <a:bodyPr wrap="square">
            <a:spAutoFit/>
          </a:bodyPr>
          <a:lstStyle/>
          <a:p>
            <a:pPr algn="l"/>
            <a:r>
              <a:rPr lang="en-US" b="1" i="0" dirty="0">
                <a:solidFill>
                  <a:srgbClr val="111111"/>
                </a:solidFill>
                <a:effectLst/>
                <a:latin typeface="-apple-system"/>
              </a:rPr>
              <a:t>MCQs (1 hour) – Online Paper, Online answers (40 marks)</a:t>
            </a:r>
          </a:p>
          <a:p>
            <a:pPr algn="l"/>
            <a:endParaRPr lang="en-US" b="0" i="0" dirty="0">
              <a:solidFill>
                <a:srgbClr val="111111"/>
              </a:solidFill>
              <a:effectLst/>
              <a:latin typeface="-apple-system"/>
            </a:endParaRPr>
          </a:p>
          <a:p>
            <a:pPr algn="l"/>
            <a:r>
              <a:rPr lang="en-US" dirty="0">
                <a:solidFill>
                  <a:srgbClr val="111111"/>
                </a:solidFill>
                <a:latin typeface="-apple-system"/>
              </a:rPr>
              <a:t>Part A – 10 Questions (Single possible answer) (10 minutes)</a:t>
            </a:r>
          </a:p>
          <a:p>
            <a:pPr algn="l"/>
            <a:r>
              <a:rPr lang="en-US" b="0" i="0" dirty="0">
                <a:solidFill>
                  <a:srgbClr val="111111"/>
                </a:solidFill>
                <a:effectLst/>
                <a:latin typeface="-apple-system"/>
              </a:rPr>
              <a:t>Part B – 30 </a:t>
            </a:r>
            <a:r>
              <a:rPr lang="en-US" dirty="0">
                <a:solidFill>
                  <a:srgbClr val="111111"/>
                </a:solidFill>
                <a:latin typeface="-apple-system"/>
              </a:rPr>
              <a:t>Questions (Multiple possible answers) (50 minutes)</a:t>
            </a:r>
          </a:p>
          <a:p>
            <a:pPr algn="l"/>
            <a:endParaRPr lang="en-US" b="0" i="0" dirty="0">
              <a:solidFill>
                <a:srgbClr val="111111"/>
              </a:solidFill>
              <a:effectLst/>
              <a:latin typeface="-apple-system"/>
            </a:endParaRPr>
          </a:p>
          <a:p>
            <a:pPr algn="l"/>
            <a:r>
              <a:rPr lang="en-US" b="1" dirty="0">
                <a:solidFill>
                  <a:srgbClr val="111111"/>
                </a:solidFill>
                <a:latin typeface="-apple-system"/>
              </a:rPr>
              <a:t>Essay (1 hour) – Online paper, physical paper answer (60 marks)</a:t>
            </a:r>
          </a:p>
          <a:p>
            <a:pPr algn="l"/>
            <a:r>
              <a:rPr lang="en-US" dirty="0">
                <a:solidFill>
                  <a:srgbClr val="111111"/>
                </a:solidFill>
                <a:latin typeface="-apple-system"/>
              </a:rPr>
              <a:t>Three questions (20 mins each) (20 marks each) </a:t>
            </a:r>
            <a:endParaRPr lang="en-US" b="0" i="0" dirty="0">
              <a:solidFill>
                <a:srgbClr val="111111"/>
              </a:solidFill>
              <a:effectLst/>
              <a:latin typeface="-apple-system"/>
            </a:endParaRPr>
          </a:p>
        </p:txBody>
      </p:sp>
      <p:grpSp>
        <p:nvGrpSpPr>
          <p:cNvPr id="26" name="Group 25">
            <a:extLst>
              <a:ext uri="{FF2B5EF4-FFF2-40B4-BE49-F238E27FC236}">
                <a16:creationId xmlns:a16="http://schemas.microsoft.com/office/drawing/2014/main" id="{763BC4B6-1D69-E6F4-0B12-8765C834387A}"/>
              </a:ext>
            </a:extLst>
          </p:cNvPr>
          <p:cNvGrpSpPr/>
          <p:nvPr/>
        </p:nvGrpSpPr>
        <p:grpSpPr>
          <a:xfrm>
            <a:off x="6901170" y="1496745"/>
            <a:ext cx="925560" cy="412200"/>
            <a:chOff x="6901170" y="1496745"/>
            <a:chExt cx="925560" cy="412200"/>
          </a:xfrm>
        </p:grpSpPr>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3F93F590-007D-5B8B-D3EE-F7DDBDC54C0B}"/>
                    </a:ext>
                  </a:extLst>
                </p14:cNvPr>
                <p14:cNvContentPartPr/>
                <p14:nvPr/>
              </p14:nvContentPartPr>
              <p14:xfrm>
                <a:off x="6901170" y="1701945"/>
                <a:ext cx="83160" cy="207000"/>
              </p14:xfrm>
            </p:contentPart>
          </mc:Choice>
          <mc:Fallback>
            <p:pic>
              <p:nvPicPr>
                <p:cNvPr id="13" name="Ink 12">
                  <a:extLst>
                    <a:ext uri="{FF2B5EF4-FFF2-40B4-BE49-F238E27FC236}">
                      <a16:creationId xmlns:a16="http://schemas.microsoft.com/office/drawing/2014/main" id="{3F93F590-007D-5B8B-D3EE-F7DDBDC54C0B}"/>
                    </a:ext>
                  </a:extLst>
                </p:cNvPr>
                <p:cNvPicPr/>
                <p:nvPr/>
              </p:nvPicPr>
              <p:blipFill>
                <a:blip r:embed="rId3"/>
                <a:stretch>
                  <a:fillRect/>
                </a:stretch>
              </p:blipFill>
              <p:spPr>
                <a:xfrm>
                  <a:off x="6895050" y="1695825"/>
                  <a:ext cx="9540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F2F36076-D33F-D7E9-4E57-F6BF0C933CA6}"/>
                    </a:ext>
                  </a:extLst>
                </p14:cNvPr>
                <p14:cNvContentPartPr/>
                <p14:nvPr/>
              </p14:nvContentPartPr>
              <p14:xfrm>
                <a:off x="7033290" y="1776825"/>
                <a:ext cx="80280" cy="51480"/>
              </p14:xfrm>
            </p:contentPart>
          </mc:Choice>
          <mc:Fallback>
            <p:pic>
              <p:nvPicPr>
                <p:cNvPr id="14" name="Ink 13">
                  <a:extLst>
                    <a:ext uri="{FF2B5EF4-FFF2-40B4-BE49-F238E27FC236}">
                      <a16:creationId xmlns:a16="http://schemas.microsoft.com/office/drawing/2014/main" id="{F2F36076-D33F-D7E9-4E57-F6BF0C933CA6}"/>
                    </a:ext>
                  </a:extLst>
                </p:cNvPr>
                <p:cNvPicPr/>
                <p:nvPr/>
              </p:nvPicPr>
              <p:blipFill>
                <a:blip r:embed="rId5"/>
                <a:stretch>
                  <a:fillRect/>
                </a:stretch>
              </p:blipFill>
              <p:spPr>
                <a:xfrm>
                  <a:off x="7027170" y="1770705"/>
                  <a:ext cx="9252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83375056-7493-873A-0035-72ED075BB3E8}"/>
                    </a:ext>
                  </a:extLst>
                </p14:cNvPr>
                <p14:cNvContentPartPr/>
                <p14:nvPr/>
              </p14:nvContentPartPr>
              <p14:xfrm>
                <a:off x="7160730" y="1744065"/>
                <a:ext cx="56160" cy="136080"/>
              </p14:xfrm>
            </p:contentPart>
          </mc:Choice>
          <mc:Fallback>
            <p:pic>
              <p:nvPicPr>
                <p:cNvPr id="15" name="Ink 14">
                  <a:extLst>
                    <a:ext uri="{FF2B5EF4-FFF2-40B4-BE49-F238E27FC236}">
                      <a16:creationId xmlns:a16="http://schemas.microsoft.com/office/drawing/2014/main" id="{83375056-7493-873A-0035-72ED075BB3E8}"/>
                    </a:ext>
                  </a:extLst>
                </p:cNvPr>
                <p:cNvPicPr/>
                <p:nvPr/>
              </p:nvPicPr>
              <p:blipFill>
                <a:blip r:embed="rId7"/>
                <a:stretch>
                  <a:fillRect/>
                </a:stretch>
              </p:blipFill>
              <p:spPr>
                <a:xfrm>
                  <a:off x="7154610" y="1737945"/>
                  <a:ext cx="6840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E3259CC9-0398-8E12-070B-2D1B16DB262D}"/>
                    </a:ext>
                  </a:extLst>
                </p14:cNvPr>
                <p14:cNvContentPartPr/>
                <p14:nvPr/>
              </p14:nvContentPartPr>
              <p14:xfrm>
                <a:off x="7268010" y="1701585"/>
                <a:ext cx="66600" cy="110520"/>
              </p14:xfrm>
            </p:contentPart>
          </mc:Choice>
          <mc:Fallback>
            <p:pic>
              <p:nvPicPr>
                <p:cNvPr id="16" name="Ink 15">
                  <a:extLst>
                    <a:ext uri="{FF2B5EF4-FFF2-40B4-BE49-F238E27FC236}">
                      <a16:creationId xmlns:a16="http://schemas.microsoft.com/office/drawing/2014/main" id="{E3259CC9-0398-8E12-070B-2D1B16DB262D}"/>
                    </a:ext>
                  </a:extLst>
                </p:cNvPr>
                <p:cNvPicPr/>
                <p:nvPr/>
              </p:nvPicPr>
              <p:blipFill>
                <a:blip r:embed="rId9"/>
                <a:stretch>
                  <a:fillRect/>
                </a:stretch>
              </p:blipFill>
              <p:spPr>
                <a:xfrm>
                  <a:off x="7261890" y="1695465"/>
                  <a:ext cx="7884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04247AB9-85CC-5D22-CD63-2D1FFA2C8306}"/>
                    </a:ext>
                  </a:extLst>
                </p14:cNvPr>
                <p14:cNvContentPartPr/>
                <p14:nvPr/>
              </p14:nvContentPartPr>
              <p14:xfrm>
                <a:off x="7390050" y="1666665"/>
                <a:ext cx="50760" cy="56520"/>
              </p14:xfrm>
            </p:contentPart>
          </mc:Choice>
          <mc:Fallback>
            <p:pic>
              <p:nvPicPr>
                <p:cNvPr id="17" name="Ink 16">
                  <a:extLst>
                    <a:ext uri="{FF2B5EF4-FFF2-40B4-BE49-F238E27FC236}">
                      <a16:creationId xmlns:a16="http://schemas.microsoft.com/office/drawing/2014/main" id="{04247AB9-85CC-5D22-CD63-2D1FFA2C8306}"/>
                    </a:ext>
                  </a:extLst>
                </p:cNvPr>
                <p:cNvPicPr/>
                <p:nvPr/>
              </p:nvPicPr>
              <p:blipFill>
                <a:blip r:embed="rId11"/>
                <a:stretch>
                  <a:fillRect/>
                </a:stretch>
              </p:blipFill>
              <p:spPr>
                <a:xfrm>
                  <a:off x="7383930" y="1660545"/>
                  <a:ext cx="6300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2776B508-8988-3A1F-90B2-E000179FB730}"/>
                    </a:ext>
                  </a:extLst>
                </p14:cNvPr>
                <p14:cNvContentPartPr/>
                <p14:nvPr/>
              </p14:nvContentPartPr>
              <p14:xfrm>
                <a:off x="7482210" y="1617705"/>
                <a:ext cx="30960" cy="69120"/>
              </p14:xfrm>
            </p:contentPart>
          </mc:Choice>
          <mc:Fallback>
            <p:pic>
              <p:nvPicPr>
                <p:cNvPr id="18" name="Ink 17">
                  <a:extLst>
                    <a:ext uri="{FF2B5EF4-FFF2-40B4-BE49-F238E27FC236}">
                      <a16:creationId xmlns:a16="http://schemas.microsoft.com/office/drawing/2014/main" id="{2776B508-8988-3A1F-90B2-E000179FB730}"/>
                    </a:ext>
                  </a:extLst>
                </p:cNvPr>
                <p:cNvPicPr/>
                <p:nvPr/>
              </p:nvPicPr>
              <p:blipFill>
                <a:blip r:embed="rId13"/>
                <a:stretch>
                  <a:fillRect/>
                </a:stretch>
              </p:blipFill>
              <p:spPr>
                <a:xfrm>
                  <a:off x="7476090" y="1611585"/>
                  <a:ext cx="4320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9" name="Ink 18">
                  <a:extLst>
                    <a:ext uri="{FF2B5EF4-FFF2-40B4-BE49-F238E27FC236}">
                      <a16:creationId xmlns:a16="http://schemas.microsoft.com/office/drawing/2014/main" id="{CD7DDF64-2871-81A7-2D74-90E141722494}"/>
                    </a:ext>
                  </a:extLst>
                </p14:cNvPr>
                <p14:cNvContentPartPr/>
                <p14:nvPr/>
              </p14:nvContentPartPr>
              <p14:xfrm>
                <a:off x="7535130" y="1530945"/>
                <a:ext cx="134280" cy="117720"/>
              </p14:xfrm>
            </p:contentPart>
          </mc:Choice>
          <mc:Fallback>
            <p:pic>
              <p:nvPicPr>
                <p:cNvPr id="19" name="Ink 18">
                  <a:extLst>
                    <a:ext uri="{FF2B5EF4-FFF2-40B4-BE49-F238E27FC236}">
                      <a16:creationId xmlns:a16="http://schemas.microsoft.com/office/drawing/2014/main" id="{CD7DDF64-2871-81A7-2D74-90E141722494}"/>
                    </a:ext>
                  </a:extLst>
                </p:cNvPr>
                <p:cNvPicPr/>
                <p:nvPr/>
              </p:nvPicPr>
              <p:blipFill>
                <a:blip r:embed="rId15"/>
                <a:stretch>
                  <a:fillRect/>
                </a:stretch>
              </p:blipFill>
              <p:spPr>
                <a:xfrm>
                  <a:off x="7529010" y="1524825"/>
                  <a:ext cx="14652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0" name="Ink 19">
                  <a:extLst>
                    <a:ext uri="{FF2B5EF4-FFF2-40B4-BE49-F238E27FC236}">
                      <a16:creationId xmlns:a16="http://schemas.microsoft.com/office/drawing/2014/main" id="{C20DFEDB-947F-7BFE-FFB7-77AE898EFDEA}"/>
                    </a:ext>
                  </a:extLst>
                </p14:cNvPr>
                <p14:cNvContentPartPr/>
                <p14:nvPr/>
              </p14:nvContentPartPr>
              <p14:xfrm>
                <a:off x="7663290" y="1496745"/>
                <a:ext cx="4320" cy="15120"/>
              </p14:xfrm>
            </p:contentPart>
          </mc:Choice>
          <mc:Fallback>
            <p:pic>
              <p:nvPicPr>
                <p:cNvPr id="20" name="Ink 19">
                  <a:extLst>
                    <a:ext uri="{FF2B5EF4-FFF2-40B4-BE49-F238E27FC236}">
                      <a16:creationId xmlns:a16="http://schemas.microsoft.com/office/drawing/2014/main" id="{C20DFEDB-947F-7BFE-FFB7-77AE898EFDEA}"/>
                    </a:ext>
                  </a:extLst>
                </p:cNvPr>
                <p:cNvPicPr/>
                <p:nvPr/>
              </p:nvPicPr>
              <p:blipFill>
                <a:blip r:embed="rId17"/>
                <a:stretch>
                  <a:fillRect/>
                </a:stretch>
              </p:blipFill>
              <p:spPr>
                <a:xfrm>
                  <a:off x="7657170" y="1490625"/>
                  <a:ext cx="1656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1" name="Ink 20">
                  <a:extLst>
                    <a:ext uri="{FF2B5EF4-FFF2-40B4-BE49-F238E27FC236}">
                      <a16:creationId xmlns:a16="http://schemas.microsoft.com/office/drawing/2014/main" id="{C2D11FAF-4490-0B03-43E2-E1F9E250DF86}"/>
                    </a:ext>
                  </a:extLst>
                </p14:cNvPr>
                <p14:cNvContentPartPr/>
                <p14:nvPr/>
              </p14:nvContentPartPr>
              <p14:xfrm>
                <a:off x="7690290" y="1524105"/>
                <a:ext cx="63000" cy="62280"/>
              </p14:xfrm>
            </p:contentPart>
          </mc:Choice>
          <mc:Fallback>
            <p:pic>
              <p:nvPicPr>
                <p:cNvPr id="21" name="Ink 20">
                  <a:extLst>
                    <a:ext uri="{FF2B5EF4-FFF2-40B4-BE49-F238E27FC236}">
                      <a16:creationId xmlns:a16="http://schemas.microsoft.com/office/drawing/2014/main" id="{C2D11FAF-4490-0B03-43E2-E1F9E250DF86}"/>
                    </a:ext>
                  </a:extLst>
                </p:cNvPr>
                <p:cNvPicPr/>
                <p:nvPr/>
              </p:nvPicPr>
              <p:blipFill>
                <a:blip r:embed="rId19"/>
                <a:stretch>
                  <a:fillRect/>
                </a:stretch>
              </p:blipFill>
              <p:spPr>
                <a:xfrm>
                  <a:off x="7684170" y="1517985"/>
                  <a:ext cx="7524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2" name="Ink 21">
                  <a:extLst>
                    <a:ext uri="{FF2B5EF4-FFF2-40B4-BE49-F238E27FC236}">
                      <a16:creationId xmlns:a16="http://schemas.microsoft.com/office/drawing/2014/main" id="{904BABB9-C234-DEA2-6B29-51D91FCFC60A}"/>
                    </a:ext>
                  </a:extLst>
                </p14:cNvPr>
                <p14:cNvContentPartPr/>
                <p14:nvPr/>
              </p14:nvContentPartPr>
              <p14:xfrm>
                <a:off x="7780290" y="1515465"/>
                <a:ext cx="46440" cy="10080"/>
              </p14:xfrm>
            </p:contentPart>
          </mc:Choice>
          <mc:Fallback>
            <p:pic>
              <p:nvPicPr>
                <p:cNvPr id="22" name="Ink 21">
                  <a:extLst>
                    <a:ext uri="{FF2B5EF4-FFF2-40B4-BE49-F238E27FC236}">
                      <a16:creationId xmlns:a16="http://schemas.microsoft.com/office/drawing/2014/main" id="{904BABB9-C234-DEA2-6B29-51D91FCFC60A}"/>
                    </a:ext>
                  </a:extLst>
                </p:cNvPr>
                <p:cNvPicPr/>
                <p:nvPr/>
              </p:nvPicPr>
              <p:blipFill>
                <a:blip r:embed="rId21"/>
                <a:stretch>
                  <a:fillRect/>
                </a:stretch>
              </p:blipFill>
              <p:spPr>
                <a:xfrm>
                  <a:off x="7774170" y="1509345"/>
                  <a:ext cx="58680" cy="22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33" name="Ink 32">
                <a:extLst>
                  <a:ext uri="{FF2B5EF4-FFF2-40B4-BE49-F238E27FC236}">
                    <a16:creationId xmlns:a16="http://schemas.microsoft.com/office/drawing/2014/main" id="{A4E3F723-E4EA-7073-3A00-166AE3B3AB4D}"/>
                  </a:ext>
                </a:extLst>
              </p14:cNvPr>
              <p14:cNvContentPartPr/>
              <p14:nvPr/>
            </p14:nvContentPartPr>
            <p14:xfrm>
              <a:off x="5750610" y="1934505"/>
              <a:ext cx="136080" cy="136800"/>
            </p14:xfrm>
          </p:contentPart>
        </mc:Choice>
        <mc:Fallback>
          <p:pic>
            <p:nvPicPr>
              <p:cNvPr id="33" name="Ink 32">
                <a:extLst>
                  <a:ext uri="{FF2B5EF4-FFF2-40B4-BE49-F238E27FC236}">
                    <a16:creationId xmlns:a16="http://schemas.microsoft.com/office/drawing/2014/main" id="{A4E3F723-E4EA-7073-3A00-166AE3B3AB4D}"/>
                  </a:ext>
                </a:extLst>
              </p:cNvPr>
              <p:cNvPicPr/>
              <p:nvPr/>
            </p:nvPicPr>
            <p:blipFill>
              <a:blip r:embed="rId23"/>
              <a:stretch>
                <a:fillRect/>
              </a:stretch>
            </p:blipFill>
            <p:spPr>
              <a:xfrm>
                <a:off x="5744490" y="1928385"/>
                <a:ext cx="148320" cy="149040"/>
              </a:xfrm>
              <a:prstGeom prst="rect">
                <a:avLst/>
              </a:prstGeom>
            </p:spPr>
          </p:pic>
        </mc:Fallback>
      </mc:AlternateContent>
      <p:grpSp>
        <p:nvGrpSpPr>
          <p:cNvPr id="53" name="Group 52">
            <a:extLst>
              <a:ext uri="{FF2B5EF4-FFF2-40B4-BE49-F238E27FC236}">
                <a16:creationId xmlns:a16="http://schemas.microsoft.com/office/drawing/2014/main" id="{07E20C97-CED4-2F3D-EEE5-1DE102550707}"/>
              </a:ext>
            </a:extLst>
          </p:cNvPr>
          <p:cNvGrpSpPr/>
          <p:nvPr/>
        </p:nvGrpSpPr>
        <p:grpSpPr>
          <a:xfrm>
            <a:off x="2737410" y="3635145"/>
            <a:ext cx="762120" cy="545400"/>
            <a:chOff x="2737410" y="3635145"/>
            <a:chExt cx="762120" cy="545400"/>
          </a:xfrm>
        </p:grpSpPr>
        <mc:AlternateContent xmlns:mc="http://schemas.openxmlformats.org/markup-compatibility/2006">
          <mc:Choice xmlns:p14="http://schemas.microsoft.com/office/powerpoint/2010/main" Requires="p14">
            <p:contentPart p14:bwMode="auto" r:id="rId24">
              <p14:nvContentPartPr>
                <p14:cNvPr id="45" name="Ink 44">
                  <a:extLst>
                    <a:ext uri="{FF2B5EF4-FFF2-40B4-BE49-F238E27FC236}">
                      <a16:creationId xmlns:a16="http://schemas.microsoft.com/office/drawing/2014/main" id="{ABDC0992-6731-D771-0880-68AACF2A45D8}"/>
                    </a:ext>
                  </a:extLst>
                </p14:cNvPr>
                <p14:cNvContentPartPr/>
                <p14:nvPr/>
              </p14:nvContentPartPr>
              <p14:xfrm>
                <a:off x="2743170" y="3635145"/>
                <a:ext cx="86400" cy="194040"/>
              </p14:xfrm>
            </p:contentPart>
          </mc:Choice>
          <mc:Fallback>
            <p:pic>
              <p:nvPicPr>
                <p:cNvPr id="45" name="Ink 44">
                  <a:extLst>
                    <a:ext uri="{FF2B5EF4-FFF2-40B4-BE49-F238E27FC236}">
                      <a16:creationId xmlns:a16="http://schemas.microsoft.com/office/drawing/2014/main" id="{ABDC0992-6731-D771-0880-68AACF2A45D8}"/>
                    </a:ext>
                  </a:extLst>
                </p:cNvPr>
                <p:cNvPicPr/>
                <p:nvPr/>
              </p:nvPicPr>
              <p:blipFill>
                <a:blip r:embed="rId25"/>
                <a:stretch>
                  <a:fillRect/>
                </a:stretch>
              </p:blipFill>
              <p:spPr>
                <a:xfrm>
                  <a:off x="2737050" y="3629025"/>
                  <a:ext cx="9864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46" name="Ink 45">
                  <a:extLst>
                    <a:ext uri="{FF2B5EF4-FFF2-40B4-BE49-F238E27FC236}">
                      <a16:creationId xmlns:a16="http://schemas.microsoft.com/office/drawing/2014/main" id="{70881F7D-B8A9-694E-0A0F-13FC48363C0B}"/>
                    </a:ext>
                  </a:extLst>
                </p14:cNvPr>
                <p14:cNvContentPartPr/>
                <p14:nvPr/>
              </p14:nvContentPartPr>
              <p14:xfrm>
                <a:off x="2737410" y="3796785"/>
                <a:ext cx="105480" cy="113760"/>
              </p14:xfrm>
            </p:contentPart>
          </mc:Choice>
          <mc:Fallback>
            <p:pic>
              <p:nvPicPr>
                <p:cNvPr id="46" name="Ink 45">
                  <a:extLst>
                    <a:ext uri="{FF2B5EF4-FFF2-40B4-BE49-F238E27FC236}">
                      <a16:creationId xmlns:a16="http://schemas.microsoft.com/office/drawing/2014/main" id="{70881F7D-B8A9-694E-0A0F-13FC48363C0B}"/>
                    </a:ext>
                  </a:extLst>
                </p:cNvPr>
                <p:cNvPicPr/>
                <p:nvPr/>
              </p:nvPicPr>
              <p:blipFill>
                <a:blip r:embed="rId27"/>
                <a:stretch>
                  <a:fillRect/>
                </a:stretch>
              </p:blipFill>
              <p:spPr>
                <a:xfrm>
                  <a:off x="2731290" y="3790665"/>
                  <a:ext cx="1177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8" name="Ink 47">
                  <a:extLst>
                    <a:ext uri="{FF2B5EF4-FFF2-40B4-BE49-F238E27FC236}">
                      <a16:creationId xmlns:a16="http://schemas.microsoft.com/office/drawing/2014/main" id="{2B6E499D-B3D5-515C-EAFC-86001EE59401}"/>
                    </a:ext>
                  </a:extLst>
                </p14:cNvPr>
                <p14:cNvContentPartPr/>
                <p14:nvPr/>
              </p14:nvContentPartPr>
              <p14:xfrm>
                <a:off x="2912010" y="3834225"/>
                <a:ext cx="117360" cy="236520"/>
              </p14:xfrm>
            </p:contentPart>
          </mc:Choice>
          <mc:Fallback>
            <p:pic>
              <p:nvPicPr>
                <p:cNvPr id="48" name="Ink 47">
                  <a:extLst>
                    <a:ext uri="{FF2B5EF4-FFF2-40B4-BE49-F238E27FC236}">
                      <a16:creationId xmlns:a16="http://schemas.microsoft.com/office/drawing/2014/main" id="{2B6E499D-B3D5-515C-EAFC-86001EE59401}"/>
                    </a:ext>
                  </a:extLst>
                </p:cNvPr>
                <p:cNvPicPr/>
                <p:nvPr/>
              </p:nvPicPr>
              <p:blipFill>
                <a:blip r:embed="rId29"/>
                <a:stretch>
                  <a:fillRect/>
                </a:stretch>
              </p:blipFill>
              <p:spPr>
                <a:xfrm>
                  <a:off x="2905890" y="3828105"/>
                  <a:ext cx="12960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9" name="Ink 48">
                  <a:extLst>
                    <a:ext uri="{FF2B5EF4-FFF2-40B4-BE49-F238E27FC236}">
                      <a16:creationId xmlns:a16="http://schemas.microsoft.com/office/drawing/2014/main" id="{C1493FF5-2498-0E1E-5672-5C54BE057166}"/>
                    </a:ext>
                  </a:extLst>
                </p14:cNvPr>
                <p14:cNvContentPartPr/>
                <p14:nvPr/>
              </p14:nvContentPartPr>
              <p14:xfrm>
                <a:off x="2959890" y="3964905"/>
                <a:ext cx="90360" cy="52560"/>
              </p14:xfrm>
            </p:contentPart>
          </mc:Choice>
          <mc:Fallback>
            <p:pic>
              <p:nvPicPr>
                <p:cNvPr id="49" name="Ink 48">
                  <a:extLst>
                    <a:ext uri="{FF2B5EF4-FFF2-40B4-BE49-F238E27FC236}">
                      <a16:creationId xmlns:a16="http://schemas.microsoft.com/office/drawing/2014/main" id="{C1493FF5-2498-0E1E-5672-5C54BE057166}"/>
                    </a:ext>
                  </a:extLst>
                </p:cNvPr>
                <p:cNvPicPr/>
                <p:nvPr/>
              </p:nvPicPr>
              <p:blipFill>
                <a:blip r:embed="rId31"/>
                <a:stretch>
                  <a:fillRect/>
                </a:stretch>
              </p:blipFill>
              <p:spPr>
                <a:xfrm>
                  <a:off x="2953770" y="3958785"/>
                  <a:ext cx="1026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50" name="Ink 49">
                  <a:extLst>
                    <a:ext uri="{FF2B5EF4-FFF2-40B4-BE49-F238E27FC236}">
                      <a16:creationId xmlns:a16="http://schemas.microsoft.com/office/drawing/2014/main" id="{565AE3D4-393D-317F-9BE5-22E8F7831A95}"/>
                    </a:ext>
                  </a:extLst>
                </p14:cNvPr>
                <p14:cNvContentPartPr/>
                <p14:nvPr/>
              </p14:nvContentPartPr>
              <p14:xfrm>
                <a:off x="3071130" y="3952665"/>
                <a:ext cx="111600" cy="227880"/>
              </p14:xfrm>
            </p:contentPart>
          </mc:Choice>
          <mc:Fallback>
            <p:pic>
              <p:nvPicPr>
                <p:cNvPr id="50" name="Ink 49">
                  <a:extLst>
                    <a:ext uri="{FF2B5EF4-FFF2-40B4-BE49-F238E27FC236}">
                      <a16:creationId xmlns:a16="http://schemas.microsoft.com/office/drawing/2014/main" id="{565AE3D4-393D-317F-9BE5-22E8F7831A95}"/>
                    </a:ext>
                  </a:extLst>
                </p:cNvPr>
                <p:cNvPicPr/>
                <p:nvPr/>
              </p:nvPicPr>
              <p:blipFill>
                <a:blip r:embed="rId33"/>
                <a:stretch>
                  <a:fillRect/>
                </a:stretch>
              </p:blipFill>
              <p:spPr>
                <a:xfrm>
                  <a:off x="3065010" y="3946545"/>
                  <a:ext cx="12384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51" name="Ink 50">
                  <a:extLst>
                    <a:ext uri="{FF2B5EF4-FFF2-40B4-BE49-F238E27FC236}">
                      <a16:creationId xmlns:a16="http://schemas.microsoft.com/office/drawing/2014/main" id="{459030A7-C2A7-D086-A8C8-B8F6C13939BC}"/>
                    </a:ext>
                  </a:extLst>
                </p14:cNvPr>
                <p14:cNvContentPartPr/>
                <p14:nvPr/>
              </p14:nvContentPartPr>
              <p14:xfrm>
                <a:off x="3184530" y="3910905"/>
                <a:ext cx="266040" cy="239760"/>
              </p14:xfrm>
            </p:contentPart>
          </mc:Choice>
          <mc:Fallback>
            <p:pic>
              <p:nvPicPr>
                <p:cNvPr id="51" name="Ink 50">
                  <a:extLst>
                    <a:ext uri="{FF2B5EF4-FFF2-40B4-BE49-F238E27FC236}">
                      <a16:creationId xmlns:a16="http://schemas.microsoft.com/office/drawing/2014/main" id="{459030A7-C2A7-D086-A8C8-B8F6C13939BC}"/>
                    </a:ext>
                  </a:extLst>
                </p:cNvPr>
                <p:cNvPicPr/>
                <p:nvPr/>
              </p:nvPicPr>
              <p:blipFill>
                <a:blip r:embed="rId35"/>
                <a:stretch>
                  <a:fillRect/>
                </a:stretch>
              </p:blipFill>
              <p:spPr>
                <a:xfrm>
                  <a:off x="3178410" y="3904785"/>
                  <a:ext cx="27828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2" name="Ink 51">
                  <a:extLst>
                    <a:ext uri="{FF2B5EF4-FFF2-40B4-BE49-F238E27FC236}">
                      <a16:creationId xmlns:a16="http://schemas.microsoft.com/office/drawing/2014/main" id="{0BDF67B1-D882-56FF-79A7-AD39FCEEC490}"/>
                    </a:ext>
                  </a:extLst>
                </p14:cNvPr>
                <p14:cNvContentPartPr/>
                <p14:nvPr/>
              </p14:nvContentPartPr>
              <p14:xfrm>
                <a:off x="3447690" y="3913785"/>
                <a:ext cx="51840" cy="80640"/>
              </p14:xfrm>
            </p:contentPart>
          </mc:Choice>
          <mc:Fallback>
            <p:pic>
              <p:nvPicPr>
                <p:cNvPr id="52" name="Ink 51">
                  <a:extLst>
                    <a:ext uri="{FF2B5EF4-FFF2-40B4-BE49-F238E27FC236}">
                      <a16:creationId xmlns:a16="http://schemas.microsoft.com/office/drawing/2014/main" id="{0BDF67B1-D882-56FF-79A7-AD39FCEEC490}"/>
                    </a:ext>
                  </a:extLst>
                </p:cNvPr>
                <p:cNvPicPr/>
                <p:nvPr/>
              </p:nvPicPr>
              <p:blipFill>
                <a:blip r:embed="rId37"/>
                <a:stretch>
                  <a:fillRect/>
                </a:stretch>
              </p:blipFill>
              <p:spPr>
                <a:xfrm>
                  <a:off x="3441570" y="3907665"/>
                  <a:ext cx="64080" cy="92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8">
            <p14:nvContentPartPr>
              <p14:cNvPr id="5" name="Ink 4">
                <a:extLst>
                  <a:ext uri="{FF2B5EF4-FFF2-40B4-BE49-F238E27FC236}">
                    <a16:creationId xmlns:a16="http://schemas.microsoft.com/office/drawing/2014/main" id="{0966874E-0B0B-A949-199E-8A365036F346}"/>
                  </a:ext>
                </a:extLst>
              </p14:cNvPr>
              <p14:cNvContentPartPr/>
              <p14:nvPr/>
            </p14:nvContentPartPr>
            <p14:xfrm>
              <a:off x="7033290" y="2149425"/>
              <a:ext cx="192240" cy="681480"/>
            </p14:xfrm>
          </p:contentPart>
        </mc:Choice>
        <mc:Fallback>
          <p:pic>
            <p:nvPicPr>
              <p:cNvPr id="5" name="Ink 4">
                <a:extLst>
                  <a:ext uri="{FF2B5EF4-FFF2-40B4-BE49-F238E27FC236}">
                    <a16:creationId xmlns:a16="http://schemas.microsoft.com/office/drawing/2014/main" id="{0966874E-0B0B-A949-199E-8A365036F346}"/>
                  </a:ext>
                </a:extLst>
              </p:cNvPr>
              <p:cNvPicPr/>
              <p:nvPr/>
            </p:nvPicPr>
            <p:blipFill>
              <a:blip r:embed="rId39"/>
              <a:stretch>
                <a:fillRect/>
              </a:stretch>
            </p:blipFill>
            <p:spPr>
              <a:xfrm>
                <a:off x="7027170" y="2143305"/>
                <a:ext cx="204480" cy="6937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1" name="Ink 10">
                <a:extLst>
                  <a:ext uri="{FF2B5EF4-FFF2-40B4-BE49-F238E27FC236}">
                    <a16:creationId xmlns:a16="http://schemas.microsoft.com/office/drawing/2014/main" id="{B255F63D-4BD1-5FE7-46DE-4699E312049D}"/>
                  </a:ext>
                </a:extLst>
              </p14:cNvPr>
              <p14:cNvContentPartPr/>
              <p14:nvPr/>
            </p14:nvContentPartPr>
            <p14:xfrm>
              <a:off x="6620730" y="2059065"/>
              <a:ext cx="149760" cy="269640"/>
            </p14:xfrm>
          </p:contentPart>
        </mc:Choice>
        <mc:Fallback>
          <p:pic>
            <p:nvPicPr>
              <p:cNvPr id="11" name="Ink 10">
                <a:extLst>
                  <a:ext uri="{FF2B5EF4-FFF2-40B4-BE49-F238E27FC236}">
                    <a16:creationId xmlns:a16="http://schemas.microsoft.com/office/drawing/2014/main" id="{B255F63D-4BD1-5FE7-46DE-4699E312049D}"/>
                  </a:ext>
                </a:extLst>
              </p:cNvPr>
              <p:cNvPicPr/>
              <p:nvPr/>
            </p:nvPicPr>
            <p:blipFill>
              <a:blip r:embed="rId41"/>
              <a:stretch>
                <a:fillRect/>
              </a:stretch>
            </p:blipFill>
            <p:spPr>
              <a:xfrm>
                <a:off x="6614610" y="2052945"/>
                <a:ext cx="16200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2" name="Ink 11">
                <a:extLst>
                  <a:ext uri="{FF2B5EF4-FFF2-40B4-BE49-F238E27FC236}">
                    <a16:creationId xmlns:a16="http://schemas.microsoft.com/office/drawing/2014/main" id="{39FFBC62-656C-8FCE-5963-FB9F4A39005C}"/>
                  </a:ext>
                </a:extLst>
              </p14:cNvPr>
              <p14:cNvContentPartPr/>
              <p14:nvPr/>
            </p14:nvContentPartPr>
            <p14:xfrm>
              <a:off x="6614610" y="2287305"/>
              <a:ext cx="64080" cy="50760"/>
            </p14:xfrm>
          </p:contentPart>
        </mc:Choice>
        <mc:Fallback>
          <p:pic>
            <p:nvPicPr>
              <p:cNvPr id="12" name="Ink 11">
                <a:extLst>
                  <a:ext uri="{FF2B5EF4-FFF2-40B4-BE49-F238E27FC236}">
                    <a16:creationId xmlns:a16="http://schemas.microsoft.com/office/drawing/2014/main" id="{39FFBC62-656C-8FCE-5963-FB9F4A39005C}"/>
                  </a:ext>
                </a:extLst>
              </p:cNvPr>
              <p:cNvPicPr/>
              <p:nvPr/>
            </p:nvPicPr>
            <p:blipFill>
              <a:blip r:embed="rId43"/>
              <a:stretch>
                <a:fillRect/>
              </a:stretch>
            </p:blipFill>
            <p:spPr>
              <a:xfrm>
                <a:off x="6608490" y="2281185"/>
                <a:ext cx="7632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3" name="Ink 22">
                <a:extLst>
                  <a:ext uri="{FF2B5EF4-FFF2-40B4-BE49-F238E27FC236}">
                    <a16:creationId xmlns:a16="http://schemas.microsoft.com/office/drawing/2014/main" id="{34010FC6-F689-4017-5D00-60A5C70071D3}"/>
                  </a:ext>
                </a:extLst>
              </p14:cNvPr>
              <p14:cNvContentPartPr/>
              <p14:nvPr/>
            </p14:nvContentPartPr>
            <p14:xfrm>
              <a:off x="6744570" y="2815065"/>
              <a:ext cx="99720" cy="91080"/>
            </p14:xfrm>
          </p:contentPart>
        </mc:Choice>
        <mc:Fallback>
          <p:pic>
            <p:nvPicPr>
              <p:cNvPr id="23" name="Ink 22">
                <a:extLst>
                  <a:ext uri="{FF2B5EF4-FFF2-40B4-BE49-F238E27FC236}">
                    <a16:creationId xmlns:a16="http://schemas.microsoft.com/office/drawing/2014/main" id="{34010FC6-F689-4017-5D00-60A5C70071D3}"/>
                  </a:ext>
                </a:extLst>
              </p:cNvPr>
              <p:cNvPicPr/>
              <p:nvPr/>
            </p:nvPicPr>
            <p:blipFill>
              <a:blip r:embed="rId45"/>
              <a:stretch>
                <a:fillRect/>
              </a:stretch>
            </p:blipFill>
            <p:spPr>
              <a:xfrm>
                <a:off x="6738450" y="2808945"/>
                <a:ext cx="11196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4" name="Ink 23">
                <a:extLst>
                  <a:ext uri="{FF2B5EF4-FFF2-40B4-BE49-F238E27FC236}">
                    <a16:creationId xmlns:a16="http://schemas.microsoft.com/office/drawing/2014/main" id="{E02382CC-43C1-FDE1-EAE7-BA3900D7739B}"/>
                  </a:ext>
                </a:extLst>
              </p14:cNvPr>
              <p14:cNvContentPartPr/>
              <p14:nvPr/>
            </p14:nvContentPartPr>
            <p14:xfrm>
              <a:off x="6721890" y="2805345"/>
              <a:ext cx="91800" cy="75600"/>
            </p14:xfrm>
          </p:contentPart>
        </mc:Choice>
        <mc:Fallback>
          <p:pic>
            <p:nvPicPr>
              <p:cNvPr id="24" name="Ink 23">
                <a:extLst>
                  <a:ext uri="{FF2B5EF4-FFF2-40B4-BE49-F238E27FC236}">
                    <a16:creationId xmlns:a16="http://schemas.microsoft.com/office/drawing/2014/main" id="{E02382CC-43C1-FDE1-EAE7-BA3900D7739B}"/>
                  </a:ext>
                </a:extLst>
              </p:cNvPr>
              <p:cNvPicPr/>
              <p:nvPr/>
            </p:nvPicPr>
            <p:blipFill>
              <a:blip r:embed="rId47"/>
              <a:stretch>
                <a:fillRect/>
              </a:stretch>
            </p:blipFill>
            <p:spPr>
              <a:xfrm>
                <a:off x="6715770" y="2799225"/>
                <a:ext cx="10404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0BE8E786-74C4-B790-A16B-92058BE9237C}"/>
                  </a:ext>
                </a:extLst>
              </p14:cNvPr>
              <p14:cNvContentPartPr/>
              <p14:nvPr/>
            </p14:nvContentPartPr>
            <p14:xfrm>
              <a:off x="6980010" y="2857185"/>
              <a:ext cx="76320" cy="192240"/>
            </p14:xfrm>
          </p:contentPart>
        </mc:Choice>
        <mc:Fallback>
          <p:pic>
            <p:nvPicPr>
              <p:cNvPr id="28" name="Ink 27">
                <a:extLst>
                  <a:ext uri="{FF2B5EF4-FFF2-40B4-BE49-F238E27FC236}">
                    <a16:creationId xmlns:a16="http://schemas.microsoft.com/office/drawing/2014/main" id="{0BE8E786-74C4-B790-A16B-92058BE9237C}"/>
                  </a:ext>
                </a:extLst>
              </p:cNvPr>
              <p:cNvPicPr/>
              <p:nvPr/>
            </p:nvPicPr>
            <p:blipFill>
              <a:blip r:embed="rId49"/>
              <a:stretch>
                <a:fillRect/>
              </a:stretch>
            </p:blipFill>
            <p:spPr>
              <a:xfrm>
                <a:off x="6973890" y="2851065"/>
                <a:ext cx="8856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E6DB1F80-AF33-D4E8-E7BF-03C21279B6B6}"/>
                  </a:ext>
                </a:extLst>
              </p14:cNvPr>
              <p14:cNvContentPartPr/>
              <p14:nvPr/>
            </p14:nvContentPartPr>
            <p14:xfrm>
              <a:off x="7077210" y="2955825"/>
              <a:ext cx="196200" cy="122040"/>
            </p14:xfrm>
          </p:contentPart>
        </mc:Choice>
        <mc:Fallback>
          <p:pic>
            <p:nvPicPr>
              <p:cNvPr id="29" name="Ink 28">
                <a:extLst>
                  <a:ext uri="{FF2B5EF4-FFF2-40B4-BE49-F238E27FC236}">
                    <a16:creationId xmlns:a16="http://schemas.microsoft.com/office/drawing/2014/main" id="{E6DB1F80-AF33-D4E8-E7BF-03C21279B6B6}"/>
                  </a:ext>
                </a:extLst>
              </p:cNvPr>
              <p:cNvPicPr/>
              <p:nvPr/>
            </p:nvPicPr>
            <p:blipFill>
              <a:blip r:embed="rId51"/>
              <a:stretch>
                <a:fillRect/>
              </a:stretch>
            </p:blipFill>
            <p:spPr>
              <a:xfrm>
                <a:off x="7071090" y="2949705"/>
                <a:ext cx="20844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A5A6A7C9-A5D4-88F2-F747-EAC786D6A866}"/>
                  </a:ext>
                </a:extLst>
              </p14:cNvPr>
              <p14:cNvContentPartPr/>
              <p14:nvPr/>
            </p14:nvContentPartPr>
            <p14:xfrm>
              <a:off x="7300410" y="2811105"/>
              <a:ext cx="383040" cy="200520"/>
            </p14:xfrm>
          </p:contentPart>
        </mc:Choice>
        <mc:Fallback>
          <p:pic>
            <p:nvPicPr>
              <p:cNvPr id="30" name="Ink 29">
                <a:extLst>
                  <a:ext uri="{FF2B5EF4-FFF2-40B4-BE49-F238E27FC236}">
                    <a16:creationId xmlns:a16="http://schemas.microsoft.com/office/drawing/2014/main" id="{A5A6A7C9-A5D4-88F2-F747-EAC786D6A866}"/>
                  </a:ext>
                </a:extLst>
              </p:cNvPr>
              <p:cNvPicPr/>
              <p:nvPr/>
            </p:nvPicPr>
            <p:blipFill>
              <a:blip r:embed="rId53"/>
              <a:stretch>
                <a:fillRect/>
              </a:stretch>
            </p:blipFill>
            <p:spPr>
              <a:xfrm>
                <a:off x="7294290" y="2804985"/>
                <a:ext cx="39528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D7A3C6AA-34F8-1891-886A-029ECFDA8F2A}"/>
                  </a:ext>
                </a:extLst>
              </p14:cNvPr>
              <p14:cNvContentPartPr/>
              <p14:nvPr/>
            </p14:nvContentPartPr>
            <p14:xfrm>
              <a:off x="7733130" y="2807505"/>
              <a:ext cx="13320" cy="5040"/>
            </p14:xfrm>
          </p:contentPart>
        </mc:Choice>
        <mc:Fallback>
          <p:pic>
            <p:nvPicPr>
              <p:cNvPr id="31" name="Ink 30">
                <a:extLst>
                  <a:ext uri="{FF2B5EF4-FFF2-40B4-BE49-F238E27FC236}">
                    <a16:creationId xmlns:a16="http://schemas.microsoft.com/office/drawing/2014/main" id="{D7A3C6AA-34F8-1891-886A-029ECFDA8F2A}"/>
                  </a:ext>
                </a:extLst>
              </p:cNvPr>
              <p:cNvPicPr/>
              <p:nvPr/>
            </p:nvPicPr>
            <p:blipFill>
              <a:blip r:embed="rId55"/>
              <a:stretch>
                <a:fillRect/>
              </a:stretch>
            </p:blipFill>
            <p:spPr>
              <a:xfrm>
                <a:off x="7727010" y="2801385"/>
                <a:ext cx="2556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4" name="Ink 53">
                <a:extLst>
                  <a:ext uri="{FF2B5EF4-FFF2-40B4-BE49-F238E27FC236}">
                    <a16:creationId xmlns:a16="http://schemas.microsoft.com/office/drawing/2014/main" id="{66D05027-BA55-2293-A09A-E92CF4FB927D}"/>
                  </a:ext>
                </a:extLst>
              </p14:cNvPr>
              <p14:cNvContentPartPr/>
              <p14:nvPr/>
            </p14:nvContentPartPr>
            <p14:xfrm>
              <a:off x="6903690" y="2654505"/>
              <a:ext cx="1684080" cy="84600"/>
            </p14:xfrm>
          </p:contentPart>
        </mc:Choice>
        <mc:Fallback>
          <p:pic>
            <p:nvPicPr>
              <p:cNvPr id="54" name="Ink 53">
                <a:extLst>
                  <a:ext uri="{FF2B5EF4-FFF2-40B4-BE49-F238E27FC236}">
                    <a16:creationId xmlns:a16="http://schemas.microsoft.com/office/drawing/2014/main" id="{66D05027-BA55-2293-A09A-E92CF4FB927D}"/>
                  </a:ext>
                </a:extLst>
              </p:cNvPr>
              <p:cNvPicPr/>
              <p:nvPr/>
            </p:nvPicPr>
            <p:blipFill>
              <a:blip r:embed="rId57"/>
              <a:stretch>
                <a:fillRect/>
              </a:stretch>
            </p:blipFill>
            <p:spPr>
              <a:xfrm>
                <a:off x="6897570" y="2648385"/>
                <a:ext cx="169632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6" name="Ink 55">
                <a:extLst>
                  <a:ext uri="{FF2B5EF4-FFF2-40B4-BE49-F238E27FC236}">
                    <a16:creationId xmlns:a16="http://schemas.microsoft.com/office/drawing/2014/main" id="{4831D4EB-4742-9E87-DAAB-8128B1C2F3CC}"/>
                  </a:ext>
                </a:extLst>
              </p14:cNvPr>
              <p14:cNvContentPartPr/>
              <p14:nvPr/>
            </p14:nvContentPartPr>
            <p14:xfrm>
              <a:off x="8756970" y="2526705"/>
              <a:ext cx="199800" cy="257760"/>
            </p14:xfrm>
          </p:contentPart>
        </mc:Choice>
        <mc:Fallback>
          <p:pic>
            <p:nvPicPr>
              <p:cNvPr id="56" name="Ink 55">
                <a:extLst>
                  <a:ext uri="{FF2B5EF4-FFF2-40B4-BE49-F238E27FC236}">
                    <a16:creationId xmlns:a16="http://schemas.microsoft.com/office/drawing/2014/main" id="{4831D4EB-4742-9E87-DAAB-8128B1C2F3CC}"/>
                  </a:ext>
                </a:extLst>
              </p:cNvPr>
              <p:cNvPicPr/>
              <p:nvPr/>
            </p:nvPicPr>
            <p:blipFill>
              <a:blip r:embed="rId59"/>
              <a:stretch>
                <a:fillRect/>
              </a:stretch>
            </p:blipFill>
            <p:spPr>
              <a:xfrm>
                <a:off x="8750850" y="2520585"/>
                <a:ext cx="21204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7" name="Ink 56">
                <a:extLst>
                  <a:ext uri="{FF2B5EF4-FFF2-40B4-BE49-F238E27FC236}">
                    <a16:creationId xmlns:a16="http://schemas.microsoft.com/office/drawing/2014/main" id="{323CC55C-C8DB-7255-BA56-B298D04C94ED}"/>
                  </a:ext>
                </a:extLst>
              </p14:cNvPr>
              <p14:cNvContentPartPr/>
              <p14:nvPr/>
            </p14:nvContentPartPr>
            <p14:xfrm>
              <a:off x="9025170" y="2610945"/>
              <a:ext cx="201600" cy="264240"/>
            </p14:xfrm>
          </p:contentPart>
        </mc:Choice>
        <mc:Fallback>
          <p:pic>
            <p:nvPicPr>
              <p:cNvPr id="57" name="Ink 56">
                <a:extLst>
                  <a:ext uri="{FF2B5EF4-FFF2-40B4-BE49-F238E27FC236}">
                    <a16:creationId xmlns:a16="http://schemas.microsoft.com/office/drawing/2014/main" id="{323CC55C-C8DB-7255-BA56-B298D04C94ED}"/>
                  </a:ext>
                </a:extLst>
              </p:cNvPr>
              <p:cNvPicPr/>
              <p:nvPr/>
            </p:nvPicPr>
            <p:blipFill>
              <a:blip r:embed="rId61"/>
              <a:stretch>
                <a:fillRect/>
              </a:stretch>
            </p:blipFill>
            <p:spPr>
              <a:xfrm>
                <a:off x="9019050" y="2604825"/>
                <a:ext cx="21384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8" name="Ink 57">
                <a:extLst>
                  <a:ext uri="{FF2B5EF4-FFF2-40B4-BE49-F238E27FC236}">
                    <a16:creationId xmlns:a16="http://schemas.microsoft.com/office/drawing/2014/main" id="{18B4D2BB-24E6-B02C-1AD8-E542D6AFBCC6}"/>
                  </a:ext>
                </a:extLst>
              </p14:cNvPr>
              <p14:cNvContentPartPr/>
              <p14:nvPr/>
            </p14:nvContentPartPr>
            <p14:xfrm>
              <a:off x="9303450" y="2556585"/>
              <a:ext cx="250560" cy="151560"/>
            </p14:xfrm>
          </p:contentPart>
        </mc:Choice>
        <mc:Fallback>
          <p:pic>
            <p:nvPicPr>
              <p:cNvPr id="58" name="Ink 57">
                <a:extLst>
                  <a:ext uri="{FF2B5EF4-FFF2-40B4-BE49-F238E27FC236}">
                    <a16:creationId xmlns:a16="http://schemas.microsoft.com/office/drawing/2014/main" id="{18B4D2BB-24E6-B02C-1AD8-E542D6AFBCC6}"/>
                  </a:ext>
                </a:extLst>
              </p:cNvPr>
              <p:cNvPicPr/>
              <p:nvPr/>
            </p:nvPicPr>
            <p:blipFill>
              <a:blip r:embed="rId63"/>
              <a:stretch>
                <a:fillRect/>
              </a:stretch>
            </p:blipFill>
            <p:spPr>
              <a:xfrm>
                <a:off x="9297330" y="2550465"/>
                <a:ext cx="2628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9" name="Ink 58">
                <a:extLst>
                  <a:ext uri="{FF2B5EF4-FFF2-40B4-BE49-F238E27FC236}">
                    <a16:creationId xmlns:a16="http://schemas.microsoft.com/office/drawing/2014/main" id="{60A5BECE-779E-EF2D-9CF3-9D6E4A75965B}"/>
                  </a:ext>
                </a:extLst>
              </p14:cNvPr>
              <p14:cNvContentPartPr/>
              <p14:nvPr/>
            </p14:nvContentPartPr>
            <p14:xfrm>
              <a:off x="9592890" y="2563785"/>
              <a:ext cx="1800" cy="5400"/>
            </p14:xfrm>
          </p:contentPart>
        </mc:Choice>
        <mc:Fallback>
          <p:pic>
            <p:nvPicPr>
              <p:cNvPr id="59" name="Ink 58">
                <a:extLst>
                  <a:ext uri="{FF2B5EF4-FFF2-40B4-BE49-F238E27FC236}">
                    <a16:creationId xmlns:a16="http://schemas.microsoft.com/office/drawing/2014/main" id="{60A5BECE-779E-EF2D-9CF3-9D6E4A75965B}"/>
                  </a:ext>
                </a:extLst>
              </p:cNvPr>
              <p:cNvPicPr/>
              <p:nvPr/>
            </p:nvPicPr>
            <p:blipFill>
              <a:blip r:embed="rId65"/>
              <a:stretch>
                <a:fillRect/>
              </a:stretch>
            </p:blipFill>
            <p:spPr>
              <a:xfrm>
                <a:off x="9586770" y="2557665"/>
                <a:ext cx="1404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0" name="Ink 59">
                <a:extLst>
                  <a:ext uri="{FF2B5EF4-FFF2-40B4-BE49-F238E27FC236}">
                    <a16:creationId xmlns:a16="http://schemas.microsoft.com/office/drawing/2014/main" id="{F6BB9D71-4EF0-2CC1-7AA4-19129823422E}"/>
                  </a:ext>
                </a:extLst>
              </p14:cNvPr>
              <p14:cNvContentPartPr/>
              <p14:nvPr/>
            </p14:nvContentPartPr>
            <p14:xfrm>
              <a:off x="9596130" y="2590785"/>
              <a:ext cx="164880" cy="113040"/>
            </p14:xfrm>
          </p:contentPart>
        </mc:Choice>
        <mc:Fallback>
          <p:pic>
            <p:nvPicPr>
              <p:cNvPr id="60" name="Ink 59">
                <a:extLst>
                  <a:ext uri="{FF2B5EF4-FFF2-40B4-BE49-F238E27FC236}">
                    <a16:creationId xmlns:a16="http://schemas.microsoft.com/office/drawing/2014/main" id="{F6BB9D71-4EF0-2CC1-7AA4-19129823422E}"/>
                  </a:ext>
                </a:extLst>
              </p:cNvPr>
              <p:cNvPicPr/>
              <p:nvPr/>
            </p:nvPicPr>
            <p:blipFill>
              <a:blip r:embed="rId67"/>
              <a:stretch>
                <a:fillRect/>
              </a:stretch>
            </p:blipFill>
            <p:spPr>
              <a:xfrm>
                <a:off x="9590010" y="2584665"/>
                <a:ext cx="1771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2" name="Ink 61">
                <a:extLst>
                  <a:ext uri="{FF2B5EF4-FFF2-40B4-BE49-F238E27FC236}">
                    <a16:creationId xmlns:a16="http://schemas.microsoft.com/office/drawing/2014/main" id="{52E4BE4E-59EA-A285-5B7C-27D28E991355}"/>
                  </a:ext>
                </a:extLst>
              </p14:cNvPr>
              <p14:cNvContentPartPr/>
              <p14:nvPr/>
            </p14:nvContentPartPr>
            <p14:xfrm>
              <a:off x="9328290" y="2870865"/>
              <a:ext cx="410400" cy="111240"/>
            </p14:xfrm>
          </p:contentPart>
        </mc:Choice>
        <mc:Fallback>
          <p:pic>
            <p:nvPicPr>
              <p:cNvPr id="62" name="Ink 61">
                <a:extLst>
                  <a:ext uri="{FF2B5EF4-FFF2-40B4-BE49-F238E27FC236}">
                    <a16:creationId xmlns:a16="http://schemas.microsoft.com/office/drawing/2014/main" id="{52E4BE4E-59EA-A285-5B7C-27D28E991355}"/>
                  </a:ext>
                </a:extLst>
              </p:cNvPr>
              <p:cNvPicPr/>
              <p:nvPr/>
            </p:nvPicPr>
            <p:blipFill>
              <a:blip r:embed="rId69"/>
              <a:stretch>
                <a:fillRect/>
              </a:stretch>
            </p:blipFill>
            <p:spPr>
              <a:xfrm>
                <a:off x="9322170" y="2864745"/>
                <a:ext cx="42264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3" name="Ink 62">
                <a:extLst>
                  <a:ext uri="{FF2B5EF4-FFF2-40B4-BE49-F238E27FC236}">
                    <a16:creationId xmlns:a16="http://schemas.microsoft.com/office/drawing/2014/main" id="{998B6713-256F-E9D6-308F-8B902F03FCE7}"/>
                  </a:ext>
                </a:extLst>
              </p14:cNvPr>
              <p14:cNvContentPartPr/>
              <p14:nvPr/>
            </p14:nvContentPartPr>
            <p14:xfrm>
              <a:off x="9748770" y="2840985"/>
              <a:ext cx="121320" cy="63000"/>
            </p14:xfrm>
          </p:contentPart>
        </mc:Choice>
        <mc:Fallback>
          <p:pic>
            <p:nvPicPr>
              <p:cNvPr id="63" name="Ink 62">
                <a:extLst>
                  <a:ext uri="{FF2B5EF4-FFF2-40B4-BE49-F238E27FC236}">
                    <a16:creationId xmlns:a16="http://schemas.microsoft.com/office/drawing/2014/main" id="{998B6713-256F-E9D6-308F-8B902F03FCE7}"/>
                  </a:ext>
                </a:extLst>
              </p:cNvPr>
              <p:cNvPicPr/>
              <p:nvPr/>
            </p:nvPicPr>
            <p:blipFill>
              <a:blip r:embed="rId71"/>
              <a:stretch>
                <a:fillRect/>
              </a:stretch>
            </p:blipFill>
            <p:spPr>
              <a:xfrm>
                <a:off x="9742650" y="2834865"/>
                <a:ext cx="13356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4" name="Ink 63">
                <a:extLst>
                  <a:ext uri="{FF2B5EF4-FFF2-40B4-BE49-F238E27FC236}">
                    <a16:creationId xmlns:a16="http://schemas.microsoft.com/office/drawing/2014/main" id="{EE9D83A5-CC9A-80F8-297C-FC2523787777}"/>
                  </a:ext>
                </a:extLst>
              </p14:cNvPr>
              <p14:cNvContentPartPr/>
              <p14:nvPr/>
            </p14:nvContentPartPr>
            <p14:xfrm>
              <a:off x="9889170" y="2758905"/>
              <a:ext cx="163440" cy="120600"/>
            </p14:xfrm>
          </p:contentPart>
        </mc:Choice>
        <mc:Fallback>
          <p:pic>
            <p:nvPicPr>
              <p:cNvPr id="64" name="Ink 63">
                <a:extLst>
                  <a:ext uri="{FF2B5EF4-FFF2-40B4-BE49-F238E27FC236}">
                    <a16:creationId xmlns:a16="http://schemas.microsoft.com/office/drawing/2014/main" id="{EE9D83A5-CC9A-80F8-297C-FC2523787777}"/>
                  </a:ext>
                </a:extLst>
              </p:cNvPr>
              <p:cNvPicPr/>
              <p:nvPr/>
            </p:nvPicPr>
            <p:blipFill>
              <a:blip r:embed="rId73"/>
              <a:stretch>
                <a:fillRect/>
              </a:stretch>
            </p:blipFill>
            <p:spPr>
              <a:xfrm>
                <a:off x="9883050" y="2752785"/>
                <a:ext cx="17568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5" name="Ink 64">
                <a:extLst>
                  <a:ext uri="{FF2B5EF4-FFF2-40B4-BE49-F238E27FC236}">
                    <a16:creationId xmlns:a16="http://schemas.microsoft.com/office/drawing/2014/main" id="{0A331698-2D7E-BEC2-2547-48D6813D79AE}"/>
                  </a:ext>
                </a:extLst>
              </p14:cNvPr>
              <p14:cNvContentPartPr/>
              <p14:nvPr/>
            </p14:nvContentPartPr>
            <p14:xfrm>
              <a:off x="10045050" y="2843145"/>
              <a:ext cx="63720" cy="31320"/>
            </p14:xfrm>
          </p:contentPart>
        </mc:Choice>
        <mc:Fallback>
          <p:pic>
            <p:nvPicPr>
              <p:cNvPr id="65" name="Ink 64">
                <a:extLst>
                  <a:ext uri="{FF2B5EF4-FFF2-40B4-BE49-F238E27FC236}">
                    <a16:creationId xmlns:a16="http://schemas.microsoft.com/office/drawing/2014/main" id="{0A331698-2D7E-BEC2-2547-48D6813D79AE}"/>
                  </a:ext>
                </a:extLst>
              </p:cNvPr>
              <p:cNvPicPr/>
              <p:nvPr/>
            </p:nvPicPr>
            <p:blipFill>
              <a:blip r:embed="rId75"/>
              <a:stretch>
                <a:fillRect/>
              </a:stretch>
            </p:blipFill>
            <p:spPr>
              <a:xfrm>
                <a:off x="10038930" y="2837025"/>
                <a:ext cx="75960" cy="43560"/>
              </a:xfrm>
              <a:prstGeom prst="rect">
                <a:avLst/>
              </a:prstGeom>
            </p:spPr>
          </p:pic>
        </mc:Fallback>
      </mc:AlternateContent>
      <p:grpSp>
        <p:nvGrpSpPr>
          <p:cNvPr id="69" name="Group 68">
            <a:extLst>
              <a:ext uri="{FF2B5EF4-FFF2-40B4-BE49-F238E27FC236}">
                <a16:creationId xmlns:a16="http://schemas.microsoft.com/office/drawing/2014/main" id="{7DF98288-EEAE-56F7-AC48-07B66E34129D}"/>
              </a:ext>
            </a:extLst>
          </p:cNvPr>
          <p:cNvGrpSpPr/>
          <p:nvPr/>
        </p:nvGrpSpPr>
        <p:grpSpPr>
          <a:xfrm>
            <a:off x="7572210" y="1849185"/>
            <a:ext cx="762840" cy="754200"/>
            <a:chOff x="7572210" y="1849185"/>
            <a:chExt cx="762840" cy="754200"/>
          </a:xfrm>
        </p:grpSpPr>
        <mc:AlternateContent xmlns:mc="http://schemas.openxmlformats.org/markup-compatibility/2006">
          <mc:Choice xmlns:p14="http://schemas.microsoft.com/office/powerpoint/2010/main" Requires="p14">
            <p:contentPart p14:bwMode="auto" r:id="rId76">
              <p14:nvContentPartPr>
                <p14:cNvPr id="6" name="Ink 5">
                  <a:extLst>
                    <a:ext uri="{FF2B5EF4-FFF2-40B4-BE49-F238E27FC236}">
                      <a16:creationId xmlns:a16="http://schemas.microsoft.com/office/drawing/2014/main" id="{FDD9241F-9F84-38F0-F398-485FB56FB12D}"/>
                    </a:ext>
                  </a:extLst>
                </p14:cNvPr>
                <p14:cNvContentPartPr/>
                <p14:nvPr/>
              </p14:nvContentPartPr>
              <p14:xfrm>
                <a:off x="7640970" y="2194425"/>
                <a:ext cx="21960" cy="291600"/>
              </p14:xfrm>
            </p:contentPart>
          </mc:Choice>
          <mc:Fallback>
            <p:pic>
              <p:nvPicPr>
                <p:cNvPr id="6" name="Ink 5">
                  <a:extLst>
                    <a:ext uri="{FF2B5EF4-FFF2-40B4-BE49-F238E27FC236}">
                      <a16:creationId xmlns:a16="http://schemas.microsoft.com/office/drawing/2014/main" id="{FDD9241F-9F84-38F0-F398-485FB56FB12D}"/>
                    </a:ext>
                  </a:extLst>
                </p:cNvPr>
                <p:cNvPicPr/>
                <p:nvPr/>
              </p:nvPicPr>
              <p:blipFill>
                <a:blip r:embed="rId77"/>
                <a:stretch>
                  <a:fillRect/>
                </a:stretch>
              </p:blipFill>
              <p:spPr>
                <a:xfrm>
                  <a:off x="7634850" y="2188305"/>
                  <a:ext cx="3420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 name="Ink 6">
                  <a:extLst>
                    <a:ext uri="{FF2B5EF4-FFF2-40B4-BE49-F238E27FC236}">
                      <a16:creationId xmlns:a16="http://schemas.microsoft.com/office/drawing/2014/main" id="{95F8C8FA-A6ED-9C80-35BB-A9AF555B0F68}"/>
                    </a:ext>
                  </a:extLst>
                </p14:cNvPr>
                <p14:cNvContentPartPr/>
                <p14:nvPr/>
              </p14:nvContentPartPr>
              <p14:xfrm>
                <a:off x="7771290" y="2183625"/>
                <a:ext cx="107280" cy="253440"/>
              </p14:xfrm>
            </p:contentPart>
          </mc:Choice>
          <mc:Fallback>
            <p:pic>
              <p:nvPicPr>
                <p:cNvPr id="7" name="Ink 6">
                  <a:extLst>
                    <a:ext uri="{FF2B5EF4-FFF2-40B4-BE49-F238E27FC236}">
                      <a16:creationId xmlns:a16="http://schemas.microsoft.com/office/drawing/2014/main" id="{95F8C8FA-A6ED-9C80-35BB-A9AF555B0F68}"/>
                    </a:ext>
                  </a:extLst>
                </p:cNvPr>
                <p:cNvPicPr/>
                <p:nvPr/>
              </p:nvPicPr>
              <p:blipFill>
                <a:blip r:embed="rId79"/>
                <a:stretch>
                  <a:fillRect/>
                </a:stretch>
              </p:blipFill>
              <p:spPr>
                <a:xfrm>
                  <a:off x="7765170" y="2177505"/>
                  <a:ext cx="11952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 name="Ink 7">
                  <a:extLst>
                    <a:ext uri="{FF2B5EF4-FFF2-40B4-BE49-F238E27FC236}">
                      <a16:creationId xmlns:a16="http://schemas.microsoft.com/office/drawing/2014/main" id="{FBA65DE5-56F6-926D-D6D9-436F15C39FFE}"/>
                    </a:ext>
                  </a:extLst>
                </p14:cNvPr>
                <p14:cNvContentPartPr/>
                <p14:nvPr/>
              </p14:nvContentPartPr>
              <p14:xfrm>
                <a:off x="7931850" y="2322225"/>
                <a:ext cx="83160" cy="93600"/>
              </p14:xfrm>
            </p:contentPart>
          </mc:Choice>
          <mc:Fallback>
            <p:pic>
              <p:nvPicPr>
                <p:cNvPr id="8" name="Ink 7">
                  <a:extLst>
                    <a:ext uri="{FF2B5EF4-FFF2-40B4-BE49-F238E27FC236}">
                      <a16:creationId xmlns:a16="http://schemas.microsoft.com/office/drawing/2014/main" id="{FBA65DE5-56F6-926D-D6D9-436F15C39FFE}"/>
                    </a:ext>
                  </a:extLst>
                </p:cNvPr>
                <p:cNvPicPr/>
                <p:nvPr/>
              </p:nvPicPr>
              <p:blipFill>
                <a:blip r:embed="rId81"/>
                <a:stretch>
                  <a:fillRect/>
                </a:stretch>
              </p:blipFill>
              <p:spPr>
                <a:xfrm>
                  <a:off x="7925730" y="2316105"/>
                  <a:ext cx="9540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9" name="Ink 8">
                  <a:extLst>
                    <a:ext uri="{FF2B5EF4-FFF2-40B4-BE49-F238E27FC236}">
                      <a16:creationId xmlns:a16="http://schemas.microsoft.com/office/drawing/2014/main" id="{42EE6751-1CF0-AC99-39B0-537F9EC24EA7}"/>
                    </a:ext>
                  </a:extLst>
                </p14:cNvPr>
                <p14:cNvContentPartPr/>
                <p14:nvPr/>
              </p14:nvContentPartPr>
              <p14:xfrm>
                <a:off x="8047050" y="2282265"/>
                <a:ext cx="288000" cy="115920"/>
              </p14:xfrm>
            </p:contentPart>
          </mc:Choice>
          <mc:Fallback>
            <p:pic>
              <p:nvPicPr>
                <p:cNvPr id="9" name="Ink 8">
                  <a:extLst>
                    <a:ext uri="{FF2B5EF4-FFF2-40B4-BE49-F238E27FC236}">
                      <a16:creationId xmlns:a16="http://schemas.microsoft.com/office/drawing/2014/main" id="{42EE6751-1CF0-AC99-39B0-537F9EC24EA7}"/>
                    </a:ext>
                  </a:extLst>
                </p:cNvPr>
                <p:cNvPicPr/>
                <p:nvPr/>
              </p:nvPicPr>
              <p:blipFill>
                <a:blip r:embed="rId83"/>
                <a:stretch>
                  <a:fillRect/>
                </a:stretch>
              </p:blipFill>
              <p:spPr>
                <a:xfrm>
                  <a:off x="8040930" y="2276145"/>
                  <a:ext cx="30024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7" name="Ink 66">
                  <a:extLst>
                    <a:ext uri="{FF2B5EF4-FFF2-40B4-BE49-F238E27FC236}">
                      <a16:creationId xmlns:a16="http://schemas.microsoft.com/office/drawing/2014/main" id="{D9BE5E72-3556-C9D4-053A-5E6BA0A3719C}"/>
                    </a:ext>
                  </a:extLst>
                </p14:cNvPr>
                <p14:cNvContentPartPr/>
                <p14:nvPr/>
              </p14:nvContentPartPr>
              <p14:xfrm>
                <a:off x="7827450" y="2366865"/>
                <a:ext cx="483120" cy="236520"/>
              </p14:xfrm>
            </p:contentPart>
          </mc:Choice>
          <mc:Fallback>
            <p:pic>
              <p:nvPicPr>
                <p:cNvPr id="67" name="Ink 66">
                  <a:extLst>
                    <a:ext uri="{FF2B5EF4-FFF2-40B4-BE49-F238E27FC236}">
                      <a16:creationId xmlns:a16="http://schemas.microsoft.com/office/drawing/2014/main" id="{D9BE5E72-3556-C9D4-053A-5E6BA0A3719C}"/>
                    </a:ext>
                  </a:extLst>
                </p:cNvPr>
                <p:cNvPicPr/>
                <p:nvPr/>
              </p:nvPicPr>
              <p:blipFill>
                <a:blip r:embed="rId85"/>
                <a:stretch>
                  <a:fillRect/>
                </a:stretch>
              </p:blipFill>
              <p:spPr>
                <a:xfrm>
                  <a:off x="7821330" y="2360745"/>
                  <a:ext cx="49536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8" name="Ink 67">
                  <a:extLst>
                    <a:ext uri="{FF2B5EF4-FFF2-40B4-BE49-F238E27FC236}">
                      <a16:creationId xmlns:a16="http://schemas.microsoft.com/office/drawing/2014/main" id="{DF566EB6-E6A7-2903-F72F-D760E79FE74A}"/>
                    </a:ext>
                  </a:extLst>
                </p14:cNvPr>
                <p14:cNvContentPartPr/>
                <p14:nvPr/>
              </p14:nvContentPartPr>
              <p14:xfrm>
                <a:off x="7572210" y="1849185"/>
                <a:ext cx="578520" cy="309600"/>
              </p14:xfrm>
            </p:contentPart>
          </mc:Choice>
          <mc:Fallback>
            <p:pic>
              <p:nvPicPr>
                <p:cNvPr id="68" name="Ink 67">
                  <a:extLst>
                    <a:ext uri="{FF2B5EF4-FFF2-40B4-BE49-F238E27FC236}">
                      <a16:creationId xmlns:a16="http://schemas.microsoft.com/office/drawing/2014/main" id="{DF566EB6-E6A7-2903-F72F-D760E79FE74A}"/>
                    </a:ext>
                  </a:extLst>
                </p:cNvPr>
                <p:cNvPicPr/>
                <p:nvPr/>
              </p:nvPicPr>
              <p:blipFill>
                <a:blip r:embed="rId87"/>
                <a:stretch>
                  <a:fillRect/>
                </a:stretch>
              </p:blipFill>
              <p:spPr>
                <a:xfrm>
                  <a:off x="7566090" y="1843065"/>
                  <a:ext cx="590760" cy="321840"/>
                </a:xfrm>
                <a:prstGeom prst="rect">
                  <a:avLst/>
                </a:prstGeom>
              </p:spPr>
            </p:pic>
          </mc:Fallback>
        </mc:AlternateContent>
      </p:grpSp>
      <p:grpSp>
        <p:nvGrpSpPr>
          <p:cNvPr id="86" name="Group 85">
            <a:extLst>
              <a:ext uri="{FF2B5EF4-FFF2-40B4-BE49-F238E27FC236}">
                <a16:creationId xmlns:a16="http://schemas.microsoft.com/office/drawing/2014/main" id="{2DBE5F60-51EA-BBE1-2F22-E06578405D94}"/>
              </a:ext>
            </a:extLst>
          </p:cNvPr>
          <p:cNvGrpSpPr/>
          <p:nvPr/>
        </p:nvGrpSpPr>
        <p:grpSpPr>
          <a:xfrm>
            <a:off x="6554130" y="3231585"/>
            <a:ext cx="2502360" cy="1691280"/>
            <a:chOff x="6554130" y="3231585"/>
            <a:chExt cx="2502360" cy="1691280"/>
          </a:xfrm>
        </p:grpSpPr>
        <mc:AlternateContent xmlns:mc="http://schemas.openxmlformats.org/markup-compatibility/2006">
          <mc:Choice xmlns:p14="http://schemas.microsoft.com/office/powerpoint/2010/main" Requires="p14">
            <p:contentPart p14:bwMode="auto" r:id="rId88">
              <p14:nvContentPartPr>
                <p14:cNvPr id="34" name="Ink 33">
                  <a:extLst>
                    <a:ext uri="{FF2B5EF4-FFF2-40B4-BE49-F238E27FC236}">
                      <a16:creationId xmlns:a16="http://schemas.microsoft.com/office/drawing/2014/main" id="{47DD4C72-1145-26F4-CB6E-1EE9760D7E5D}"/>
                    </a:ext>
                  </a:extLst>
                </p14:cNvPr>
                <p14:cNvContentPartPr/>
                <p14:nvPr/>
              </p14:nvContentPartPr>
              <p14:xfrm>
                <a:off x="6554130" y="3438585"/>
                <a:ext cx="244440" cy="260280"/>
              </p14:xfrm>
            </p:contentPart>
          </mc:Choice>
          <mc:Fallback>
            <p:pic>
              <p:nvPicPr>
                <p:cNvPr id="34" name="Ink 33">
                  <a:extLst>
                    <a:ext uri="{FF2B5EF4-FFF2-40B4-BE49-F238E27FC236}">
                      <a16:creationId xmlns:a16="http://schemas.microsoft.com/office/drawing/2014/main" id="{47DD4C72-1145-26F4-CB6E-1EE9760D7E5D}"/>
                    </a:ext>
                  </a:extLst>
                </p:cNvPr>
                <p:cNvPicPr/>
                <p:nvPr/>
              </p:nvPicPr>
              <p:blipFill>
                <a:blip r:embed="rId89"/>
                <a:stretch>
                  <a:fillRect/>
                </a:stretch>
              </p:blipFill>
              <p:spPr>
                <a:xfrm>
                  <a:off x="6548010" y="3432465"/>
                  <a:ext cx="25668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35" name="Ink 34">
                  <a:extLst>
                    <a:ext uri="{FF2B5EF4-FFF2-40B4-BE49-F238E27FC236}">
                      <a16:creationId xmlns:a16="http://schemas.microsoft.com/office/drawing/2014/main" id="{1C6C34A4-7A35-4468-EB06-0142A3471E88}"/>
                    </a:ext>
                  </a:extLst>
                </p14:cNvPr>
                <p14:cNvContentPartPr/>
                <p14:nvPr/>
              </p14:nvContentPartPr>
              <p14:xfrm>
                <a:off x="6869490" y="3426345"/>
                <a:ext cx="25920" cy="237240"/>
              </p14:xfrm>
            </p:contentPart>
          </mc:Choice>
          <mc:Fallback>
            <p:pic>
              <p:nvPicPr>
                <p:cNvPr id="35" name="Ink 34">
                  <a:extLst>
                    <a:ext uri="{FF2B5EF4-FFF2-40B4-BE49-F238E27FC236}">
                      <a16:creationId xmlns:a16="http://schemas.microsoft.com/office/drawing/2014/main" id="{1C6C34A4-7A35-4468-EB06-0142A3471E88}"/>
                    </a:ext>
                  </a:extLst>
                </p:cNvPr>
                <p:cNvPicPr/>
                <p:nvPr/>
              </p:nvPicPr>
              <p:blipFill>
                <a:blip r:embed="rId91"/>
                <a:stretch>
                  <a:fillRect/>
                </a:stretch>
              </p:blipFill>
              <p:spPr>
                <a:xfrm>
                  <a:off x="6863370" y="3420225"/>
                  <a:ext cx="3816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6" name="Ink 35">
                  <a:extLst>
                    <a:ext uri="{FF2B5EF4-FFF2-40B4-BE49-F238E27FC236}">
                      <a16:creationId xmlns:a16="http://schemas.microsoft.com/office/drawing/2014/main" id="{86CEF8AC-34D1-64DE-CB82-7B65C46D7F3E}"/>
                    </a:ext>
                  </a:extLst>
                </p14:cNvPr>
                <p14:cNvContentPartPr/>
                <p14:nvPr/>
              </p14:nvContentPartPr>
              <p14:xfrm>
                <a:off x="6980730" y="3474945"/>
                <a:ext cx="82080" cy="176760"/>
              </p14:xfrm>
            </p:contentPart>
          </mc:Choice>
          <mc:Fallback>
            <p:pic>
              <p:nvPicPr>
                <p:cNvPr id="36" name="Ink 35">
                  <a:extLst>
                    <a:ext uri="{FF2B5EF4-FFF2-40B4-BE49-F238E27FC236}">
                      <a16:creationId xmlns:a16="http://schemas.microsoft.com/office/drawing/2014/main" id="{86CEF8AC-34D1-64DE-CB82-7B65C46D7F3E}"/>
                    </a:ext>
                  </a:extLst>
                </p:cNvPr>
                <p:cNvPicPr/>
                <p:nvPr/>
              </p:nvPicPr>
              <p:blipFill>
                <a:blip r:embed="rId93"/>
                <a:stretch>
                  <a:fillRect/>
                </a:stretch>
              </p:blipFill>
              <p:spPr>
                <a:xfrm>
                  <a:off x="6974610" y="3468825"/>
                  <a:ext cx="9432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7" name="Ink 36">
                  <a:extLst>
                    <a:ext uri="{FF2B5EF4-FFF2-40B4-BE49-F238E27FC236}">
                      <a16:creationId xmlns:a16="http://schemas.microsoft.com/office/drawing/2014/main" id="{74DEC37C-B6BC-9AB2-04BA-842409BEC4B5}"/>
                    </a:ext>
                  </a:extLst>
                </p14:cNvPr>
                <p14:cNvContentPartPr/>
                <p14:nvPr/>
              </p14:nvContentPartPr>
              <p14:xfrm>
                <a:off x="7094130" y="3560625"/>
                <a:ext cx="109800" cy="78480"/>
              </p14:xfrm>
            </p:contentPart>
          </mc:Choice>
          <mc:Fallback>
            <p:pic>
              <p:nvPicPr>
                <p:cNvPr id="37" name="Ink 36">
                  <a:extLst>
                    <a:ext uri="{FF2B5EF4-FFF2-40B4-BE49-F238E27FC236}">
                      <a16:creationId xmlns:a16="http://schemas.microsoft.com/office/drawing/2014/main" id="{74DEC37C-B6BC-9AB2-04BA-842409BEC4B5}"/>
                    </a:ext>
                  </a:extLst>
                </p:cNvPr>
                <p:cNvPicPr/>
                <p:nvPr/>
              </p:nvPicPr>
              <p:blipFill>
                <a:blip r:embed="rId95"/>
                <a:stretch>
                  <a:fillRect/>
                </a:stretch>
              </p:blipFill>
              <p:spPr>
                <a:xfrm>
                  <a:off x="7088010" y="3554505"/>
                  <a:ext cx="1220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8" name="Ink 37">
                  <a:extLst>
                    <a:ext uri="{FF2B5EF4-FFF2-40B4-BE49-F238E27FC236}">
                      <a16:creationId xmlns:a16="http://schemas.microsoft.com/office/drawing/2014/main" id="{FC5A563C-45F0-FC77-29FE-C318E6C2A93B}"/>
                    </a:ext>
                  </a:extLst>
                </p14:cNvPr>
                <p14:cNvContentPartPr/>
                <p14:nvPr/>
              </p14:nvContentPartPr>
              <p14:xfrm>
                <a:off x="7258290" y="3430305"/>
                <a:ext cx="18000" cy="189360"/>
              </p14:xfrm>
            </p:contentPart>
          </mc:Choice>
          <mc:Fallback>
            <p:pic>
              <p:nvPicPr>
                <p:cNvPr id="38" name="Ink 37">
                  <a:extLst>
                    <a:ext uri="{FF2B5EF4-FFF2-40B4-BE49-F238E27FC236}">
                      <a16:creationId xmlns:a16="http://schemas.microsoft.com/office/drawing/2014/main" id="{FC5A563C-45F0-FC77-29FE-C318E6C2A93B}"/>
                    </a:ext>
                  </a:extLst>
                </p:cNvPr>
                <p:cNvPicPr/>
                <p:nvPr/>
              </p:nvPicPr>
              <p:blipFill>
                <a:blip r:embed="rId97"/>
                <a:stretch>
                  <a:fillRect/>
                </a:stretch>
              </p:blipFill>
              <p:spPr>
                <a:xfrm>
                  <a:off x="7252170" y="3424185"/>
                  <a:ext cx="3024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9" name="Ink 38">
                  <a:extLst>
                    <a:ext uri="{FF2B5EF4-FFF2-40B4-BE49-F238E27FC236}">
                      <a16:creationId xmlns:a16="http://schemas.microsoft.com/office/drawing/2014/main" id="{E015AC77-49BF-91FA-E679-02BECE427A4C}"/>
                    </a:ext>
                  </a:extLst>
                </p14:cNvPr>
                <p14:cNvContentPartPr/>
                <p14:nvPr/>
              </p14:nvContentPartPr>
              <p14:xfrm>
                <a:off x="7362330" y="3502305"/>
                <a:ext cx="16200" cy="19440"/>
              </p14:xfrm>
            </p:contentPart>
          </mc:Choice>
          <mc:Fallback>
            <p:pic>
              <p:nvPicPr>
                <p:cNvPr id="39" name="Ink 38">
                  <a:extLst>
                    <a:ext uri="{FF2B5EF4-FFF2-40B4-BE49-F238E27FC236}">
                      <a16:creationId xmlns:a16="http://schemas.microsoft.com/office/drawing/2014/main" id="{E015AC77-49BF-91FA-E679-02BECE427A4C}"/>
                    </a:ext>
                  </a:extLst>
                </p:cNvPr>
                <p:cNvPicPr/>
                <p:nvPr/>
              </p:nvPicPr>
              <p:blipFill>
                <a:blip r:embed="rId99"/>
                <a:stretch>
                  <a:fillRect/>
                </a:stretch>
              </p:blipFill>
              <p:spPr>
                <a:xfrm>
                  <a:off x="7356210" y="3496185"/>
                  <a:ext cx="284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0" name="Ink 39">
                  <a:extLst>
                    <a:ext uri="{FF2B5EF4-FFF2-40B4-BE49-F238E27FC236}">
                      <a16:creationId xmlns:a16="http://schemas.microsoft.com/office/drawing/2014/main" id="{A491A7D4-6669-79F0-F2CB-81D27469714A}"/>
                    </a:ext>
                  </a:extLst>
                </p14:cNvPr>
                <p14:cNvContentPartPr/>
                <p14:nvPr/>
              </p14:nvContentPartPr>
              <p14:xfrm>
                <a:off x="7347570" y="3515265"/>
                <a:ext cx="94680" cy="91080"/>
              </p14:xfrm>
            </p:contentPart>
          </mc:Choice>
          <mc:Fallback>
            <p:pic>
              <p:nvPicPr>
                <p:cNvPr id="40" name="Ink 39">
                  <a:extLst>
                    <a:ext uri="{FF2B5EF4-FFF2-40B4-BE49-F238E27FC236}">
                      <a16:creationId xmlns:a16="http://schemas.microsoft.com/office/drawing/2014/main" id="{A491A7D4-6669-79F0-F2CB-81D27469714A}"/>
                    </a:ext>
                  </a:extLst>
                </p:cNvPr>
                <p:cNvPicPr/>
                <p:nvPr/>
              </p:nvPicPr>
              <p:blipFill>
                <a:blip r:embed="rId101"/>
                <a:stretch>
                  <a:fillRect/>
                </a:stretch>
              </p:blipFill>
              <p:spPr>
                <a:xfrm>
                  <a:off x="7341450" y="3509145"/>
                  <a:ext cx="10692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1" name="Ink 40">
                  <a:extLst>
                    <a:ext uri="{FF2B5EF4-FFF2-40B4-BE49-F238E27FC236}">
                      <a16:creationId xmlns:a16="http://schemas.microsoft.com/office/drawing/2014/main" id="{32ACB5CD-A6BD-8DC0-9CF7-2C8F13C8E935}"/>
                    </a:ext>
                  </a:extLst>
                </p14:cNvPr>
                <p14:cNvContentPartPr/>
                <p14:nvPr/>
              </p14:nvContentPartPr>
              <p14:xfrm>
                <a:off x="7487610" y="3427065"/>
                <a:ext cx="169560" cy="130320"/>
              </p14:xfrm>
            </p:contentPart>
          </mc:Choice>
          <mc:Fallback>
            <p:pic>
              <p:nvPicPr>
                <p:cNvPr id="41" name="Ink 40">
                  <a:extLst>
                    <a:ext uri="{FF2B5EF4-FFF2-40B4-BE49-F238E27FC236}">
                      <a16:creationId xmlns:a16="http://schemas.microsoft.com/office/drawing/2014/main" id="{32ACB5CD-A6BD-8DC0-9CF7-2C8F13C8E935}"/>
                    </a:ext>
                  </a:extLst>
                </p:cNvPr>
                <p:cNvPicPr/>
                <p:nvPr/>
              </p:nvPicPr>
              <p:blipFill>
                <a:blip r:embed="rId103"/>
                <a:stretch>
                  <a:fillRect/>
                </a:stretch>
              </p:blipFill>
              <p:spPr>
                <a:xfrm>
                  <a:off x="7481490" y="3420945"/>
                  <a:ext cx="1818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2" name="Ink 41">
                  <a:extLst>
                    <a:ext uri="{FF2B5EF4-FFF2-40B4-BE49-F238E27FC236}">
                      <a16:creationId xmlns:a16="http://schemas.microsoft.com/office/drawing/2014/main" id="{05A3A591-0DF1-1B84-89A4-7FFD54A695B9}"/>
                    </a:ext>
                  </a:extLst>
                </p14:cNvPr>
                <p14:cNvContentPartPr/>
                <p14:nvPr/>
              </p14:nvContentPartPr>
              <p14:xfrm>
                <a:off x="7688850" y="3440745"/>
                <a:ext cx="114480" cy="74160"/>
              </p14:xfrm>
            </p:contentPart>
          </mc:Choice>
          <mc:Fallback>
            <p:pic>
              <p:nvPicPr>
                <p:cNvPr id="42" name="Ink 41">
                  <a:extLst>
                    <a:ext uri="{FF2B5EF4-FFF2-40B4-BE49-F238E27FC236}">
                      <a16:creationId xmlns:a16="http://schemas.microsoft.com/office/drawing/2014/main" id="{05A3A591-0DF1-1B84-89A4-7FFD54A695B9}"/>
                    </a:ext>
                  </a:extLst>
                </p:cNvPr>
                <p:cNvPicPr/>
                <p:nvPr/>
              </p:nvPicPr>
              <p:blipFill>
                <a:blip r:embed="rId105"/>
                <a:stretch>
                  <a:fillRect/>
                </a:stretch>
              </p:blipFill>
              <p:spPr>
                <a:xfrm>
                  <a:off x="7682730" y="3434625"/>
                  <a:ext cx="12672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3" name="Ink 42">
                  <a:extLst>
                    <a:ext uri="{FF2B5EF4-FFF2-40B4-BE49-F238E27FC236}">
                      <a16:creationId xmlns:a16="http://schemas.microsoft.com/office/drawing/2014/main" id="{8557B822-E1CD-2742-5FBB-532C09655609}"/>
                    </a:ext>
                  </a:extLst>
                </p14:cNvPr>
                <p14:cNvContentPartPr/>
                <p14:nvPr/>
              </p14:nvContentPartPr>
              <p14:xfrm>
                <a:off x="7923930" y="3464145"/>
                <a:ext cx="360" cy="360"/>
              </p14:xfrm>
            </p:contentPart>
          </mc:Choice>
          <mc:Fallback>
            <p:pic>
              <p:nvPicPr>
                <p:cNvPr id="43" name="Ink 42">
                  <a:extLst>
                    <a:ext uri="{FF2B5EF4-FFF2-40B4-BE49-F238E27FC236}">
                      <a16:creationId xmlns:a16="http://schemas.microsoft.com/office/drawing/2014/main" id="{8557B822-E1CD-2742-5FBB-532C09655609}"/>
                    </a:ext>
                  </a:extLst>
                </p:cNvPr>
                <p:cNvPicPr/>
                <p:nvPr/>
              </p:nvPicPr>
              <p:blipFill>
                <a:blip r:embed="rId107"/>
                <a:stretch>
                  <a:fillRect/>
                </a:stretch>
              </p:blipFill>
              <p:spPr>
                <a:xfrm>
                  <a:off x="7917810" y="345802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0" name="Ink 69">
                  <a:extLst>
                    <a:ext uri="{FF2B5EF4-FFF2-40B4-BE49-F238E27FC236}">
                      <a16:creationId xmlns:a16="http://schemas.microsoft.com/office/drawing/2014/main" id="{936A469A-1DF4-FBEA-0B99-E4FE70D55A7A}"/>
                    </a:ext>
                  </a:extLst>
                </p14:cNvPr>
                <p14:cNvContentPartPr/>
                <p14:nvPr/>
              </p14:nvContentPartPr>
              <p14:xfrm>
                <a:off x="6998730" y="4193505"/>
                <a:ext cx="334080" cy="340560"/>
              </p14:xfrm>
            </p:contentPart>
          </mc:Choice>
          <mc:Fallback>
            <p:pic>
              <p:nvPicPr>
                <p:cNvPr id="70" name="Ink 69">
                  <a:extLst>
                    <a:ext uri="{FF2B5EF4-FFF2-40B4-BE49-F238E27FC236}">
                      <a16:creationId xmlns:a16="http://schemas.microsoft.com/office/drawing/2014/main" id="{936A469A-1DF4-FBEA-0B99-E4FE70D55A7A}"/>
                    </a:ext>
                  </a:extLst>
                </p:cNvPr>
                <p:cNvPicPr/>
                <p:nvPr/>
              </p:nvPicPr>
              <p:blipFill>
                <a:blip r:embed="rId109"/>
                <a:stretch>
                  <a:fillRect/>
                </a:stretch>
              </p:blipFill>
              <p:spPr>
                <a:xfrm>
                  <a:off x="6992610" y="4187385"/>
                  <a:ext cx="34632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1" name="Ink 70">
                  <a:extLst>
                    <a:ext uri="{FF2B5EF4-FFF2-40B4-BE49-F238E27FC236}">
                      <a16:creationId xmlns:a16="http://schemas.microsoft.com/office/drawing/2014/main" id="{12F88594-6B05-BA62-3E47-805AC5EF4BE9}"/>
                    </a:ext>
                  </a:extLst>
                </p14:cNvPr>
                <p14:cNvContentPartPr/>
                <p14:nvPr/>
              </p14:nvContentPartPr>
              <p14:xfrm>
                <a:off x="7346850" y="4210785"/>
                <a:ext cx="71280" cy="121320"/>
              </p14:xfrm>
            </p:contentPart>
          </mc:Choice>
          <mc:Fallback>
            <p:pic>
              <p:nvPicPr>
                <p:cNvPr id="71" name="Ink 70">
                  <a:extLst>
                    <a:ext uri="{FF2B5EF4-FFF2-40B4-BE49-F238E27FC236}">
                      <a16:creationId xmlns:a16="http://schemas.microsoft.com/office/drawing/2014/main" id="{12F88594-6B05-BA62-3E47-805AC5EF4BE9}"/>
                    </a:ext>
                  </a:extLst>
                </p:cNvPr>
                <p:cNvPicPr/>
                <p:nvPr/>
              </p:nvPicPr>
              <p:blipFill>
                <a:blip r:embed="rId111"/>
                <a:stretch>
                  <a:fillRect/>
                </a:stretch>
              </p:blipFill>
              <p:spPr>
                <a:xfrm>
                  <a:off x="7340730" y="4204665"/>
                  <a:ext cx="835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2" name="Ink 71">
                  <a:extLst>
                    <a:ext uri="{FF2B5EF4-FFF2-40B4-BE49-F238E27FC236}">
                      <a16:creationId xmlns:a16="http://schemas.microsoft.com/office/drawing/2014/main" id="{E6BCAE7E-64E9-027C-BAE1-3789AA1A9925}"/>
                    </a:ext>
                  </a:extLst>
                </p14:cNvPr>
                <p14:cNvContentPartPr/>
                <p14:nvPr/>
              </p14:nvContentPartPr>
              <p14:xfrm>
                <a:off x="7446570" y="4007025"/>
                <a:ext cx="274680" cy="210240"/>
              </p14:xfrm>
            </p:contentPart>
          </mc:Choice>
          <mc:Fallback>
            <p:pic>
              <p:nvPicPr>
                <p:cNvPr id="72" name="Ink 71">
                  <a:extLst>
                    <a:ext uri="{FF2B5EF4-FFF2-40B4-BE49-F238E27FC236}">
                      <a16:creationId xmlns:a16="http://schemas.microsoft.com/office/drawing/2014/main" id="{E6BCAE7E-64E9-027C-BAE1-3789AA1A9925}"/>
                    </a:ext>
                  </a:extLst>
                </p:cNvPr>
                <p:cNvPicPr/>
                <p:nvPr/>
              </p:nvPicPr>
              <p:blipFill>
                <a:blip r:embed="rId113"/>
                <a:stretch>
                  <a:fillRect/>
                </a:stretch>
              </p:blipFill>
              <p:spPr>
                <a:xfrm>
                  <a:off x="7440450" y="4000905"/>
                  <a:ext cx="28692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3" name="Ink 72">
                  <a:extLst>
                    <a:ext uri="{FF2B5EF4-FFF2-40B4-BE49-F238E27FC236}">
                      <a16:creationId xmlns:a16="http://schemas.microsoft.com/office/drawing/2014/main" id="{D6436694-3612-AAC1-68E1-41B2311021C7}"/>
                    </a:ext>
                  </a:extLst>
                </p14:cNvPr>
                <p14:cNvContentPartPr/>
                <p14:nvPr/>
              </p14:nvContentPartPr>
              <p14:xfrm>
                <a:off x="7752210" y="3826665"/>
                <a:ext cx="158400" cy="171720"/>
              </p14:xfrm>
            </p:contentPart>
          </mc:Choice>
          <mc:Fallback>
            <p:pic>
              <p:nvPicPr>
                <p:cNvPr id="73" name="Ink 72">
                  <a:extLst>
                    <a:ext uri="{FF2B5EF4-FFF2-40B4-BE49-F238E27FC236}">
                      <a16:creationId xmlns:a16="http://schemas.microsoft.com/office/drawing/2014/main" id="{D6436694-3612-AAC1-68E1-41B2311021C7}"/>
                    </a:ext>
                  </a:extLst>
                </p:cNvPr>
                <p:cNvPicPr/>
                <p:nvPr/>
              </p:nvPicPr>
              <p:blipFill>
                <a:blip r:embed="rId115"/>
                <a:stretch>
                  <a:fillRect/>
                </a:stretch>
              </p:blipFill>
              <p:spPr>
                <a:xfrm>
                  <a:off x="7746090" y="3820545"/>
                  <a:ext cx="17064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4" name="Ink 73">
                  <a:extLst>
                    <a:ext uri="{FF2B5EF4-FFF2-40B4-BE49-F238E27FC236}">
                      <a16:creationId xmlns:a16="http://schemas.microsoft.com/office/drawing/2014/main" id="{87B344A2-B5BA-80A4-350E-A9608D37008C}"/>
                    </a:ext>
                  </a:extLst>
                </p14:cNvPr>
                <p14:cNvContentPartPr/>
                <p14:nvPr/>
              </p14:nvContentPartPr>
              <p14:xfrm>
                <a:off x="8016090" y="3647385"/>
                <a:ext cx="242640" cy="225000"/>
              </p14:xfrm>
            </p:contentPart>
          </mc:Choice>
          <mc:Fallback>
            <p:pic>
              <p:nvPicPr>
                <p:cNvPr id="74" name="Ink 73">
                  <a:extLst>
                    <a:ext uri="{FF2B5EF4-FFF2-40B4-BE49-F238E27FC236}">
                      <a16:creationId xmlns:a16="http://schemas.microsoft.com/office/drawing/2014/main" id="{87B344A2-B5BA-80A4-350E-A9608D37008C}"/>
                    </a:ext>
                  </a:extLst>
                </p:cNvPr>
                <p:cNvPicPr/>
                <p:nvPr/>
              </p:nvPicPr>
              <p:blipFill>
                <a:blip r:embed="rId117"/>
                <a:stretch>
                  <a:fillRect/>
                </a:stretch>
              </p:blipFill>
              <p:spPr>
                <a:xfrm>
                  <a:off x="8009970" y="3641265"/>
                  <a:ext cx="25488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5" name="Ink 74">
                  <a:extLst>
                    <a:ext uri="{FF2B5EF4-FFF2-40B4-BE49-F238E27FC236}">
                      <a16:creationId xmlns:a16="http://schemas.microsoft.com/office/drawing/2014/main" id="{6F2A79B3-2A37-87D5-98EA-F856BA67494E}"/>
                    </a:ext>
                  </a:extLst>
                </p14:cNvPr>
                <p14:cNvContentPartPr/>
                <p14:nvPr/>
              </p14:nvContentPartPr>
              <p14:xfrm>
                <a:off x="8264490" y="3495105"/>
                <a:ext cx="158400" cy="209520"/>
              </p14:xfrm>
            </p:contentPart>
          </mc:Choice>
          <mc:Fallback>
            <p:pic>
              <p:nvPicPr>
                <p:cNvPr id="75" name="Ink 74">
                  <a:extLst>
                    <a:ext uri="{FF2B5EF4-FFF2-40B4-BE49-F238E27FC236}">
                      <a16:creationId xmlns:a16="http://schemas.microsoft.com/office/drawing/2014/main" id="{6F2A79B3-2A37-87D5-98EA-F856BA67494E}"/>
                    </a:ext>
                  </a:extLst>
                </p:cNvPr>
                <p:cNvPicPr/>
                <p:nvPr/>
              </p:nvPicPr>
              <p:blipFill>
                <a:blip r:embed="rId119"/>
                <a:stretch>
                  <a:fillRect/>
                </a:stretch>
              </p:blipFill>
              <p:spPr>
                <a:xfrm>
                  <a:off x="8258370" y="3488985"/>
                  <a:ext cx="17064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6" name="Ink 75">
                  <a:extLst>
                    <a:ext uri="{FF2B5EF4-FFF2-40B4-BE49-F238E27FC236}">
                      <a16:creationId xmlns:a16="http://schemas.microsoft.com/office/drawing/2014/main" id="{43E86030-28E7-1ACC-40D9-E91377B1FEC0}"/>
                    </a:ext>
                  </a:extLst>
                </p14:cNvPr>
                <p14:cNvContentPartPr/>
                <p14:nvPr/>
              </p14:nvContentPartPr>
              <p14:xfrm>
                <a:off x="8438370" y="3264705"/>
                <a:ext cx="339120" cy="344160"/>
              </p14:xfrm>
            </p:contentPart>
          </mc:Choice>
          <mc:Fallback>
            <p:pic>
              <p:nvPicPr>
                <p:cNvPr id="76" name="Ink 75">
                  <a:extLst>
                    <a:ext uri="{FF2B5EF4-FFF2-40B4-BE49-F238E27FC236}">
                      <a16:creationId xmlns:a16="http://schemas.microsoft.com/office/drawing/2014/main" id="{43E86030-28E7-1ACC-40D9-E91377B1FEC0}"/>
                    </a:ext>
                  </a:extLst>
                </p:cNvPr>
                <p:cNvPicPr/>
                <p:nvPr/>
              </p:nvPicPr>
              <p:blipFill>
                <a:blip r:embed="rId121"/>
                <a:stretch>
                  <a:fillRect/>
                </a:stretch>
              </p:blipFill>
              <p:spPr>
                <a:xfrm>
                  <a:off x="8432250" y="3258585"/>
                  <a:ext cx="351360" cy="3564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7" name="Ink 76">
                  <a:extLst>
                    <a:ext uri="{FF2B5EF4-FFF2-40B4-BE49-F238E27FC236}">
                      <a16:creationId xmlns:a16="http://schemas.microsoft.com/office/drawing/2014/main" id="{C93CD6AF-31F0-A20E-E4B7-7E9854C57DA9}"/>
                    </a:ext>
                  </a:extLst>
                </p14:cNvPr>
                <p14:cNvContentPartPr/>
                <p14:nvPr/>
              </p14:nvContentPartPr>
              <p14:xfrm>
                <a:off x="8727450" y="3324105"/>
                <a:ext cx="14400" cy="16200"/>
              </p14:xfrm>
            </p:contentPart>
          </mc:Choice>
          <mc:Fallback>
            <p:pic>
              <p:nvPicPr>
                <p:cNvPr id="77" name="Ink 76">
                  <a:extLst>
                    <a:ext uri="{FF2B5EF4-FFF2-40B4-BE49-F238E27FC236}">
                      <a16:creationId xmlns:a16="http://schemas.microsoft.com/office/drawing/2014/main" id="{C93CD6AF-31F0-A20E-E4B7-7E9854C57DA9}"/>
                    </a:ext>
                  </a:extLst>
                </p:cNvPr>
                <p:cNvPicPr/>
                <p:nvPr/>
              </p:nvPicPr>
              <p:blipFill>
                <a:blip r:embed="rId123"/>
                <a:stretch>
                  <a:fillRect/>
                </a:stretch>
              </p:blipFill>
              <p:spPr>
                <a:xfrm>
                  <a:off x="8721330" y="3317985"/>
                  <a:ext cx="2664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8" name="Ink 77">
                  <a:extLst>
                    <a:ext uri="{FF2B5EF4-FFF2-40B4-BE49-F238E27FC236}">
                      <a16:creationId xmlns:a16="http://schemas.microsoft.com/office/drawing/2014/main" id="{0C6F569F-11BF-4370-6E1B-E40D10886C59}"/>
                    </a:ext>
                  </a:extLst>
                </p14:cNvPr>
                <p14:cNvContentPartPr/>
                <p14:nvPr/>
              </p14:nvContentPartPr>
              <p14:xfrm>
                <a:off x="8837250" y="3287745"/>
                <a:ext cx="67320" cy="108360"/>
              </p14:xfrm>
            </p:contentPart>
          </mc:Choice>
          <mc:Fallback>
            <p:pic>
              <p:nvPicPr>
                <p:cNvPr id="78" name="Ink 77">
                  <a:extLst>
                    <a:ext uri="{FF2B5EF4-FFF2-40B4-BE49-F238E27FC236}">
                      <a16:creationId xmlns:a16="http://schemas.microsoft.com/office/drawing/2014/main" id="{0C6F569F-11BF-4370-6E1B-E40D10886C59}"/>
                    </a:ext>
                  </a:extLst>
                </p:cNvPr>
                <p:cNvPicPr/>
                <p:nvPr/>
              </p:nvPicPr>
              <p:blipFill>
                <a:blip r:embed="rId125"/>
                <a:stretch>
                  <a:fillRect/>
                </a:stretch>
              </p:blipFill>
              <p:spPr>
                <a:xfrm>
                  <a:off x="8831130" y="3281625"/>
                  <a:ext cx="7956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9" name="Ink 78">
                  <a:extLst>
                    <a:ext uri="{FF2B5EF4-FFF2-40B4-BE49-F238E27FC236}">
                      <a16:creationId xmlns:a16="http://schemas.microsoft.com/office/drawing/2014/main" id="{3966CC2B-1F7E-A30A-7C85-F5CE509FD37E}"/>
                    </a:ext>
                  </a:extLst>
                </p14:cNvPr>
                <p14:cNvContentPartPr/>
                <p14:nvPr/>
              </p14:nvContentPartPr>
              <p14:xfrm>
                <a:off x="8947770" y="3231585"/>
                <a:ext cx="108720" cy="69480"/>
              </p14:xfrm>
            </p:contentPart>
          </mc:Choice>
          <mc:Fallback>
            <p:pic>
              <p:nvPicPr>
                <p:cNvPr id="79" name="Ink 78">
                  <a:extLst>
                    <a:ext uri="{FF2B5EF4-FFF2-40B4-BE49-F238E27FC236}">
                      <a16:creationId xmlns:a16="http://schemas.microsoft.com/office/drawing/2014/main" id="{3966CC2B-1F7E-A30A-7C85-F5CE509FD37E}"/>
                    </a:ext>
                  </a:extLst>
                </p:cNvPr>
                <p:cNvPicPr/>
                <p:nvPr/>
              </p:nvPicPr>
              <p:blipFill>
                <a:blip r:embed="rId127"/>
                <a:stretch>
                  <a:fillRect/>
                </a:stretch>
              </p:blipFill>
              <p:spPr>
                <a:xfrm>
                  <a:off x="8941650" y="3225465"/>
                  <a:ext cx="12096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1" name="Ink 80">
                  <a:extLst>
                    <a:ext uri="{FF2B5EF4-FFF2-40B4-BE49-F238E27FC236}">
                      <a16:creationId xmlns:a16="http://schemas.microsoft.com/office/drawing/2014/main" id="{9D526DFA-22AB-F5D2-1FAA-8EC905DC32F9}"/>
                    </a:ext>
                  </a:extLst>
                </p14:cNvPr>
                <p14:cNvContentPartPr/>
                <p14:nvPr/>
              </p14:nvContentPartPr>
              <p14:xfrm>
                <a:off x="7742850" y="4262265"/>
                <a:ext cx="133560" cy="275400"/>
              </p14:xfrm>
            </p:contentPart>
          </mc:Choice>
          <mc:Fallback>
            <p:pic>
              <p:nvPicPr>
                <p:cNvPr id="81" name="Ink 80">
                  <a:extLst>
                    <a:ext uri="{FF2B5EF4-FFF2-40B4-BE49-F238E27FC236}">
                      <a16:creationId xmlns:a16="http://schemas.microsoft.com/office/drawing/2014/main" id="{9D526DFA-22AB-F5D2-1FAA-8EC905DC32F9}"/>
                    </a:ext>
                  </a:extLst>
                </p:cNvPr>
                <p:cNvPicPr/>
                <p:nvPr/>
              </p:nvPicPr>
              <p:blipFill>
                <a:blip r:embed="rId129"/>
                <a:stretch>
                  <a:fillRect/>
                </a:stretch>
              </p:blipFill>
              <p:spPr>
                <a:xfrm>
                  <a:off x="7736730" y="4256145"/>
                  <a:ext cx="14580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2" name="Ink 81">
                  <a:extLst>
                    <a:ext uri="{FF2B5EF4-FFF2-40B4-BE49-F238E27FC236}">
                      <a16:creationId xmlns:a16="http://schemas.microsoft.com/office/drawing/2014/main" id="{8F64DC99-3020-8F17-67E0-3C125C4A981B}"/>
                    </a:ext>
                  </a:extLst>
                </p14:cNvPr>
                <p14:cNvContentPartPr/>
                <p14:nvPr/>
              </p14:nvContentPartPr>
              <p14:xfrm>
                <a:off x="7935450" y="4231665"/>
                <a:ext cx="179280" cy="179640"/>
              </p14:xfrm>
            </p:contentPart>
          </mc:Choice>
          <mc:Fallback>
            <p:pic>
              <p:nvPicPr>
                <p:cNvPr id="82" name="Ink 81">
                  <a:extLst>
                    <a:ext uri="{FF2B5EF4-FFF2-40B4-BE49-F238E27FC236}">
                      <a16:creationId xmlns:a16="http://schemas.microsoft.com/office/drawing/2014/main" id="{8F64DC99-3020-8F17-67E0-3C125C4A981B}"/>
                    </a:ext>
                  </a:extLst>
                </p:cNvPr>
                <p:cNvPicPr/>
                <p:nvPr/>
              </p:nvPicPr>
              <p:blipFill>
                <a:blip r:embed="rId131"/>
                <a:stretch>
                  <a:fillRect/>
                </a:stretch>
              </p:blipFill>
              <p:spPr>
                <a:xfrm>
                  <a:off x="7929330" y="4225545"/>
                  <a:ext cx="19152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3" name="Ink 82">
                  <a:extLst>
                    <a:ext uri="{FF2B5EF4-FFF2-40B4-BE49-F238E27FC236}">
                      <a16:creationId xmlns:a16="http://schemas.microsoft.com/office/drawing/2014/main" id="{155EEFAD-A4F0-D799-A5C2-7951A6C3476A}"/>
                    </a:ext>
                  </a:extLst>
                </p14:cNvPr>
                <p14:cNvContentPartPr/>
                <p14:nvPr/>
              </p14:nvContentPartPr>
              <p14:xfrm>
                <a:off x="8077650" y="4091265"/>
                <a:ext cx="107640" cy="120960"/>
              </p14:xfrm>
            </p:contentPart>
          </mc:Choice>
          <mc:Fallback>
            <p:pic>
              <p:nvPicPr>
                <p:cNvPr id="83" name="Ink 82">
                  <a:extLst>
                    <a:ext uri="{FF2B5EF4-FFF2-40B4-BE49-F238E27FC236}">
                      <a16:creationId xmlns:a16="http://schemas.microsoft.com/office/drawing/2014/main" id="{155EEFAD-A4F0-D799-A5C2-7951A6C3476A}"/>
                    </a:ext>
                  </a:extLst>
                </p:cNvPr>
                <p:cNvPicPr/>
                <p:nvPr/>
              </p:nvPicPr>
              <p:blipFill>
                <a:blip r:embed="rId133"/>
                <a:stretch>
                  <a:fillRect/>
                </a:stretch>
              </p:blipFill>
              <p:spPr>
                <a:xfrm>
                  <a:off x="8071530" y="4085145"/>
                  <a:ext cx="1198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4" name="Ink 83">
                  <a:extLst>
                    <a:ext uri="{FF2B5EF4-FFF2-40B4-BE49-F238E27FC236}">
                      <a16:creationId xmlns:a16="http://schemas.microsoft.com/office/drawing/2014/main" id="{4E9A9D24-3E60-7318-3018-598A551818C8}"/>
                    </a:ext>
                  </a:extLst>
                </p14:cNvPr>
                <p14:cNvContentPartPr/>
                <p14:nvPr/>
              </p14:nvContentPartPr>
              <p14:xfrm>
                <a:off x="8327490" y="3730545"/>
                <a:ext cx="379800" cy="316440"/>
              </p14:xfrm>
            </p:contentPart>
          </mc:Choice>
          <mc:Fallback>
            <p:pic>
              <p:nvPicPr>
                <p:cNvPr id="84" name="Ink 83">
                  <a:extLst>
                    <a:ext uri="{FF2B5EF4-FFF2-40B4-BE49-F238E27FC236}">
                      <a16:creationId xmlns:a16="http://schemas.microsoft.com/office/drawing/2014/main" id="{4E9A9D24-3E60-7318-3018-598A551818C8}"/>
                    </a:ext>
                  </a:extLst>
                </p:cNvPr>
                <p:cNvPicPr/>
                <p:nvPr/>
              </p:nvPicPr>
              <p:blipFill>
                <a:blip r:embed="rId135"/>
                <a:stretch>
                  <a:fillRect/>
                </a:stretch>
              </p:blipFill>
              <p:spPr>
                <a:xfrm>
                  <a:off x="8321370" y="3724425"/>
                  <a:ext cx="39204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5" name="Ink 84">
                  <a:extLst>
                    <a:ext uri="{FF2B5EF4-FFF2-40B4-BE49-F238E27FC236}">
                      <a16:creationId xmlns:a16="http://schemas.microsoft.com/office/drawing/2014/main" id="{0BBAFC2B-D3C2-25D6-1383-C9085CBAA52D}"/>
                    </a:ext>
                  </a:extLst>
                </p14:cNvPr>
                <p14:cNvContentPartPr/>
                <p14:nvPr/>
              </p14:nvContentPartPr>
              <p14:xfrm>
                <a:off x="8028690" y="4018185"/>
                <a:ext cx="798480" cy="904680"/>
              </p14:xfrm>
            </p:contentPart>
          </mc:Choice>
          <mc:Fallback>
            <p:pic>
              <p:nvPicPr>
                <p:cNvPr id="85" name="Ink 84">
                  <a:extLst>
                    <a:ext uri="{FF2B5EF4-FFF2-40B4-BE49-F238E27FC236}">
                      <a16:creationId xmlns:a16="http://schemas.microsoft.com/office/drawing/2014/main" id="{0BBAFC2B-D3C2-25D6-1383-C9085CBAA52D}"/>
                    </a:ext>
                  </a:extLst>
                </p:cNvPr>
                <p:cNvPicPr/>
                <p:nvPr/>
              </p:nvPicPr>
              <p:blipFill>
                <a:blip r:embed="rId137"/>
                <a:stretch>
                  <a:fillRect/>
                </a:stretch>
              </p:blipFill>
              <p:spPr>
                <a:xfrm>
                  <a:off x="8022570" y="4012065"/>
                  <a:ext cx="810720" cy="916920"/>
                </a:xfrm>
                <a:prstGeom prst="rect">
                  <a:avLst/>
                </a:prstGeom>
              </p:spPr>
            </p:pic>
          </mc:Fallback>
        </mc:AlternateContent>
      </p:grpSp>
      <p:grpSp>
        <p:nvGrpSpPr>
          <p:cNvPr id="93" name="Group 92">
            <a:extLst>
              <a:ext uri="{FF2B5EF4-FFF2-40B4-BE49-F238E27FC236}">
                <a16:creationId xmlns:a16="http://schemas.microsoft.com/office/drawing/2014/main" id="{74B254C6-AA50-4F20-4002-BFA3050B8733}"/>
              </a:ext>
            </a:extLst>
          </p:cNvPr>
          <p:cNvGrpSpPr/>
          <p:nvPr/>
        </p:nvGrpSpPr>
        <p:grpSpPr>
          <a:xfrm>
            <a:off x="9444570" y="3392505"/>
            <a:ext cx="936720" cy="887760"/>
            <a:chOff x="9444570" y="3392505"/>
            <a:chExt cx="936720" cy="887760"/>
          </a:xfrm>
        </p:grpSpPr>
        <mc:AlternateContent xmlns:mc="http://schemas.openxmlformats.org/markup-compatibility/2006">
          <mc:Choice xmlns:p14="http://schemas.microsoft.com/office/powerpoint/2010/main" Requires="p14">
            <p:contentPart p14:bwMode="auto" r:id="rId138">
              <p14:nvContentPartPr>
                <p14:cNvPr id="87" name="Ink 86">
                  <a:extLst>
                    <a:ext uri="{FF2B5EF4-FFF2-40B4-BE49-F238E27FC236}">
                      <a16:creationId xmlns:a16="http://schemas.microsoft.com/office/drawing/2014/main" id="{296A47E5-2F23-BC44-F0F0-E9683F3F6530}"/>
                    </a:ext>
                  </a:extLst>
                </p14:cNvPr>
                <p14:cNvContentPartPr/>
                <p14:nvPr/>
              </p14:nvContentPartPr>
              <p14:xfrm>
                <a:off x="9444570" y="3546225"/>
                <a:ext cx="62280" cy="734040"/>
              </p14:xfrm>
            </p:contentPart>
          </mc:Choice>
          <mc:Fallback>
            <p:pic>
              <p:nvPicPr>
                <p:cNvPr id="87" name="Ink 86">
                  <a:extLst>
                    <a:ext uri="{FF2B5EF4-FFF2-40B4-BE49-F238E27FC236}">
                      <a16:creationId xmlns:a16="http://schemas.microsoft.com/office/drawing/2014/main" id="{296A47E5-2F23-BC44-F0F0-E9683F3F6530}"/>
                    </a:ext>
                  </a:extLst>
                </p:cNvPr>
                <p:cNvPicPr/>
                <p:nvPr/>
              </p:nvPicPr>
              <p:blipFill>
                <a:blip r:embed="rId139"/>
                <a:stretch>
                  <a:fillRect/>
                </a:stretch>
              </p:blipFill>
              <p:spPr>
                <a:xfrm>
                  <a:off x="9438450" y="3540105"/>
                  <a:ext cx="74520" cy="7462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8" name="Ink 87">
                  <a:extLst>
                    <a:ext uri="{FF2B5EF4-FFF2-40B4-BE49-F238E27FC236}">
                      <a16:creationId xmlns:a16="http://schemas.microsoft.com/office/drawing/2014/main" id="{53712B42-65A9-1B7C-51E1-85DC196BDA50}"/>
                    </a:ext>
                  </a:extLst>
                </p14:cNvPr>
                <p14:cNvContentPartPr/>
                <p14:nvPr/>
              </p14:nvContentPartPr>
              <p14:xfrm>
                <a:off x="9476610" y="3392505"/>
                <a:ext cx="867240" cy="560160"/>
              </p14:xfrm>
            </p:contentPart>
          </mc:Choice>
          <mc:Fallback>
            <p:pic>
              <p:nvPicPr>
                <p:cNvPr id="88" name="Ink 87">
                  <a:extLst>
                    <a:ext uri="{FF2B5EF4-FFF2-40B4-BE49-F238E27FC236}">
                      <a16:creationId xmlns:a16="http://schemas.microsoft.com/office/drawing/2014/main" id="{53712B42-65A9-1B7C-51E1-85DC196BDA50}"/>
                    </a:ext>
                  </a:extLst>
                </p:cNvPr>
                <p:cNvPicPr/>
                <p:nvPr/>
              </p:nvPicPr>
              <p:blipFill>
                <a:blip r:embed="rId141"/>
                <a:stretch>
                  <a:fillRect/>
                </a:stretch>
              </p:blipFill>
              <p:spPr>
                <a:xfrm>
                  <a:off x="9470490" y="3386385"/>
                  <a:ext cx="879480" cy="5724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9" name="Ink 88">
                  <a:extLst>
                    <a:ext uri="{FF2B5EF4-FFF2-40B4-BE49-F238E27FC236}">
                      <a16:creationId xmlns:a16="http://schemas.microsoft.com/office/drawing/2014/main" id="{DA0EDB63-1DD8-6DE4-4DE2-D7A77BC8A75F}"/>
                    </a:ext>
                  </a:extLst>
                </p14:cNvPr>
                <p14:cNvContentPartPr/>
                <p14:nvPr/>
              </p14:nvContentPartPr>
              <p14:xfrm>
                <a:off x="9481650" y="4044825"/>
                <a:ext cx="774720" cy="218160"/>
              </p14:xfrm>
            </p:contentPart>
          </mc:Choice>
          <mc:Fallback>
            <p:pic>
              <p:nvPicPr>
                <p:cNvPr id="89" name="Ink 88">
                  <a:extLst>
                    <a:ext uri="{FF2B5EF4-FFF2-40B4-BE49-F238E27FC236}">
                      <a16:creationId xmlns:a16="http://schemas.microsoft.com/office/drawing/2014/main" id="{DA0EDB63-1DD8-6DE4-4DE2-D7A77BC8A75F}"/>
                    </a:ext>
                  </a:extLst>
                </p:cNvPr>
                <p:cNvPicPr/>
                <p:nvPr/>
              </p:nvPicPr>
              <p:blipFill>
                <a:blip r:embed="rId143"/>
                <a:stretch>
                  <a:fillRect/>
                </a:stretch>
              </p:blipFill>
              <p:spPr>
                <a:xfrm>
                  <a:off x="9475530" y="4038705"/>
                  <a:ext cx="7869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0" name="Ink 89">
                  <a:extLst>
                    <a:ext uri="{FF2B5EF4-FFF2-40B4-BE49-F238E27FC236}">
                      <a16:creationId xmlns:a16="http://schemas.microsoft.com/office/drawing/2014/main" id="{4C92041F-6395-CEF6-18C0-714DA17D2E3C}"/>
                    </a:ext>
                  </a:extLst>
                </p14:cNvPr>
                <p14:cNvContentPartPr/>
                <p14:nvPr/>
              </p14:nvContentPartPr>
              <p14:xfrm>
                <a:off x="10367610" y="3885345"/>
                <a:ext cx="13680" cy="163800"/>
              </p14:xfrm>
            </p:contentPart>
          </mc:Choice>
          <mc:Fallback>
            <p:pic>
              <p:nvPicPr>
                <p:cNvPr id="90" name="Ink 89">
                  <a:extLst>
                    <a:ext uri="{FF2B5EF4-FFF2-40B4-BE49-F238E27FC236}">
                      <a16:creationId xmlns:a16="http://schemas.microsoft.com/office/drawing/2014/main" id="{4C92041F-6395-CEF6-18C0-714DA17D2E3C}"/>
                    </a:ext>
                  </a:extLst>
                </p:cNvPr>
                <p:cNvPicPr/>
                <p:nvPr/>
              </p:nvPicPr>
              <p:blipFill>
                <a:blip r:embed="rId145"/>
                <a:stretch>
                  <a:fillRect/>
                </a:stretch>
              </p:blipFill>
              <p:spPr>
                <a:xfrm>
                  <a:off x="10361490" y="3879225"/>
                  <a:ext cx="259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1" name="Ink 90">
                  <a:extLst>
                    <a:ext uri="{FF2B5EF4-FFF2-40B4-BE49-F238E27FC236}">
                      <a16:creationId xmlns:a16="http://schemas.microsoft.com/office/drawing/2014/main" id="{F3236FAD-F6FD-133C-19DE-DBB65735DA37}"/>
                    </a:ext>
                  </a:extLst>
                </p14:cNvPr>
                <p14:cNvContentPartPr/>
                <p14:nvPr/>
              </p14:nvContentPartPr>
              <p14:xfrm>
                <a:off x="9533850" y="3673305"/>
                <a:ext cx="679680" cy="253800"/>
              </p14:xfrm>
            </p:contentPart>
          </mc:Choice>
          <mc:Fallback>
            <p:pic>
              <p:nvPicPr>
                <p:cNvPr id="91" name="Ink 90">
                  <a:extLst>
                    <a:ext uri="{FF2B5EF4-FFF2-40B4-BE49-F238E27FC236}">
                      <a16:creationId xmlns:a16="http://schemas.microsoft.com/office/drawing/2014/main" id="{F3236FAD-F6FD-133C-19DE-DBB65735DA37}"/>
                    </a:ext>
                  </a:extLst>
                </p:cNvPr>
                <p:cNvPicPr/>
                <p:nvPr/>
              </p:nvPicPr>
              <p:blipFill>
                <a:blip r:embed="rId147"/>
                <a:stretch>
                  <a:fillRect/>
                </a:stretch>
              </p:blipFill>
              <p:spPr>
                <a:xfrm>
                  <a:off x="9527730" y="3667185"/>
                  <a:ext cx="69192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2" name="Ink 91">
                  <a:extLst>
                    <a:ext uri="{FF2B5EF4-FFF2-40B4-BE49-F238E27FC236}">
                      <a16:creationId xmlns:a16="http://schemas.microsoft.com/office/drawing/2014/main" id="{2163FD59-B4E2-80E4-63B2-BCD080AD42DE}"/>
                    </a:ext>
                  </a:extLst>
                </p14:cNvPr>
                <p14:cNvContentPartPr/>
                <p14:nvPr/>
              </p14:nvContentPartPr>
              <p14:xfrm>
                <a:off x="9772530" y="3502305"/>
                <a:ext cx="99000" cy="578520"/>
              </p14:xfrm>
            </p:contentPart>
          </mc:Choice>
          <mc:Fallback>
            <p:pic>
              <p:nvPicPr>
                <p:cNvPr id="92" name="Ink 91">
                  <a:extLst>
                    <a:ext uri="{FF2B5EF4-FFF2-40B4-BE49-F238E27FC236}">
                      <a16:creationId xmlns:a16="http://schemas.microsoft.com/office/drawing/2014/main" id="{2163FD59-B4E2-80E4-63B2-BCD080AD42DE}"/>
                    </a:ext>
                  </a:extLst>
                </p:cNvPr>
                <p:cNvPicPr/>
                <p:nvPr/>
              </p:nvPicPr>
              <p:blipFill>
                <a:blip r:embed="rId149"/>
                <a:stretch>
                  <a:fillRect/>
                </a:stretch>
              </p:blipFill>
              <p:spPr>
                <a:xfrm>
                  <a:off x="9766410" y="3496185"/>
                  <a:ext cx="111240" cy="590760"/>
                </a:xfrm>
                <a:prstGeom prst="rect">
                  <a:avLst/>
                </a:prstGeom>
              </p:spPr>
            </p:pic>
          </mc:Fallback>
        </mc:AlternateContent>
      </p:grpSp>
      <p:grpSp>
        <p:nvGrpSpPr>
          <p:cNvPr id="102" name="Group 101">
            <a:extLst>
              <a:ext uri="{FF2B5EF4-FFF2-40B4-BE49-F238E27FC236}">
                <a16:creationId xmlns:a16="http://schemas.microsoft.com/office/drawing/2014/main" id="{42275556-EF5D-A708-B81A-139FBE35C28A}"/>
              </a:ext>
            </a:extLst>
          </p:cNvPr>
          <p:cNvGrpSpPr/>
          <p:nvPr/>
        </p:nvGrpSpPr>
        <p:grpSpPr>
          <a:xfrm>
            <a:off x="9310650" y="3058425"/>
            <a:ext cx="946080" cy="289440"/>
            <a:chOff x="9310650" y="3058425"/>
            <a:chExt cx="946080" cy="289440"/>
          </a:xfrm>
        </p:grpSpPr>
        <mc:AlternateContent xmlns:mc="http://schemas.openxmlformats.org/markup-compatibility/2006">
          <mc:Choice xmlns:p14="http://schemas.microsoft.com/office/powerpoint/2010/main" Requires="p14">
            <p:contentPart p14:bwMode="auto" r:id="rId150">
              <p14:nvContentPartPr>
                <p14:cNvPr id="94" name="Ink 93">
                  <a:extLst>
                    <a:ext uri="{FF2B5EF4-FFF2-40B4-BE49-F238E27FC236}">
                      <a16:creationId xmlns:a16="http://schemas.microsoft.com/office/drawing/2014/main" id="{F10171FA-C186-1294-E935-372134CF4E80}"/>
                    </a:ext>
                  </a:extLst>
                </p14:cNvPr>
                <p14:cNvContentPartPr/>
                <p14:nvPr/>
              </p14:nvContentPartPr>
              <p14:xfrm>
                <a:off x="9310650" y="3103065"/>
                <a:ext cx="165960" cy="244800"/>
              </p14:xfrm>
            </p:contentPart>
          </mc:Choice>
          <mc:Fallback>
            <p:pic>
              <p:nvPicPr>
                <p:cNvPr id="94" name="Ink 93">
                  <a:extLst>
                    <a:ext uri="{FF2B5EF4-FFF2-40B4-BE49-F238E27FC236}">
                      <a16:creationId xmlns:a16="http://schemas.microsoft.com/office/drawing/2014/main" id="{F10171FA-C186-1294-E935-372134CF4E80}"/>
                    </a:ext>
                  </a:extLst>
                </p:cNvPr>
                <p:cNvPicPr/>
                <p:nvPr/>
              </p:nvPicPr>
              <p:blipFill>
                <a:blip r:embed="rId151"/>
                <a:stretch>
                  <a:fillRect/>
                </a:stretch>
              </p:blipFill>
              <p:spPr>
                <a:xfrm>
                  <a:off x="9304530" y="3096945"/>
                  <a:ext cx="17820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5" name="Ink 94">
                  <a:extLst>
                    <a:ext uri="{FF2B5EF4-FFF2-40B4-BE49-F238E27FC236}">
                      <a16:creationId xmlns:a16="http://schemas.microsoft.com/office/drawing/2014/main" id="{4B35C495-EB90-7D9B-FAE9-47438E50BE8D}"/>
                    </a:ext>
                  </a:extLst>
                </p14:cNvPr>
                <p14:cNvContentPartPr/>
                <p14:nvPr/>
              </p14:nvContentPartPr>
              <p14:xfrm>
                <a:off x="9518730" y="3245985"/>
                <a:ext cx="69120" cy="40680"/>
              </p14:xfrm>
            </p:contentPart>
          </mc:Choice>
          <mc:Fallback>
            <p:pic>
              <p:nvPicPr>
                <p:cNvPr id="95" name="Ink 94">
                  <a:extLst>
                    <a:ext uri="{FF2B5EF4-FFF2-40B4-BE49-F238E27FC236}">
                      <a16:creationId xmlns:a16="http://schemas.microsoft.com/office/drawing/2014/main" id="{4B35C495-EB90-7D9B-FAE9-47438E50BE8D}"/>
                    </a:ext>
                  </a:extLst>
                </p:cNvPr>
                <p:cNvPicPr/>
                <p:nvPr/>
              </p:nvPicPr>
              <p:blipFill>
                <a:blip r:embed="rId153"/>
                <a:stretch>
                  <a:fillRect/>
                </a:stretch>
              </p:blipFill>
              <p:spPr>
                <a:xfrm>
                  <a:off x="9512610" y="3239865"/>
                  <a:ext cx="8136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6" name="Ink 95">
                  <a:extLst>
                    <a:ext uri="{FF2B5EF4-FFF2-40B4-BE49-F238E27FC236}">
                      <a16:creationId xmlns:a16="http://schemas.microsoft.com/office/drawing/2014/main" id="{BF0FCC80-B072-8096-0DE6-32530EA9B640}"/>
                    </a:ext>
                  </a:extLst>
                </p14:cNvPr>
                <p14:cNvContentPartPr/>
                <p14:nvPr/>
              </p14:nvContentPartPr>
              <p14:xfrm>
                <a:off x="9638610" y="3115665"/>
                <a:ext cx="165960" cy="216360"/>
              </p14:xfrm>
            </p:contentPart>
          </mc:Choice>
          <mc:Fallback>
            <p:pic>
              <p:nvPicPr>
                <p:cNvPr id="96" name="Ink 95">
                  <a:extLst>
                    <a:ext uri="{FF2B5EF4-FFF2-40B4-BE49-F238E27FC236}">
                      <a16:creationId xmlns:a16="http://schemas.microsoft.com/office/drawing/2014/main" id="{BF0FCC80-B072-8096-0DE6-32530EA9B640}"/>
                    </a:ext>
                  </a:extLst>
                </p:cNvPr>
                <p:cNvPicPr/>
                <p:nvPr/>
              </p:nvPicPr>
              <p:blipFill>
                <a:blip r:embed="rId155"/>
                <a:stretch>
                  <a:fillRect/>
                </a:stretch>
              </p:blipFill>
              <p:spPr>
                <a:xfrm>
                  <a:off x="9632490" y="3109545"/>
                  <a:ext cx="17820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7" name="Ink 96">
                  <a:extLst>
                    <a:ext uri="{FF2B5EF4-FFF2-40B4-BE49-F238E27FC236}">
                      <a16:creationId xmlns:a16="http://schemas.microsoft.com/office/drawing/2014/main" id="{F03C1E94-89D9-370C-8046-313A623138C3}"/>
                    </a:ext>
                  </a:extLst>
                </p14:cNvPr>
                <p14:cNvContentPartPr/>
                <p14:nvPr/>
              </p14:nvContentPartPr>
              <p14:xfrm>
                <a:off x="9881250" y="3098385"/>
                <a:ext cx="22680" cy="111600"/>
              </p14:xfrm>
            </p:contentPart>
          </mc:Choice>
          <mc:Fallback>
            <p:pic>
              <p:nvPicPr>
                <p:cNvPr id="97" name="Ink 96">
                  <a:extLst>
                    <a:ext uri="{FF2B5EF4-FFF2-40B4-BE49-F238E27FC236}">
                      <a16:creationId xmlns:a16="http://schemas.microsoft.com/office/drawing/2014/main" id="{F03C1E94-89D9-370C-8046-313A623138C3}"/>
                    </a:ext>
                  </a:extLst>
                </p:cNvPr>
                <p:cNvPicPr/>
                <p:nvPr/>
              </p:nvPicPr>
              <p:blipFill>
                <a:blip r:embed="rId157"/>
                <a:stretch>
                  <a:fillRect/>
                </a:stretch>
              </p:blipFill>
              <p:spPr>
                <a:xfrm>
                  <a:off x="9875130" y="3092265"/>
                  <a:ext cx="3492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8" name="Ink 97">
                  <a:extLst>
                    <a:ext uri="{FF2B5EF4-FFF2-40B4-BE49-F238E27FC236}">
                      <a16:creationId xmlns:a16="http://schemas.microsoft.com/office/drawing/2014/main" id="{762E7B35-9E4F-B279-ECBF-F3E1CF16D68D}"/>
                    </a:ext>
                  </a:extLst>
                </p14:cNvPr>
                <p14:cNvContentPartPr/>
                <p14:nvPr/>
              </p14:nvContentPartPr>
              <p14:xfrm>
                <a:off x="9919410" y="3083985"/>
                <a:ext cx="39240" cy="106920"/>
              </p14:xfrm>
            </p:contentPart>
          </mc:Choice>
          <mc:Fallback>
            <p:pic>
              <p:nvPicPr>
                <p:cNvPr id="98" name="Ink 97">
                  <a:extLst>
                    <a:ext uri="{FF2B5EF4-FFF2-40B4-BE49-F238E27FC236}">
                      <a16:creationId xmlns:a16="http://schemas.microsoft.com/office/drawing/2014/main" id="{762E7B35-9E4F-B279-ECBF-F3E1CF16D68D}"/>
                    </a:ext>
                  </a:extLst>
                </p:cNvPr>
                <p:cNvPicPr/>
                <p:nvPr/>
              </p:nvPicPr>
              <p:blipFill>
                <a:blip r:embed="rId159"/>
                <a:stretch>
                  <a:fillRect/>
                </a:stretch>
              </p:blipFill>
              <p:spPr>
                <a:xfrm>
                  <a:off x="9913290" y="3077865"/>
                  <a:ext cx="5148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9" name="Ink 98">
                  <a:extLst>
                    <a:ext uri="{FF2B5EF4-FFF2-40B4-BE49-F238E27FC236}">
                      <a16:creationId xmlns:a16="http://schemas.microsoft.com/office/drawing/2014/main" id="{5FF75135-E34F-8B77-25C1-8D2CDADEA866}"/>
                    </a:ext>
                  </a:extLst>
                </p14:cNvPr>
                <p14:cNvContentPartPr/>
                <p14:nvPr/>
              </p14:nvContentPartPr>
              <p14:xfrm>
                <a:off x="9955410" y="3098745"/>
                <a:ext cx="68040" cy="94320"/>
              </p14:xfrm>
            </p:contentPart>
          </mc:Choice>
          <mc:Fallback>
            <p:pic>
              <p:nvPicPr>
                <p:cNvPr id="99" name="Ink 98">
                  <a:extLst>
                    <a:ext uri="{FF2B5EF4-FFF2-40B4-BE49-F238E27FC236}">
                      <a16:creationId xmlns:a16="http://schemas.microsoft.com/office/drawing/2014/main" id="{5FF75135-E34F-8B77-25C1-8D2CDADEA866}"/>
                    </a:ext>
                  </a:extLst>
                </p:cNvPr>
                <p:cNvPicPr/>
                <p:nvPr/>
              </p:nvPicPr>
              <p:blipFill>
                <a:blip r:embed="rId161"/>
                <a:stretch>
                  <a:fillRect/>
                </a:stretch>
              </p:blipFill>
              <p:spPr>
                <a:xfrm>
                  <a:off x="9949290" y="3092625"/>
                  <a:ext cx="802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0" name="Ink 99">
                  <a:extLst>
                    <a:ext uri="{FF2B5EF4-FFF2-40B4-BE49-F238E27FC236}">
                      <a16:creationId xmlns:a16="http://schemas.microsoft.com/office/drawing/2014/main" id="{2896ACA9-A082-F60A-3C67-E6733EB87513}"/>
                    </a:ext>
                  </a:extLst>
                </p14:cNvPr>
                <p14:cNvContentPartPr/>
                <p14:nvPr/>
              </p14:nvContentPartPr>
              <p14:xfrm>
                <a:off x="10053330" y="3058425"/>
                <a:ext cx="203400" cy="81720"/>
              </p14:xfrm>
            </p:contentPart>
          </mc:Choice>
          <mc:Fallback>
            <p:pic>
              <p:nvPicPr>
                <p:cNvPr id="100" name="Ink 99">
                  <a:extLst>
                    <a:ext uri="{FF2B5EF4-FFF2-40B4-BE49-F238E27FC236}">
                      <a16:creationId xmlns:a16="http://schemas.microsoft.com/office/drawing/2014/main" id="{2896ACA9-A082-F60A-3C67-E6733EB87513}"/>
                    </a:ext>
                  </a:extLst>
                </p:cNvPr>
                <p:cNvPicPr/>
                <p:nvPr/>
              </p:nvPicPr>
              <p:blipFill>
                <a:blip r:embed="rId163"/>
                <a:stretch>
                  <a:fillRect/>
                </a:stretch>
              </p:blipFill>
              <p:spPr>
                <a:xfrm>
                  <a:off x="10047210" y="3052305"/>
                  <a:ext cx="21564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1" name="Ink 100">
                  <a:extLst>
                    <a:ext uri="{FF2B5EF4-FFF2-40B4-BE49-F238E27FC236}">
                      <a16:creationId xmlns:a16="http://schemas.microsoft.com/office/drawing/2014/main" id="{0DCC9737-5B78-7AA5-F9A5-D434708A1E36}"/>
                    </a:ext>
                  </a:extLst>
                </p14:cNvPr>
                <p14:cNvContentPartPr/>
                <p14:nvPr/>
              </p14:nvContentPartPr>
              <p14:xfrm>
                <a:off x="9716370" y="3238785"/>
                <a:ext cx="231120" cy="107640"/>
              </p14:xfrm>
            </p:contentPart>
          </mc:Choice>
          <mc:Fallback>
            <p:pic>
              <p:nvPicPr>
                <p:cNvPr id="101" name="Ink 100">
                  <a:extLst>
                    <a:ext uri="{FF2B5EF4-FFF2-40B4-BE49-F238E27FC236}">
                      <a16:creationId xmlns:a16="http://schemas.microsoft.com/office/drawing/2014/main" id="{0DCC9737-5B78-7AA5-F9A5-D434708A1E36}"/>
                    </a:ext>
                  </a:extLst>
                </p:cNvPr>
                <p:cNvPicPr/>
                <p:nvPr/>
              </p:nvPicPr>
              <p:blipFill>
                <a:blip r:embed="rId165"/>
                <a:stretch>
                  <a:fillRect/>
                </a:stretch>
              </p:blipFill>
              <p:spPr>
                <a:xfrm>
                  <a:off x="9710250" y="3232665"/>
                  <a:ext cx="243360" cy="119880"/>
                </a:xfrm>
                <a:prstGeom prst="rect">
                  <a:avLst/>
                </a:prstGeom>
              </p:spPr>
            </p:pic>
          </mc:Fallback>
        </mc:AlternateContent>
      </p:grpSp>
      <p:grpSp>
        <p:nvGrpSpPr>
          <p:cNvPr id="126" name="Group 125">
            <a:extLst>
              <a:ext uri="{FF2B5EF4-FFF2-40B4-BE49-F238E27FC236}">
                <a16:creationId xmlns:a16="http://schemas.microsoft.com/office/drawing/2014/main" id="{9EF402A0-7EF6-EAFF-E750-382617C278F5}"/>
              </a:ext>
            </a:extLst>
          </p:cNvPr>
          <p:cNvGrpSpPr/>
          <p:nvPr/>
        </p:nvGrpSpPr>
        <p:grpSpPr>
          <a:xfrm>
            <a:off x="4167330" y="4054545"/>
            <a:ext cx="2376000" cy="947520"/>
            <a:chOff x="4167330" y="4054545"/>
            <a:chExt cx="2376000" cy="947520"/>
          </a:xfrm>
        </p:grpSpPr>
        <mc:AlternateContent xmlns:mc="http://schemas.openxmlformats.org/markup-compatibility/2006">
          <mc:Choice xmlns:p14="http://schemas.microsoft.com/office/powerpoint/2010/main" Requires="p14">
            <p:contentPart p14:bwMode="auto" r:id="rId166">
              <p14:nvContentPartPr>
                <p14:cNvPr id="103" name="Ink 102">
                  <a:extLst>
                    <a:ext uri="{FF2B5EF4-FFF2-40B4-BE49-F238E27FC236}">
                      <a16:creationId xmlns:a16="http://schemas.microsoft.com/office/drawing/2014/main" id="{21AEED99-9D5B-14D8-8B73-0475B50F0D79}"/>
                    </a:ext>
                  </a:extLst>
                </p14:cNvPr>
                <p14:cNvContentPartPr/>
                <p14:nvPr/>
              </p14:nvContentPartPr>
              <p14:xfrm>
                <a:off x="4167330" y="4487265"/>
                <a:ext cx="124200" cy="237960"/>
              </p14:xfrm>
            </p:contentPart>
          </mc:Choice>
          <mc:Fallback>
            <p:pic>
              <p:nvPicPr>
                <p:cNvPr id="103" name="Ink 102">
                  <a:extLst>
                    <a:ext uri="{FF2B5EF4-FFF2-40B4-BE49-F238E27FC236}">
                      <a16:creationId xmlns:a16="http://schemas.microsoft.com/office/drawing/2014/main" id="{21AEED99-9D5B-14D8-8B73-0475B50F0D79}"/>
                    </a:ext>
                  </a:extLst>
                </p:cNvPr>
                <p:cNvPicPr/>
                <p:nvPr/>
              </p:nvPicPr>
              <p:blipFill>
                <a:blip r:embed="rId167"/>
                <a:stretch>
                  <a:fillRect/>
                </a:stretch>
              </p:blipFill>
              <p:spPr>
                <a:xfrm>
                  <a:off x="4161210" y="4481145"/>
                  <a:ext cx="13644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4" name="Ink 103">
                  <a:extLst>
                    <a:ext uri="{FF2B5EF4-FFF2-40B4-BE49-F238E27FC236}">
                      <a16:creationId xmlns:a16="http://schemas.microsoft.com/office/drawing/2014/main" id="{A6026D22-67D1-5268-618D-D06347100EFE}"/>
                    </a:ext>
                  </a:extLst>
                </p14:cNvPr>
                <p14:cNvContentPartPr/>
                <p14:nvPr/>
              </p14:nvContentPartPr>
              <p14:xfrm>
                <a:off x="4249770" y="4387185"/>
                <a:ext cx="173520" cy="252360"/>
              </p14:xfrm>
            </p:contentPart>
          </mc:Choice>
          <mc:Fallback>
            <p:pic>
              <p:nvPicPr>
                <p:cNvPr id="104" name="Ink 103">
                  <a:extLst>
                    <a:ext uri="{FF2B5EF4-FFF2-40B4-BE49-F238E27FC236}">
                      <a16:creationId xmlns:a16="http://schemas.microsoft.com/office/drawing/2014/main" id="{A6026D22-67D1-5268-618D-D06347100EFE}"/>
                    </a:ext>
                  </a:extLst>
                </p:cNvPr>
                <p:cNvPicPr/>
                <p:nvPr/>
              </p:nvPicPr>
              <p:blipFill>
                <a:blip r:embed="rId169"/>
                <a:stretch>
                  <a:fillRect/>
                </a:stretch>
              </p:blipFill>
              <p:spPr>
                <a:xfrm>
                  <a:off x="4243650" y="4381065"/>
                  <a:ext cx="18576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5" name="Ink 104">
                  <a:extLst>
                    <a:ext uri="{FF2B5EF4-FFF2-40B4-BE49-F238E27FC236}">
                      <a16:creationId xmlns:a16="http://schemas.microsoft.com/office/drawing/2014/main" id="{5B20F92D-CE63-4FC6-6173-AEB34DECF431}"/>
                    </a:ext>
                  </a:extLst>
                </p14:cNvPr>
                <p14:cNvContentPartPr/>
                <p14:nvPr/>
              </p14:nvContentPartPr>
              <p14:xfrm>
                <a:off x="4470450" y="4415265"/>
                <a:ext cx="91800" cy="155520"/>
              </p14:xfrm>
            </p:contentPart>
          </mc:Choice>
          <mc:Fallback>
            <p:pic>
              <p:nvPicPr>
                <p:cNvPr id="105" name="Ink 104">
                  <a:extLst>
                    <a:ext uri="{FF2B5EF4-FFF2-40B4-BE49-F238E27FC236}">
                      <a16:creationId xmlns:a16="http://schemas.microsoft.com/office/drawing/2014/main" id="{5B20F92D-CE63-4FC6-6173-AEB34DECF431}"/>
                    </a:ext>
                  </a:extLst>
                </p:cNvPr>
                <p:cNvPicPr/>
                <p:nvPr/>
              </p:nvPicPr>
              <p:blipFill>
                <a:blip r:embed="rId171"/>
                <a:stretch>
                  <a:fillRect/>
                </a:stretch>
              </p:blipFill>
              <p:spPr>
                <a:xfrm>
                  <a:off x="4464330" y="4409145"/>
                  <a:ext cx="10404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6" name="Ink 105">
                  <a:extLst>
                    <a:ext uri="{FF2B5EF4-FFF2-40B4-BE49-F238E27FC236}">
                      <a16:creationId xmlns:a16="http://schemas.microsoft.com/office/drawing/2014/main" id="{4343C655-E163-C6A0-103E-88B3C33DB672}"/>
                    </a:ext>
                  </a:extLst>
                </p14:cNvPr>
                <p14:cNvContentPartPr/>
                <p14:nvPr/>
              </p14:nvContentPartPr>
              <p14:xfrm>
                <a:off x="4605090" y="4313025"/>
                <a:ext cx="119160" cy="181440"/>
              </p14:xfrm>
            </p:contentPart>
          </mc:Choice>
          <mc:Fallback>
            <p:pic>
              <p:nvPicPr>
                <p:cNvPr id="106" name="Ink 105">
                  <a:extLst>
                    <a:ext uri="{FF2B5EF4-FFF2-40B4-BE49-F238E27FC236}">
                      <a16:creationId xmlns:a16="http://schemas.microsoft.com/office/drawing/2014/main" id="{4343C655-E163-C6A0-103E-88B3C33DB672}"/>
                    </a:ext>
                  </a:extLst>
                </p:cNvPr>
                <p:cNvPicPr/>
                <p:nvPr/>
              </p:nvPicPr>
              <p:blipFill>
                <a:blip r:embed="rId173"/>
                <a:stretch>
                  <a:fillRect/>
                </a:stretch>
              </p:blipFill>
              <p:spPr>
                <a:xfrm>
                  <a:off x="4598970" y="4306905"/>
                  <a:ext cx="13140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7" name="Ink 106">
                  <a:extLst>
                    <a:ext uri="{FF2B5EF4-FFF2-40B4-BE49-F238E27FC236}">
                      <a16:creationId xmlns:a16="http://schemas.microsoft.com/office/drawing/2014/main" id="{8ACA26A2-8000-7CDB-7569-6E0B20D8809F}"/>
                    </a:ext>
                  </a:extLst>
                </p14:cNvPr>
                <p14:cNvContentPartPr/>
                <p14:nvPr/>
              </p14:nvContentPartPr>
              <p14:xfrm>
                <a:off x="4946370" y="4185945"/>
                <a:ext cx="150480" cy="181080"/>
              </p14:xfrm>
            </p:contentPart>
          </mc:Choice>
          <mc:Fallback>
            <p:pic>
              <p:nvPicPr>
                <p:cNvPr id="107" name="Ink 106">
                  <a:extLst>
                    <a:ext uri="{FF2B5EF4-FFF2-40B4-BE49-F238E27FC236}">
                      <a16:creationId xmlns:a16="http://schemas.microsoft.com/office/drawing/2014/main" id="{8ACA26A2-8000-7CDB-7569-6E0B20D8809F}"/>
                    </a:ext>
                  </a:extLst>
                </p:cNvPr>
                <p:cNvPicPr/>
                <p:nvPr/>
              </p:nvPicPr>
              <p:blipFill>
                <a:blip r:embed="rId175"/>
                <a:stretch>
                  <a:fillRect/>
                </a:stretch>
              </p:blipFill>
              <p:spPr>
                <a:xfrm>
                  <a:off x="4940250" y="4179825"/>
                  <a:ext cx="16272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8" name="Ink 107">
                  <a:extLst>
                    <a:ext uri="{FF2B5EF4-FFF2-40B4-BE49-F238E27FC236}">
                      <a16:creationId xmlns:a16="http://schemas.microsoft.com/office/drawing/2014/main" id="{98D9432D-1D47-0E2E-0B09-9428E74FFD56}"/>
                    </a:ext>
                  </a:extLst>
                </p14:cNvPr>
                <p14:cNvContentPartPr/>
                <p14:nvPr/>
              </p14:nvContentPartPr>
              <p14:xfrm>
                <a:off x="5120610" y="4121145"/>
                <a:ext cx="107280" cy="128160"/>
              </p14:xfrm>
            </p:contentPart>
          </mc:Choice>
          <mc:Fallback>
            <p:pic>
              <p:nvPicPr>
                <p:cNvPr id="108" name="Ink 107">
                  <a:extLst>
                    <a:ext uri="{FF2B5EF4-FFF2-40B4-BE49-F238E27FC236}">
                      <a16:creationId xmlns:a16="http://schemas.microsoft.com/office/drawing/2014/main" id="{98D9432D-1D47-0E2E-0B09-9428E74FFD56}"/>
                    </a:ext>
                  </a:extLst>
                </p:cNvPr>
                <p:cNvPicPr/>
                <p:nvPr/>
              </p:nvPicPr>
              <p:blipFill>
                <a:blip r:embed="rId177"/>
                <a:stretch>
                  <a:fillRect/>
                </a:stretch>
              </p:blipFill>
              <p:spPr>
                <a:xfrm>
                  <a:off x="5114490" y="4115025"/>
                  <a:ext cx="1195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9" name="Ink 108">
                  <a:extLst>
                    <a:ext uri="{FF2B5EF4-FFF2-40B4-BE49-F238E27FC236}">
                      <a16:creationId xmlns:a16="http://schemas.microsoft.com/office/drawing/2014/main" id="{5A2917A6-62FA-C814-D45F-E3F54B5C912A}"/>
                    </a:ext>
                  </a:extLst>
                </p14:cNvPr>
                <p14:cNvContentPartPr/>
                <p14:nvPr/>
              </p14:nvContentPartPr>
              <p14:xfrm>
                <a:off x="4637490" y="4829985"/>
                <a:ext cx="123840" cy="172080"/>
              </p14:xfrm>
            </p:contentPart>
          </mc:Choice>
          <mc:Fallback>
            <p:pic>
              <p:nvPicPr>
                <p:cNvPr id="109" name="Ink 108">
                  <a:extLst>
                    <a:ext uri="{FF2B5EF4-FFF2-40B4-BE49-F238E27FC236}">
                      <a16:creationId xmlns:a16="http://schemas.microsoft.com/office/drawing/2014/main" id="{5A2917A6-62FA-C814-D45F-E3F54B5C912A}"/>
                    </a:ext>
                  </a:extLst>
                </p:cNvPr>
                <p:cNvPicPr/>
                <p:nvPr/>
              </p:nvPicPr>
              <p:blipFill>
                <a:blip r:embed="rId179"/>
                <a:stretch>
                  <a:fillRect/>
                </a:stretch>
              </p:blipFill>
              <p:spPr>
                <a:xfrm>
                  <a:off x="4631370" y="4823865"/>
                  <a:ext cx="13608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0" name="Ink 109">
                  <a:extLst>
                    <a:ext uri="{FF2B5EF4-FFF2-40B4-BE49-F238E27FC236}">
                      <a16:creationId xmlns:a16="http://schemas.microsoft.com/office/drawing/2014/main" id="{9C59607C-26F8-00BB-C99E-211772E765D7}"/>
                    </a:ext>
                  </a:extLst>
                </p14:cNvPr>
                <p14:cNvContentPartPr/>
                <p14:nvPr/>
              </p14:nvContentPartPr>
              <p14:xfrm>
                <a:off x="4762410" y="4760865"/>
                <a:ext cx="54000" cy="129960"/>
              </p14:xfrm>
            </p:contentPart>
          </mc:Choice>
          <mc:Fallback>
            <p:pic>
              <p:nvPicPr>
                <p:cNvPr id="110" name="Ink 109">
                  <a:extLst>
                    <a:ext uri="{FF2B5EF4-FFF2-40B4-BE49-F238E27FC236}">
                      <a16:creationId xmlns:a16="http://schemas.microsoft.com/office/drawing/2014/main" id="{9C59607C-26F8-00BB-C99E-211772E765D7}"/>
                    </a:ext>
                  </a:extLst>
                </p:cNvPr>
                <p:cNvPicPr/>
                <p:nvPr/>
              </p:nvPicPr>
              <p:blipFill>
                <a:blip r:embed="rId181"/>
                <a:stretch>
                  <a:fillRect/>
                </a:stretch>
              </p:blipFill>
              <p:spPr>
                <a:xfrm>
                  <a:off x="4756290" y="4754745"/>
                  <a:ext cx="6624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1" name="Ink 110">
                  <a:extLst>
                    <a:ext uri="{FF2B5EF4-FFF2-40B4-BE49-F238E27FC236}">
                      <a16:creationId xmlns:a16="http://schemas.microsoft.com/office/drawing/2014/main" id="{08907548-F9DB-6906-E7EC-452DB58B51B7}"/>
                    </a:ext>
                  </a:extLst>
                </p14:cNvPr>
                <p14:cNvContentPartPr/>
                <p14:nvPr/>
              </p14:nvContentPartPr>
              <p14:xfrm>
                <a:off x="4859610" y="4741425"/>
                <a:ext cx="118080" cy="88920"/>
              </p14:xfrm>
            </p:contentPart>
          </mc:Choice>
          <mc:Fallback>
            <p:pic>
              <p:nvPicPr>
                <p:cNvPr id="111" name="Ink 110">
                  <a:extLst>
                    <a:ext uri="{FF2B5EF4-FFF2-40B4-BE49-F238E27FC236}">
                      <a16:creationId xmlns:a16="http://schemas.microsoft.com/office/drawing/2014/main" id="{08907548-F9DB-6906-E7EC-452DB58B51B7}"/>
                    </a:ext>
                  </a:extLst>
                </p:cNvPr>
                <p:cNvPicPr/>
                <p:nvPr/>
              </p:nvPicPr>
              <p:blipFill>
                <a:blip r:embed="rId183"/>
                <a:stretch>
                  <a:fillRect/>
                </a:stretch>
              </p:blipFill>
              <p:spPr>
                <a:xfrm>
                  <a:off x="4853490" y="4735305"/>
                  <a:ext cx="1303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2" name="Ink 111">
                  <a:extLst>
                    <a:ext uri="{FF2B5EF4-FFF2-40B4-BE49-F238E27FC236}">
                      <a16:creationId xmlns:a16="http://schemas.microsoft.com/office/drawing/2014/main" id="{8943BAEB-A622-7E20-EEC4-C2E813EEFCEE}"/>
                    </a:ext>
                  </a:extLst>
                </p14:cNvPr>
                <p14:cNvContentPartPr/>
                <p14:nvPr/>
              </p14:nvContentPartPr>
              <p14:xfrm>
                <a:off x="4934850" y="4634145"/>
                <a:ext cx="111240" cy="107280"/>
              </p14:xfrm>
            </p:contentPart>
          </mc:Choice>
          <mc:Fallback>
            <p:pic>
              <p:nvPicPr>
                <p:cNvPr id="112" name="Ink 111">
                  <a:extLst>
                    <a:ext uri="{FF2B5EF4-FFF2-40B4-BE49-F238E27FC236}">
                      <a16:creationId xmlns:a16="http://schemas.microsoft.com/office/drawing/2014/main" id="{8943BAEB-A622-7E20-EEC4-C2E813EEFCEE}"/>
                    </a:ext>
                  </a:extLst>
                </p:cNvPr>
                <p:cNvPicPr/>
                <p:nvPr/>
              </p:nvPicPr>
              <p:blipFill>
                <a:blip r:embed="rId185"/>
                <a:stretch>
                  <a:fillRect/>
                </a:stretch>
              </p:blipFill>
              <p:spPr>
                <a:xfrm>
                  <a:off x="4928730" y="4628025"/>
                  <a:ext cx="1234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3" name="Ink 112">
                  <a:extLst>
                    <a:ext uri="{FF2B5EF4-FFF2-40B4-BE49-F238E27FC236}">
                      <a16:creationId xmlns:a16="http://schemas.microsoft.com/office/drawing/2014/main" id="{4FAFDCAB-8EA9-2A1B-C092-DD8D459A372F}"/>
                    </a:ext>
                  </a:extLst>
                </p14:cNvPr>
                <p14:cNvContentPartPr/>
                <p14:nvPr/>
              </p14:nvContentPartPr>
              <p14:xfrm>
                <a:off x="5042490" y="4612545"/>
                <a:ext cx="125280" cy="93960"/>
              </p14:xfrm>
            </p:contentPart>
          </mc:Choice>
          <mc:Fallback>
            <p:pic>
              <p:nvPicPr>
                <p:cNvPr id="113" name="Ink 112">
                  <a:extLst>
                    <a:ext uri="{FF2B5EF4-FFF2-40B4-BE49-F238E27FC236}">
                      <a16:creationId xmlns:a16="http://schemas.microsoft.com/office/drawing/2014/main" id="{4FAFDCAB-8EA9-2A1B-C092-DD8D459A372F}"/>
                    </a:ext>
                  </a:extLst>
                </p:cNvPr>
                <p:cNvPicPr/>
                <p:nvPr/>
              </p:nvPicPr>
              <p:blipFill>
                <a:blip r:embed="rId187"/>
                <a:stretch>
                  <a:fillRect/>
                </a:stretch>
              </p:blipFill>
              <p:spPr>
                <a:xfrm>
                  <a:off x="5036370" y="4606425"/>
                  <a:ext cx="1375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4" name="Ink 113">
                  <a:extLst>
                    <a:ext uri="{FF2B5EF4-FFF2-40B4-BE49-F238E27FC236}">
                      <a16:creationId xmlns:a16="http://schemas.microsoft.com/office/drawing/2014/main" id="{EC94069E-30FE-DB10-07BE-6C1D46D5D603}"/>
                    </a:ext>
                  </a:extLst>
                </p14:cNvPr>
                <p14:cNvContentPartPr/>
                <p14:nvPr/>
              </p14:nvContentPartPr>
              <p14:xfrm>
                <a:off x="5175330" y="4540905"/>
                <a:ext cx="71640" cy="67320"/>
              </p14:xfrm>
            </p:contentPart>
          </mc:Choice>
          <mc:Fallback>
            <p:pic>
              <p:nvPicPr>
                <p:cNvPr id="114" name="Ink 113">
                  <a:extLst>
                    <a:ext uri="{FF2B5EF4-FFF2-40B4-BE49-F238E27FC236}">
                      <a16:creationId xmlns:a16="http://schemas.microsoft.com/office/drawing/2014/main" id="{EC94069E-30FE-DB10-07BE-6C1D46D5D603}"/>
                    </a:ext>
                  </a:extLst>
                </p:cNvPr>
                <p:cNvPicPr/>
                <p:nvPr/>
              </p:nvPicPr>
              <p:blipFill>
                <a:blip r:embed="rId189"/>
                <a:stretch>
                  <a:fillRect/>
                </a:stretch>
              </p:blipFill>
              <p:spPr>
                <a:xfrm>
                  <a:off x="5169210" y="4534785"/>
                  <a:ext cx="838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5" name="Ink 114">
                  <a:extLst>
                    <a:ext uri="{FF2B5EF4-FFF2-40B4-BE49-F238E27FC236}">
                      <a16:creationId xmlns:a16="http://schemas.microsoft.com/office/drawing/2014/main" id="{C915BEDE-A486-418D-FEC2-E95ECB3E098D}"/>
                    </a:ext>
                  </a:extLst>
                </p14:cNvPr>
                <p14:cNvContentPartPr/>
                <p14:nvPr/>
              </p14:nvContentPartPr>
              <p14:xfrm>
                <a:off x="5215290" y="4374585"/>
                <a:ext cx="122040" cy="141480"/>
              </p14:xfrm>
            </p:contentPart>
          </mc:Choice>
          <mc:Fallback>
            <p:pic>
              <p:nvPicPr>
                <p:cNvPr id="115" name="Ink 114">
                  <a:extLst>
                    <a:ext uri="{FF2B5EF4-FFF2-40B4-BE49-F238E27FC236}">
                      <a16:creationId xmlns:a16="http://schemas.microsoft.com/office/drawing/2014/main" id="{C915BEDE-A486-418D-FEC2-E95ECB3E098D}"/>
                    </a:ext>
                  </a:extLst>
                </p:cNvPr>
                <p:cNvPicPr/>
                <p:nvPr/>
              </p:nvPicPr>
              <p:blipFill>
                <a:blip r:embed="rId191"/>
                <a:stretch>
                  <a:fillRect/>
                </a:stretch>
              </p:blipFill>
              <p:spPr>
                <a:xfrm>
                  <a:off x="5209170" y="4368465"/>
                  <a:ext cx="13428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6" name="Ink 115">
                  <a:extLst>
                    <a:ext uri="{FF2B5EF4-FFF2-40B4-BE49-F238E27FC236}">
                      <a16:creationId xmlns:a16="http://schemas.microsoft.com/office/drawing/2014/main" id="{AC9B40D6-3B64-D7C4-B779-23CF565EA612}"/>
                    </a:ext>
                  </a:extLst>
                </p14:cNvPr>
                <p14:cNvContentPartPr/>
                <p14:nvPr/>
              </p14:nvContentPartPr>
              <p14:xfrm>
                <a:off x="5542530" y="4106745"/>
                <a:ext cx="222120" cy="241560"/>
              </p14:xfrm>
            </p:contentPart>
          </mc:Choice>
          <mc:Fallback>
            <p:pic>
              <p:nvPicPr>
                <p:cNvPr id="116" name="Ink 115">
                  <a:extLst>
                    <a:ext uri="{FF2B5EF4-FFF2-40B4-BE49-F238E27FC236}">
                      <a16:creationId xmlns:a16="http://schemas.microsoft.com/office/drawing/2014/main" id="{AC9B40D6-3B64-D7C4-B779-23CF565EA612}"/>
                    </a:ext>
                  </a:extLst>
                </p:cNvPr>
                <p:cNvPicPr/>
                <p:nvPr/>
              </p:nvPicPr>
              <p:blipFill>
                <a:blip r:embed="rId193"/>
                <a:stretch>
                  <a:fillRect/>
                </a:stretch>
              </p:blipFill>
              <p:spPr>
                <a:xfrm>
                  <a:off x="5536410" y="4100625"/>
                  <a:ext cx="23436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7" name="Ink 116">
                  <a:extLst>
                    <a:ext uri="{FF2B5EF4-FFF2-40B4-BE49-F238E27FC236}">
                      <a16:creationId xmlns:a16="http://schemas.microsoft.com/office/drawing/2014/main" id="{34B5D361-409C-73C1-DEDF-D3057E74C356}"/>
                    </a:ext>
                  </a:extLst>
                </p14:cNvPr>
                <p14:cNvContentPartPr/>
                <p14:nvPr/>
              </p14:nvContentPartPr>
              <p14:xfrm>
                <a:off x="5786250" y="4054545"/>
                <a:ext cx="149400" cy="134280"/>
              </p14:xfrm>
            </p:contentPart>
          </mc:Choice>
          <mc:Fallback>
            <p:pic>
              <p:nvPicPr>
                <p:cNvPr id="117" name="Ink 116">
                  <a:extLst>
                    <a:ext uri="{FF2B5EF4-FFF2-40B4-BE49-F238E27FC236}">
                      <a16:creationId xmlns:a16="http://schemas.microsoft.com/office/drawing/2014/main" id="{34B5D361-409C-73C1-DEDF-D3057E74C356}"/>
                    </a:ext>
                  </a:extLst>
                </p:cNvPr>
                <p:cNvPicPr/>
                <p:nvPr/>
              </p:nvPicPr>
              <p:blipFill>
                <a:blip r:embed="rId195"/>
                <a:stretch>
                  <a:fillRect/>
                </a:stretch>
              </p:blipFill>
              <p:spPr>
                <a:xfrm>
                  <a:off x="5780130" y="4048425"/>
                  <a:ext cx="16164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8" name="Ink 117">
                  <a:extLst>
                    <a:ext uri="{FF2B5EF4-FFF2-40B4-BE49-F238E27FC236}">
                      <a16:creationId xmlns:a16="http://schemas.microsoft.com/office/drawing/2014/main" id="{CA47B75C-F7B0-B300-AC5D-C4034AFB1032}"/>
                    </a:ext>
                  </a:extLst>
                </p14:cNvPr>
                <p14:cNvContentPartPr/>
                <p14:nvPr/>
              </p14:nvContentPartPr>
              <p14:xfrm>
                <a:off x="5418330" y="4760865"/>
                <a:ext cx="252360" cy="169560"/>
              </p14:xfrm>
            </p:contentPart>
          </mc:Choice>
          <mc:Fallback>
            <p:pic>
              <p:nvPicPr>
                <p:cNvPr id="118" name="Ink 117">
                  <a:extLst>
                    <a:ext uri="{FF2B5EF4-FFF2-40B4-BE49-F238E27FC236}">
                      <a16:creationId xmlns:a16="http://schemas.microsoft.com/office/drawing/2014/main" id="{CA47B75C-F7B0-B300-AC5D-C4034AFB1032}"/>
                    </a:ext>
                  </a:extLst>
                </p:cNvPr>
                <p:cNvPicPr/>
                <p:nvPr/>
              </p:nvPicPr>
              <p:blipFill>
                <a:blip r:embed="rId197"/>
                <a:stretch>
                  <a:fillRect/>
                </a:stretch>
              </p:blipFill>
              <p:spPr>
                <a:xfrm>
                  <a:off x="5412210" y="4754745"/>
                  <a:ext cx="26460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9" name="Ink 118">
                  <a:extLst>
                    <a:ext uri="{FF2B5EF4-FFF2-40B4-BE49-F238E27FC236}">
                      <a16:creationId xmlns:a16="http://schemas.microsoft.com/office/drawing/2014/main" id="{D04200B9-58F6-297A-0DD5-653C0CE961EE}"/>
                    </a:ext>
                  </a:extLst>
                </p14:cNvPr>
                <p14:cNvContentPartPr/>
                <p14:nvPr/>
              </p14:nvContentPartPr>
              <p14:xfrm>
                <a:off x="5700210" y="4640625"/>
                <a:ext cx="55440" cy="90000"/>
              </p14:xfrm>
            </p:contentPart>
          </mc:Choice>
          <mc:Fallback>
            <p:pic>
              <p:nvPicPr>
                <p:cNvPr id="119" name="Ink 118">
                  <a:extLst>
                    <a:ext uri="{FF2B5EF4-FFF2-40B4-BE49-F238E27FC236}">
                      <a16:creationId xmlns:a16="http://schemas.microsoft.com/office/drawing/2014/main" id="{D04200B9-58F6-297A-0DD5-653C0CE961EE}"/>
                    </a:ext>
                  </a:extLst>
                </p:cNvPr>
                <p:cNvPicPr/>
                <p:nvPr/>
              </p:nvPicPr>
              <p:blipFill>
                <a:blip r:embed="rId199"/>
                <a:stretch>
                  <a:fillRect/>
                </a:stretch>
              </p:blipFill>
              <p:spPr>
                <a:xfrm>
                  <a:off x="5694090" y="4634505"/>
                  <a:ext cx="676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0" name="Ink 119">
                  <a:extLst>
                    <a:ext uri="{FF2B5EF4-FFF2-40B4-BE49-F238E27FC236}">
                      <a16:creationId xmlns:a16="http://schemas.microsoft.com/office/drawing/2014/main" id="{AEF180C0-9626-71CA-7944-30183CDE4102}"/>
                    </a:ext>
                  </a:extLst>
                </p14:cNvPr>
                <p14:cNvContentPartPr/>
                <p14:nvPr/>
              </p14:nvContentPartPr>
              <p14:xfrm>
                <a:off x="5864010" y="4463865"/>
                <a:ext cx="148680" cy="174240"/>
              </p14:xfrm>
            </p:contentPart>
          </mc:Choice>
          <mc:Fallback>
            <p:pic>
              <p:nvPicPr>
                <p:cNvPr id="120" name="Ink 119">
                  <a:extLst>
                    <a:ext uri="{FF2B5EF4-FFF2-40B4-BE49-F238E27FC236}">
                      <a16:creationId xmlns:a16="http://schemas.microsoft.com/office/drawing/2014/main" id="{AEF180C0-9626-71CA-7944-30183CDE4102}"/>
                    </a:ext>
                  </a:extLst>
                </p:cNvPr>
                <p:cNvPicPr/>
                <p:nvPr/>
              </p:nvPicPr>
              <p:blipFill>
                <a:blip r:embed="rId201"/>
                <a:stretch>
                  <a:fillRect/>
                </a:stretch>
              </p:blipFill>
              <p:spPr>
                <a:xfrm>
                  <a:off x="5857890" y="4457745"/>
                  <a:ext cx="1609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1" name="Ink 120">
                  <a:extLst>
                    <a:ext uri="{FF2B5EF4-FFF2-40B4-BE49-F238E27FC236}">
                      <a16:creationId xmlns:a16="http://schemas.microsoft.com/office/drawing/2014/main" id="{7CF61E5F-8A66-2F78-A1A0-0A76FF217FF8}"/>
                    </a:ext>
                  </a:extLst>
                </p14:cNvPr>
                <p14:cNvContentPartPr/>
                <p14:nvPr/>
              </p14:nvContentPartPr>
              <p14:xfrm>
                <a:off x="6014490" y="4421385"/>
                <a:ext cx="100440" cy="105480"/>
              </p14:xfrm>
            </p:contentPart>
          </mc:Choice>
          <mc:Fallback>
            <p:pic>
              <p:nvPicPr>
                <p:cNvPr id="121" name="Ink 120">
                  <a:extLst>
                    <a:ext uri="{FF2B5EF4-FFF2-40B4-BE49-F238E27FC236}">
                      <a16:creationId xmlns:a16="http://schemas.microsoft.com/office/drawing/2014/main" id="{7CF61E5F-8A66-2F78-A1A0-0A76FF217FF8}"/>
                    </a:ext>
                  </a:extLst>
                </p:cNvPr>
                <p:cNvPicPr/>
                <p:nvPr/>
              </p:nvPicPr>
              <p:blipFill>
                <a:blip r:embed="rId203"/>
                <a:stretch>
                  <a:fillRect/>
                </a:stretch>
              </p:blipFill>
              <p:spPr>
                <a:xfrm>
                  <a:off x="6008370" y="4415265"/>
                  <a:ext cx="11268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2" name="Ink 121">
                  <a:extLst>
                    <a:ext uri="{FF2B5EF4-FFF2-40B4-BE49-F238E27FC236}">
                      <a16:creationId xmlns:a16="http://schemas.microsoft.com/office/drawing/2014/main" id="{D88BF8CC-4C4A-188E-A9F1-AD5745CD0DE2}"/>
                    </a:ext>
                  </a:extLst>
                </p14:cNvPr>
                <p14:cNvContentPartPr/>
                <p14:nvPr/>
              </p14:nvContentPartPr>
              <p14:xfrm>
                <a:off x="6072810" y="4274505"/>
                <a:ext cx="93960" cy="154800"/>
              </p14:xfrm>
            </p:contentPart>
          </mc:Choice>
          <mc:Fallback>
            <p:pic>
              <p:nvPicPr>
                <p:cNvPr id="122" name="Ink 121">
                  <a:extLst>
                    <a:ext uri="{FF2B5EF4-FFF2-40B4-BE49-F238E27FC236}">
                      <a16:creationId xmlns:a16="http://schemas.microsoft.com/office/drawing/2014/main" id="{D88BF8CC-4C4A-188E-A9F1-AD5745CD0DE2}"/>
                    </a:ext>
                  </a:extLst>
                </p:cNvPr>
                <p:cNvPicPr/>
                <p:nvPr/>
              </p:nvPicPr>
              <p:blipFill>
                <a:blip r:embed="rId205"/>
                <a:stretch>
                  <a:fillRect/>
                </a:stretch>
              </p:blipFill>
              <p:spPr>
                <a:xfrm>
                  <a:off x="6066690" y="4268385"/>
                  <a:ext cx="10620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3" name="Ink 122">
                  <a:extLst>
                    <a:ext uri="{FF2B5EF4-FFF2-40B4-BE49-F238E27FC236}">
                      <a16:creationId xmlns:a16="http://schemas.microsoft.com/office/drawing/2014/main" id="{3FA7B81B-5772-B21D-F4DD-0B23CD131FFC}"/>
                    </a:ext>
                  </a:extLst>
                </p14:cNvPr>
                <p14:cNvContentPartPr/>
                <p14:nvPr/>
              </p14:nvContentPartPr>
              <p14:xfrm>
                <a:off x="6213570" y="4276305"/>
                <a:ext cx="75240" cy="134280"/>
              </p14:xfrm>
            </p:contentPart>
          </mc:Choice>
          <mc:Fallback>
            <p:pic>
              <p:nvPicPr>
                <p:cNvPr id="123" name="Ink 122">
                  <a:extLst>
                    <a:ext uri="{FF2B5EF4-FFF2-40B4-BE49-F238E27FC236}">
                      <a16:creationId xmlns:a16="http://schemas.microsoft.com/office/drawing/2014/main" id="{3FA7B81B-5772-B21D-F4DD-0B23CD131FFC}"/>
                    </a:ext>
                  </a:extLst>
                </p:cNvPr>
                <p:cNvPicPr/>
                <p:nvPr/>
              </p:nvPicPr>
              <p:blipFill>
                <a:blip r:embed="rId207"/>
                <a:stretch>
                  <a:fillRect/>
                </a:stretch>
              </p:blipFill>
              <p:spPr>
                <a:xfrm>
                  <a:off x="6207450" y="4270185"/>
                  <a:ext cx="8748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4" name="Ink 123">
                  <a:extLst>
                    <a:ext uri="{FF2B5EF4-FFF2-40B4-BE49-F238E27FC236}">
                      <a16:creationId xmlns:a16="http://schemas.microsoft.com/office/drawing/2014/main" id="{C18F8965-52F1-486A-02C9-141690C9B6C6}"/>
                    </a:ext>
                  </a:extLst>
                </p14:cNvPr>
                <p14:cNvContentPartPr/>
                <p14:nvPr/>
              </p14:nvContentPartPr>
              <p14:xfrm>
                <a:off x="6357930" y="4128705"/>
                <a:ext cx="128160" cy="165600"/>
              </p14:xfrm>
            </p:contentPart>
          </mc:Choice>
          <mc:Fallback>
            <p:pic>
              <p:nvPicPr>
                <p:cNvPr id="124" name="Ink 123">
                  <a:extLst>
                    <a:ext uri="{FF2B5EF4-FFF2-40B4-BE49-F238E27FC236}">
                      <a16:creationId xmlns:a16="http://schemas.microsoft.com/office/drawing/2014/main" id="{C18F8965-52F1-486A-02C9-141690C9B6C6}"/>
                    </a:ext>
                  </a:extLst>
                </p:cNvPr>
                <p:cNvPicPr/>
                <p:nvPr/>
              </p:nvPicPr>
              <p:blipFill>
                <a:blip r:embed="rId209"/>
                <a:stretch>
                  <a:fillRect/>
                </a:stretch>
              </p:blipFill>
              <p:spPr>
                <a:xfrm>
                  <a:off x="6351810" y="4122585"/>
                  <a:ext cx="14040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5" name="Ink 124">
                  <a:extLst>
                    <a:ext uri="{FF2B5EF4-FFF2-40B4-BE49-F238E27FC236}">
                      <a16:creationId xmlns:a16="http://schemas.microsoft.com/office/drawing/2014/main" id="{7BA9CE29-0BFB-13F3-309C-A1EBEED9FD34}"/>
                    </a:ext>
                  </a:extLst>
                </p14:cNvPr>
                <p14:cNvContentPartPr/>
                <p14:nvPr/>
              </p14:nvContentPartPr>
              <p14:xfrm>
                <a:off x="6539010" y="4336065"/>
                <a:ext cx="4320" cy="2880"/>
              </p14:xfrm>
            </p:contentPart>
          </mc:Choice>
          <mc:Fallback>
            <p:pic>
              <p:nvPicPr>
                <p:cNvPr id="125" name="Ink 124">
                  <a:extLst>
                    <a:ext uri="{FF2B5EF4-FFF2-40B4-BE49-F238E27FC236}">
                      <a16:creationId xmlns:a16="http://schemas.microsoft.com/office/drawing/2014/main" id="{7BA9CE29-0BFB-13F3-309C-A1EBEED9FD34}"/>
                    </a:ext>
                  </a:extLst>
                </p:cNvPr>
                <p:cNvPicPr/>
                <p:nvPr/>
              </p:nvPicPr>
              <p:blipFill>
                <a:blip r:embed="rId211"/>
                <a:stretch>
                  <a:fillRect/>
                </a:stretch>
              </p:blipFill>
              <p:spPr>
                <a:xfrm>
                  <a:off x="6532890" y="4329945"/>
                  <a:ext cx="16560" cy="15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2">
            <p14:nvContentPartPr>
              <p14:cNvPr id="127" name="Ink 126">
                <a:extLst>
                  <a:ext uri="{FF2B5EF4-FFF2-40B4-BE49-F238E27FC236}">
                    <a16:creationId xmlns:a16="http://schemas.microsoft.com/office/drawing/2014/main" id="{369A07CE-85BB-32B3-1B0F-010FD701D8BF}"/>
                  </a:ext>
                </a:extLst>
              </p14:cNvPr>
              <p14:cNvContentPartPr/>
              <p14:nvPr/>
            </p14:nvContentPartPr>
            <p14:xfrm>
              <a:off x="9493530" y="986985"/>
              <a:ext cx="106200" cy="131040"/>
            </p14:xfrm>
          </p:contentPart>
        </mc:Choice>
        <mc:Fallback>
          <p:pic>
            <p:nvPicPr>
              <p:cNvPr id="127" name="Ink 126">
                <a:extLst>
                  <a:ext uri="{FF2B5EF4-FFF2-40B4-BE49-F238E27FC236}">
                    <a16:creationId xmlns:a16="http://schemas.microsoft.com/office/drawing/2014/main" id="{369A07CE-85BB-32B3-1B0F-010FD701D8BF}"/>
                  </a:ext>
                </a:extLst>
              </p:cNvPr>
              <p:cNvPicPr/>
              <p:nvPr/>
            </p:nvPicPr>
            <p:blipFill>
              <a:blip r:embed="rId213"/>
              <a:stretch>
                <a:fillRect/>
              </a:stretch>
            </p:blipFill>
            <p:spPr>
              <a:xfrm>
                <a:off x="9487410" y="980865"/>
                <a:ext cx="11844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8" name="Ink 127">
                <a:extLst>
                  <a:ext uri="{FF2B5EF4-FFF2-40B4-BE49-F238E27FC236}">
                    <a16:creationId xmlns:a16="http://schemas.microsoft.com/office/drawing/2014/main" id="{3C42250B-D4EB-0A06-0ECF-EC290F02674A}"/>
                  </a:ext>
                </a:extLst>
              </p14:cNvPr>
              <p14:cNvContentPartPr/>
              <p14:nvPr/>
            </p14:nvContentPartPr>
            <p14:xfrm>
              <a:off x="9466170" y="1229985"/>
              <a:ext cx="80640" cy="131040"/>
            </p14:xfrm>
          </p:contentPart>
        </mc:Choice>
        <mc:Fallback>
          <p:pic>
            <p:nvPicPr>
              <p:cNvPr id="128" name="Ink 127">
                <a:extLst>
                  <a:ext uri="{FF2B5EF4-FFF2-40B4-BE49-F238E27FC236}">
                    <a16:creationId xmlns:a16="http://schemas.microsoft.com/office/drawing/2014/main" id="{3C42250B-D4EB-0A06-0ECF-EC290F02674A}"/>
                  </a:ext>
                </a:extLst>
              </p:cNvPr>
              <p:cNvPicPr/>
              <p:nvPr/>
            </p:nvPicPr>
            <p:blipFill>
              <a:blip r:embed="rId215"/>
              <a:stretch>
                <a:fillRect/>
              </a:stretch>
            </p:blipFill>
            <p:spPr>
              <a:xfrm>
                <a:off x="9460050" y="1223865"/>
                <a:ext cx="928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9" name="Ink 128">
                <a:extLst>
                  <a:ext uri="{FF2B5EF4-FFF2-40B4-BE49-F238E27FC236}">
                    <a16:creationId xmlns:a16="http://schemas.microsoft.com/office/drawing/2014/main" id="{EA5A8DD5-56B5-A869-87EE-8E7AEA1B0956}"/>
                  </a:ext>
                </a:extLst>
              </p14:cNvPr>
              <p14:cNvContentPartPr/>
              <p14:nvPr/>
            </p14:nvContentPartPr>
            <p14:xfrm>
              <a:off x="9174210" y="1003545"/>
              <a:ext cx="122760" cy="91440"/>
            </p14:xfrm>
          </p:contentPart>
        </mc:Choice>
        <mc:Fallback>
          <p:pic>
            <p:nvPicPr>
              <p:cNvPr id="129" name="Ink 128">
                <a:extLst>
                  <a:ext uri="{FF2B5EF4-FFF2-40B4-BE49-F238E27FC236}">
                    <a16:creationId xmlns:a16="http://schemas.microsoft.com/office/drawing/2014/main" id="{EA5A8DD5-56B5-A869-87EE-8E7AEA1B0956}"/>
                  </a:ext>
                </a:extLst>
              </p:cNvPr>
              <p:cNvPicPr/>
              <p:nvPr/>
            </p:nvPicPr>
            <p:blipFill>
              <a:blip r:embed="rId217"/>
              <a:stretch>
                <a:fillRect/>
              </a:stretch>
            </p:blipFill>
            <p:spPr>
              <a:xfrm>
                <a:off x="9168090" y="997425"/>
                <a:ext cx="135000" cy="103680"/>
              </a:xfrm>
              <a:prstGeom prst="rect">
                <a:avLst/>
              </a:prstGeom>
            </p:spPr>
          </p:pic>
        </mc:Fallback>
      </mc:AlternateContent>
      <p:grpSp>
        <p:nvGrpSpPr>
          <p:cNvPr id="136" name="Group 135">
            <a:extLst>
              <a:ext uri="{FF2B5EF4-FFF2-40B4-BE49-F238E27FC236}">
                <a16:creationId xmlns:a16="http://schemas.microsoft.com/office/drawing/2014/main" id="{C6C84100-AFFD-4ECD-5895-F2215BFD2C76}"/>
              </a:ext>
            </a:extLst>
          </p:cNvPr>
          <p:cNvGrpSpPr/>
          <p:nvPr/>
        </p:nvGrpSpPr>
        <p:grpSpPr>
          <a:xfrm>
            <a:off x="9531690" y="930465"/>
            <a:ext cx="209160" cy="175680"/>
            <a:chOff x="9531690" y="930465"/>
            <a:chExt cx="209160" cy="175680"/>
          </a:xfrm>
        </p:grpSpPr>
        <mc:AlternateContent xmlns:mc="http://schemas.openxmlformats.org/markup-compatibility/2006">
          <mc:Choice xmlns:p14="http://schemas.microsoft.com/office/powerpoint/2010/main" Requires="p14">
            <p:contentPart p14:bwMode="auto" r:id="rId218">
              <p14:nvContentPartPr>
                <p14:cNvPr id="131" name="Ink 130">
                  <a:extLst>
                    <a:ext uri="{FF2B5EF4-FFF2-40B4-BE49-F238E27FC236}">
                      <a16:creationId xmlns:a16="http://schemas.microsoft.com/office/drawing/2014/main" id="{E761F58D-930A-5ACC-7E13-5A9B5D97AC7F}"/>
                    </a:ext>
                  </a:extLst>
                </p14:cNvPr>
                <p14:cNvContentPartPr/>
                <p14:nvPr/>
              </p14:nvContentPartPr>
              <p14:xfrm>
                <a:off x="9531690" y="930465"/>
                <a:ext cx="209160" cy="175680"/>
              </p14:xfrm>
            </p:contentPart>
          </mc:Choice>
          <mc:Fallback>
            <p:pic>
              <p:nvPicPr>
                <p:cNvPr id="131" name="Ink 130">
                  <a:extLst>
                    <a:ext uri="{FF2B5EF4-FFF2-40B4-BE49-F238E27FC236}">
                      <a16:creationId xmlns:a16="http://schemas.microsoft.com/office/drawing/2014/main" id="{E761F58D-930A-5ACC-7E13-5A9B5D97AC7F}"/>
                    </a:ext>
                  </a:extLst>
                </p:cNvPr>
                <p:cNvPicPr/>
                <p:nvPr/>
              </p:nvPicPr>
              <p:blipFill>
                <a:blip r:embed="rId219"/>
                <a:stretch>
                  <a:fillRect/>
                </a:stretch>
              </p:blipFill>
              <p:spPr>
                <a:xfrm>
                  <a:off x="9525570" y="924345"/>
                  <a:ext cx="2214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2" name="Ink 131">
                  <a:extLst>
                    <a:ext uri="{FF2B5EF4-FFF2-40B4-BE49-F238E27FC236}">
                      <a16:creationId xmlns:a16="http://schemas.microsoft.com/office/drawing/2014/main" id="{272AC687-C8AA-67C9-03ED-C387276123C9}"/>
                    </a:ext>
                  </a:extLst>
                </p14:cNvPr>
                <p14:cNvContentPartPr/>
                <p14:nvPr/>
              </p14:nvContentPartPr>
              <p14:xfrm>
                <a:off x="9551130" y="992745"/>
                <a:ext cx="123120" cy="108720"/>
              </p14:xfrm>
            </p:contentPart>
          </mc:Choice>
          <mc:Fallback>
            <p:pic>
              <p:nvPicPr>
                <p:cNvPr id="132" name="Ink 131">
                  <a:extLst>
                    <a:ext uri="{FF2B5EF4-FFF2-40B4-BE49-F238E27FC236}">
                      <a16:creationId xmlns:a16="http://schemas.microsoft.com/office/drawing/2014/main" id="{272AC687-C8AA-67C9-03ED-C387276123C9}"/>
                    </a:ext>
                  </a:extLst>
                </p:cNvPr>
                <p:cNvPicPr/>
                <p:nvPr/>
              </p:nvPicPr>
              <p:blipFill>
                <a:blip r:embed="rId221"/>
                <a:stretch>
                  <a:fillRect/>
                </a:stretch>
              </p:blipFill>
              <p:spPr>
                <a:xfrm>
                  <a:off x="9545010" y="986625"/>
                  <a:ext cx="135360" cy="120960"/>
                </a:xfrm>
                <a:prstGeom prst="rect">
                  <a:avLst/>
                </a:prstGeom>
              </p:spPr>
            </p:pic>
          </mc:Fallback>
        </mc:AlternateContent>
      </p:grpSp>
      <p:grpSp>
        <p:nvGrpSpPr>
          <p:cNvPr id="135" name="Group 134">
            <a:extLst>
              <a:ext uri="{FF2B5EF4-FFF2-40B4-BE49-F238E27FC236}">
                <a16:creationId xmlns:a16="http://schemas.microsoft.com/office/drawing/2014/main" id="{18048C34-E588-C7D1-EAB7-B09CDF20C603}"/>
              </a:ext>
            </a:extLst>
          </p:cNvPr>
          <p:cNvGrpSpPr/>
          <p:nvPr/>
        </p:nvGrpSpPr>
        <p:grpSpPr>
          <a:xfrm>
            <a:off x="9179250" y="1229985"/>
            <a:ext cx="446040" cy="167040"/>
            <a:chOff x="9179250" y="1229985"/>
            <a:chExt cx="446040" cy="167040"/>
          </a:xfrm>
        </p:grpSpPr>
        <mc:AlternateContent xmlns:mc="http://schemas.openxmlformats.org/markup-compatibility/2006">
          <mc:Choice xmlns:p14="http://schemas.microsoft.com/office/powerpoint/2010/main" Requires="p14">
            <p:contentPart p14:bwMode="auto" r:id="rId222">
              <p14:nvContentPartPr>
                <p14:cNvPr id="130" name="Ink 129">
                  <a:extLst>
                    <a:ext uri="{FF2B5EF4-FFF2-40B4-BE49-F238E27FC236}">
                      <a16:creationId xmlns:a16="http://schemas.microsoft.com/office/drawing/2014/main" id="{FC2B2111-7D34-56C9-87F8-653C306C5C84}"/>
                    </a:ext>
                  </a:extLst>
                </p14:cNvPr>
                <p14:cNvContentPartPr/>
                <p14:nvPr/>
              </p14:nvContentPartPr>
              <p14:xfrm>
                <a:off x="9179250" y="1240425"/>
                <a:ext cx="81720" cy="64800"/>
              </p14:xfrm>
            </p:contentPart>
          </mc:Choice>
          <mc:Fallback>
            <p:pic>
              <p:nvPicPr>
                <p:cNvPr id="130" name="Ink 129">
                  <a:extLst>
                    <a:ext uri="{FF2B5EF4-FFF2-40B4-BE49-F238E27FC236}">
                      <a16:creationId xmlns:a16="http://schemas.microsoft.com/office/drawing/2014/main" id="{FC2B2111-7D34-56C9-87F8-653C306C5C84}"/>
                    </a:ext>
                  </a:extLst>
                </p:cNvPr>
                <p:cNvPicPr/>
                <p:nvPr/>
              </p:nvPicPr>
              <p:blipFill>
                <a:blip r:embed="rId223"/>
                <a:stretch>
                  <a:fillRect/>
                </a:stretch>
              </p:blipFill>
              <p:spPr>
                <a:xfrm>
                  <a:off x="9173130" y="1234305"/>
                  <a:ext cx="939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3" name="Ink 132">
                  <a:extLst>
                    <a:ext uri="{FF2B5EF4-FFF2-40B4-BE49-F238E27FC236}">
                      <a16:creationId xmlns:a16="http://schemas.microsoft.com/office/drawing/2014/main" id="{F8FE64B1-9502-6A97-133C-131BB91983EB}"/>
                    </a:ext>
                  </a:extLst>
                </p14:cNvPr>
                <p14:cNvContentPartPr/>
                <p14:nvPr/>
              </p14:nvContentPartPr>
              <p14:xfrm>
                <a:off x="9493890" y="1229985"/>
                <a:ext cx="123120" cy="167040"/>
              </p14:xfrm>
            </p:contentPart>
          </mc:Choice>
          <mc:Fallback>
            <p:pic>
              <p:nvPicPr>
                <p:cNvPr id="133" name="Ink 132">
                  <a:extLst>
                    <a:ext uri="{FF2B5EF4-FFF2-40B4-BE49-F238E27FC236}">
                      <a16:creationId xmlns:a16="http://schemas.microsoft.com/office/drawing/2014/main" id="{F8FE64B1-9502-6A97-133C-131BB91983EB}"/>
                    </a:ext>
                  </a:extLst>
                </p:cNvPr>
                <p:cNvPicPr/>
                <p:nvPr/>
              </p:nvPicPr>
              <p:blipFill>
                <a:blip r:embed="rId225"/>
                <a:stretch>
                  <a:fillRect/>
                </a:stretch>
              </p:blipFill>
              <p:spPr>
                <a:xfrm>
                  <a:off x="9487770" y="1223865"/>
                  <a:ext cx="1353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4" name="Ink 133">
                  <a:extLst>
                    <a:ext uri="{FF2B5EF4-FFF2-40B4-BE49-F238E27FC236}">
                      <a16:creationId xmlns:a16="http://schemas.microsoft.com/office/drawing/2014/main" id="{167EA68E-1C13-494D-4A53-0736E7B2CB46}"/>
                    </a:ext>
                  </a:extLst>
                </p14:cNvPr>
                <p14:cNvContentPartPr/>
                <p14:nvPr/>
              </p14:nvContentPartPr>
              <p14:xfrm>
                <a:off x="9467250" y="1292985"/>
                <a:ext cx="158040" cy="71280"/>
              </p14:xfrm>
            </p:contentPart>
          </mc:Choice>
          <mc:Fallback>
            <p:pic>
              <p:nvPicPr>
                <p:cNvPr id="134" name="Ink 133">
                  <a:extLst>
                    <a:ext uri="{FF2B5EF4-FFF2-40B4-BE49-F238E27FC236}">
                      <a16:creationId xmlns:a16="http://schemas.microsoft.com/office/drawing/2014/main" id="{167EA68E-1C13-494D-4A53-0736E7B2CB46}"/>
                    </a:ext>
                  </a:extLst>
                </p:cNvPr>
                <p:cNvPicPr/>
                <p:nvPr/>
              </p:nvPicPr>
              <p:blipFill>
                <a:blip r:embed="rId227"/>
                <a:stretch>
                  <a:fillRect/>
                </a:stretch>
              </p:blipFill>
              <p:spPr>
                <a:xfrm>
                  <a:off x="9461130" y="1286865"/>
                  <a:ext cx="170280" cy="83520"/>
                </a:xfrm>
                <a:prstGeom prst="rect">
                  <a:avLst/>
                </a:prstGeom>
              </p:spPr>
            </p:pic>
          </mc:Fallback>
        </mc:AlternateContent>
      </p:grpSp>
      <p:grpSp>
        <p:nvGrpSpPr>
          <p:cNvPr id="142" name="Group 141">
            <a:extLst>
              <a:ext uri="{FF2B5EF4-FFF2-40B4-BE49-F238E27FC236}">
                <a16:creationId xmlns:a16="http://schemas.microsoft.com/office/drawing/2014/main" id="{776BEAD0-DE6D-048B-335E-ED1F18D59BBE}"/>
              </a:ext>
            </a:extLst>
          </p:cNvPr>
          <p:cNvGrpSpPr/>
          <p:nvPr/>
        </p:nvGrpSpPr>
        <p:grpSpPr>
          <a:xfrm>
            <a:off x="10260330" y="968265"/>
            <a:ext cx="595080" cy="213840"/>
            <a:chOff x="10260330" y="968265"/>
            <a:chExt cx="595080" cy="213840"/>
          </a:xfrm>
        </p:grpSpPr>
        <mc:AlternateContent xmlns:mc="http://schemas.openxmlformats.org/markup-compatibility/2006">
          <mc:Choice xmlns:p14="http://schemas.microsoft.com/office/powerpoint/2010/main" Requires="p14">
            <p:contentPart p14:bwMode="auto" r:id="rId228">
              <p14:nvContentPartPr>
                <p14:cNvPr id="137" name="Ink 136">
                  <a:extLst>
                    <a:ext uri="{FF2B5EF4-FFF2-40B4-BE49-F238E27FC236}">
                      <a16:creationId xmlns:a16="http://schemas.microsoft.com/office/drawing/2014/main" id="{EF82F80A-DCFB-0317-FE3F-BB1A83AC90BF}"/>
                    </a:ext>
                  </a:extLst>
                </p14:cNvPr>
                <p14:cNvContentPartPr/>
                <p14:nvPr/>
              </p14:nvContentPartPr>
              <p14:xfrm>
                <a:off x="10260330" y="1030185"/>
                <a:ext cx="50400" cy="151920"/>
              </p14:xfrm>
            </p:contentPart>
          </mc:Choice>
          <mc:Fallback>
            <p:pic>
              <p:nvPicPr>
                <p:cNvPr id="137" name="Ink 136">
                  <a:extLst>
                    <a:ext uri="{FF2B5EF4-FFF2-40B4-BE49-F238E27FC236}">
                      <a16:creationId xmlns:a16="http://schemas.microsoft.com/office/drawing/2014/main" id="{EF82F80A-DCFB-0317-FE3F-BB1A83AC90BF}"/>
                    </a:ext>
                  </a:extLst>
                </p:cNvPr>
                <p:cNvPicPr/>
                <p:nvPr/>
              </p:nvPicPr>
              <p:blipFill>
                <a:blip r:embed="rId229"/>
                <a:stretch>
                  <a:fillRect/>
                </a:stretch>
              </p:blipFill>
              <p:spPr>
                <a:xfrm>
                  <a:off x="10254210" y="1024065"/>
                  <a:ext cx="6264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8" name="Ink 137">
                  <a:extLst>
                    <a:ext uri="{FF2B5EF4-FFF2-40B4-BE49-F238E27FC236}">
                      <a16:creationId xmlns:a16="http://schemas.microsoft.com/office/drawing/2014/main" id="{2CFE224B-E32B-DF81-89C0-6F2C8D2D868C}"/>
                    </a:ext>
                  </a:extLst>
                </p14:cNvPr>
                <p14:cNvContentPartPr/>
                <p14:nvPr/>
              </p14:nvContentPartPr>
              <p14:xfrm>
                <a:off x="10394970" y="1016865"/>
                <a:ext cx="101880" cy="150120"/>
              </p14:xfrm>
            </p:contentPart>
          </mc:Choice>
          <mc:Fallback>
            <p:pic>
              <p:nvPicPr>
                <p:cNvPr id="138" name="Ink 137">
                  <a:extLst>
                    <a:ext uri="{FF2B5EF4-FFF2-40B4-BE49-F238E27FC236}">
                      <a16:creationId xmlns:a16="http://schemas.microsoft.com/office/drawing/2014/main" id="{2CFE224B-E32B-DF81-89C0-6F2C8D2D868C}"/>
                    </a:ext>
                  </a:extLst>
                </p:cNvPr>
                <p:cNvPicPr/>
                <p:nvPr/>
              </p:nvPicPr>
              <p:blipFill>
                <a:blip r:embed="rId231"/>
                <a:stretch>
                  <a:fillRect/>
                </a:stretch>
              </p:blipFill>
              <p:spPr>
                <a:xfrm>
                  <a:off x="10388850" y="1010745"/>
                  <a:ext cx="11412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9" name="Ink 138">
                  <a:extLst>
                    <a:ext uri="{FF2B5EF4-FFF2-40B4-BE49-F238E27FC236}">
                      <a16:creationId xmlns:a16="http://schemas.microsoft.com/office/drawing/2014/main" id="{B77DAE7D-0D13-0907-3386-DEB554CEA69D}"/>
                    </a:ext>
                  </a:extLst>
                </p14:cNvPr>
                <p14:cNvContentPartPr/>
                <p14:nvPr/>
              </p14:nvContentPartPr>
              <p14:xfrm>
                <a:off x="10537890" y="1023705"/>
                <a:ext cx="77760" cy="126000"/>
              </p14:xfrm>
            </p:contentPart>
          </mc:Choice>
          <mc:Fallback>
            <p:pic>
              <p:nvPicPr>
                <p:cNvPr id="139" name="Ink 138">
                  <a:extLst>
                    <a:ext uri="{FF2B5EF4-FFF2-40B4-BE49-F238E27FC236}">
                      <a16:creationId xmlns:a16="http://schemas.microsoft.com/office/drawing/2014/main" id="{B77DAE7D-0D13-0907-3386-DEB554CEA69D}"/>
                    </a:ext>
                  </a:extLst>
                </p:cNvPr>
                <p:cNvPicPr/>
                <p:nvPr/>
              </p:nvPicPr>
              <p:blipFill>
                <a:blip r:embed="rId233"/>
                <a:stretch>
                  <a:fillRect/>
                </a:stretch>
              </p:blipFill>
              <p:spPr>
                <a:xfrm>
                  <a:off x="10531770" y="1017585"/>
                  <a:ext cx="900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0" name="Ink 139">
                  <a:extLst>
                    <a:ext uri="{FF2B5EF4-FFF2-40B4-BE49-F238E27FC236}">
                      <a16:creationId xmlns:a16="http://schemas.microsoft.com/office/drawing/2014/main" id="{BE10625B-BD92-12BE-7A72-AB523C5FFCB1}"/>
                    </a:ext>
                  </a:extLst>
                </p14:cNvPr>
                <p14:cNvContentPartPr/>
                <p14:nvPr/>
              </p14:nvContentPartPr>
              <p14:xfrm>
                <a:off x="10715370" y="968265"/>
                <a:ext cx="50040" cy="165240"/>
              </p14:xfrm>
            </p:contentPart>
          </mc:Choice>
          <mc:Fallback>
            <p:pic>
              <p:nvPicPr>
                <p:cNvPr id="140" name="Ink 139">
                  <a:extLst>
                    <a:ext uri="{FF2B5EF4-FFF2-40B4-BE49-F238E27FC236}">
                      <a16:creationId xmlns:a16="http://schemas.microsoft.com/office/drawing/2014/main" id="{BE10625B-BD92-12BE-7A72-AB523C5FFCB1}"/>
                    </a:ext>
                  </a:extLst>
                </p:cNvPr>
                <p:cNvPicPr/>
                <p:nvPr/>
              </p:nvPicPr>
              <p:blipFill>
                <a:blip r:embed="rId235"/>
                <a:stretch>
                  <a:fillRect/>
                </a:stretch>
              </p:blipFill>
              <p:spPr>
                <a:xfrm>
                  <a:off x="10709250" y="962145"/>
                  <a:ext cx="6228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1" name="Ink 140">
                  <a:extLst>
                    <a:ext uri="{FF2B5EF4-FFF2-40B4-BE49-F238E27FC236}">
                      <a16:creationId xmlns:a16="http://schemas.microsoft.com/office/drawing/2014/main" id="{D29465D9-EE0F-3C98-B65F-898273196E80}"/>
                    </a:ext>
                  </a:extLst>
                </p14:cNvPr>
                <p14:cNvContentPartPr/>
                <p14:nvPr/>
              </p14:nvContentPartPr>
              <p14:xfrm>
                <a:off x="10689810" y="975105"/>
                <a:ext cx="165600" cy="168840"/>
              </p14:xfrm>
            </p:contentPart>
          </mc:Choice>
          <mc:Fallback>
            <p:pic>
              <p:nvPicPr>
                <p:cNvPr id="141" name="Ink 140">
                  <a:extLst>
                    <a:ext uri="{FF2B5EF4-FFF2-40B4-BE49-F238E27FC236}">
                      <a16:creationId xmlns:a16="http://schemas.microsoft.com/office/drawing/2014/main" id="{D29465D9-EE0F-3C98-B65F-898273196E80}"/>
                    </a:ext>
                  </a:extLst>
                </p:cNvPr>
                <p:cNvPicPr/>
                <p:nvPr/>
              </p:nvPicPr>
              <p:blipFill>
                <a:blip r:embed="rId237"/>
                <a:stretch>
                  <a:fillRect/>
                </a:stretch>
              </p:blipFill>
              <p:spPr>
                <a:xfrm>
                  <a:off x="10683690" y="968985"/>
                  <a:ext cx="177840" cy="181080"/>
                </a:xfrm>
                <a:prstGeom prst="rect">
                  <a:avLst/>
                </a:prstGeom>
              </p:spPr>
            </p:pic>
          </mc:Fallback>
        </mc:AlternateContent>
      </p:grpSp>
      <p:grpSp>
        <p:nvGrpSpPr>
          <p:cNvPr id="147" name="Group 146">
            <a:extLst>
              <a:ext uri="{FF2B5EF4-FFF2-40B4-BE49-F238E27FC236}">
                <a16:creationId xmlns:a16="http://schemas.microsoft.com/office/drawing/2014/main" id="{C36A7709-EB33-80DE-42A7-E1E2ECA40F4F}"/>
              </a:ext>
            </a:extLst>
          </p:cNvPr>
          <p:cNvGrpSpPr/>
          <p:nvPr/>
        </p:nvGrpSpPr>
        <p:grpSpPr>
          <a:xfrm>
            <a:off x="9435570" y="1690065"/>
            <a:ext cx="97560" cy="131040"/>
            <a:chOff x="9435570" y="1690065"/>
            <a:chExt cx="97560" cy="131040"/>
          </a:xfrm>
        </p:grpSpPr>
        <mc:AlternateContent xmlns:mc="http://schemas.openxmlformats.org/markup-compatibility/2006">
          <mc:Choice xmlns:p14="http://schemas.microsoft.com/office/powerpoint/2010/main" Requires="p14">
            <p:contentPart p14:bwMode="auto" r:id="rId238">
              <p14:nvContentPartPr>
                <p14:cNvPr id="143" name="Ink 142">
                  <a:extLst>
                    <a:ext uri="{FF2B5EF4-FFF2-40B4-BE49-F238E27FC236}">
                      <a16:creationId xmlns:a16="http://schemas.microsoft.com/office/drawing/2014/main" id="{6BAF8C28-355A-65D0-50CB-6B322F263F88}"/>
                    </a:ext>
                  </a:extLst>
                </p14:cNvPr>
                <p14:cNvContentPartPr/>
                <p14:nvPr/>
              </p14:nvContentPartPr>
              <p14:xfrm>
                <a:off x="9446010" y="1703385"/>
                <a:ext cx="62640" cy="94680"/>
              </p14:xfrm>
            </p:contentPart>
          </mc:Choice>
          <mc:Fallback>
            <p:pic>
              <p:nvPicPr>
                <p:cNvPr id="143" name="Ink 142">
                  <a:extLst>
                    <a:ext uri="{FF2B5EF4-FFF2-40B4-BE49-F238E27FC236}">
                      <a16:creationId xmlns:a16="http://schemas.microsoft.com/office/drawing/2014/main" id="{6BAF8C28-355A-65D0-50CB-6B322F263F88}"/>
                    </a:ext>
                  </a:extLst>
                </p:cNvPr>
                <p:cNvPicPr/>
                <p:nvPr/>
              </p:nvPicPr>
              <p:blipFill>
                <a:blip r:embed="rId239"/>
                <a:stretch>
                  <a:fillRect/>
                </a:stretch>
              </p:blipFill>
              <p:spPr>
                <a:xfrm>
                  <a:off x="9439890" y="1697265"/>
                  <a:ext cx="748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4" name="Ink 143">
                  <a:extLst>
                    <a:ext uri="{FF2B5EF4-FFF2-40B4-BE49-F238E27FC236}">
                      <a16:creationId xmlns:a16="http://schemas.microsoft.com/office/drawing/2014/main" id="{B5D24DEE-B876-BC24-6FE3-204E25D73447}"/>
                    </a:ext>
                  </a:extLst>
                </p14:cNvPr>
                <p14:cNvContentPartPr/>
                <p14:nvPr/>
              </p14:nvContentPartPr>
              <p14:xfrm>
                <a:off x="9464010" y="1740465"/>
                <a:ext cx="43560" cy="50040"/>
              </p14:xfrm>
            </p:contentPart>
          </mc:Choice>
          <mc:Fallback>
            <p:pic>
              <p:nvPicPr>
                <p:cNvPr id="144" name="Ink 143">
                  <a:extLst>
                    <a:ext uri="{FF2B5EF4-FFF2-40B4-BE49-F238E27FC236}">
                      <a16:creationId xmlns:a16="http://schemas.microsoft.com/office/drawing/2014/main" id="{B5D24DEE-B876-BC24-6FE3-204E25D73447}"/>
                    </a:ext>
                  </a:extLst>
                </p:cNvPr>
                <p:cNvPicPr/>
                <p:nvPr/>
              </p:nvPicPr>
              <p:blipFill>
                <a:blip r:embed="rId241"/>
                <a:stretch>
                  <a:fillRect/>
                </a:stretch>
              </p:blipFill>
              <p:spPr>
                <a:xfrm>
                  <a:off x="9457890" y="1734345"/>
                  <a:ext cx="5580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6" name="Ink 145">
                  <a:extLst>
                    <a:ext uri="{FF2B5EF4-FFF2-40B4-BE49-F238E27FC236}">
                      <a16:creationId xmlns:a16="http://schemas.microsoft.com/office/drawing/2014/main" id="{E48A0B7B-6954-7D59-656E-48713C54D69C}"/>
                    </a:ext>
                  </a:extLst>
                </p14:cNvPr>
                <p14:cNvContentPartPr/>
                <p14:nvPr/>
              </p14:nvContentPartPr>
              <p14:xfrm>
                <a:off x="9435570" y="1690065"/>
                <a:ext cx="97560" cy="131040"/>
              </p14:xfrm>
            </p:contentPart>
          </mc:Choice>
          <mc:Fallback>
            <p:pic>
              <p:nvPicPr>
                <p:cNvPr id="146" name="Ink 145">
                  <a:extLst>
                    <a:ext uri="{FF2B5EF4-FFF2-40B4-BE49-F238E27FC236}">
                      <a16:creationId xmlns:a16="http://schemas.microsoft.com/office/drawing/2014/main" id="{E48A0B7B-6954-7D59-656E-48713C54D69C}"/>
                    </a:ext>
                  </a:extLst>
                </p:cNvPr>
                <p:cNvPicPr/>
                <p:nvPr/>
              </p:nvPicPr>
              <p:blipFill>
                <a:blip r:embed="rId243"/>
                <a:stretch>
                  <a:fillRect/>
                </a:stretch>
              </p:blipFill>
              <p:spPr>
                <a:xfrm>
                  <a:off x="9429450" y="1683945"/>
                  <a:ext cx="109800" cy="143280"/>
                </a:xfrm>
                <a:prstGeom prst="rect">
                  <a:avLst/>
                </a:prstGeom>
              </p:spPr>
            </p:pic>
          </mc:Fallback>
        </mc:AlternateContent>
      </p:grpSp>
      <p:grpSp>
        <p:nvGrpSpPr>
          <p:cNvPr id="150" name="Group 149">
            <a:extLst>
              <a:ext uri="{FF2B5EF4-FFF2-40B4-BE49-F238E27FC236}">
                <a16:creationId xmlns:a16="http://schemas.microsoft.com/office/drawing/2014/main" id="{22AA8FAE-7A2C-FDE8-616C-A8F5C0242481}"/>
              </a:ext>
            </a:extLst>
          </p:cNvPr>
          <p:cNvGrpSpPr/>
          <p:nvPr/>
        </p:nvGrpSpPr>
        <p:grpSpPr>
          <a:xfrm>
            <a:off x="9030570" y="1745145"/>
            <a:ext cx="120960" cy="97560"/>
            <a:chOff x="9030570" y="1745145"/>
            <a:chExt cx="120960" cy="97560"/>
          </a:xfrm>
        </p:grpSpPr>
        <mc:AlternateContent xmlns:mc="http://schemas.openxmlformats.org/markup-compatibility/2006">
          <mc:Choice xmlns:p14="http://schemas.microsoft.com/office/powerpoint/2010/main" Requires="p14">
            <p:contentPart p14:bwMode="auto" r:id="rId244">
              <p14:nvContentPartPr>
                <p14:cNvPr id="148" name="Ink 147">
                  <a:extLst>
                    <a:ext uri="{FF2B5EF4-FFF2-40B4-BE49-F238E27FC236}">
                      <a16:creationId xmlns:a16="http://schemas.microsoft.com/office/drawing/2014/main" id="{8556E6DE-B8CC-16C6-AB19-F214F4C0C237}"/>
                    </a:ext>
                  </a:extLst>
                </p14:cNvPr>
                <p14:cNvContentPartPr/>
                <p14:nvPr/>
              </p14:nvContentPartPr>
              <p14:xfrm>
                <a:off x="9032370" y="1745145"/>
                <a:ext cx="96120" cy="97560"/>
              </p14:xfrm>
            </p:contentPart>
          </mc:Choice>
          <mc:Fallback>
            <p:pic>
              <p:nvPicPr>
                <p:cNvPr id="148" name="Ink 147">
                  <a:extLst>
                    <a:ext uri="{FF2B5EF4-FFF2-40B4-BE49-F238E27FC236}">
                      <a16:creationId xmlns:a16="http://schemas.microsoft.com/office/drawing/2014/main" id="{8556E6DE-B8CC-16C6-AB19-F214F4C0C237}"/>
                    </a:ext>
                  </a:extLst>
                </p:cNvPr>
                <p:cNvPicPr/>
                <p:nvPr/>
              </p:nvPicPr>
              <p:blipFill>
                <a:blip r:embed="rId245"/>
                <a:stretch>
                  <a:fillRect/>
                </a:stretch>
              </p:blipFill>
              <p:spPr>
                <a:xfrm>
                  <a:off x="9026250" y="1739025"/>
                  <a:ext cx="10836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9" name="Ink 148">
                  <a:extLst>
                    <a:ext uri="{FF2B5EF4-FFF2-40B4-BE49-F238E27FC236}">
                      <a16:creationId xmlns:a16="http://schemas.microsoft.com/office/drawing/2014/main" id="{05047F80-810D-AB55-8FF5-FF4BBAF72279}"/>
                    </a:ext>
                  </a:extLst>
                </p14:cNvPr>
                <p14:cNvContentPartPr/>
                <p14:nvPr/>
              </p14:nvContentPartPr>
              <p14:xfrm>
                <a:off x="9030570" y="1772145"/>
                <a:ext cx="120960" cy="60120"/>
              </p14:xfrm>
            </p:contentPart>
          </mc:Choice>
          <mc:Fallback>
            <p:pic>
              <p:nvPicPr>
                <p:cNvPr id="149" name="Ink 148">
                  <a:extLst>
                    <a:ext uri="{FF2B5EF4-FFF2-40B4-BE49-F238E27FC236}">
                      <a16:creationId xmlns:a16="http://schemas.microsoft.com/office/drawing/2014/main" id="{05047F80-810D-AB55-8FF5-FF4BBAF72279}"/>
                    </a:ext>
                  </a:extLst>
                </p:cNvPr>
                <p:cNvPicPr/>
                <p:nvPr/>
              </p:nvPicPr>
              <p:blipFill>
                <a:blip r:embed="rId247"/>
                <a:stretch>
                  <a:fillRect/>
                </a:stretch>
              </p:blipFill>
              <p:spPr>
                <a:xfrm>
                  <a:off x="9024450" y="1766025"/>
                  <a:ext cx="133200" cy="72360"/>
                </a:xfrm>
                <a:prstGeom prst="rect">
                  <a:avLst/>
                </a:prstGeom>
              </p:spPr>
            </p:pic>
          </mc:Fallback>
        </mc:AlternateContent>
      </p:grpSp>
      <p:grpSp>
        <p:nvGrpSpPr>
          <p:cNvPr id="159" name="Group 158">
            <a:extLst>
              <a:ext uri="{FF2B5EF4-FFF2-40B4-BE49-F238E27FC236}">
                <a16:creationId xmlns:a16="http://schemas.microsoft.com/office/drawing/2014/main" id="{3C24AF58-425C-193B-DFC4-DDD55E943FAD}"/>
              </a:ext>
            </a:extLst>
          </p:cNvPr>
          <p:cNvGrpSpPr/>
          <p:nvPr/>
        </p:nvGrpSpPr>
        <p:grpSpPr>
          <a:xfrm>
            <a:off x="9719610" y="1538505"/>
            <a:ext cx="919800" cy="370440"/>
            <a:chOff x="9719610" y="1538505"/>
            <a:chExt cx="919800" cy="370440"/>
          </a:xfrm>
        </p:grpSpPr>
        <mc:AlternateContent xmlns:mc="http://schemas.openxmlformats.org/markup-compatibility/2006">
          <mc:Choice xmlns:p14="http://schemas.microsoft.com/office/powerpoint/2010/main" Requires="p14">
            <p:contentPart p14:bwMode="auto" r:id="rId248">
              <p14:nvContentPartPr>
                <p14:cNvPr id="151" name="Ink 150">
                  <a:extLst>
                    <a:ext uri="{FF2B5EF4-FFF2-40B4-BE49-F238E27FC236}">
                      <a16:creationId xmlns:a16="http://schemas.microsoft.com/office/drawing/2014/main" id="{7731B1B0-685F-25A6-828C-1EE48BE681F7}"/>
                    </a:ext>
                  </a:extLst>
                </p14:cNvPr>
                <p14:cNvContentPartPr/>
                <p14:nvPr/>
              </p14:nvContentPartPr>
              <p14:xfrm>
                <a:off x="9719610" y="1732545"/>
                <a:ext cx="108000" cy="58320"/>
              </p14:xfrm>
            </p:contentPart>
          </mc:Choice>
          <mc:Fallback>
            <p:pic>
              <p:nvPicPr>
                <p:cNvPr id="151" name="Ink 150">
                  <a:extLst>
                    <a:ext uri="{FF2B5EF4-FFF2-40B4-BE49-F238E27FC236}">
                      <a16:creationId xmlns:a16="http://schemas.microsoft.com/office/drawing/2014/main" id="{7731B1B0-685F-25A6-828C-1EE48BE681F7}"/>
                    </a:ext>
                  </a:extLst>
                </p:cNvPr>
                <p:cNvPicPr/>
                <p:nvPr/>
              </p:nvPicPr>
              <p:blipFill>
                <a:blip r:embed="rId249"/>
                <a:stretch>
                  <a:fillRect/>
                </a:stretch>
              </p:blipFill>
              <p:spPr>
                <a:xfrm>
                  <a:off x="9713490" y="1726425"/>
                  <a:ext cx="12024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2" name="Ink 151">
                  <a:extLst>
                    <a:ext uri="{FF2B5EF4-FFF2-40B4-BE49-F238E27FC236}">
                      <a16:creationId xmlns:a16="http://schemas.microsoft.com/office/drawing/2014/main" id="{AE73BBA2-605E-BF83-71F0-36E34A0D9AD7}"/>
                    </a:ext>
                  </a:extLst>
                </p14:cNvPr>
                <p14:cNvContentPartPr/>
                <p14:nvPr/>
              </p14:nvContentPartPr>
              <p14:xfrm>
                <a:off x="9999330" y="1685745"/>
                <a:ext cx="73800" cy="123480"/>
              </p14:xfrm>
            </p:contentPart>
          </mc:Choice>
          <mc:Fallback>
            <p:pic>
              <p:nvPicPr>
                <p:cNvPr id="152" name="Ink 151">
                  <a:extLst>
                    <a:ext uri="{FF2B5EF4-FFF2-40B4-BE49-F238E27FC236}">
                      <a16:creationId xmlns:a16="http://schemas.microsoft.com/office/drawing/2014/main" id="{AE73BBA2-605E-BF83-71F0-36E34A0D9AD7}"/>
                    </a:ext>
                  </a:extLst>
                </p:cNvPr>
                <p:cNvPicPr/>
                <p:nvPr/>
              </p:nvPicPr>
              <p:blipFill>
                <a:blip r:embed="rId251"/>
                <a:stretch>
                  <a:fillRect/>
                </a:stretch>
              </p:blipFill>
              <p:spPr>
                <a:xfrm>
                  <a:off x="9993210" y="1679625"/>
                  <a:ext cx="8604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3" name="Ink 152">
                  <a:extLst>
                    <a:ext uri="{FF2B5EF4-FFF2-40B4-BE49-F238E27FC236}">
                      <a16:creationId xmlns:a16="http://schemas.microsoft.com/office/drawing/2014/main" id="{60F0DBF9-28E5-3D83-3B3A-ADE09E01DEEB}"/>
                    </a:ext>
                  </a:extLst>
                </p14:cNvPr>
                <p14:cNvContentPartPr/>
                <p14:nvPr/>
              </p14:nvContentPartPr>
              <p14:xfrm>
                <a:off x="10123170" y="1678185"/>
                <a:ext cx="61200" cy="102240"/>
              </p14:xfrm>
            </p:contentPart>
          </mc:Choice>
          <mc:Fallback>
            <p:pic>
              <p:nvPicPr>
                <p:cNvPr id="153" name="Ink 152">
                  <a:extLst>
                    <a:ext uri="{FF2B5EF4-FFF2-40B4-BE49-F238E27FC236}">
                      <a16:creationId xmlns:a16="http://schemas.microsoft.com/office/drawing/2014/main" id="{60F0DBF9-28E5-3D83-3B3A-ADE09E01DEEB}"/>
                    </a:ext>
                  </a:extLst>
                </p:cNvPr>
                <p:cNvPicPr/>
                <p:nvPr/>
              </p:nvPicPr>
              <p:blipFill>
                <a:blip r:embed="rId253"/>
                <a:stretch>
                  <a:fillRect/>
                </a:stretch>
              </p:blipFill>
              <p:spPr>
                <a:xfrm>
                  <a:off x="10117050" y="1672065"/>
                  <a:ext cx="7344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4" name="Ink 153">
                  <a:extLst>
                    <a:ext uri="{FF2B5EF4-FFF2-40B4-BE49-F238E27FC236}">
                      <a16:creationId xmlns:a16="http://schemas.microsoft.com/office/drawing/2014/main" id="{9D79C1D6-1CAE-870F-92B2-9508CA47C141}"/>
                    </a:ext>
                  </a:extLst>
                </p14:cNvPr>
                <p14:cNvContentPartPr/>
                <p14:nvPr/>
              </p14:nvContentPartPr>
              <p14:xfrm>
                <a:off x="10277610" y="1719225"/>
                <a:ext cx="13320" cy="10080"/>
              </p14:xfrm>
            </p:contentPart>
          </mc:Choice>
          <mc:Fallback>
            <p:pic>
              <p:nvPicPr>
                <p:cNvPr id="154" name="Ink 153">
                  <a:extLst>
                    <a:ext uri="{FF2B5EF4-FFF2-40B4-BE49-F238E27FC236}">
                      <a16:creationId xmlns:a16="http://schemas.microsoft.com/office/drawing/2014/main" id="{9D79C1D6-1CAE-870F-92B2-9508CA47C141}"/>
                    </a:ext>
                  </a:extLst>
                </p:cNvPr>
                <p:cNvPicPr/>
                <p:nvPr/>
              </p:nvPicPr>
              <p:blipFill>
                <a:blip r:embed="rId255"/>
                <a:stretch>
                  <a:fillRect/>
                </a:stretch>
              </p:blipFill>
              <p:spPr>
                <a:xfrm>
                  <a:off x="10271490" y="1713105"/>
                  <a:ext cx="2556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5" name="Ink 154">
                  <a:extLst>
                    <a:ext uri="{FF2B5EF4-FFF2-40B4-BE49-F238E27FC236}">
                      <a16:creationId xmlns:a16="http://schemas.microsoft.com/office/drawing/2014/main" id="{631C0355-388E-C7E0-26DE-967C2638BF26}"/>
                    </a:ext>
                  </a:extLst>
                </p14:cNvPr>
                <p14:cNvContentPartPr/>
                <p14:nvPr/>
              </p14:nvContentPartPr>
              <p14:xfrm>
                <a:off x="10331970" y="1649385"/>
                <a:ext cx="89280" cy="142920"/>
              </p14:xfrm>
            </p:contentPart>
          </mc:Choice>
          <mc:Fallback>
            <p:pic>
              <p:nvPicPr>
                <p:cNvPr id="155" name="Ink 154">
                  <a:extLst>
                    <a:ext uri="{FF2B5EF4-FFF2-40B4-BE49-F238E27FC236}">
                      <a16:creationId xmlns:a16="http://schemas.microsoft.com/office/drawing/2014/main" id="{631C0355-388E-C7E0-26DE-967C2638BF26}"/>
                    </a:ext>
                  </a:extLst>
                </p:cNvPr>
                <p:cNvPicPr/>
                <p:nvPr/>
              </p:nvPicPr>
              <p:blipFill>
                <a:blip r:embed="rId257"/>
                <a:stretch>
                  <a:fillRect/>
                </a:stretch>
              </p:blipFill>
              <p:spPr>
                <a:xfrm>
                  <a:off x="10325850" y="1643265"/>
                  <a:ext cx="1015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6" name="Ink 155">
                  <a:extLst>
                    <a:ext uri="{FF2B5EF4-FFF2-40B4-BE49-F238E27FC236}">
                      <a16:creationId xmlns:a16="http://schemas.microsoft.com/office/drawing/2014/main" id="{53A566F8-E66B-F693-F95B-CE12C3B0AE54}"/>
                    </a:ext>
                  </a:extLst>
                </p14:cNvPr>
                <p14:cNvContentPartPr/>
                <p14:nvPr/>
              </p14:nvContentPartPr>
              <p14:xfrm>
                <a:off x="10504410" y="1617345"/>
                <a:ext cx="52200" cy="185040"/>
              </p14:xfrm>
            </p:contentPart>
          </mc:Choice>
          <mc:Fallback>
            <p:pic>
              <p:nvPicPr>
                <p:cNvPr id="156" name="Ink 155">
                  <a:extLst>
                    <a:ext uri="{FF2B5EF4-FFF2-40B4-BE49-F238E27FC236}">
                      <a16:creationId xmlns:a16="http://schemas.microsoft.com/office/drawing/2014/main" id="{53A566F8-E66B-F693-F95B-CE12C3B0AE54}"/>
                    </a:ext>
                  </a:extLst>
                </p:cNvPr>
                <p:cNvPicPr/>
                <p:nvPr/>
              </p:nvPicPr>
              <p:blipFill>
                <a:blip r:embed="rId259"/>
                <a:stretch>
                  <a:fillRect/>
                </a:stretch>
              </p:blipFill>
              <p:spPr>
                <a:xfrm>
                  <a:off x="10498290" y="1611225"/>
                  <a:ext cx="644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7" name="Ink 156">
                  <a:extLst>
                    <a:ext uri="{FF2B5EF4-FFF2-40B4-BE49-F238E27FC236}">
                      <a16:creationId xmlns:a16="http://schemas.microsoft.com/office/drawing/2014/main" id="{B329475F-D666-8C35-3132-E7D06E909050}"/>
                    </a:ext>
                  </a:extLst>
                </p14:cNvPr>
                <p14:cNvContentPartPr/>
                <p14:nvPr/>
              </p14:nvContentPartPr>
              <p14:xfrm>
                <a:off x="10441050" y="1538505"/>
                <a:ext cx="198360" cy="233280"/>
              </p14:xfrm>
            </p:contentPart>
          </mc:Choice>
          <mc:Fallback>
            <p:pic>
              <p:nvPicPr>
                <p:cNvPr id="157" name="Ink 156">
                  <a:extLst>
                    <a:ext uri="{FF2B5EF4-FFF2-40B4-BE49-F238E27FC236}">
                      <a16:creationId xmlns:a16="http://schemas.microsoft.com/office/drawing/2014/main" id="{B329475F-D666-8C35-3132-E7D06E909050}"/>
                    </a:ext>
                  </a:extLst>
                </p:cNvPr>
                <p:cNvPicPr/>
                <p:nvPr/>
              </p:nvPicPr>
              <p:blipFill>
                <a:blip r:embed="rId261"/>
                <a:stretch>
                  <a:fillRect/>
                </a:stretch>
              </p:blipFill>
              <p:spPr>
                <a:xfrm>
                  <a:off x="10434930" y="1532385"/>
                  <a:ext cx="21060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8" name="Ink 157">
                  <a:extLst>
                    <a:ext uri="{FF2B5EF4-FFF2-40B4-BE49-F238E27FC236}">
                      <a16:creationId xmlns:a16="http://schemas.microsoft.com/office/drawing/2014/main" id="{E036A7F0-3AA9-F1D2-0BCF-7DA4272FFFB7}"/>
                    </a:ext>
                  </a:extLst>
                </p14:cNvPr>
                <p14:cNvContentPartPr/>
                <p14:nvPr/>
              </p14:nvContentPartPr>
              <p14:xfrm>
                <a:off x="9766050" y="1856745"/>
                <a:ext cx="171720" cy="52200"/>
              </p14:xfrm>
            </p:contentPart>
          </mc:Choice>
          <mc:Fallback>
            <p:pic>
              <p:nvPicPr>
                <p:cNvPr id="158" name="Ink 157">
                  <a:extLst>
                    <a:ext uri="{FF2B5EF4-FFF2-40B4-BE49-F238E27FC236}">
                      <a16:creationId xmlns:a16="http://schemas.microsoft.com/office/drawing/2014/main" id="{E036A7F0-3AA9-F1D2-0BCF-7DA4272FFFB7}"/>
                    </a:ext>
                  </a:extLst>
                </p:cNvPr>
                <p:cNvPicPr/>
                <p:nvPr/>
              </p:nvPicPr>
              <p:blipFill>
                <a:blip r:embed="rId263"/>
                <a:stretch>
                  <a:fillRect/>
                </a:stretch>
              </p:blipFill>
              <p:spPr>
                <a:xfrm>
                  <a:off x="9759930" y="1850625"/>
                  <a:ext cx="183960" cy="64440"/>
                </a:xfrm>
                <a:prstGeom prst="rect">
                  <a:avLst/>
                </a:prstGeom>
              </p:spPr>
            </p:pic>
          </mc:Fallback>
        </mc:AlternateContent>
      </p:grpSp>
      <p:grpSp>
        <p:nvGrpSpPr>
          <p:cNvPr id="169" name="Group 168">
            <a:extLst>
              <a:ext uri="{FF2B5EF4-FFF2-40B4-BE49-F238E27FC236}">
                <a16:creationId xmlns:a16="http://schemas.microsoft.com/office/drawing/2014/main" id="{56203588-70E9-69CA-193F-16C0D1CD130B}"/>
              </a:ext>
            </a:extLst>
          </p:cNvPr>
          <p:cNvGrpSpPr/>
          <p:nvPr/>
        </p:nvGrpSpPr>
        <p:grpSpPr>
          <a:xfrm>
            <a:off x="9394530" y="2002185"/>
            <a:ext cx="104400" cy="131400"/>
            <a:chOff x="9394530" y="2002185"/>
            <a:chExt cx="104400" cy="131400"/>
          </a:xfrm>
        </p:grpSpPr>
        <mc:AlternateContent xmlns:mc="http://schemas.openxmlformats.org/markup-compatibility/2006">
          <mc:Choice xmlns:p14="http://schemas.microsoft.com/office/powerpoint/2010/main" Requires="p14">
            <p:contentPart p14:bwMode="auto" r:id="rId264">
              <p14:nvContentPartPr>
                <p14:cNvPr id="160" name="Ink 159">
                  <a:extLst>
                    <a:ext uri="{FF2B5EF4-FFF2-40B4-BE49-F238E27FC236}">
                      <a16:creationId xmlns:a16="http://schemas.microsoft.com/office/drawing/2014/main" id="{F0EE9BC9-C2F7-70BE-10F8-B1FE1DE0F1AB}"/>
                    </a:ext>
                  </a:extLst>
                </p14:cNvPr>
                <p14:cNvContentPartPr/>
                <p14:nvPr/>
              </p14:nvContentPartPr>
              <p14:xfrm>
                <a:off x="9394530" y="2002185"/>
                <a:ext cx="104400" cy="131400"/>
              </p14:xfrm>
            </p:contentPart>
          </mc:Choice>
          <mc:Fallback>
            <p:pic>
              <p:nvPicPr>
                <p:cNvPr id="160" name="Ink 159">
                  <a:extLst>
                    <a:ext uri="{FF2B5EF4-FFF2-40B4-BE49-F238E27FC236}">
                      <a16:creationId xmlns:a16="http://schemas.microsoft.com/office/drawing/2014/main" id="{F0EE9BC9-C2F7-70BE-10F8-B1FE1DE0F1AB}"/>
                    </a:ext>
                  </a:extLst>
                </p:cNvPr>
                <p:cNvPicPr/>
                <p:nvPr/>
              </p:nvPicPr>
              <p:blipFill>
                <a:blip r:embed="rId265"/>
                <a:stretch>
                  <a:fillRect/>
                </a:stretch>
              </p:blipFill>
              <p:spPr>
                <a:xfrm>
                  <a:off x="9388410" y="1996065"/>
                  <a:ext cx="11664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1" name="Ink 160">
                  <a:extLst>
                    <a:ext uri="{FF2B5EF4-FFF2-40B4-BE49-F238E27FC236}">
                      <a16:creationId xmlns:a16="http://schemas.microsoft.com/office/drawing/2014/main" id="{ED7BD106-3803-4DD4-4488-53CE080DC406}"/>
                    </a:ext>
                  </a:extLst>
                </p14:cNvPr>
                <p14:cNvContentPartPr/>
                <p14:nvPr/>
              </p14:nvContentPartPr>
              <p14:xfrm>
                <a:off x="9428010" y="2032425"/>
                <a:ext cx="60480" cy="93600"/>
              </p14:xfrm>
            </p:contentPart>
          </mc:Choice>
          <mc:Fallback>
            <p:pic>
              <p:nvPicPr>
                <p:cNvPr id="161" name="Ink 160">
                  <a:extLst>
                    <a:ext uri="{FF2B5EF4-FFF2-40B4-BE49-F238E27FC236}">
                      <a16:creationId xmlns:a16="http://schemas.microsoft.com/office/drawing/2014/main" id="{ED7BD106-3803-4DD4-4488-53CE080DC406}"/>
                    </a:ext>
                  </a:extLst>
                </p:cNvPr>
                <p:cNvPicPr/>
                <p:nvPr/>
              </p:nvPicPr>
              <p:blipFill>
                <a:blip r:embed="rId267"/>
                <a:stretch>
                  <a:fillRect/>
                </a:stretch>
              </p:blipFill>
              <p:spPr>
                <a:xfrm>
                  <a:off x="9421890" y="2026305"/>
                  <a:ext cx="7272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2" name="Ink 161">
                  <a:extLst>
                    <a:ext uri="{FF2B5EF4-FFF2-40B4-BE49-F238E27FC236}">
                      <a16:creationId xmlns:a16="http://schemas.microsoft.com/office/drawing/2014/main" id="{8C05635C-92FD-E568-EB2B-E75259F505F2}"/>
                    </a:ext>
                  </a:extLst>
                </p14:cNvPr>
                <p14:cNvContentPartPr/>
                <p14:nvPr/>
              </p14:nvContentPartPr>
              <p14:xfrm>
                <a:off x="9424770" y="2074545"/>
                <a:ext cx="53280" cy="20880"/>
              </p14:xfrm>
            </p:contentPart>
          </mc:Choice>
          <mc:Fallback>
            <p:pic>
              <p:nvPicPr>
                <p:cNvPr id="162" name="Ink 161">
                  <a:extLst>
                    <a:ext uri="{FF2B5EF4-FFF2-40B4-BE49-F238E27FC236}">
                      <a16:creationId xmlns:a16="http://schemas.microsoft.com/office/drawing/2014/main" id="{8C05635C-92FD-E568-EB2B-E75259F505F2}"/>
                    </a:ext>
                  </a:extLst>
                </p:cNvPr>
                <p:cNvPicPr/>
                <p:nvPr/>
              </p:nvPicPr>
              <p:blipFill>
                <a:blip r:embed="rId269"/>
                <a:stretch>
                  <a:fillRect/>
                </a:stretch>
              </p:blipFill>
              <p:spPr>
                <a:xfrm>
                  <a:off x="9418650" y="2068425"/>
                  <a:ext cx="65520" cy="33120"/>
                </a:xfrm>
                <a:prstGeom prst="rect">
                  <a:avLst/>
                </a:prstGeom>
              </p:spPr>
            </p:pic>
          </mc:Fallback>
        </mc:AlternateContent>
      </p:grpSp>
      <p:grpSp>
        <p:nvGrpSpPr>
          <p:cNvPr id="168" name="Group 167">
            <a:extLst>
              <a:ext uri="{FF2B5EF4-FFF2-40B4-BE49-F238E27FC236}">
                <a16:creationId xmlns:a16="http://schemas.microsoft.com/office/drawing/2014/main" id="{BAFCD9B2-54CF-D938-8471-6BFA67E8AFB6}"/>
              </a:ext>
            </a:extLst>
          </p:cNvPr>
          <p:cNvGrpSpPr/>
          <p:nvPr/>
        </p:nvGrpSpPr>
        <p:grpSpPr>
          <a:xfrm>
            <a:off x="9785850" y="2020905"/>
            <a:ext cx="581400" cy="169920"/>
            <a:chOff x="9785850" y="2020905"/>
            <a:chExt cx="581400" cy="169920"/>
          </a:xfrm>
        </p:grpSpPr>
        <mc:AlternateContent xmlns:mc="http://schemas.openxmlformats.org/markup-compatibility/2006">
          <mc:Choice xmlns:p14="http://schemas.microsoft.com/office/powerpoint/2010/main" Requires="p14">
            <p:contentPart p14:bwMode="auto" r:id="rId270">
              <p14:nvContentPartPr>
                <p14:cNvPr id="163" name="Ink 162">
                  <a:extLst>
                    <a:ext uri="{FF2B5EF4-FFF2-40B4-BE49-F238E27FC236}">
                      <a16:creationId xmlns:a16="http://schemas.microsoft.com/office/drawing/2014/main" id="{0FCC014C-57E9-9D01-8BF9-C71D2B63DC1D}"/>
                    </a:ext>
                  </a:extLst>
                </p14:cNvPr>
                <p14:cNvContentPartPr/>
                <p14:nvPr/>
              </p14:nvContentPartPr>
              <p14:xfrm>
                <a:off x="9785850" y="2160945"/>
                <a:ext cx="100080" cy="21600"/>
              </p14:xfrm>
            </p:contentPart>
          </mc:Choice>
          <mc:Fallback>
            <p:pic>
              <p:nvPicPr>
                <p:cNvPr id="163" name="Ink 162">
                  <a:extLst>
                    <a:ext uri="{FF2B5EF4-FFF2-40B4-BE49-F238E27FC236}">
                      <a16:creationId xmlns:a16="http://schemas.microsoft.com/office/drawing/2014/main" id="{0FCC014C-57E9-9D01-8BF9-C71D2B63DC1D}"/>
                    </a:ext>
                  </a:extLst>
                </p:cNvPr>
                <p:cNvPicPr/>
                <p:nvPr/>
              </p:nvPicPr>
              <p:blipFill>
                <a:blip r:embed="rId271"/>
                <a:stretch>
                  <a:fillRect/>
                </a:stretch>
              </p:blipFill>
              <p:spPr>
                <a:xfrm>
                  <a:off x="9779730" y="2154825"/>
                  <a:ext cx="11232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4" name="Ink 163">
                  <a:extLst>
                    <a:ext uri="{FF2B5EF4-FFF2-40B4-BE49-F238E27FC236}">
                      <a16:creationId xmlns:a16="http://schemas.microsoft.com/office/drawing/2014/main" id="{B4B350AB-2A1E-7A90-3E39-CAB46244CE26}"/>
                    </a:ext>
                  </a:extLst>
                </p14:cNvPr>
                <p14:cNvContentPartPr/>
                <p14:nvPr/>
              </p14:nvContentPartPr>
              <p14:xfrm>
                <a:off x="9978810" y="2079225"/>
                <a:ext cx="64440" cy="111600"/>
              </p14:xfrm>
            </p:contentPart>
          </mc:Choice>
          <mc:Fallback>
            <p:pic>
              <p:nvPicPr>
                <p:cNvPr id="164" name="Ink 163">
                  <a:extLst>
                    <a:ext uri="{FF2B5EF4-FFF2-40B4-BE49-F238E27FC236}">
                      <a16:creationId xmlns:a16="http://schemas.microsoft.com/office/drawing/2014/main" id="{B4B350AB-2A1E-7A90-3E39-CAB46244CE26}"/>
                    </a:ext>
                  </a:extLst>
                </p:cNvPr>
                <p:cNvPicPr/>
                <p:nvPr/>
              </p:nvPicPr>
              <p:blipFill>
                <a:blip r:embed="rId273"/>
                <a:stretch>
                  <a:fillRect/>
                </a:stretch>
              </p:blipFill>
              <p:spPr>
                <a:xfrm>
                  <a:off x="9972690" y="2073105"/>
                  <a:ext cx="7668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5" name="Ink 164">
                  <a:extLst>
                    <a:ext uri="{FF2B5EF4-FFF2-40B4-BE49-F238E27FC236}">
                      <a16:creationId xmlns:a16="http://schemas.microsoft.com/office/drawing/2014/main" id="{ACB898F9-3BA8-14F9-8359-904E30552B9D}"/>
                    </a:ext>
                  </a:extLst>
                </p14:cNvPr>
                <p14:cNvContentPartPr/>
                <p14:nvPr/>
              </p14:nvContentPartPr>
              <p14:xfrm>
                <a:off x="10086450" y="2056185"/>
                <a:ext cx="55440" cy="98640"/>
              </p14:xfrm>
            </p:contentPart>
          </mc:Choice>
          <mc:Fallback>
            <p:pic>
              <p:nvPicPr>
                <p:cNvPr id="165" name="Ink 164">
                  <a:extLst>
                    <a:ext uri="{FF2B5EF4-FFF2-40B4-BE49-F238E27FC236}">
                      <a16:creationId xmlns:a16="http://schemas.microsoft.com/office/drawing/2014/main" id="{ACB898F9-3BA8-14F9-8359-904E30552B9D}"/>
                    </a:ext>
                  </a:extLst>
                </p:cNvPr>
                <p:cNvPicPr/>
                <p:nvPr/>
              </p:nvPicPr>
              <p:blipFill>
                <a:blip r:embed="rId275"/>
                <a:stretch>
                  <a:fillRect/>
                </a:stretch>
              </p:blipFill>
              <p:spPr>
                <a:xfrm>
                  <a:off x="10080330" y="2050065"/>
                  <a:ext cx="6768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6" name="Ink 165">
                  <a:extLst>
                    <a:ext uri="{FF2B5EF4-FFF2-40B4-BE49-F238E27FC236}">
                      <a16:creationId xmlns:a16="http://schemas.microsoft.com/office/drawing/2014/main" id="{9EC6F58B-C43C-AA6A-F052-C76BAAFC8795}"/>
                    </a:ext>
                  </a:extLst>
                </p14:cNvPr>
                <p14:cNvContentPartPr/>
                <p14:nvPr/>
              </p14:nvContentPartPr>
              <p14:xfrm>
                <a:off x="10219290" y="2132865"/>
                <a:ext cx="15840" cy="20880"/>
              </p14:xfrm>
            </p:contentPart>
          </mc:Choice>
          <mc:Fallback>
            <p:pic>
              <p:nvPicPr>
                <p:cNvPr id="166" name="Ink 165">
                  <a:extLst>
                    <a:ext uri="{FF2B5EF4-FFF2-40B4-BE49-F238E27FC236}">
                      <a16:creationId xmlns:a16="http://schemas.microsoft.com/office/drawing/2014/main" id="{9EC6F58B-C43C-AA6A-F052-C76BAAFC8795}"/>
                    </a:ext>
                  </a:extLst>
                </p:cNvPr>
                <p:cNvPicPr/>
                <p:nvPr/>
              </p:nvPicPr>
              <p:blipFill>
                <a:blip r:embed="rId277"/>
                <a:stretch>
                  <a:fillRect/>
                </a:stretch>
              </p:blipFill>
              <p:spPr>
                <a:xfrm>
                  <a:off x="10213170" y="2126745"/>
                  <a:ext cx="2808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7" name="Ink 166">
                  <a:extLst>
                    <a:ext uri="{FF2B5EF4-FFF2-40B4-BE49-F238E27FC236}">
                      <a16:creationId xmlns:a16="http://schemas.microsoft.com/office/drawing/2014/main" id="{557CC04D-DD5C-878B-9B68-6200FD2F393B}"/>
                    </a:ext>
                  </a:extLst>
                </p14:cNvPr>
                <p14:cNvContentPartPr/>
                <p14:nvPr/>
              </p14:nvContentPartPr>
              <p14:xfrm>
                <a:off x="10324770" y="2020905"/>
                <a:ext cx="42480" cy="103320"/>
              </p14:xfrm>
            </p:contentPart>
          </mc:Choice>
          <mc:Fallback>
            <p:pic>
              <p:nvPicPr>
                <p:cNvPr id="167" name="Ink 166">
                  <a:extLst>
                    <a:ext uri="{FF2B5EF4-FFF2-40B4-BE49-F238E27FC236}">
                      <a16:creationId xmlns:a16="http://schemas.microsoft.com/office/drawing/2014/main" id="{557CC04D-DD5C-878B-9B68-6200FD2F393B}"/>
                    </a:ext>
                  </a:extLst>
                </p:cNvPr>
                <p:cNvPicPr/>
                <p:nvPr/>
              </p:nvPicPr>
              <p:blipFill>
                <a:blip r:embed="rId279"/>
                <a:stretch>
                  <a:fillRect/>
                </a:stretch>
              </p:blipFill>
              <p:spPr>
                <a:xfrm>
                  <a:off x="10318650" y="2014785"/>
                  <a:ext cx="54720" cy="115560"/>
                </a:xfrm>
                <a:prstGeom prst="rect">
                  <a:avLst/>
                </a:prstGeom>
              </p:spPr>
            </p:pic>
          </mc:Fallback>
        </mc:AlternateContent>
      </p:grpSp>
    </p:spTree>
    <p:extLst>
      <p:ext uri="{BB962C8B-B14F-4D97-AF65-F5344CB8AC3E}">
        <p14:creationId xmlns:p14="http://schemas.microsoft.com/office/powerpoint/2010/main" val="40152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23835-7853-1987-E469-498E62C5A931}"/>
              </a:ext>
            </a:extLst>
          </p:cNvPr>
          <p:cNvSpPr>
            <a:spLocks noGrp="1"/>
          </p:cNvSpPr>
          <p:nvPr>
            <p:ph type="title"/>
          </p:nvPr>
        </p:nvSpPr>
        <p:spPr/>
        <p:txBody>
          <a:bodyPr/>
          <a:lstStyle/>
          <a:p>
            <a:r>
              <a:rPr lang="en-US" dirty="0"/>
              <a:t>Essay question samples</a:t>
            </a:r>
            <a:endParaRPr lang="en-GB" dirty="0"/>
          </a:p>
        </p:txBody>
      </p:sp>
      <p:sp>
        <p:nvSpPr>
          <p:cNvPr id="4" name="TextBox 3">
            <a:extLst>
              <a:ext uri="{FF2B5EF4-FFF2-40B4-BE49-F238E27FC236}">
                <a16:creationId xmlns:a16="http://schemas.microsoft.com/office/drawing/2014/main" id="{DC9A2FDE-0364-B4B8-F5B8-4CD9AFF10A38}"/>
              </a:ext>
            </a:extLst>
          </p:cNvPr>
          <p:cNvSpPr txBox="1"/>
          <p:nvPr/>
        </p:nvSpPr>
        <p:spPr>
          <a:xfrm>
            <a:off x="952500" y="1690688"/>
            <a:ext cx="10782300" cy="2031325"/>
          </a:xfrm>
          <a:prstGeom prst="rect">
            <a:avLst/>
          </a:prstGeom>
          <a:noFill/>
        </p:spPr>
        <p:txBody>
          <a:bodyPr wrap="square">
            <a:spAutoFit/>
          </a:bodyPr>
          <a:lstStyle/>
          <a:p>
            <a:pPr algn="l">
              <a:buFont typeface="+mj-lt"/>
              <a:buAutoNum type="arabicPeriod"/>
            </a:pPr>
            <a:r>
              <a:rPr lang="en-US" b="1" i="0" dirty="0">
                <a:solidFill>
                  <a:srgbClr val="111111"/>
                </a:solidFill>
                <a:effectLst/>
                <a:latin typeface="-apple-system"/>
              </a:rPr>
              <a:t> Explain the key differences between shallow and deep neural networks in terms of setup and utility ? (3 marks)</a:t>
            </a:r>
          </a:p>
          <a:p>
            <a:pPr algn="l">
              <a:buFont typeface="+mj-lt"/>
              <a:buAutoNum type="arabicPeriod"/>
            </a:pPr>
            <a:r>
              <a:rPr lang="en-US" b="1" dirty="0">
                <a:solidFill>
                  <a:srgbClr val="111111"/>
                </a:solidFill>
                <a:latin typeface="-apple-system"/>
              </a:rPr>
              <a:t> The following code snippet provides a special technique used for an image classification application using a CNN. </a:t>
            </a:r>
          </a:p>
          <a:p>
            <a:pPr marL="800100" lvl="1" indent="-342900">
              <a:buAutoNum type="alphaLcPeriod"/>
            </a:pPr>
            <a:r>
              <a:rPr lang="en-US" b="1" dirty="0">
                <a:solidFill>
                  <a:srgbClr val="111111"/>
                </a:solidFill>
                <a:latin typeface="-apple-system"/>
              </a:rPr>
              <a:t>How many pixels are fed into the network in total ? (2 marks)</a:t>
            </a:r>
          </a:p>
          <a:p>
            <a:pPr marL="800100" lvl="1" indent="-342900">
              <a:buAutoNum type="alphaLcPeriod"/>
            </a:pPr>
            <a:r>
              <a:rPr lang="en-US" b="1" dirty="0">
                <a:solidFill>
                  <a:srgbClr val="111111"/>
                </a:solidFill>
                <a:latin typeface="-apple-system"/>
              </a:rPr>
              <a:t>What is the learning concept used ? How can this influence the image classification task ? (3 marks)</a:t>
            </a:r>
          </a:p>
          <a:p>
            <a:pPr lvl="1"/>
            <a:r>
              <a:rPr lang="en-US" b="1" dirty="0">
                <a:solidFill>
                  <a:srgbClr val="111111"/>
                </a:solidFill>
                <a:latin typeface="-apple-system"/>
              </a:rPr>
              <a:t> </a:t>
            </a:r>
            <a:endParaRPr lang="en-US" b="0" i="0" dirty="0">
              <a:solidFill>
                <a:srgbClr val="111111"/>
              </a:solidFill>
              <a:effectLst/>
              <a:latin typeface="-apple-system"/>
            </a:endParaRPr>
          </a:p>
        </p:txBody>
      </p:sp>
      <p:pic>
        <p:nvPicPr>
          <p:cNvPr id="7" name="Picture 6">
            <a:extLst>
              <a:ext uri="{FF2B5EF4-FFF2-40B4-BE49-F238E27FC236}">
                <a16:creationId xmlns:a16="http://schemas.microsoft.com/office/drawing/2014/main" id="{923280F0-A187-76AD-5E1A-AC2418F4B057}"/>
              </a:ext>
            </a:extLst>
          </p:cNvPr>
          <p:cNvPicPr>
            <a:picLocks noChangeAspect="1"/>
          </p:cNvPicPr>
          <p:nvPr/>
        </p:nvPicPr>
        <p:blipFill>
          <a:blip r:embed="rId2"/>
          <a:stretch>
            <a:fillRect/>
          </a:stretch>
        </p:blipFill>
        <p:spPr>
          <a:xfrm>
            <a:off x="1524000" y="3429000"/>
            <a:ext cx="6075082" cy="1338322"/>
          </a:xfrm>
          <a:prstGeom prst="rect">
            <a:avLst/>
          </a:prstGeom>
        </p:spPr>
      </p:pic>
      <p:sp>
        <p:nvSpPr>
          <p:cNvPr id="9" name="TextBox 8">
            <a:extLst>
              <a:ext uri="{FF2B5EF4-FFF2-40B4-BE49-F238E27FC236}">
                <a16:creationId xmlns:a16="http://schemas.microsoft.com/office/drawing/2014/main" id="{01657F11-56E0-04B1-952E-398C494DFAAD}"/>
              </a:ext>
            </a:extLst>
          </p:cNvPr>
          <p:cNvSpPr txBox="1"/>
          <p:nvPr/>
        </p:nvSpPr>
        <p:spPr>
          <a:xfrm>
            <a:off x="929846" y="4844146"/>
            <a:ext cx="10423954" cy="646331"/>
          </a:xfrm>
          <a:prstGeom prst="rect">
            <a:avLst/>
          </a:prstGeom>
          <a:noFill/>
        </p:spPr>
        <p:txBody>
          <a:bodyPr wrap="square">
            <a:spAutoFit/>
          </a:bodyPr>
          <a:lstStyle/>
          <a:p>
            <a:r>
              <a:rPr lang="en-US" b="1" dirty="0">
                <a:solidFill>
                  <a:srgbClr val="111111"/>
                </a:solidFill>
                <a:latin typeface="-apple-system"/>
              </a:rPr>
              <a:t>3. </a:t>
            </a:r>
            <a:r>
              <a:rPr lang="en-US" b="1" i="0" dirty="0">
                <a:solidFill>
                  <a:srgbClr val="111111"/>
                </a:solidFill>
                <a:effectLst/>
                <a:latin typeface="-apple-system"/>
              </a:rPr>
              <a:t>How can autoencoders be used for unsupervised learning tasks? Provide a practical example (5 marks).</a:t>
            </a:r>
            <a:endParaRPr lang="en-US" b="0" i="0" dirty="0">
              <a:solidFill>
                <a:srgbClr val="111111"/>
              </a:solidFill>
              <a:effectLst/>
              <a:latin typeface="-apple-system"/>
            </a:endParaRPr>
          </a:p>
          <a:p>
            <a:pPr algn="l"/>
            <a:endParaRPr lang="en-US" b="1" dirty="0">
              <a:solidFill>
                <a:srgbClr val="111111"/>
              </a:solidFill>
              <a:latin typeface="-apple-system"/>
            </a:endParaRPr>
          </a:p>
        </p:txBody>
      </p:sp>
      <p:sp>
        <p:nvSpPr>
          <p:cNvPr id="11" name="TextBox 10">
            <a:extLst>
              <a:ext uri="{FF2B5EF4-FFF2-40B4-BE49-F238E27FC236}">
                <a16:creationId xmlns:a16="http://schemas.microsoft.com/office/drawing/2014/main" id="{436E05E4-9A4F-29ED-B314-3DD063D4DB75}"/>
              </a:ext>
            </a:extLst>
          </p:cNvPr>
          <p:cNvSpPr txBox="1"/>
          <p:nvPr/>
        </p:nvSpPr>
        <p:spPr>
          <a:xfrm>
            <a:off x="952500" y="5380672"/>
            <a:ext cx="10423954" cy="1477328"/>
          </a:xfrm>
          <a:prstGeom prst="rect">
            <a:avLst/>
          </a:prstGeom>
          <a:noFill/>
        </p:spPr>
        <p:txBody>
          <a:bodyPr wrap="square">
            <a:spAutoFit/>
          </a:bodyPr>
          <a:lstStyle/>
          <a:p>
            <a:r>
              <a:rPr lang="en-US" b="1" i="0" dirty="0">
                <a:solidFill>
                  <a:srgbClr val="111111"/>
                </a:solidFill>
                <a:effectLst/>
                <a:latin typeface="-apple-system"/>
              </a:rPr>
              <a:t>4. You are tasked with training a deep learning model to classify images of handwritten digits from the MNIST dataset. Explain how you would implement and compare the performance of gradient descent, stochastic gradient descent (SGD), and mini-batch gradient descent in this context. Discuss the potential advantages and disadvantages of each method in terms of convergence speed, computational efficiency, and model accuracy. (7 marks)</a:t>
            </a:r>
            <a:endParaRPr lang="en-GB" dirty="0"/>
          </a:p>
        </p:txBody>
      </p:sp>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8873EA2A-432D-7296-041B-470D2DA03E69}"/>
                  </a:ext>
                </a:extLst>
              </p14:cNvPr>
              <p14:cNvContentPartPr/>
              <p14:nvPr/>
            </p14:nvContentPartPr>
            <p14:xfrm>
              <a:off x="4895514" y="1671392"/>
              <a:ext cx="16200" cy="41760"/>
            </p14:xfrm>
          </p:contentPart>
        </mc:Choice>
        <mc:Fallback>
          <p:pic>
            <p:nvPicPr>
              <p:cNvPr id="12" name="Ink 11">
                <a:extLst>
                  <a:ext uri="{FF2B5EF4-FFF2-40B4-BE49-F238E27FC236}">
                    <a16:creationId xmlns:a16="http://schemas.microsoft.com/office/drawing/2014/main" id="{8873EA2A-432D-7296-041B-470D2DA03E69}"/>
                  </a:ext>
                </a:extLst>
              </p:cNvPr>
              <p:cNvPicPr/>
              <p:nvPr/>
            </p:nvPicPr>
            <p:blipFill>
              <a:blip r:embed="rId4"/>
              <a:stretch>
                <a:fillRect/>
              </a:stretch>
            </p:blipFill>
            <p:spPr>
              <a:xfrm>
                <a:off x="4889394" y="1665272"/>
                <a:ext cx="28440" cy="54000"/>
              </a:xfrm>
              <a:prstGeom prst="rect">
                <a:avLst/>
              </a:prstGeom>
            </p:spPr>
          </p:pic>
        </mc:Fallback>
      </mc:AlternateContent>
      <p:grpSp>
        <p:nvGrpSpPr>
          <p:cNvPr id="16" name="Group 15">
            <a:extLst>
              <a:ext uri="{FF2B5EF4-FFF2-40B4-BE49-F238E27FC236}">
                <a16:creationId xmlns:a16="http://schemas.microsoft.com/office/drawing/2014/main" id="{8D05A23C-F167-0B34-660F-76C0F1DD1FAE}"/>
              </a:ext>
            </a:extLst>
          </p:cNvPr>
          <p:cNvGrpSpPr/>
          <p:nvPr/>
        </p:nvGrpSpPr>
        <p:grpSpPr>
          <a:xfrm>
            <a:off x="6707034" y="886592"/>
            <a:ext cx="564120" cy="330840"/>
            <a:chOff x="6707034" y="886592"/>
            <a:chExt cx="564120" cy="330840"/>
          </a:xfrm>
        </p:grpSpPr>
        <mc:AlternateContent xmlns:mc="http://schemas.openxmlformats.org/markup-compatibility/2006">
          <mc:Choice xmlns:p14="http://schemas.microsoft.com/office/powerpoint/2010/main" Requires="p14">
            <p:contentPart p14:bwMode="auto" r:id="rId5">
              <p14:nvContentPartPr>
                <p14:cNvPr id="13" name="Ink 12">
                  <a:extLst>
                    <a:ext uri="{FF2B5EF4-FFF2-40B4-BE49-F238E27FC236}">
                      <a16:creationId xmlns:a16="http://schemas.microsoft.com/office/drawing/2014/main" id="{819BDD5C-316F-0C0F-C9FA-47A1F142AABB}"/>
                    </a:ext>
                  </a:extLst>
                </p14:cNvPr>
                <p14:cNvContentPartPr/>
                <p14:nvPr/>
              </p14:nvContentPartPr>
              <p14:xfrm>
                <a:off x="6707034" y="912152"/>
                <a:ext cx="240840" cy="248760"/>
              </p14:xfrm>
            </p:contentPart>
          </mc:Choice>
          <mc:Fallback>
            <p:pic>
              <p:nvPicPr>
                <p:cNvPr id="13" name="Ink 12">
                  <a:extLst>
                    <a:ext uri="{FF2B5EF4-FFF2-40B4-BE49-F238E27FC236}">
                      <a16:creationId xmlns:a16="http://schemas.microsoft.com/office/drawing/2014/main" id="{819BDD5C-316F-0C0F-C9FA-47A1F142AABB}"/>
                    </a:ext>
                  </a:extLst>
                </p:cNvPr>
                <p:cNvPicPr/>
                <p:nvPr/>
              </p:nvPicPr>
              <p:blipFill>
                <a:blip r:embed="rId6"/>
                <a:stretch>
                  <a:fillRect/>
                </a:stretch>
              </p:blipFill>
              <p:spPr>
                <a:xfrm>
                  <a:off x="6700914" y="906032"/>
                  <a:ext cx="25308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4" name="Ink 13">
                  <a:extLst>
                    <a:ext uri="{FF2B5EF4-FFF2-40B4-BE49-F238E27FC236}">
                      <a16:creationId xmlns:a16="http://schemas.microsoft.com/office/drawing/2014/main" id="{23579F87-BEF0-EC3A-6303-8F25A8DAE039}"/>
                    </a:ext>
                  </a:extLst>
                </p14:cNvPr>
                <p14:cNvContentPartPr/>
                <p14:nvPr/>
              </p14:nvContentPartPr>
              <p14:xfrm>
                <a:off x="6713154" y="981992"/>
                <a:ext cx="216720" cy="205920"/>
              </p14:xfrm>
            </p:contentPart>
          </mc:Choice>
          <mc:Fallback>
            <p:pic>
              <p:nvPicPr>
                <p:cNvPr id="14" name="Ink 13">
                  <a:extLst>
                    <a:ext uri="{FF2B5EF4-FFF2-40B4-BE49-F238E27FC236}">
                      <a16:creationId xmlns:a16="http://schemas.microsoft.com/office/drawing/2014/main" id="{23579F87-BEF0-EC3A-6303-8F25A8DAE039}"/>
                    </a:ext>
                  </a:extLst>
                </p:cNvPr>
                <p:cNvPicPr/>
                <p:nvPr/>
              </p:nvPicPr>
              <p:blipFill>
                <a:blip r:embed="rId8"/>
                <a:stretch>
                  <a:fillRect/>
                </a:stretch>
              </p:blipFill>
              <p:spPr>
                <a:xfrm>
                  <a:off x="6707034" y="975872"/>
                  <a:ext cx="22896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5" name="Ink 14">
                  <a:extLst>
                    <a:ext uri="{FF2B5EF4-FFF2-40B4-BE49-F238E27FC236}">
                      <a16:creationId xmlns:a16="http://schemas.microsoft.com/office/drawing/2014/main" id="{DD1D38E1-5760-BB2E-CFCA-66EF699D5534}"/>
                    </a:ext>
                  </a:extLst>
                </p14:cNvPr>
                <p14:cNvContentPartPr/>
                <p14:nvPr/>
              </p14:nvContentPartPr>
              <p14:xfrm>
                <a:off x="7065954" y="886592"/>
                <a:ext cx="205200" cy="330840"/>
              </p14:xfrm>
            </p:contentPart>
          </mc:Choice>
          <mc:Fallback>
            <p:pic>
              <p:nvPicPr>
                <p:cNvPr id="15" name="Ink 14">
                  <a:extLst>
                    <a:ext uri="{FF2B5EF4-FFF2-40B4-BE49-F238E27FC236}">
                      <a16:creationId xmlns:a16="http://schemas.microsoft.com/office/drawing/2014/main" id="{DD1D38E1-5760-BB2E-CFCA-66EF699D5534}"/>
                    </a:ext>
                  </a:extLst>
                </p:cNvPr>
                <p:cNvPicPr/>
                <p:nvPr/>
              </p:nvPicPr>
              <p:blipFill>
                <a:blip r:embed="rId10"/>
                <a:stretch>
                  <a:fillRect/>
                </a:stretch>
              </p:blipFill>
              <p:spPr>
                <a:xfrm>
                  <a:off x="7059834" y="880472"/>
                  <a:ext cx="217440" cy="343080"/>
                </a:xfrm>
                <a:prstGeom prst="rect">
                  <a:avLst/>
                </a:prstGeom>
              </p:spPr>
            </p:pic>
          </mc:Fallback>
        </mc:AlternateContent>
      </p:grpSp>
      <p:grpSp>
        <p:nvGrpSpPr>
          <p:cNvPr id="23" name="Group 22">
            <a:extLst>
              <a:ext uri="{FF2B5EF4-FFF2-40B4-BE49-F238E27FC236}">
                <a16:creationId xmlns:a16="http://schemas.microsoft.com/office/drawing/2014/main" id="{7C734BB2-37F0-8884-E86A-3F3AC08AC67B}"/>
              </a:ext>
            </a:extLst>
          </p:cNvPr>
          <p:cNvGrpSpPr/>
          <p:nvPr/>
        </p:nvGrpSpPr>
        <p:grpSpPr>
          <a:xfrm>
            <a:off x="7666434" y="819632"/>
            <a:ext cx="343440" cy="304200"/>
            <a:chOff x="7666434" y="819632"/>
            <a:chExt cx="343440" cy="304200"/>
          </a:xfrm>
        </p:grpSpPr>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D23F1F22-3CFD-7037-FDDC-7106CBC6D026}"/>
                    </a:ext>
                  </a:extLst>
                </p14:cNvPr>
                <p14:cNvContentPartPr/>
                <p14:nvPr/>
              </p14:nvContentPartPr>
              <p14:xfrm>
                <a:off x="7666434" y="937352"/>
                <a:ext cx="196560" cy="151200"/>
              </p14:xfrm>
            </p:contentPart>
          </mc:Choice>
          <mc:Fallback>
            <p:pic>
              <p:nvPicPr>
                <p:cNvPr id="17" name="Ink 16">
                  <a:extLst>
                    <a:ext uri="{FF2B5EF4-FFF2-40B4-BE49-F238E27FC236}">
                      <a16:creationId xmlns:a16="http://schemas.microsoft.com/office/drawing/2014/main" id="{D23F1F22-3CFD-7037-FDDC-7106CBC6D026}"/>
                    </a:ext>
                  </a:extLst>
                </p:cNvPr>
                <p:cNvPicPr/>
                <p:nvPr/>
              </p:nvPicPr>
              <p:blipFill>
                <a:blip r:embed="rId12"/>
                <a:stretch>
                  <a:fillRect/>
                </a:stretch>
              </p:blipFill>
              <p:spPr>
                <a:xfrm>
                  <a:off x="7660314" y="931232"/>
                  <a:ext cx="2088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8" name="Ink 17">
                  <a:extLst>
                    <a:ext uri="{FF2B5EF4-FFF2-40B4-BE49-F238E27FC236}">
                      <a16:creationId xmlns:a16="http://schemas.microsoft.com/office/drawing/2014/main" id="{109C1916-067D-DC20-68A2-13165D55095C}"/>
                    </a:ext>
                  </a:extLst>
                </p14:cNvPr>
                <p14:cNvContentPartPr/>
                <p14:nvPr/>
              </p14:nvContentPartPr>
              <p14:xfrm>
                <a:off x="7844274" y="819632"/>
                <a:ext cx="165600" cy="304200"/>
              </p14:xfrm>
            </p:contentPart>
          </mc:Choice>
          <mc:Fallback>
            <p:pic>
              <p:nvPicPr>
                <p:cNvPr id="18" name="Ink 17">
                  <a:extLst>
                    <a:ext uri="{FF2B5EF4-FFF2-40B4-BE49-F238E27FC236}">
                      <a16:creationId xmlns:a16="http://schemas.microsoft.com/office/drawing/2014/main" id="{109C1916-067D-DC20-68A2-13165D55095C}"/>
                    </a:ext>
                  </a:extLst>
                </p:cNvPr>
                <p:cNvPicPr/>
                <p:nvPr/>
              </p:nvPicPr>
              <p:blipFill>
                <a:blip r:embed="rId14"/>
                <a:stretch>
                  <a:fillRect/>
                </a:stretch>
              </p:blipFill>
              <p:spPr>
                <a:xfrm>
                  <a:off x="7838154" y="813512"/>
                  <a:ext cx="177840" cy="316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19" name="Ink 18">
                <a:extLst>
                  <a:ext uri="{FF2B5EF4-FFF2-40B4-BE49-F238E27FC236}">
                    <a16:creationId xmlns:a16="http://schemas.microsoft.com/office/drawing/2014/main" id="{B9F71FFC-3A42-35C4-0208-1B07E4270D6E}"/>
                  </a:ext>
                </a:extLst>
              </p14:cNvPr>
              <p14:cNvContentPartPr/>
              <p14:nvPr/>
            </p14:nvContentPartPr>
            <p14:xfrm>
              <a:off x="8383914" y="626312"/>
              <a:ext cx="25560" cy="443160"/>
            </p14:xfrm>
          </p:contentPart>
        </mc:Choice>
        <mc:Fallback>
          <p:pic>
            <p:nvPicPr>
              <p:cNvPr id="19" name="Ink 18">
                <a:extLst>
                  <a:ext uri="{FF2B5EF4-FFF2-40B4-BE49-F238E27FC236}">
                    <a16:creationId xmlns:a16="http://schemas.microsoft.com/office/drawing/2014/main" id="{B9F71FFC-3A42-35C4-0208-1B07E4270D6E}"/>
                  </a:ext>
                </a:extLst>
              </p:cNvPr>
              <p:cNvPicPr/>
              <p:nvPr/>
            </p:nvPicPr>
            <p:blipFill>
              <a:blip r:embed="rId16"/>
              <a:stretch>
                <a:fillRect/>
              </a:stretch>
            </p:blipFill>
            <p:spPr>
              <a:xfrm>
                <a:off x="8377794" y="620192"/>
                <a:ext cx="37800" cy="455400"/>
              </a:xfrm>
              <a:prstGeom prst="rect">
                <a:avLst/>
              </a:prstGeom>
            </p:spPr>
          </p:pic>
        </mc:Fallback>
      </mc:AlternateContent>
      <p:grpSp>
        <p:nvGrpSpPr>
          <p:cNvPr id="22" name="Group 21">
            <a:extLst>
              <a:ext uri="{FF2B5EF4-FFF2-40B4-BE49-F238E27FC236}">
                <a16:creationId xmlns:a16="http://schemas.microsoft.com/office/drawing/2014/main" id="{C94F7D47-7483-482E-2A4F-A5889357AF49}"/>
              </a:ext>
            </a:extLst>
          </p:cNvPr>
          <p:cNvGrpSpPr/>
          <p:nvPr/>
        </p:nvGrpSpPr>
        <p:grpSpPr>
          <a:xfrm>
            <a:off x="8711154" y="651512"/>
            <a:ext cx="418320" cy="331560"/>
            <a:chOff x="8711154" y="651512"/>
            <a:chExt cx="418320" cy="331560"/>
          </a:xfrm>
        </p:grpSpPr>
        <mc:AlternateContent xmlns:mc="http://schemas.openxmlformats.org/markup-compatibility/2006">
          <mc:Choice xmlns:p14="http://schemas.microsoft.com/office/powerpoint/2010/main" Requires="p14">
            <p:contentPart p14:bwMode="auto" r:id="rId17">
              <p14:nvContentPartPr>
                <p14:cNvPr id="20" name="Ink 19">
                  <a:extLst>
                    <a:ext uri="{FF2B5EF4-FFF2-40B4-BE49-F238E27FC236}">
                      <a16:creationId xmlns:a16="http://schemas.microsoft.com/office/drawing/2014/main" id="{7698F49E-D07F-4610-6AE9-A776EBD13D7C}"/>
                    </a:ext>
                  </a:extLst>
                </p14:cNvPr>
                <p14:cNvContentPartPr/>
                <p14:nvPr/>
              </p14:nvContentPartPr>
              <p14:xfrm>
                <a:off x="8711154" y="651512"/>
                <a:ext cx="159120" cy="331560"/>
              </p14:xfrm>
            </p:contentPart>
          </mc:Choice>
          <mc:Fallback>
            <p:pic>
              <p:nvPicPr>
                <p:cNvPr id="20" name="Ink 19">
                  <a:extLst>
                    <a:ext uri="{FF2B5EF4-FFF2-40B4-BE49-F238E27FC236}">
                      <a16:creationId xmlns:a16="http://schemas.microsoft.com/office/drawing/2014/main" id="{7698F49E-D07F-4610-6AE9-A776EBD13D7C}"/>
                    </a:ext>
                  </a:extLst>
                </p:cNvPr>
                <p:cNvPicPr/>
                <p:nvPr/>
              </p:nvPicPr>
              <p:blipFill>
                <a:blip r:embed="rId18"/>
                <a:stretch>
                  <a:fillRect/>
                </a:stretch>
              </p:blipFill>
              <p:spPr>
                <a:xfrm>
                  <a:off x="8705034" y="645392"/>
                  <a:ext cx="17136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1" name="Ink 20">
                  <a:extLst>
                    <a:ext uri="{FF2B5EF4-FFF2-40B4-BE49-F238E27FC236}">
                      <a16:creationId xmlns:a16="http://schemas.microsoft.com/office/drawing/2014/main" id="{A483C567-35B6-BF48-93A0-5A2B12282791}"/>
                    </a:ext>
                  </a:extLst>
                </p14:cNvPr>
                <p14:cNvContentPartPr/>
                <p14:nvPr/>
              </p14:nvContentPartPr>
              <p14:xfrm>
                <a:off x="8958114" y="786872"/>
                <a:ext cx="171360" cy="175320"/>
              </p14:xfrm>
            </p:contentPart>
          </mc:Choice>
          <mc:Fallback>
            <p:pic>
              <p:nvPicPr>
                <p:cNvPr id="21" name="Ink 20">
                  <a:extLst>
                    <a:ext uri="{FF2B5EF4-FFF2-40B4-BE49-F238E27FC236}">
                      <a16:creationId xmlns:a16="http://schemas.microsoft.com/office/drawing/2014/main" id="{A483C567-35B6-BF48-93A0-5A2B12282791}"/>
                    </a:ext>
                  </a:extLst>
                </p:cNvPr>
                <p:cNvPicPr/>
                <p:nvPr/>
              </p:nvPicPr>
              <p:blipFill>
                <a:blip r:embed="rId20"/>
                <a:stretch>
                  <a:fillRect/>
                </a:stretch>
              </p:blipFill>
              <p:spPr>
                <a:xfrm>
                  <a:off x="8951994" y="780752"/>
                  <a:ext cx="183600" cy="187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24" name="Ink 23">
                <a:extLst>
                  <a:ext uri="{FF2B5EF4-FFF2-40B4-BE49-F238E27FC236}">
                    <a16:creationId xmlns:a16="http://schemas.microsoft.com/office/drawing/2014/main" id="{ECB24159-B5BE-D33F-BA1D-56F6011BDA1B}"/>
                  </a:ext>
                </a:extLst>
              </p14:cNvPr>
              <p14:cNvContentPartPr/>
              <p14:nvPr/>
            </p14:nvContentPartPr>
            <p14:xfrm>
              <a:off x="9342594" y="1975952"/>
              <a:ext cx="90360" cy="55080"/>
            </p14:xfrm>
          </p:contentPart>
        </mc:Choice>
        <mc:Fallback>
          <p:pic>
            <p:nvPicPr>
              <p:cNvPr id="24" name="Ink 23">
                <a:extLst>
                  <a:ext uri="{FF2B5EF4-FFF2-40B4-BE49-F238E27FC236}">
                    <a16:creationId xmlns:a16="http://schemas.microsoft.com/office/drawing/2014/main" id="{ECB24159-B5BE-D33F-BA1D-56F6011BDA1B}"/>
                  </a:ext>
                </a:extLst>
              </p:cNvPr>
              <p:cNvPicPr/>
              <p:nvPr/>
            </p:nvPicPr>
            <p:blipFill>
              <a:blip r:embed="rId22"/>
              <a:stretch>
                <a:fillRect/>
              </a:stretch>
            </p:blipFill>
            <p:spPr>
              <a:xfrm>
                <a:off x="9336474" y="1969832"/>
                <a:ext cx="10260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5" name="Ink 24">
                <a:extLst>
                  <a:ext uri="{FF2B5EF4-FFF2-40B4-BE49-F238E27FC236}">
                    <a16:creationId xmlns:a16="http://schemas.microsoft.com/office/drawing/2014/main" id="{6E154A7E-2E38-235B-8E68-DB25AC2E3F92}"/>
                  </a:ext>
                </a:extLst>
              </p14:cNvPr>
              <p14:cNvContentPartPr/>
              <p14:nvPr/>
            </p14:nvContentPartPr>
            <p14:xfrm>
              <a:off x="10187154" y="2034272"/>
              <a:ext cx="67320" cy="91800"/>
            </p14:xfrm>
          </p:contentPart>
        </mc:Choice>
        <mc:Fallback>
          <p:pic>
            <p:nvPicPr>
              <p:cNvPr id="25" name="Ink 24">
                <a:extLst>
                  <a:ext uri="{FF2B5EF4-FFF2-40B4-BE49-F238E27FC236}">
                    <a16:creationId xmlns:a16="http://schemas.microsoft.com/office/drawing/2014/main" id="{6E154A7E-2E38-235B-8E68-DB25AC2E3F92}"/>
                  </a:ext>
                </a:extLst>
              </p:cNvPr>
              <p:cNvPicPr/>
              <p:nvPr/>
            </p:nvPicPr>
            <p:blipFill>
              <a:blip r:embed="rId24"/>
              <a:stretch>
                <a:fillRect/>
              </a:stretch>
            </p:blipFill>
            <p:spPr>
              <a:xfrm>
                <a:off x="10181034" y="2028152"/>
                <a:ext cx="7956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51" name="Ink 50">
                <a:extLst>
                  <a:ext uri="{FF2B5EF4-FFF2-40B4-BE49-F238E27FC236}">
                    <a16:creationId xmlns:a16="http://schemas.microsoft.com/office/drawing/2014/main" id="{DAF8CC02-96C6-300B-FB7F-B60EE672E7A8}"/>
                  </a:ext>
                </a:extLst>
              </p14:cNvPr>
              <p14:cNvContentPartPr/>
              <p14:nvPr/>
            </p14:nvContentPartPr>
            <p14:xfrm>
              <a:off x="8846154" y="1128872"/>
              <a:ext cx="73080" cy="168480"/>
            </p14:xfrm>
          </p:contentPart>
        </mc:Choice>
        <mc:Fallback>
          <p:pic>
            <p:nvPicPr>
              <p:cNvPr id="51" name="Ink 50">
                <a:extLst>
                  <a:ext uri="{FF2B5EF4-FFF2-40B4-BE49-F238E27FC236}">
                    <a16:creationId xmlns:a16="http://schemas.microsoft.com/office/drawing/2014/main" id="{DAF8CC02-96C6-300B-FB7F-B60EE672E7A8}"/>
                  </a:ext>
                </a:extLst>
              </p:cNvPr>
              <p:cNvPicPr/>
              <p:nvPr/>
            </p:nvPicPr>
            <p:blipFill>
              <a:blip r:embed="rId26"/>
              <a:stretch>
                <a:fillRect/>
              </a:stretch>
            </p:blipFill>
            <p:spPr>
              <a:xfrm>
                <a:off x="8840034" y="1122752"/>
                <a:ext cx="8532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52" name="Ink 51">
                <a:extLst>
                  <a:ext uri="{FF2B5EF4-FFF2-40B4-BE49-F238E27FC236}">
                    <a16:creationId xmlns:a16="http://schemas.microsoft.com/office/drawing/2014/main" id="{08C98CE4-AB12-D1DC-639E-2E16991F40FE}"/>
                  </a:ext>
                </a:extLst>
              </p14:cNvPr>
              <p14:cNvContentPartPr/>
              <p14:nvPr/>
            </p14:nvContentPartPr>
            <p14:xfrm>
              <a:off x="8896194" y="1383392"/>
              <a:ext cx="57240" cy="126720"/>
            </p14:xfrm>
          </p:contentPart>
        </mc:Choice>
        <mc:Fallback>
          <p:pic>
            <p:nvPicPr>
              <p:cNvPr id="52" name="Ink 51">
                <a:extLst>
                  <a:ext uri="{FF2B5EF4-FFF2-40B4-BE49-F238E27FC236}">
                    <a16:creationId xmlns:a16="http://schemas.microsoft.com/office/drawing/2014/main" id="{08C98CE4-AB12-D1DC-639E-2E16991F40FE}"/>
                  </a:ext>
                </a:extLst>
              </p:cNvPr>
              <p:cNvPicPr/>
              <p:nvPr/>
            </p:nvPicPr>
            <p:blipFill>
              <a:blip r:embed="rId28"/>
              <a:stretch>
                <a:fillRect/>
              </a:stretch>
            </p:blipFill>
            <p:spPr>
              <a:xfrm>
                <a:off x="8890074" y="1377272"/>
                <a:ext cx="694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53" name="Ink 52">
                <a:extLst>
                  <a:ext uri="{FF2B5EF4-FFF2-40B4-BE49-F238E27FC236}">
                    <a16:creationId xmlns:a16="http://schemas.microsoft.com/office/drawing/2014/main" id="{A367B523-1540-55B9-C273-E33766855598}"/>
                  </a:ext>
                </a:extLst>
              </p14:cNvPr>
              <p14:cNvContentPartPr/>
              <p14:nvPr/>
            </p14:nvContentPartPr>
            <p14:xfrm>
              <a:off x="9086994" y="1078832"/>
              <a:ext cx="70920" cy="128160"/>
            </p14:xfrm>
          </p:contentPart>
        </mc:Choice>
        <mc:Fallback>
          <p:pic>
            <p:nvPicPr>
              <p:cNvPr id="53" name="Ink 52">
                <a:extLst>
                  <a:ext uri="{FF2B5EF4-FFF2-40B4-BE49-F238E27FC236}">
                    <a16:creationId xmlns:a16="http://schemas.microsoft.com/office/drawing/2014/main" id="{A367B523-1540-55B9-C273-E33766855598}"/>
                  </a:ext>
                </a:extLst>
              </p:cNvPr>
              <p:cNvPicPr/>
              <p:nvPr/>
            </p:nvPicPr>
            <p:blipFill>
              <a:blip r:embed="rId30"/>
              <a:stretch>
                <a:fillRect/>
              </a:stretch>
            </p:blipFill>
            <p:spPr>
              <a:xfrm>
                <a:off x="9080874" y="1072712"/>
                <a:ext cx="8316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54" name="Ink 53">
                <a:extLst>
                  <a:ext uri="{FF2B5EF4-FFF2-40B4-BE49-F238E27FC236}">
                    <a16:creationId xmlns:a16="http://schemas.microsoft.com/office/drawing/2014/main" id="{E99363F3-E766-25A4-2D49-BD07032308C8}"/>
                  </a:ext>
                </a:extLst>
              </p14:cNvPr>
              <p14:cNvContentPartPr/>
              <p14:nvPr/>
            </p14:nvContentPartPr>
            <p14:xfrm>
              <a:off x="9157914" y="1291592"/>
              <a:ext cx="63000" cy="113040"/>
            </p14:xfrm>
          </p:contentPart>
        </mc:Choice>
        <mc:Fallback>
          <p:pic>
            <p:nvPicPr>
              <p:cNvPr id="54" name="Ink 53">
                <a:extLst>
                  <a:ext uri="{FF2B5EF4-FFF2-40B4-BE49-F238E27FC236}">
                    <a16:creationId xmlns:a16="http://schemas.microsoft.com/office/drawing/2014/main" id="{E99363F3-E766-25A4-2D49-BD07032308C8}"/>
                  </a:ext>
                </a:extLst>
              </p:cNvPr>
              <p:cNvPicPr/>
              <p:nvPr/>
            </p:nvPicPr>
            <p:blipFill>
              <a:blip r:embed="rId32"/>
              <a:stretch>
                <a:fillRect/>
              </a:stretch>
            </p:blipFill>
            <p:spPr>
              <a:xfrm>
                <a:off x="9151794" y="1285472"/>
                <a:ext cx="7524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55" name="Ink 54">
                <a:extLst>
                  <a:ext uri="{FF2B5EF4-FFF2-40B4-BE49-F238E27FC236}">
                    <a16:creationId xmlns:a16="http://schemas.microsoft.com/office/drawing/2014/main" id="{8E7DDC32-4DB9-164F-DC60-F133820D913B}"/>
                  </a:ext>
                </a:extLst>
              </p14:cNvPr>
              <p14:cNvContentPartPr/>
              <p14:nvPr/>
            </p14:nvContentPartPr>
            <p14:xfrm>
              <a:off x="9206154" y="1521272"/>
              <a:ext cx="59760" cy="106200"/>
            </p14:xfrm>
          </p:contentPart>
        </mc:Choice>
        <mc:Fallback>
          <p:pic>
            <p:nvPicPr>
              <p:cNvPr id="55" name="Ink 54">
                <a:extLst>
                  <a:ext uri="{FF2B5EF4-FFF2-40B4-BE49-F238E27FC236}">
                    <a16:creationId xmlns:a16="http://schemas.microsoft.com/office/drawing/2014/main" id="{8E7DDC32-4DB9-164F-DC60-F133820D913B}"/>
                  </a:ext>
                </a:extLst>
              </p:cNvPr>
              <p:cNvPicPr/>
              <p:nvPr/>
            </p:nvPicPr>
            <p:blipFill>
              <a:blip r:embed="rId34"/>
              <a:stretch>
                <a:fillRect/>
              </a:stretch>
            </p:blipFill>
            <p:spPr>
              <a:xfrm>
                <a:off x="9200034" y="1515152"/>
                <a:ext cx="7200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69" name="Ink 68">
                <a:extLst>
                  <a:ext uri="{FF2B5EF4-FFF2-40B4-BE49-F238E27FC236}">
                    <a16:creationId xmlns:a16="http://schemas.microsoft.com/office/drawing/2014/main" id="{A33E27F6-D00B-B8A9-D59E-4A8A609E4D5F}"/>
                  </a:ext>
                </a:extLst>
              </p14:cNvPr>
              <p14:cNvContentPartPr/>
              <p14:nvPr/>
            </p14:nvContentPartPr>
            <p14:xfrm>
              <a:off x="11960874" y="1100432"/>
              <a:ext cx="28440" cy="153360"/>
            </p14:xfrm>
          </p:contentPart>
        </mc:Choice>
        <mc:Fallback>
          <p:pic>
            <p:nvPicPr>
              <p:cNvPr id="69" name="Ink 68">
                <a:extLst>
                  <a:ext uri="{FF2B5EF4-FFF2-40B4-BE49-F238E27FC236}">
                    <a16:creationId xmlns:a16="http://schemas.microsoft.com/office/drawing/2014/main" id="{A33E27F6-D00B-B8A9-D59E-4A8A609E4D5F}"/>
                  </a:ext>
                </a:extLst>
              </p:cNvPr>
              <p:cNvPicPr/>
              <p:nvPr/>
            </p:nvPicPr>
            <p:blipFill>
              <a:blip r:embed="rId36"/>
              <a:stretch>
                <a:fillRect/>
              </a:stretch>
            </p:blipFill>
            <p:spPr>
              <a:xfrm>
                <a:off x="11954754" y="1094312"/>
                <a:ext cx="40680" cy="165600"/>
              </a:xfrm>
              <a:prstGeom prst="rect">
                <a:avLst/>
              </a:prstGeom>
            </p:spPr>
          </p:pic>
        </mc:Fallback>
      </mc:AlternateContent>
      <p:grpSp>
        <p:nvGrpSpPr>
          <p:cNvPr id="72" name="Group 71">
            <a:extLst>
              <a:ext uri="{FF2B5EF4-FFF2-40B4-BE49-F238E27FC236}">
                <a16:creationId xmlns:a16="http://schemas.microsoft.com/office/drawing/2014/main" id="{1A0D6620-82B1-7AA9-2D8C-1A4576FB0F39}"/>
              </a:ext>
            </a:extLst>
          </p:cNvPr>
          <p:cNvGrpSpPr/>
          <p:nvPr/>
        </p:nvGrpSpPr>
        <p:grpSpPr>
          <a:xfrm>
            <a:off x="9407034" y="204752"/>
            <a:ext cx="2370600" cy="1288800"/>
            <a:chOff x="9407034" y="204752"/>
            <a:chExt cx="2370600" cy="1288800"/>
          </a:xfrm>
        </p:grpSpPr>
        <mc:AlternateContent xmlns:mc="http://schemas.openxmlformats.org/markup-compatibility/2006">
          <mc:Choice xmlns:p14="http://schemas.microsoft.com/office/powerpoint/2010/main" Requires="p14">
            <p:contentPart p14:bwMode="auto" r:id="rId37">
              <p14:nvContentPartPr>
                <p14:cNvPr id="26" name="Ink 25">
                  <a:extLst>
                    <a:ext uri="{FF2B5EF4-FFF2-40B4-BE49-F238E27FC236}">
                      <a16:creationId xmlns:a16="http://schemas.microsoft.com/office/drawing/2014/main" id="{CA0C5D50-6EF0-6F5B-B0CB-3BDC906A7511}"/>
                    </a:ext>
                  </a:extLst>
                </p14:cNvPr>
                <p14:cNvContentPartPr/>
                <p14:nvPr/>
              </p14:nvContentPartPr>
              <p14:xfrm>
                <a:off x="9524034" y="300512"/>
                <a:ext cx="168120" cy="145800"/>
              </p14:xfrm>
            </p:contentPart>
          </mc:Choice>
          <mc:Fallback>
            <p:pic>
              <p:nvPicPr>
                <p:cNvPr id="26" name="Ink 25">
                  <a:extLst>
                    <a:ext uri="{FF2B5EF4-FFF2-40B4-BE49-F238E27FC236}">
                      <a16:creationId xmlns:a16="http://schemas.microsoft.com/office/drawing/2014/main" id="{CA0C5D50-6EF0-6F5B-B0CB-3BDC906A7511}"/>
                    </a:ext>
                  </a:extLst>
                </p:cNvPr>
                <p:cNvPicPr/>
                <p:nvPr/>
              </p:nvPicPr>
              <p:blipFill>
                <a:blip r:embed="rId38"/>
                <a:stretch>
                  <a:fillRect/>
                </a:stretch>
              </p:blipFill>
              <p:spPr>
                <a:xfrm>
                  <a:off x="9517914" y="294392"/>
                  <a:ext cx="1803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7" name="Ink 26">
                  <a:extLst>
                    <a:ext uri="{FF2B5EF4-FFF2-40B4-BE49-F238E27FC236}">
                      <a16:creationId xmlns:a16="http://schemas.microsoft.com/office/drawing/2014/main" id="{4DD851A9-C016-5D8A-98F1-25E4D18D2BA3}"/>
                    </a:ext>
                  </a:extLst>
                </p14:cNvPr>
                <p14:cNvContentPartPr/>
                <p14:nvPr/>
              </p14:nvContentPartPr>
              <p14:xfrm>
                <a:off x="9587754" y="339032"/>
                <a:ext cx="67680" cy="264240"/>
              </p14:xfrm>
            </p:contentPart>
          </mc:Choice>
          <mc:Fallback>
            <p:pic>
              <p:nvPicPr>
                <p:cNvPr id="27" name="Ink 26">
                  <a:extLst>
                    <a:ext uri="{FF2B5EF4-FFF2-40B4-BE49-F238E27FC236}">
                      <a16:creationId xmlns:a16="http://schemas.microsoft.com/office/drawing/2014/main" id="{4DD851A9-C016-5D8A-98F1-25E4D18D2BA3}"/>
                    </a:ext>
                  </a:extLst>
                </p:cNvPr>
                <p:cNvPicPr/>
                <p:nvPr/>
              </p:nvPicPr>
              <p:blipFill>
                <a:blip r:embed="rId40"/>
                <a:stretch>
                  <a:fillRect/>
                </a:stretch>
              </p:blipFill>
              <p:spPr>
                <a:xfrm>
                  <a:off x="9581634" y="332912"/>
                  <a:ext cx="7992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539BF824-AEF5-C05E-461C-B8D77350B45C}"/>
                    </a:ext>
                  </a:extLst>
                </p14:cNvPr>
                <p14:cNvContentPartPr/>
                <p14:nvPr/>
              </p14:nvContentPartPr>
              <p14:xfrm>
                <a:off x="9555714" y="531632"/>
                <a:ext cx="122760" cy="78840"/>
              </p14:xfrm>
            </p:contentPart>
          </mc:Choice>
          <mc:Fallback>
            <p:pic>
              <p:nvPicPr>
                <p:cNvPr id="28" name="Ink 27">
                  <a:extLst>
                    <a:ext uri="{FF2B5EF4-FFF2-40B4-BE49-F238E27FC236}">
                      <a16:creationId xmlns:a16="http://schemas.microsoft.com/office/drawing/2014/main" id="{539BF824-AEF5-C05E-461C-B8D77350B45C}"/>
                    </a:ext>
                  </a:extLst>
                </p:cNvPr>
                <p:cNvPicPr/>
                <p:nvPr/>
              </p:nvPicPr>
              <p:blipFill>
                <a:blip r:embed="rId42"/>
                <a:stretch>
                  <a:fillRect/>
                </a:stretch>
              </p:blipFill>
              <p:spPr>
                <a:xfrm>
                  <a:off x="9549594" y="525512"/>
                  <a:ext cx="13500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937D5F76-7C1D-9EC1-BFE4-75AF080EF97A}"/>
                    </a:ext>
                  </a:extLst>
                </p14:cNvPr>
                <p14:cNvContentPartPr/>
                <p14:nvPr/>
              </p14:nvContentPartPr>
              <p14:xfrm>
                <a:off x="9756234" y="252272"/>
                <a:ext cx="348480" cy="296640"/>
              </p14:xfrm>
            </p:contentPart>
          </mc:Choice>
          <mc:Fallback>
            <p:pic>
              <p:nvPicPr>
                <p:cNvPr id="29" name="Ink 28">
                  <a:extLst>
                    <a:ext uri="{FF2B5EF4-FFF2-40B4-BE49-F238E27FC236}">
                      <a16:creationId xmlns:a16="http://schemas.microsoft.com/office/drawing/2014/main" id="{937D5F76-7C1D-9EC1-BFE4-75AF080EF97A}"/>
                    </a:ext>
                  </a:extLst>
                </p:cNvPr>
                <p:cNvPicPr/>
                <p:nvPr/>
              </p:nvPicPr>
              <p:blipFill>
                <a:blip r:embed="rId44"/>
                <a:stretch>
                  <a:fillRect/>
                </a:stretch>
              </p:blipFill>
              <p:spPr>
                <a:xfrm>
                  <a:off x="9750114" y="246152"/>
                  <a:ext cx="36072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0565FD5E-664F-50AA-DCE8-F2395A199B3B}"/>
                    </a:ext>
                  </a:extLst>
                </p14:cNvPr>
                <p14:cNvContentPartPr/>
                <p14:nvPr/>
              </p14:nvContentPartPr>
              <p14:xfrm>
                <a:off x="9711954" y="528392"/>
                <a:ext cx="391680" cy="146160"/>
              </p14:xfrm>
            </p:contentPart>
          </mc:Choice>
          <mc:Fallback>
            <p:pic>
              <p:nvPicPr>
                <p:cNvPr id="30" name="Ink 29">
                  <a:extLst>
                    <a:ext uri="{FF2B5EF4-FFF2-40B4-BE49-F238E27FC236}">
                      <a16:creationId xmlns:a16="http://schemas.microsoft.com/office/drawing/2014/main" id="{0565FD5E-664F-50AA-DCE8-F2395A199B3B}"/>
                    </a:ext>
                  </a:extLst>
                </p:cNvPr>
                <p:cNvPicPr/>
                <p:nvPr/>
              </p:nvPicPr>
              <p:blipFill>
                <a:blip r:embed="rId46"/>
                <a:stretch>
                  <a:fillRect/>
                </a:stretch>
              </p:blipFill>
              <p:spPr>
                <a:xfrm>
                  <a:off x="9705834" y="522272"/>
                  <a:ext cx="40392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2" name="Ink 31">
                  <a:extLst>
                    <a:ext uri="{FF2B5EF4-FFF2-40B4-BE49-F238E27FC236}">
                      <a16:creationId xmlns:a16="http://schemas.microsoft.com/office/drawing/2014/main" id="{8B760AFD-B91B-0B4F-859E-4E68558F17CC}"/>
                    </a:ext>
                  </a:extLst>
                </p14:cNvPr>
                <p14:cNvContentPartPr/>
                <p14:nvPr/>
              </p14:nvContentPartPr>
              <p14:xfrm>
                <a:off x="10412154" y="211232"/>
                <a:ext cx="153720" cy="117360"/>
              </p14:xfrm>
            </p:contentPart>
          </mc:Choice>
          <mc:Fallback>
            <p:pic>
              <p:nvPicPr>
                <p:cNvPr id="32" name="Ink 31">
                  <a:extLst>
                    <a:ext uri="{FF2B5EF4-FFF2-40B4-BE49-F238E27FC236}">
                      <a16:creationId xmlns:a16="http://schemas.microsoft.com/office/drawing/2014/main" id="{8B760AFD-B91B-0B4F-859E-4E68558F17CC}"/>
                    </a:ext>
                  </a:extLst>
                </p:cNvPr>
                <p:cNvPicPr/>
                <p:nvPr/>
              </p:nvPicPr>
              <p:blipFill>
                <a:blip r:embed="rId48"/>
                <a:stretch>
                  <a:fillRect/>
                </a:stretch>
              </p:blipFill>
              <p:spPr>
                <a:xfrm>
                  <a:off x="10406034" y="205112"/>
                  <a:ext cx="1659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3" name="Ink 32">
                  <a:extLst>
                    <a:ext uri="{FF2B5EF4-FFF2-40B4-BE49-F238E27FC236}">
                      <a16:creationId xmlns:a16="http://schemas.microsoft.com/office/drawing/2014/main" id="{66B4EFCC-C035-9654-CE89-C9B51D452BD8}"/>
                    </a:ext>
                  </a:extLst>
                </p14:cNvPr>
                <p14:cNvContentPartPr/>
                <p14:nvPr/>
              </p14:nvContentPartPr>
              <p14:xfrm>
                <a:off x="10460754" y="274592"/>
                <a:ext cx="58680" cy="248040"/>
              </p14:xfrm>
            </p:contentPart>
          </mc:Choice>
          <mc:Fallback>
            <p:pic>
              <p:nvPicPr>
                <p:cNvPr id="33" name="Ink 32">
                  <a:extLst>
                    <a:ext uri="{FF2B5EF4-FFF2-40B4-BE49-F238E27FC236}">
                      <a16:creationId xmlns:a16="http://schemas.microsoft.com/office/drawing/2014/main" id="{66B4EFCC-C035-9654-CE89-C9B51D452BD8}"/>
                    </a:ext>
                  </a:extLst>
                </p:cNvPr>
                <p:cNvPicPr/>
                <p:nvPr/>
              </p:nvPicPr>
              <p:blipFill>
                <a:blip r:embed="rId50"/>
                <a:stretch>
                  <a:fillRect/>
                </a:stretch>
              </p:blipFill>
              <p:spPr>
                <a:xfrm>
                  <a:off x="10454634" y="268472"/>
                  <a:ext cx="7092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4" name="Ink 33">
                  <a:extLst>
                    <a:ext uri="{FF2B5EF4-FFF2-40B4-BE49-F238E27FC236}">
                      <a16:creationId xmlns:a16="http://schemas.microsoft.com/office/drawing/2014/main" id="{CF981D53-54E6-3664-D69A-B8301166A4AA}"/>
                    </a:ext>
                  </a:extLst>
                </p14:cNvPr>
                <p14:cNvContentPartPr/>
                <p14:nvPr/>
              </p14:nvContentPartPr>
              <p14:xfrm>
                <a:off x="10430874" y="204752"/>
                <a:ext cx="232200" cy="313920"/>
              </p14:xfrm>
            </p:contentPart>
          </mc:Choice>
          <mc:Fallback>
            <p:pic>
              <p:nvPicPr>
                <p:cNvPr id="34" name="Ink 33">
                  <a:extLst>
                    <a:ext uri="{FF2B5EF4-FFF2-40B4-BE49-F238E27FC236}">
                      <a16:creationId xmlns:a16="http://schemas.microsoft.com/office/drawing/2014/main" id="{CF981D53-54E6-3664-D69A-B8301166A4AA}"/>
                    </a:ext>
                  </a:extLst>
                </p:cNvPr>
                <p:cNvPicPr/>
                <p:nvPr/>
              </p:nvPicPr>
              <p:blipFill>
                <a:blip r:embed="rId52"/>
                <a:stretch>
                  <a:fillRect/>
                </a:stretch>
              </p:blipFill>
              <p:spPr>
                <a:xfrm>
                  <a:off x="10424754" y="198632"/>
                  <a:ext cx="24444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5B36F1E4-C803-7AA1-CCDE-90FD06F1A478}"/>
                    </a:ext>
                  </a:extLst>
                </p14:cNvPr>
                <p14:cNvContentPartPr/>
                <p14:nvPr/>
              </p14:nvContentPartPr>
              <p14:xfrm>
                <a:off x="10713114" y="221672"/>
                <a:ext cx="41760" cy="228600"/>
              </p14:xfrm>
            </p:contentPart>
          </mc:Choice>
          <mc:Fallback>
            <p:pic>
              <p:nvPicPr>
                <p:cNvPr id="35" name="Ink 34">
                  <a:extLst>
                    <a:ext uri="{FF2B5EF4-FFF2-40B4-BE49-F238E27FC236}">
                      <a16:creationId xmlns:a16="http://schemas.microsoft.com/office/drawing/2014/main" id="{5B36F1E4-C803-7AA1-CCDE-90FD06F1A478}"/>
                    </a:ext>
                  </a:extLst>
                </p:cNvPr>
                <p:cNvPicPr/>
                <p:nvPr/>
              </p:nvPicPr>
              <p:blipFill>
                <a:blip r:embed="rId54"/>
                <a:stretch>
                  <a:fillRect/>
                </a:stretch>
              </p:blipFill>
              <p:spPr>
                <a:xfrm>
                  <a:off x="10706994" y="215552"/>
                  <a:ext cx="5400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6" name="Ink 35">
                  <a:extLst>
                    <a:ext uri="{FF2B5EF4-FFF2-40B4-BE49-F238E27FC236}">
                      <a16:creationId xmlns:a16="http://schemas.microsoft.com/office/drawing/2014/main" id="{E96D56D8-3D52-9947-C5E2-FD6B39F336D5}"/>
                    </a:ext>
                  </a:extLst>
                </p14:cNvPr>
                <p14:cNvContentPartPr/>
                <p14:nvPr/>
              </p14:nvContentPartPr>
              <p14:xfrm>
                <a:off x="10857114" y="310592"/>
                <a:ext cx="11880" cy="15840"/>
              </p14:xfrm>
            </p:contentPart>
          </mc:Choice>
          <mc:Fallback>
            <p:pic>
              <p:nvPicPr>
                <p:cNvPr id="36" name="Ink 35">
                  <a:extLst>
                    <a:ext uri="{FF2B5EF4-FFF2-40B4-BE49-F238E27FC236}">
                      <a16:creationId xmlns:a16="http://schemas.microsoft.com/office/drawing/2014/main" id="{E96D56D8-3D52-9947-C5E2-FD6B39F336D5}"/>
                    </a:ext>
                  </a:extLst>
                </p:cNvPr>
                <p:cNvPicPr/>
                <p:nvPr/>
              </p:nvPicPr>
              <p:blipFill>
                <a:blip r:embed="rId56"/>
                <a:stretch>
                  <a:fillRect/>
                </a:stretch>
              </p:blipFill>
              <p:spPr>
                <a:xfrm>
                  <a:off x="10850994" y="304472"/>
                  <a:ext cx="2412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7" name="Ink 36">
                  <a:extLst>
                    <a:ext uri="{FF2B5EF4-FFF2-40B4-BE49-F238E27FC236}">
                      <a16:creationId xmlns:a16="http://schemas.microsoft.com/office/drawing/2014/main" id="{CA8F4DC2-2B52-FEAD-655D-2BB0D47D4DF0}"/>
                    </a:ext>
                  </a:extLst>
                </p14:cNvPr>
                <p14:cNvContentPartPr/>
                <p14:nvPr/>
              </p14:nvContentPartPr>
              <p14:xfrm>
                <a:off x="10825074" y="300512"/>
                <a:ext cx="178560" cy="110880"/>
              </p14:xfrm>
            </p:contentPart>
          </mc:Choice>
          <mc:Fallback>
            <p:pic>
              <p:nvPicPr>
                <p:cNvPr id="37" name="Ink 36">
                  <a:extLst>
                    <a:ext uri="{FF2B5EF4-FFF2-40B4-BE49-F238E27FC236}">
                      <a16:creationId xmlns:a16="http://schemas.microsoft.com/office/drawing/2014/main" id="{CA8F4DC2-2B52-FEAD-655D-2BB0D47D4DF0}"/>
                    </a:ext>
                  </a:extLst>
                </p:cNvPr>
                <p:cNvPicPr/>
                <p:nvPr/>
              </p:nvPicPr>
              <p:blipFill>
                <a:blip r:embed="rId58"/>
                <a:stretch>
                  <a:fillRect/>
                </a:stretch>
              </p:blipFill>
              <p:spPr>
                <a:xfrm>
                  <a:off x="10818954" y="294392"/>
                  <a:ext cx="19080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8" name="Ink 37">
                  <a:extLst>
                    <a:ext uri="{FF2B5EF4-FFF2-40B4-BE49-F238E27FC236}">
                      <a16:creationId xmlns:a16="http://schemas.microsoft.com/office/drawing/2014/main" id="{38889CD6-6E52-24DA-E003-368846175078}"/>
                    </a:ext>
                  </a:extLst>
                </p14:cNvPr>
                <p14:cNvContentPartPr/>
                <p14:nvPr/>
              </p14:nvContentPartPr>
              <p14:xfrm>
                <a:off x="11049714" y="241832"/>
                <a:ext cx="265320" cy="130680"/>
              </p14:xfrm>
            </p:contentPart>
          </mc:Choice>
          <mc:Fallback>
            <p:pic>
              <p:nvPicPr>
                <p:cNvPr id="38" name="Ink 37">
                  <a:extLst>
                    <a:ext uri="{FF2B5EF4-FFF2-40B4-BE49-F238E27FC236}">
                      <a16:creationId xmlns:a16="http://schemas.microsoft.com/office/drawing/2014/main" id="{38889CD6-6E52-24DA-E003-368846175078}"/>
                    </a:ext>
                  </a:extLst>
                </p:cNvPr>
                <p:cNvPicPr/>
                <p:nvPr/>
              </p:nvPicPr>
              <p:blipFill>
                <a:blip r:embed="rId60"/>
                <a:stretch>
                  <a:fillRect/>
                </a:stretch>
              </p:blipFill>
              <p:spPr>
                <a:xfrm>
                  <a:off x="11043594" y="235712"/>
                  <a:ext cx="27756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0" name="Ink 39">
                  <a:extLst>
                    <a:ext uri="{FF2B5EF4-FFF2-40B4-BE49-F238E27FC236}">
                      <a16:creationId xmlns:a16="http://schemas.microsoft.com/office/drawing/2014/main" id="{62F2D15F-F67E-FC1D-7EDE-D6B66A0B26C4}"/>
                    </a:ext>
                  </a:extLst>
                </p14:cNvPr>
                <p14:cNvContentPartPr/>
                <p14:nvPr/>
              </p14:nvContentPartPr>
              <p14:xfrm>
                <a:off x="9490554" y="802712"/>
                <a:ext cx="178920" cy="217800"/>
              </p14:xfrm>
            </p:contentPart>
          </mc:Choice>
          <mc:Fallback>
            <p:pic>
              <p:nvPicPr>
                <p:cNvPr id="40" name="Ink 39">
                  <a:extLst>
                    <a:ext uri="{FF2B5EF4-FFF2-40B4-BE49-F238E27FC236}">
                      <a16:creationId xmlns:a16="http://schemas.microsoft.com/office/drawing/2014/main" id="{62F2D15F-F67E-FC1D-7EDE-D6B66A0B26C4}"/>
                    </a:ext>
                  </a:extLst>
                </p:cNvPr>
                <p:cNvPicPr/>
                <p:nvPr/>
              </p:nvPicPr>
              <p:blipFill>
                <a:blip r:embed="rId62"/>
                <a:stretch>
                  <a:fillRect/>
                </a:stretch>
              </p:blipFill>
              <p:spPr>
                <a:xfrm>
                  <a:off x="9484434" y="796592"/>
                  <a:ext cx="19116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1" name="Ink 40">
                  <a:extLst>
                    <a:ext uri="{FF2B5EF4-FFF2-40B4-BE49-F238E27FC236}">
                      <a16:creationId xmlns:a16="http://schemas.microsoft.com/office/drawing/2014/main" id="{8EB24E32-1EA5-C352-6A98-CBD1473D86FB}"/>
                    </a:ext>
                  </a:extLst>
                </p14:cNvPr>
                <p14:cNvContentPartPr/>
                <p14:nvPr/>
              </p14:nvContentPartPr>
              <p14:xfrm>
                <a:off x="9855594" y="765992"/>
                <a:ext cx="213840" cy="310320"/>
              </p14:xfrm>
            </p:contentPart>
          </mc:Choice>
          <mc:Fallback>
            <p:pic>
              <p:nvPicPr>
                <p:cNvPr id="41" name="Ink 40">
                  <a:extLst>
                    <a:ext uri="{FF2B5EF4-FFF2-40B4-BE49-F238E27FC236}">
                      <a16:creationId xmlns:a16="http://schemas.microsoft.com/office/drawing/2014/main" id="{8EB24E32-1EA5-C352-6A98-CBD1473D86FB}"/>
                    </a:ext>
                  </a:extLst>
                </p:cNvPr>
                <p:cNvPicPr/>
                <p:nvPr/>
              </p:nvPicPr>
              <p:blipFill>
                <a:blip r:embed="rId64"/>
                <a:stretch>
                  <a:fillRect/>
                </a:stretch>
              </p:blipFill>
              <p:spPr>
                <a:xfrm>
                  <a:off x="9849474" y="759872"/>
                  <a:ext cx="22608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F0CFD37C-203F-5C0D-2FA3-D0BFADD2615F}"/>
                    </a:ext>
                  </a:extLst>
                </p14:cNvPr>
                <p14:cNvContentPartPr/>
                <p14:nvPr/>
              </p14:nvContentPartPr>
              <p14:xfrm>
                <a:off x="9915714" y="982352"/>
                <a:ext cx="148320" cy="67320"/>
              </p14:xfrm>
            </p:contentPart>
          </mc:Choice>
          <mc:Fallback>
            <p:pic>
              <p:nvPicPr>
                <p:cNvPr id="42" name="Ink 41">
                  <a:extLst>
                    <a:ext uri="{FF2B5EF4-FFF2-40B4-BE49-F238E27FC236}">
                      <a16:creationId xmlns:a16="http://schemas.microsoft.com/office/drawing/2014/main" id="{F0CFD37C-203F-5C0D-2FA3-D0BFADD2615F}"/>
                    </a:ext>
                  </a:extLst>
                </p:cNvPr>
                <p:cNvPicPr/>
                <p:nvPr/>
              </p:nvPicPr>
              <p:blipFill>
                <a:blip r:embed="rId66"/>
                <a:stretch>
                  <a:fillRect/>
                </a:stretch>
              </p:blipFill>
              <p:spPr>
                <a:xfrm>
                  <a:off x="9909594" y="976232"/>
                  <a:ext cx="16056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3" name="Ink 42">
                  <a:extLst>
                    <a:ext uri="{FF2B5EF4-FFF2-40B4-BE49-F238E27FC236}">
                      <a16:creationId xmlns:a16="http://schemas.microsoft.com/office/drawing/2014/main" id="{3A1C21E3-5CEE-4C61-C763-94956E7D7898}"/>
                    </a:ext>
                  </a:extLst>
                </p14:cNvPr>
                <p14:cNvContentPartPr/>
                <p14:nvPr/>
              </p14:nvContentPartPr>
              <p14:xfrm>
                <a:off x="10143594" y="751592"/>
                <a:ext cx="99360" cy="240480"/>
              </p14:xfrm>
            </p:contentPart>
          </mc:Choice>
          <mc:Fallback>
            <p:pic>
              <p:nvPicPr>
                <p:cNvPr id="43" name="Ink 42">
                  <a:extLst>
                    <a:ext uri="{FF2B5EF4-FFF2-40B4-BE49-F238E27FC236}">
                      <a16:creationId xmlns:a16="http://schemas.microsoft.com/office/drawing/2014/main" id="{3A1C21E3-5CEE-4C61-C763-94956E7D7898}"/>
                    </a:ext>
                  </a:extLst>
                </p:cNvPr>
                <p:cNvPicPr/>
                <p:nvPr/>
              </p:nvPicPr>
              <p:blipFill>
                <a:blip r:embed="rId68"/>
                <a:stretch>
                  <a:fillRect/>
                </a:stretch>
              </p:blipFill>
              <p:spPr>
                <a:xfrm>
                  <a:off x="10137474" y="745472"/>
                  <a:ext cx="1116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4" name="Ink 43">
                  <a:extLst>
                    <a:ext uri="{FF2B5EF4-FFF2-40B4-BE49-F238E27FC236}">
                      <a16:creationId xmlns:a16="http://schemas.microsoft.com/office/drawing/2014/main" id="{57AB2160-4C2D-C8DD-86FB-07A70BF6805E}"/>
                    </a:ext>
                  </a:extLst>
                </p14:cNvPr>
                <p14:cNvContentPartPr/>
                <p14:nvPr/>
              </p14:nvContentPartPr>
              <p14:xfrm>
                <a:off x="10306314" y="828272"/>
                <a:ext cx="118080" cy="126360"/>
              </p14:xfrm>
            </p:contentPart>
          </mc:Choice>
          <mc:Fallback>
            <p:pic>
              <p:nvPicPr>
                <p:cNvPr id="44" name="Ink 43">
                  <a:extLst>
                    <a:ext uri="{FF2B5EF4-FFF2-40B4-BE49-F238E27FC236}">
                      <a16:creationId xmlns:a16="http://schemas.microsoft.com/office/drawing/2014/main" id="{57AB2160-4C2D-C8DD-86FB-07A70BF6805E}"/>
                    </a:ext>
                  </a:extLst>
                </p:cNvPr>
                <p:cNvPicPr/>
                <p:nvPr/>
              </p:nvPicPr>
              <p:blipFill>
                <a:blip r:embed="rId70"/>
                <a:stretch>
                  <a:fillRect/>
                </a:stretch>
              </p:blipFill>
              <p:spPr>
                <a:xfrm>
                  <a:off x="10300194" y="822152"/>
                  <a:ext cx="13032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F5E19846-26F4-0132-C3FC-EE89F681A8F3}"/>
                    </a:ext>
                  </a:extLst>
                </p14:cNvPr>
                <p14:cNvContentPartPr/>
                <p14:nvPr/>
              </p14:nvContentPartPr>
              <p14:xfrm>
                <a:off x="10448514" y="842312"/>
                <a:ext cx="43200" cy="97200"/>
              </p14:xfrm>
            </p:contentPart>
          </mc:Choice>
          <mc:Fallback>
            <p:pic>
              <p:nvPicPr>
                <p:cNvPr id="45" name="Ink 44">
                  <a:extLst>
                    <a:ext uri="{FF2B5EF4-FFF2-40B4-BE49-F238E27FC236}">
                      <a16:creationId xmlns:a16="http://schemas.microsoft.com/office/drawing/2014/main" id="{F5E19846-26F4-0132-C3FC-EE89F681A8F3}"/>
                    </a:ext>
                  </a:extLst>
                </p:cNvPr>
                <p:cNvPicPr/>
                <p:nvPr/>
              </p:nvPicPr>
              <p:blipFill>
                <a:blip r:embed="rId72"/>
                <a:stretch>
                  <a:fillRect/>
                </a:stretch>
              </p:blipFill>
              <p:spPr>
                <a:xfrm>
                  <a:off x="10442394" y="836192"/>
                  <a:ext cx="5544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413D2499-D670-A495-6BEB-C870FE760E2F}"/>
                    </a:ext>
                  </a:extLst>
                </p14:cNvPr>
                <p14:cNvContentPartPr/>
                <p14:nvPr/>
              </p14:nvContentPartPr>
              <p14:xfrm>
                <a:off x="10494234" y="677432"/>
                <a:ext cx="279000" cy="241560"/>
              </p14:xfrm>
            </p:contentPart>
          </mc:Choice>
          <mc:Fallback>
            <p:pic>
              <p:nvPicPr>
                <p:cNvPr id="46" name="Ink 45">
                  <a:extLst>
                    <a:ext uri="{FF2B5EF4-FFF2-40B4-BE49-F238E27FC236}">
                      <a16:creationId xmlns:a16="http://schemas.microsoft.com/office/drawing/2014/main" id="{413D2499-D670-A495-6BEB-C870FE760E2F}"/>
                    </a:ext>
                  </a:extLst>
                </p:cNvPr>
                <p:cNvPicPr/>
                <p:nvPr/>
              </p:nvPicPr>
              <p:blipFill>
                <a:blip r:embed="rId74"/>
                <a:stretch>
                  <a:fillRect/>
                </a:stretch>
              </p:blipFill>
              <p:spPr>
                <a:xfrm>
                  <a:off x="10488114" y="671312"/>
                  <a:ext cx="29124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8" name="Ink 47">
                  <a:extLst>
                    <a:ext uri="{FF2B5EF4-FFF2-40B4-BE49-F238E27FC236}">
                      <a16:creationId xmlns:a16="http://schemas.microsoft.com/office/drawing/2014/main" id="{434029F0-2637-9CDD-CC67-7566A472556A}"/>
                    </a:ext>
                  </a:extLst>
                </p14:cNvPr>
                <p14:cNvContentPartPr/>
                <p14:nvPr/>
              </p14:nvContentPartPr>
              <p14:xfrm>
                <a:off x="10814274" y="576992"/>
                <a:ext cx="297360" cy="295200"/>
              </p14:xfrm>
            </p:contentPart>
          </mc:Choice>
          <mc:Fallback>
            <p:pic>
              <p:nvPicPr>
                <p:cNvPr id="48" name="Ink 47">
                  <a:extLst>
                    <a:ext uri="{FF2B5EF4-FFF2-40B4-BE49-F238E27FC236}">
                      <a16:creationId xmlns:a16="http://schemas.microsoft.com/office/drawing/2014/main" id="{434029F0-2637-9CDD-CC67-7566A472556A}"/>
                    </a:ext>
                  </a:extLst>
                </p:cNvPr>
                <p:cNvPicPr/>
                <p:nvPr/>
              </p:nvPicPr>
              <p:blipFill>
                <a:blip r:embed="rId76"/>
                <a:stretch>
                  <a:fillRect/>
                </a:stretch>
              </p:blipFill>
              <p:spPr>
                <a:xfrm>
                  <a:off x="10808154" y="570872"/>
                  <a:ext cx="30960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9" name="Ink 48">
                  <a:extLst>
                    <a:ext uri="{FF2B5EF4-FFF2-40B4-BE49-F238E27FC236}">
                      <a16:creationId xmlns:a16="http://schemas.microsoft.com/office/drawing/2014/main" id="{37B903F3-2CA3-E304-6EF6-6D4607088E45}"/>
                    </a:ext>
                  </a:extLst>
                </p14:cNvPr>
                <p14:cNvContentPartPr/>
                <p14:nvPr/>
              </p14:nvContentPartPr>
              <p14:xfrm>
                <a:off x="11316114" y="750872"/>
                <a:ext cx="16920" cy="5400"/>
              </p14:xfrm>
            </p:contentPart>
          </mc:Choice>
          <mc:Fallback>
            <p:pic>
              <p:nvPicPr>
                <p:cNvPr id="49" name="Ink 48">
                  <a:extLst>
                    <a:ext uri="{FF2B5EF4-FFF2-40B4-BE49-F238E27FC236}">
                      <a16:creationId xmlns:a16="http://schemas.microsoft.com/office/drawing/2014/main" id="{37B903F3-2CA3-E304-6EF6-6D4607088E45}"/>
                    </a:ext>
                  </a:extLst>
                </p:cNvPr>
                <p:cNvPicPr/>
                <p:nvPr/>
              </p:nvPicPr>
              <p:blipFill>
                <a:blip r:embed="rId78"/>
                <a:stretch>
                  <a:fillRect/>
                </a:stretch>
              </p:blipFill>
              <p:spPr>
                <a:xfrm>
                  <a:off x="11309994" y="744752"/>
                  <a:ext cx="2916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6" name="Ink 55">
                  <a:extLst>
                    <a:ext uri="{FF2B5EF4-FFF2-40B4-BE49-F238E27FC236}">
                      <a16:creationId xmlns:a16="http://schemas.microsoft.com/office/drawing/2014/main" id="{9CDD97AA-79B3-1F8A-780B-1F8FB6205CB9}"/>
                    </a:ext>
                  </a:extLst>
                </p14:cNvPr>
                <p14:cNvContentPartPr/>
                <p14:nvPr/>
              </p14:nvContentPartPr>
              <p14:xfrm>
                <a:off x="9407034" y="1208432"/>
                <a:ext cx="65520" cy="128160"/>
              </p14:xfrm>
            </p:contentPart>
          </mc:Choice>
          <mc:Fallback>
            <p:pic>
              <p:nvPicPr>
                <p:cNvPr id="56" name="Ink 55">
                  <a:extLst>
                    <a:ext uri="{FF2B5EF4-FFF2-40B4-BE49-F238E27FC236}">
                      <a16:creationId xmlns:a16="http://schemas.microsoft.com/office/drawing/2014/main" id="{9CDD97AA-79B3-1F8A-780B-1F8FB6205CB9}"/>
                    </a:ext>
                  </a:extLst>
                </p:cNvPr>
                <p:cNvPicPr/>
                <p:nvPr/>
              </p:nvPicPr>
              <p:blipFill>
                <a:blip r:embed="rId80"/>
                <a:stretch>
                  <a:fillRect/>
                </a:stretch>
              </p:blipFill>
              <p:spPr>
                <a:xfrm>
                  <a:off x="9400914" y="1202312"/>
                  <a:ext cx="7776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7" name="Ink 56">
                  <a:extLst>
                    <a:ext uri="{FF2B5EF4-FFF2-40B4-BE49-F238E27FC236}">
                      <a16:creationId xmlns:a16="http://schemas.microsoft.com/office/drawing/2014/main" id="{02B0A8A8-0A05-5B30-7E8C-E188565127BF}"/>
                    </a:ext>
                  </a:extLst>
                </p14:cNvPr>
                <p14:cNvContentPartPr/>
                <p14:nvPr/>
              </p14:nvContentPartPr>
              <p14:xfrm>
                <a:off x="9465714" y="1405712"/>
                <a:ext cx="41760" cy="87840"/>
              </p14:xfrm>
            </p:contentPart>
          </mc:Choice>
          <mc:Fallback>
            <p:pic>
              <p:nvPicPr>
                <p:cNvPr id="57" name="Ink 56">
                  <a:extLst>
                    <a:ext uri="{FF2B5EF4-FFF2-40B4-BE49-F238E27FC236}">
                      <a16:creationId xmlns:a16="http://schemas.microsoft.com/office/drawing/2014/main" id="{02B0A8A8-0A05-5B30-7E8C-E188565127BF}"/>
                    </a:ext>
                  </a:extLst>
                </p:cNvPr>
                <p:cNvPicPr/>
                <p:nvPr/>
              </p:nvPicPr>
              <p:blipFill>
                <a:blip r:embed="rId82"/>
                <a:stretch>
                  <a:fillRect/>
                </a:stretch>
              </p:blipFill>
              <p:spPr>
                <a:xfrm>
                  <a:off x="9459594" y="1399592"/>
                  <a:ext cx="5400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9" name="Ink 58">
                  <a:extLst>
                    <a:ext uri="{FF2B5EF4-FFF2-40B4-BE49-F238E27FC236}">
                      <a16:creationId xmlns:a16="http://schemas.microsoft.com/office/drawing/2014/main" id="{A959E581-E953-4F95-6B06-D1CA94DF6129}"/>
                    </a:ext>
                  </a:extLst>
                </p14:cNvPr>
                <p14:cNvContentPartPr/>
                <p14:nvPr/>
              </p14:nvContentPartPr>
              <p14:xfrm>
                <a:off x="10799154" y="961472"/>
                <a:ext cx="81360" cy="154800"/>
              </p14:xfrm>
            </p:contentPart>
          </mc:Choice>
          <mc:Fallback>
            <p:pic>
              <p:nvPicPr>
                <p:cNvPr id="59" name="Ink 58">
                  <a:extLst>
                    <a:ext uri="{FF2B5EF4-FFF2-40B4-BE49-F238E27FC236}">
                      <a16:creationId xmlns:a16="http://schemas.microsoft.com/office/drawing/2014/main" id="{A959E581-E953-4F95-6B06-D1CA94DF6129}"/>
                    </a:ext>
                  </a:extLst>
                </p:cNvPr>
                <p:cNvPicPr/>
                <p:nvPr/>
              </p:nvPicPr>
              <p:blipFill>
                <a:blip r:embed="rId84"/>
                <a:stretch>
                  <a:fillRect/>
                </a:stretch>
              </p:blipFill>
              <p:spPr>
                <a:xfrm>
                  <a:off x="10793034" y="955352"/>
                  <a:ext cx="9360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0" name="Ink 59">
                  <a:extLst>
                    <a:ext uri="{FF2B5EF4-FFF2-40B4-BE49-F238E27FC236}">
                      <a16:creationId xmlns:a16="http://schemas.microsoft.com/office/drawing/2014/main" id="{C7107397-692A-1B6E-C6A8-4D62BE8DF029}"/>
                    </a:ext>
                  </a:extLst>
                </p14:cNvPr>
                <p14:cNvContentPartPr/>
                <p14:nvPr/>
              </p14:nvContentPartPr>
              <p14:xfrm>
                <a:off x="10818594" y="1158392"/>
                <a:ext cx="50040" cy="123840"/>
              </p14:xfrm>
            </p:contentPart>
          </mc:Choice>
          <mc:Fallback>
            <p:pic>
              <p:nvPicPr>
                <p:cNvPr id="60" name="Ink 59">
                  <a:extLst>
                    <a:ext uri="{FF2B5EF4-FFF2-40B4-BE49-F238E27FC236}">
                      <a16:creationId xmlns:a16="http://schemas.microsoft.com/office/drawing/2014/main" id="{C7107397-692A-1B6E-C6A8-4D62BE8DF029}"/>
                    </a:ext>
                  </a:extLst>
                </p:cNvPr>
                <p:cNvPicPr/>
                <p:nvPr/>
              </p:nvPicPr>
              <p:blipFill>
                <a:blip r:embed="rId86"/>
                <a:stretch>
                  <a:fillRect/>
                </a:stretch>
              </p:blipFill>
              <p:spPr>
                <a:xfrm>
                  <a:off x="10812474" y="1152272"/>
                  <a:ext cx="6228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1" name="Ink 60">
                  <a:extLst>
                    <a:ext uri="{FF2B5EF4-FFF2-40B4-BE49-F238E27FC236}">
                      <a16:creationId xmlns:a16="http://schemas.microsoft.com/office/drawing/2014/main" id="{01C84C7C-B230-92EB-9104-7E14A5FDB8F1}"/>
                    </a:ext>
                  </a:extLst>
                </p14:cNvPr>
                <p14:cNvContentPartPr/>
                <p14:nvPr/>
              </p14:nvContentPartPr>
              <p14:xfrm>
                <a:off x="10831914" y="1379792"/>
                <a:ext cx="51840" cy="98640"/>
              </p14:xfrm>
            </p:contentPart>
          </mc:Choice>
          <mc:Fallback>
            <p:pic>
              <p:nvPicPr>
                <p:cNvPr id="61" name="Ink 60">
                  <a:extLst>
                    <a:ext uri="{FF2B5EF4-FFF2-40B4-BE49-F238E27FC236}">
                      <a16:creationId xmlns:a16="http://schemas.microsoft.com/office/drawing/2014/main" id="{01C84C7C-B230-92EB-9104-7E14A5FDB8F1}"/>
                    </a:ext>
                  </a:extLst>
                </p:cNvPr>
                <p:cNvPicPr/>
                <p:nvPr/>
              </p:nvPicPr>
              <p:blipFill>
                <a:blip r:embed="rId88"/>
                <a:stretch>
                  <a:fillRect/>
                </a:stretch>
              </p:blipFill>
              <p:spPr>
                <a:xfrm>
                  <a:off x="10825794" y="1373672"/>
                  <a:ext cx="6408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2" name="Ink 61">
                  <a:extLst>
                    <a:ext uri="{FF2B5EF4-FFF2-40B4-BE49-F238E27FC236}">
                      <a16:creationId xmlns:a16="http://schemas.microsoft.com/office/drawing/2014/main" id="{D1E57EF4-DFC3-9A7A-E400-CC7C3F33D8C9}"/>
                    </a:ext>
                  </a:extLst>
                </p14:cNvPr>
                <p14:cNvContentPartPr/>
                <p14:nvPr/>
              </p14:nvContentPartPr>
              <p14:xfrm>
                <a:off x="11164194" y="841232"/>
                <a:ext cx="96120" cy="190800"/>
              </p14:xfrm>
            </p:contentPart>
          </mc:Choice>
          <mc:Fallback>
            <p:pic>
              <p:nvPicPr>
                <p:cNvPr id="62" name="Ink 61">
                  <a:extLst>
                    <a:ext uri="{FF2B5EF4-FFF2-40B4-BE49-F238E27FC236}">
                      <a16:creationId xmlns:a16="http://schemas.microsoft.com/office/drawing/2014/main" id="{D1E57EF4-DFC3-9A7A-E400-CC7C3F33D8C9}"/>
                    </a:ext>
                  </a:extLst>
                </p:cNvPr>
                <p:cNvPicPr/>
                <p:nvPr/>
              </p:nvPicPr>
              <p:blipFill>
                <a:blip r:embed="rId90"/>
                <a:stretch>
                  <a:fillRect/>
                </a:stretch>
              </p:blipFill>
              <p:spPr>
                <a:xfrm>
                  <a:off x="11158074" y="835112"/>
                  <a:ext cx="10836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3" name="Ink 62">
                  <a:extLst>
                    <a:ext uri="{FF2B5EF4-FFF2-40B4-BE49-F238E27FC236}">
                      <a16:creationId xmlns:a16="http://schemas.microsoft.com/office/drawing/2014/main" id="{F82F9D7C-DCB9-3BD3-55FF-BE1EAD6BBE67}"/>
                    </a:ext>
                  </a:extLst>
                </p14:cNvPr>
                <p14:cNvContentPartPr/>
                <p14:nvPr/>
              </p14:nvContentPartPr>
              <p14:xfrm>
                <a:off x="11158074" y="1116632"/>
                <a:ext cx="77760" cy="148680"/>
              </p14:xfrm>
            </p:contentPart>
          </mc:Choice>
          <mc:Fallback>
            <p:pic>
              <p:nvPicPr>
                <p:cNvPr id="63" name="Ink 62">
                  <a:extLst>
                    <a:ext uri="{FF2B5EF4-FFF2-40B4-BE49-F238E27FC236}">
                      <a16:creationId xmlns:a16="http://schemas.microsoft.com/office/drawing/2014/main" id="{F82F9D7C-DCB9-3BD3-55FF-BE1EAD6BBE67}"/>
                    </a:ext>
                  </a:extLst>
                </p:cNvPr>
                <p:cNvPicPr/>
                <p:nvPr/>
              </p:nvPicPr>
              <p:blipFill>
                <a:blip r:embed="rId92"/>
                <a:stretch>
                  <a:fillRect/>
                </a:stretch>
              </p:blipFill>
              <p:spPr>
                <a:xfrm>
                  <a:off x="11151954" y="1110512"/>
                  <a:ext cx="9000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4" name="Ink 63">
                  <a:extLst>
                    <a:ext uri="{FF2B5EF4-FFF2-40B4-BE49-F238E27FC236}">
                      <a16:creationId xmlns:a16="http://schemas.microsoft.com/office/drawing/2014/main" id="{3A031F9E-FED8-3CBA-F2B9-ABD82415D7CF}"/>
                    </a:ext>
                  </a:extLst>
                </p14:cNvPr>
                <p14:cNvContentPartPr/>
                <p14:nvPr/>
              </p14:nvContentPartPr>
              <p14:xfrm>
                <a:off x="11195514" y="1377992"/>
                <a:ext cx="42840" cy="67320"/>
              </p14:xfrm>
            </p:contentPart>
          </mc:Choice>
          <mc:Fallback>
            <p:pic>
              <p:nvPicPr>
                <p:cNvPr id="64" name="Ink 63">
                  <a:extLst>
                    <a:ext uri="{FF2B5EF4-FFF2-40B4-BE49-F238E27FC236}">
                      <a16:creationId xmlns:a16="http://schemas.microsoft.com/office/drawing/2014/main" id="{3A031F9E-FED8-3CBA-F2B9-ABD82415D7CF}"/>
                    </a:ext>
                  </a:extLst>
                </p:cNvPr>
                <p:cNvPicPr/>
                <p:nvPr/>
              </p:nvPicPr>
              <p:blipFill>
                <a:blip r:embed="rId94"/>
                <a:stretch>
                  <a:fillRect/>
                </a:stretch>
              </p:blipFill>
              <p:spPr>
                <a:xfrm>
                  <a:off x="11189394" y="1371872"/>
                  <a:ext cx="550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5" name="Ink 64">
                  <a:extLst>
                    <a:ext uri="{FF2B5EF4-FFF2-40B4-BE49-F238E27FC236}">
                      <a16:creationId xmlns:a16="http://schemas.microsoft.com/office/drawing/2014/main" id="{C2204E9B-47C0-13E6-96F6-294993A2D8F1}"/>
                    </a:ext>
                  </a:extLst>
                </p14:cNvPr>
                <p14:cNvContentPartPr/>
                <p14:nvPr/>
              </p14:nvContentPartPr>
              <p14:xfrm>
                <a:off x="11475954" y="912872"/>
                <a:ext cx="67680" cy="133200"/>
              </p14:xfrm>
            </p:contentPart>
          </mc:Choice>
          <mc:Fallback>
            <p:pic>
              <p:nvPicPr>
                <p:cNvPr id="65" name="Ink 64">
                  <a:extLst>
                    <a:ext uri="{FF2B5EF4-FFF2-40B4-BE49-F238E27FC236}">
                      <a16:creationId xmlns:a16="http://schemas.microsoft.com/office/drawing/2014/main" id="{C2204E9B-47C0-13E6-96F6-294993A2D8F1}"/>
                    </a:ext>
                  </a:extLst>
                </p:cNvPr>
                <p:cNvPicPr/>
                <p:nvPr/>
              </p:nvPicPr>
              <p:blipFill>
                <a:blip r:embed="rId96"/>
                <a:stretch>
                  <a:fillRect/>
                </a:stretch>
              </p:blipFill>
              <p:spPr>
                <a:xfrm>
                  <a:off x="11469834" y="906752"/>
                  <a:ext cx="7992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6" name="Ink 65">
                  <a:extLst>
                    <a:ext uri="{FF2B5EF4-FFF2-40B4-BE49-F238E27FC236}">
                      <a16:creationId xmlns:a16="http://schemas.microsoft.com/office/drawing/2014/main" id="{D4B1C36F-5C63-2C68-D5B5-B395F724295D}"/>
                    </a:ext>
                  </a:extLst>
                </p14:cNvPr>
                <p14:cNvContentPartPr/>
                <p14:nvPr/>
              </p14:nvContentPartPr>
              <p14:xfrm>
                <a:off x="11491434" y="1138952"/>
                <a:ext cx="55080" cy="102240"/>
              </p14:xfrm>
            </p:contentPart>
          </mc:Choice>
          <mc:Fallback>
            <p:pic>
              <p:nvPicPr>
                <p:cNvPr id="66" name="Ink 65">
                  <a:extLst>
                    <a:ext uri="{FF2B5EF4-FFF2-40B4-BE49-F238E27FC236}">
                      <a16:creationId xmlns:a16="http://schemas.microsoft.com/office/drawing/2014/main" id="{D4B1C36F-5C63-2C68-D5B5-B395F724295D}"/>
                    </a:ext>
                  </a:extLst>
                </p:cNvPr>
                <p:cNvPicPr/>
                <p:nvPr/>
              </p:nvPicPr>
              <p:blipFill>
                <a:blip r:embed="rId98"/>
                <a:stretch>
                  <a:fillRect/>
                </a:stretch>
              </p:blipFill>
              <p:spPr>
                <a:xfrm>
                  <a:off x="11485314" y="1132832"/>
                  <a:ext cx="6732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7" name="Ink 66">
                  <a:extLst>
                    <a:ext uri="{FF2B5EF4-FFF2-40B4-BE49-F238E27FC236}">
                      <a16:creationId xmlns:a16="http://schemas.microsoft.com/office/drawing/2014/main" id="{7AECDD18-0E41-125B-F88E-AECAF9E82BBB}"/>
                    </a:ext>
                  </a:extLst>
                </p14:cNvPr>
                <p14:cNvContentPartPr/>
                <p14:nvPr/>
              </p14:nvContentPartPr>
              <p14:xfrm>
                <a:off x="11434194" y="1329752"/>
                <a:ext cx="32760" cy="96120"/>
              </p14:xfrm>
            </p:contentPart>
          </mc:Choice>
          <mc:Fallback>
            <p:pic>
              <p:nvPicPr>
                <p:cNvPr id="67" name="Ink 66">
                  <a:extLst>
                    <a:ext uri="{FF2B5EF4-FFF2-40B4-BE49-F238E27FC236}">
                      <a16:creationId xmlns:a16="http://schemas.microsoft.com/office/drawing/2014/main" id="{7AECDD18-0E41-125B-F88E-AECAF9E82BBB}"/>
                    </a:ext>
                  </a:extLst>
                </p:cNvPr>
                <p:cNvPicPr/>
                <p:nvPr/>
              </p:nvPicPr>
              <p:blipFill>
                <a:blip r:embed="rId100"/>
                <a:stretch>
                  <a:fillRect/>
                </a:stretch>
              </p:blipFill>
              <p:spPr>
                <a:xfrm>
                  <a:off x="11428074" y="1323632"/>
                  <a:ext cx="4500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8" name="Ink 67">
                  <a:extLst>
                    <a:ext uri="{FF2B5EF4-FFF2-40B4-BE49-F238E27FC236}">
                      <a16:creationId xmlns:a16="http://schemas.microsoft.com/office/drawing/2014/main" id="{3AC7AF7D-7732-AF7A-858D-676E4E3B4173}"/>
                    </a:ext>
                  </a:extLst>
                </p14:cNvPr>
                <p14:cNvContentPartPr/>
                <p14:nvPr/>
              </p14:nvContentPartPr>
              <p14:xfrm>
                <a:off x="11648034" y="961472"/>
                <a:ext cx="129600" cy="360000"/>
              </p14:xfrm>
            </p:contentPart>
          </mc:Choice>
          <mc:Fallback>
            <p:pic>
              <p:nvPicPr>
                <p:cNvPr id="68" name="Ink 67">
                  <a:extLst>
                    <a:ext uri="{FF2B5EF4-FFF2-40B4-BE49-F238E27FC236}">
                      <a16:creationId xmlns:a16="http://schemas.microsoft.com/office/drawing/2014/main" id="{3AC7AF7D-7732-AF7A-858D-676E4E3B4173}"/>
                    </a:ext>
                  </a:extLst>
                </p:cNvPr>
                <p:cNvPicPr/>
                <p:nvPr/>
              </p:nvPicPr>
              <p:blipFill>
                <a:blip r:embed="rId102"/>
                <a:stretch>
                  <a:fillRect/>
                </a:stretch>
              </p:blipFill>
              <p:spPr>
                <a:xfrm>
                  <a:off x="11641914" y="955352"/>
                  <a:ext cx="14184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70" name="Ink 69">
                  <a:extLst>
                    <a:ext uri="{FF2B5EF4-FFF2-40B4-BE49-F238E27FC236}">
                      <a16:creationId xmlns:a16="http://schemas.microsoft.com/office/drawing/2014/main" id="{E0201BC8-F1D6-3608-C8D5-731D341EB93E}"/>
                    </a:ext>
                  </a:extLst>
                </p14:cNvPr>
                <p14:cNvContentPartPr/>
                <p14:nvPr/>
              </p14:nvContentPartPr>
              <p14:xfrm>
                <a:off x="11406114" y="1426952"/>
                <a:ext cx="15480" cy="15480"/>
              </p14:xfrm>
            </p:contentPart>
          </mc:Choice>
          <mc:Fallback>
            <p:pic>
              <p:nvPicPr>
                <p:cNvPr id="70" name="Ink 69">
                  <a:extLst>
                    <a:ext uri="{FF2B5EF4-FFF2-40B4-BE49-F238E27FC236}">
                      <a16:creationId xmlns:a16="http://schemas.microsoft.com/office/drawing/2014/main" id="{E0201BC8-F1D6-3608-C8D5-731D341EB93E}"/>
                    </a:ext>
                  </a:extLst>
                </p:cNvPr>
                <p:cNvPicPr/>
                <p:nvPr/>
              </p:nvPicPr>
              <p:blipFill>
                <a:blip r:embed="rId104"/>
                <a:stretch>
                  <a:fillRect/>
                </a:stretch>
              </p:blipFill>
              <p:spPr>
                <a:xfrm>
                  <a:off x="11399994" y="1420832"/>
                  <a:ext cx="27720" cy="27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5">
            <p14:nvContentPartPr>
              <p14:cNvPr id="73" name="Ink 72">
                <a:extLst>
                  <a:ext uri="{FF2B5EF4-FFF2-40B4-BE49-F238E27FC236}">
                    <a16:creationId xmlns:a16="http://schemas.microsoft.com/office/drawing/2014/main" id="{4C9979DE-59CB-2C07-E45F-BD7E5F4EF4E0}"/>
                  </a:ext>
                </a:extLst>
              </p14:cNvPr>
              <p14:cNvContentPartPr/>
              <p14:nvPr/>
            </p14:nvContentPartPr>
            <p14:xfrm>
              <a:off x="10469754" y="2079992"/>
              <a:ext cx="154080" cy="34920"/>
            </p14:xfrm>
          </p:contentPart>
        </mc:Choice>
        <mc:Fallback>
          <p:pic>
            <p:nvPicPr>
              <p:cNvPr id="73" name="Ink 72">
                <a:extLst>
                  <a:ext uri="{FF2B5EF4-FFF2-40B4-BE49-F238E27FC236}">
                    <a16:creationId xmlns:a16="http://schemas.microsoft.com/office/drawing/2014/main" id="{4C9979DE-59CB-2C07-E45F-BD7E5F4EF4E0}"/>
                  </a:ext>
                </a:extLst>
              </p:cNvPr>
              <p:cNvPicPr/>
              <p:nvPr/>
            </p:nvPicPr>
            <p:blipFill>
              <a:blip r:embed="rId106"/>
              <a:stretch>
                <a:fillRect/>
              </a:stretch>
            </p:blipFill>
            <p:spPr>
              <a:xfrm>
                <a:off x="10463634" y="2073872"/>
                <a:ext cx="166320" cy="47160"/>
              </a:xfrm>
              <a:prstGeom prst="rect">
                <a:avLst/>
              </a:prstGeom>
            </p:spPr>
          </p:pic>
        </mc:Fallback>
      </mc:AlternateContent>
      <p:grpSp>
        <p:nvGrpSpPr>
          <p:cNvPr id="77" name="Group 76">
            <a:extLst>
              <a:ext uri="{FF2B5EF4-FFF2-40B4-BE49-F238E27FC236}">
                <a16:creationId xmlns:a16="http://schemas.microsoft.com/office/drawing/2014/main" id="{350E115B-1EB8-C2E7-5E2C-B6D7ED66368C}"/>
              </a:ext>
            </a:extLst>
          </p:cNvPr>
          <p:cNvGrpSpPr/>
          <p:nvPr/>
        </p:nvGrpSpPr>
        <p:grpSpPr>
          <a:xfrm>
            <a:off x="4332474" y="196112"/>
            <a:ext cx="503640" cy="286200"/>
            <a:chOff x="4332474" y="196112"/>
            <a:chExt cx="503640" cy="286200"/>
          </a:xfrm>
        </p:grpSpPr>
        <mc:AlternateContent xmlns:mc="http://schemas.openxmlformats.org/markup-compatibility/2006">
          <mc:Choice xmlns:p14="http://schemas.microsoft.com/office/powerpoint/2010/main" Requires="p14">
            <p:contentPart p14:bwMode="auto" r:id="rId107">
              <p14:nvContentPartPr>
                <p14:cNvPr id="74" name="Ink 73">
                  <a:extLst>
                    <a:ext uri="{FF2B5EF4-FFF2-40B4-BE49-F238E27FC236}">
                      <a16:creationId xmlns:a16="http://schemas.microsoft.com/office/drawing/2014/main" id="{1B68FD94-341B-B3D5-C0CE-B6FA5F657F63}"/>
                    </a:ext>
                  </a:extLst>
                </p14:cNvPr>
                <p14:cNvContentPartPr/>
                <p14:nvPr/>
              </p14:nvContentPartPr>
              <p14:xfrm>
                <a:off x="4332474" y="225272"/>
                <a:ext cx="173160" cy="257040"/>
              </p14:xfrm>
            </p:contentPart>
          </mc:Choice>
          <mc:Fallback>
            <p:pic>
              <p:nvPicPr>
                <p:cNvPr id="74" name="Ink 73">
                  <a:extLst>
                    <a:ext uri="{FF2B5EF4-FFF2-40B4-BE49-F238E27FC236}">
                      <a16:creationId xmlns:a16="http://schemas.microsoft.com/office/drawing/2014/main" id="{1B68FD94-341B-B3D5-C0CE-B6FA5F657F63}"/>
                    </a:ext>
                  </a:extLst>
                </p:cNvPr>
                <p:cNvPicPr/>
                <p:nvPr/>
              </p:nvPicPr>
              <p:blipFill>
                <a:blip r:embed="rId108"/>
                <a:stretch>
                  <a:fillRect/>
                </a:stretch>
              </p:blipFill>
              <p:spPr>
                <a:xfrm>
                  <a:off x="4326354" y="219152"/>
                  <a:ext cx="18540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75" name="Ink 74">
                  <a:extLst>
                    <a:ext uri="{FF2B5EF4-FFF2-40B4-BE49-F238E27FC236}">
                      <a16:creationId xmlns:a16="http://schemas.microsoft.com/office/drawing/2014/main" id="{8C1D5973-7BCA-53B7-BF3D-5917D68A3853}"/>
                    </a:ext>
                  </a:extLst>
                </p14:cNvPr>
                <p14:cNvContentPartPr/>
                <p14:nvPr/>
              </p14:nvContentPartPr>
              <p14:xfrm>
                <a:off x="4580154" y="196112"/>
                <a:ext cx="132120" cy="204480"/>
              </p14:xfrm>
            </p:contentPart>
          </mc:Choice>
          <mc:Fallback>
            <p:pic>
              <p:nvPicPr>
                <p:cNvPr id="75" name="Ink 74">
                  <a:extLst>
                    <a:ext uri="{FF2B5EF4-FFF2-40B4-BE49-F238E27FC236}">
                      <a16:creationId xmlns:a16="http://schemas.microsoft.com/office/drawing/2014/main" id="{8C1D5973-7BCA-53B7-BF3D-5917D68A3853}"/>
                    </a:ext>
                  </a:extLst>
                </p:cNvPr>
                <p:cNvPicPr/>
                <p:nvPr/>
              </p:nvPicPr>
              <p:blipFill>
                <a:blip r:embed="rId110"/>
                <a:stretch>
                  <a:fillRect/>
                </a:stretch>
              </p:blipFill>
              <p:spPr>
                <a:xfrm>
                  <a:off x="4574034" y="189992"/>
                  <a:ext cx="14436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6" name="Ink 75">
                  <a:extLst>
                    <a:ext uri="{FF2B5EF4-FFF2-40B4-BE49-F238E27FC236}">
                      <a16:creationId xmlns:a16="http://schemas.microsoft.com/office/drawing/2014/main" id="{B6144206-117B-CEAD-E770-DE04E40EB418}"/>
                    </a:ext>
                  </a:extLst>
                </p14:cNvPr>
                <p14:cNvContentPartPr/>
                <p14:nvPr/>
              </p14:nvContentPartPr>
              <p14:xfrm>
                <a:off x="4823154" y="354872"/>
                <a:ext cx="12960" cy="19800"/>
              </p14:xfrm>
            </p:contentPart>
          </mc:Choice>
          <mc:Fallback>
            <p:pic>
              <p:nvPicPr>
                <p:cNvPr id="76" name="Ink 75">
                  <a:extLst>
                    <a:ext uri="{FF2B5EF4-FFF2-40B4-BE49-F238E27FC236}">
                      <a16:creationId xmlns:a16="http://schemas.microsoft.com/office/drawing/2014/main" id="{B6144206-117B-CEAD-E770-DE04E40EB418}"/>
                    </a:ext>
                  </a:extLst>
                </p:cNvPr>
                <p:cNvPicPr/>
                <p:nvPr/>
              </p:nvPicPr>
              <p:blipFill>
                <a:blip r:embed="rId112"/>
                <a:stretch>
                  <a:fillRect/>
                </a:stretch>
              </p:blipFill>
              <p:spPr>
                <a:xfrm>
                  <a:off x="4817034" y="348752"/>
                  <a:ext cx="25200" cy="32040"/>
                </a:xfrm>
                <a:prstGeom prst="rect">
                  <a:avLst/>
                </a:prstGeom>
              </p:spPr>
            </p:pic>
          </mc:Fallback>
        </mc:AlternateContent>
      </p:grpSp>
      <p:grpSp>
        <p:nvGrpSpPr>
          <p:cNvPr id="95" name="Group 94">
            <a:extLst>
              <a:ext uri="{FF2B5EF4-FFF2-40B4-BE49-F238E27FC236}">
                <a16:creationId xmlns:a16="http://schemas.microsoft.com/office/drawing/2014/main" id="{AD65BFE0-7DE5-EF43-AC54-57D967216B58}"/>
              </a:ext>
            </a:extLst>
          </p:cNvPr>
          <p:cNvGrpSpPr/>
          <p:nvPr/>
        </p:nvGrpSpPr>
        <p:grpSpPr>
          <a:xfrm>
            <a:off x="5024034" y="-88"/>
            <a:ext cx="2175840" cy="693360"/>
            <a:chOff x="5024034" y="-88"/>
            <a:chExt cx="2175840" cy="693360"/>
          </a:xfrm>
        </p:grpSpPr>
        <mc:AlternateContent xmlns:mc="http://schemas.openxmlformats.org/markup-compatibility/2006">
          <mc:Choice xmlns:p14="http://schemas.microsoft.com/office/powerpoint/2010/main" Requires="p14">
            <p:contentPart p14:bwMode="auto" r:id="rId113">
              <p14:nvContentPartPr>
                <p14:cNvPr id="78" name="Ink 77">
                  <a:extLst>
                    <a:ext uri="{FF2B5EF4-FFF2-40B4-BE49-F238E27FC236}">
                      <a16:creationId xmlns:a16="http://schemas.microsoft.com/office/drawing/2014/main" id="{17AA58D0-3D7E-2589-5510-33E2097D5E88}"/>
                    </a:ext>
                  </a:extLst>
                </p14:cNvPr>
                <p14:cNvContentPartPr/>
                <p14:nvPr/>
              </p14:nvContentPartPr>
              <p14:xfrm>
                <a:off x="5062194" y="204392"/>
                <a:ext cx="337680" cy="116280"/>
              </p14:xfrm>
            </p:contentPart>
          </mc:Choice>
          <mc:Fallback>
            <p:pic>
              <p:nvPicPr>
                <p:cNvPr id="78" name="Ink 77">
                  <a:extLst>
                    <a:ext uri="{FF2B5EF4-FFF2-40B4-BE49-F238E27FC236}">
                      <a16:creationId xmlns:a16="http://schemas.microsoft.com/office/drawing/2014/main" id="{17AA58D0-3D7E-2589-5510-33E2097D5E88}"/>
                    </a:ext>
                  </a:extLst>
                </p:cNvPr>
                <p:cNvPicPr/>
                <p:nvPr/>
              </p:nvPicPr>
              <p:blipFill>
                <a:blip r:embed="rId114"/>
                <a:stretch>
                  <a:fillRect/>
                </a:stretch>
              </p:blipFill>
              <p:spPr>
                <a:xfrm>
                  <a:off x="5056074" y="198272"/>
                  <a:ext cx="3499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9" name="Ink 78">
                  <a:extLst>
                    <a:ext uri="{FF2B5EF4-FFF2-40B4-BE49-F238E27FC236}">
                      <a16:creationId xmlns:a16="http://schemas.microsoft.com/office/drawing/2014/main" id="{DA52A9AA-6F3B-B349-FD0D-22C464028E83}"/>
                    </a:ext>
                  </a:extLst>
                </p14:cNvPr>
                <p14:cNvContentPartPr/>
                <p14:nvPr/>
              </p14:nvContentPartPr>
              <p14:xfrm>
                <a:off x="5526954" y="101792"/>
                <a:ext cx="191880" cy="190440"/>
              </p14:xfrm>
            </p:contentPart>
          </mc:Choice>
          <mc:Fallback>
            <p:pic>
              <p:nvPicPr>
                <p:cNvPr id="79" name="Ink 78">
                  <a:extLst>
                    <a:ext uri="{FF2B5EF4-FFF2-40B4-BE49-F238E27FC236}">
                      <a16:creationId xmlns:a16="http://schemas.microsoft.com/office/drawing/2014/main" id="{DA52A9AA-6F3B-B349-FD0D-22C464028E83}"/>
                    </a:ext>
                  </a:extLst>
                </p:cNvPr>
                <p:cNvPicPr/>
                <p:nvPr/>
              </p:nvPicPr>
              <p:blipFill>
                <a:blip r:embed="rId116"/>
                <a:stretch>
                  <a:fillRect/>
                </a:stretch>
              </p:blipFill>
              <p:spPr>
                <a:xfrm>
                  <a:off x="5520834" y="95672"/>
                  <a:ext cx="20412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80" name="Ink 79">
                  <a:extLst>
                    <a:ext uri="{FF2B5EF4-FFF2-40B4-BE49-F238E27FC236}">
                      <a16:creationId xmlns:a16="http://schemas.microsoft.com/office/drawing/2014/main" id="{D1370B62-076C-B4FC-195F-D0E989699128}"/>
                    </a:ext>
                  </a:extLst>
                </p14:cNvPr>
                <p14:cNvContentPartPr/>
                <p14:nvPr/>
              </p14:nvContentPartPr>
              <p14:xfrm>
                <a:off x="5770314" y="145352"/>
                <a:ext cx="73440" cy="95760"/>
              </p14:xfrm>
            </p:contentPart>
          </mc:Choice>
          <mc:Fallback>
            <p:pic>
              <p:nvPicPr>
                <p:cNvPr id="80" name="Ink 79">
                  <a:extLst>
                    <a:ext uri="{FF2B5EF4-FFF2-40B4-BE49-F238E27FC236}">
                      <a16:creationId xmlns:a16="http://schemas.microsoft.com/office/drawing/2014/main" id="{D1370B62-076C-B4FC-195F-D0E989699128}"/>
                    </a:ext>
                  </a:extLst>
                </p:cNvPr>
                <p:cNvPicPr/>
                <p:nvPr/>
              </p:nvPicPr>
              <p:blipFill>
                <a:blip r:embed="rId118"/>
                <a:stretch>
                  <a:fillRect/>
                </a:stretch>
              </p:blipFill>
              <p:spPr>
                <a:xfrm>
                  <a:off x="5764194" y="139232"/>
                  <a:ext cx="8568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81" name="Ink 80">
                  <a:extLst>
                    <a:ext uri="{FF2B5EF4-FFF2-40B4-BE49-F238E27FC236}">
                      <a16:creationId xmlns:a16="http://schemas.microsoft.com/office/drawing/2014/main" id="{F40B8B67-03E9-1157-172D-BE5862A18D5D}"/>
                    </a:ext>
                  </a:extLst>
                </p14:cNvPr>
                <p14:cNvContentPartPr/>
                <p14:nvPr/>
              </p14:nvContentPartPr>
              <p14:xfrm>
                <a:off x="5926194" y="-88"/>
                <a:ext cx="255600" cy="214560"/>
              </p14:xfrm>
            </p:contentPart>
          </mc:Choice>
          <mc:Fallback>
            <p:pic>
              <p:nvPicPr>
                <p:cNvPr id="81" name="Ink 80">
                  <a:extLst>
                    <a:ext uri="{FF2B5EF4-FFF2-40B4-BE49-F238E27FC236}">
                      <a16:creationId xmlns:a16="http://schemas.microsoft.com/office/drawing/2014/main" id="{F40B8B67-03E9-1157-172D-BE5862A18D5D}"/>
                    </a:ext>
                  </a:extLst>
                </p:cNvPr>
                <p:cNvPicPr/>
                <p:nvPr/>
              </p:nvPicPr>
              <p:blipFill>
                <a:blip r:embed="rId120"/>
                <a:stretch>
                  <a:fillRect/>
                </a:stretch>
              </p:blipFill>
              <p:spPr>
                <a:xfrm>
                  <a:off x="5920074" y="-6208"/>
                  <a:ext cx="26784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82" name="Ink 81">
                  <a:extLst>
                    <a:ext uri="{FF2B5EF4-FFF2-40B4-BE49-F238E27FC236}">
                      <a16:creationId xmlns:a16="http://schemas.microsoft.com/office/drawing/2014/main" id="{2932C8D7-B78F-EC49-7942-F193D61E4656}"/>
                    </a:ext>
                  </a:extLst>
                </p14:cNvPr>
                <p14:cNvContentPartPr/>
                <p14:nvPr/>
              </p14:nvContentPartPr>
              <p14:xfrm>
                <a:off x="6257034" y="162632"/>
                <a:ext cx="24480" cy="22680"/>
              </p14:xfrm>
            </p:contentPart>
          </mc:Choice>
          <mc:Fallback>
            <p:pic>
              <p:nvPicPr>
                <p:cNvPr id="82" name="Ink 81">
                  <a:extLst>
                    <a:ext uri="{FF2B5EF4-FFF2-40B4-BE49-F238E27FC236}">
                      <a16:creationId xmlns:a16="http://schemas.microsoft.com/office/drawing/2014/main" id="{2932C8D7-B78F-EC49-7942-F193D61E4656}"/>
                    </a:ext>
                  </a:extLst>
                </p:cNvPr>
                <p:cNvPicPr/>
                <p:nvPr/>
              </p:nvPicPr>
              <p:blipFill>
                <a:blip r:embed="rId122"/>
                <a:stretch>
                  <a:fillRect/>
                </a:stretch>
              </p:blipFill>
              <p:spPr>
                <a:xfrm>
                  <a:off x="6250914" y="156512"/>
                  <a:ext cx="3672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83" name="Ink 82">
                  <a:extLst>
                    <a:ext uri="{FF2B5EF4-FFF2-40B4-BE49-F238E27FC236}">
                      <a16:creationId xmlns:a16="http://schemas.microsoft.com/office/drawing/2014/main" id="{E296994D-6E1A-00E8-1B29-DF1494735BD0}"/>
                    </a:ext>
                  </a:extLst>
                </p14:cNvPr>
                <p14:cNvContentPartPr/>
                <p14:nvPr/>
              </p14:nvContentPartPr>
              <p14:xfrm>
                <a:off x="5024034" y="539912"/>
                <a:ext cx="329400" cy="153360"/>
              </p14:xfrm>
            </p:contentPart>
          </mc:Choice>
          <mc:Fallback>
            <p:pic>
              <p:nvPicPr>
                <p:cNvPr id="83" name="Ink 82">
                  <a:extLst>
                    <a:ext uri="{FF2B5EF4-FFF2-40B4-BE49-F238E27FC236}">
                      <a16:creationId xmlns:a16="http://schemas.microsoft.com/office/drawing/2014/main" id="{E296994D-6E1A-00E8-1B29-DF1494735BD0}"/>
                    </a:ext>
                  </a:extLst>
                </p:cNvPr>
                <p:cNvPicPr/>
                <p:nvPr/>
              </p:nvPicPr>
              <p:blipFill>
                <a:blip r:embed="rId124"/>
                <a:stretch>
                  <a:fillRect/>
                </a:stretch>
              </p:blipFill>
              <p:spPr>
                <a:xfrm>
                  <a:off x="5017914" y="533792"/>
                  <a:ext cx="34164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84" name="Ink 83">
                  <a:extLst>
                    <a:ext uri="{FF2B5EF4-FFF2-40B4-BE49-F238E27FC236}">
                      <a16:creationId xmlns:a16="http://schemas.microsoft.com/office/drawing/2014/main" id="{60232EA7-F71E-C370-1FC4-F83FD27C4142}"/>
                    </a:ext>
                  </a:extLst>
                </p14:cNvPr>
                <p14:cNvContentPartPr/>
                <p14:nvPr/>
              </p14:nvContentPartPr>
              <p14:xfrm>
                <a:off x="5576634" y="443792"/>
                <a:ext cx="158040" cy="228960"/>
              </p14:xfrm>
            </p:contentPart>
          </mc:Choice>
          <mc:Fallback>
            <p:pic>
              <p:nvPicPr>
                <p:cNvPr id="84" name="Ink 83">
                  <a:extLst>
                    <a:ext uri="{FF2B5EF4-FFF2-40B4-BE49-F238E27FC236}">
                      <a16:creationId xmlns:a16="http://schemas.microsoft.com/office/drawing/2014/main" id="{60232EA7-F71E-C370-1FC4-F83FD27C4142}"/>
                    </a:ext>
                  </a:extLst>
                </p:cNvPr>
                <p:cNvPicPr/>
                <p:nvPr/>
              </p:nvPicPr>
              <p:blipFill>
                <a:blip r:embed="rId126"/>
                <a:stretch>
                  <a:fillRect/>
                </a:stretch>
              </p:blipFill>
              <p:spPr>
                <a:xfrm>
                  <a:off x="5570514" y="437672"/>
                  <a:ext cx="17028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5" name="Ink 84">
                  <a:extLst>
                    <a:ext uri="{FF2B5EF4-FFF2-40B4-BE49-F238E27FC236}">
                      <a16:creationId xmlns:a16="http://schemas.microsoft.com/office/drawing/2014/main" id="{4FE6B171-3630-BE27-CC92-A769CCF5C9C1}"/>
                    </a:ext>
                  </a:extLst>
                </p14:cNvPr>
                <p14:cNvContentPartPr/>
                <p14:nvPr/>
              </p14:nvContentPartPr>
              <p14:xfrm>
                <a:off x="5634954" y="571232"/>
                <a:ext cx="84240" cy="36000"/>
              </p14:xfrm>
            </p:contentPart>
          </mc:Choice>
          <mc:Fallback>
            <p:pic>
              <p:nvPicPr>
                <p:cNvPr id="85" name="Ink 84">
                  <a:extLst>
                    <a:ext uri="{FF2B5EF4-FFF2-40B4-BE49-F238E27FC236}">
                      <a16:creationId xmlns:a16="http://schemas.microsoft.com/office/drawing/2014/main" id="{4FE6B171-3630-BE27-CC92-A769CCF5C9C1}"/>
                    </a:ext>
                  </a:extLst>
                </p:cNvPr>
                <p:cNvPicPr/>
                <p:nvPr/>
              </p:nvPicPr>
              <p:blipFill>
                <a:blip r:embed="rId128"/>
                <a:stretch>
                  <a:fillRect/>
                </a:stretch>
              </p:blipFill>
              <p:spPr>
                <a:xfrm>
                  <a:off x="5628834" y="565112"/>
                  <a:ext cx="9648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86" name="Ink 85">
                  <a:extLst>
                    <a:ext uri="{FF2B5EF4-FFF2-40B4-BE49-F238E27FC236}">
                      <a16:creationId xmlns:a16="http://schemas.microsoft.com/office/drawing/2014/main" id="{95EACB83-9B4F-7EDC-8BBB-ACA0441994FA}"/>
                    </a:ext>
                  </a:extLst>
                </p14:cNvPr>
                <p14:cNvContentPartPr/>
                <p14:nvPr/>
              </p14:nvContentPartPr>
              <p14:xfrm>
                <a:off x="5745834" y="503552"/>
                <a:ext cx="154440" cy="103680"/>
              </p14:xfrm>
            </p:contentPart>
          </mc:Choice>
          <mc:Fallback>
            <p:pic>
              <p:nvPicPr>
                <p:cNvPr id="86" name="Ink 85">
                  <a:extLst>
                    <a:ext uri="{FF2B5EF4-FFF2-40B4-BE49-F238E27FC236}">
                      <a16:creationId xmlns:a16="http://schemas.microsoft.com/office/drawing/2014/main" id="{95EACB83-9B4F-7EDC-8BBB-ACA0441994FA}"/>
                    </a:ext>
                  </a:extLst>
                </p:cNvPr>
                <p:cNvPicPr/>
                <p:nvPr/>
              </p:nvPicPr>
              <p:blipFill>
                <a:blip r:embed="rId130"/>
                <a:stretch>
                  <a:fillRect/>
                </a:stretch>
              </p:blipFill>
              <p:spPr>
                <a:xfrm>
                  <a:off x="5739714" y="497432"/>
                  <a:ext cx="16668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87" name="Ink 86">
                  <a:extLst>
                    <a:ext uri="{FF2B5EF4-FFF2-40B4-BE49-F238E27FC236}">
                      <a16:creationId xmlns:a16="http://schemas.microsoft.com/office/drawing/2014/main" id="{D4841C75-9F00-35F4-2B19-CB9020BA786F}"/>
                    </a:ext>
                  </a:extLst>
                </p14:cNvPr>
                <p14:cNvContentPartPr/>
                <p14:nvPr/>
              </p14:nvContentPartPr>
              <p14:xfrm>
                <a:off x="5930514" y="494912"/>
                <a:ext cx="118440" cy="34560"/>
              </p14:xfrm>
            </p:contentPart>
          </mc:Choice>
          <mc:Fallback>
            <p:pic>
              <p:nvPicPr>
                <p:cNvPr id="87" name="Ink 86">
                  <a:extLst>
                    <a:ext uri="{FF2B5EF4-FFF2-40B4-BE49-F238E27FC236}">
                      <a16:creationId xmlns:a16="http://schemas.microsoft.com/office/drawing/2014/main" id="{D4841C75-9F00-35F4-2B19-CB9020BA786F}"/>
                    </a:ext>
                  </a:extLst>
                </p:cNvPr>
                <p:cNvPicPr/>
                <p:nvPr/>
              </p:nvPicPr>
              <p:blipFill>
                <a:blip r:embed="rId132"/>
                <a:stretch>
                  <a:fillRect/>
                </a:stretch>
              </p:blipFill>
              <p:spPr>
                <a:xfrm>
                  <a:off x="5924394" y="488792"/>
                  <a:ext cx="13068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88" name="Ink 87">
                  <a:extLst>
                    <a:ext uri="{FF2B5EF4-FFF2-40B4-BE49-F238E27FC236}">
                      <a16:creationId xmlns:a16="http://schemas.microsoft.com/office/drawing/2014/main" id="{B08B164E-B9FA-4B35-1AB7-99D74598BB37}"/>
                    </a:ext>
                  </a:extLst>
                </p14:cNvPr>
                <p14:cNvContentPartPr/>
                <p14:nvPr/>
              </p14:nvContentPartPr>
              <p14:xfrm>
                <a:off x="6069474" y="445952"/>
                <a:ext cx="87840" cy="114840"/>
              </p14:xfrm>
            </p:contentPart>
          </mc:Choice>
          <mc:Fallback>
            <p:pic>
              <p:nvPicPr>
                <p:cNvPr id="88" name="Ink 87">
                  <a:extLst>
                    <a:ext uri="{FF2B5EF4-FFF2-40B4-BE49-F238E27FC236}">
                      <a16:creationId xmlns:a16="http://schemas.microsoft.com/office/drawing/2014/main" id="{B08B164E-B9FA-4B35-1AB7-99D74598BB37}"/>
                    </a:ext>
                  </a:extLst>
                </p:cNvPr>
                <p:cNvPicPr/>
                <p:nvPr/>
              </p:nvPicPr>
              <p:blipFill>
                <a:blip r:embed="rId134"/>
                <a:stretch>
                  <a:fillRect/>
                </a:stretch>
              </p:blipFill>
              <p:spPr>
                <a:xfrm>
                  <a:off x="6063354" y="439832"/>
                  <a:ext cx="10008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9" name="Ink 88">
                  <a:extLst>
                    <a:ext uri="{FF2B5EF4-FFF2-40B4-BE49-F238E27FC236}">
                      <a16:creationId xmlns:a16="http://schemas.microsoft.com/office/drawing/2014/main" id="{D00F1ED5-0FB5-AE22-C769-EEE45F23EBEC}"/>
                    </a:ext>
                  </a:extLst>
                </p14:cNvPr>
                <p14:cNvContentPartPr/>
                <p14:nvPr/>
              </p14:nvContentPartPr>
              <p14:xfrm>
                <a:off x="6143994" y="349832"/>
                <a:ext cx="111600" cy="147600"/>
              </p14:xfrm>
            </p:contentPart>
          </mc:Choice>
          <mc:Fallback>
            <p:pic>
              <p:nvPicPr>
                <p:cNvPr id="89" name="Ink 88">
                  <a:extLst>
                    <a:ext uri="{FF2B5EF4-FFF2-40B4-BE49-F238E27FC236}">
                      <a16:creationId xmlns:a16="http://schemas.microsoft.com/office/drawing/2014/main" id="{D00F1ED5-0FB5-AE22-C769-EEE45F23EBEC}"/>
                    </a:ext>
                  </a:extLst>
                </p:cNvPr>
                <p:cNvPicPr/>
                <p:nvPr/>
              </p:nvPicPr>
              <p:blipFill>
                <a:blip r:embed="rId136"/>
                <a:stretch>
                  <a:fillRect/>
                </a:stretch>
              </p:blipFill>
              <p:spPr>
                <a:xfrm>
                  <a:off x="6137874" y="343712"/>
                  <a:ext cx="12384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90" name="Ink 89">
                  <a:extLst>
                    <a:ext uri="{FF2B5EF4-FFF2-40B4-BE49-F238E27FC236}">
                      <a16:creationId xmlns:a16="http://schemas.microsoft.com/office/drawing/2014/main" id="{5D903072-51F4-4F5D-ED25-B1D521176CF1}"/>
                    </a:ext>
                  </a:extLst>
                </p14:cNvPr>
                <p14:cNvContentPartPr/>
                <p14:nvPr/>
              </p14:nvContentPartPr>
              <p14:xfrm>
                <a:off x="6304914" y="372872"/>
                <a:ext cx="53280" cy="101520"/>
              </p14:xfrm>
            </p:contentPart>
          </mc:Choice>
          <mc:Fallback>
            <p:pic>
              <p:nvPicPr>
                <p:cNvPr id="90" name="Ink 89">
                  <a:extLst>
                    <a:ext uri="{FF2B5EF4-FFF2-40B4-BE49-F238E27FC236}">
                      <a16:creationId xmlns:a16="http://schemas.microsoft.com/office/drawing/2014/main" id="{5D903072-51F4-4F5D-ED25-B1D521176CF1}"/>
                    </a:ext>
                  </a:extLst>
                </p:cNvPr>
                <p:cNvPicPr/>
                <p:nvPr/>
              </p:nvPicPr>
              <p:blipFill>
                <a:blip r:embed="rId138"/>
                <a:stretch>
                  <a:fillRect/>
                </a:stretch>
              </p:blipFill>
              <p:spPr>
                <a:xfrm>
                  <a:off x="6298794" y="366752"/>
                  <a:ext cx="6552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91" name="Ink 90">
                  <a:extLst>
                    <a:ext uri="{FF2B5EF4-FFF2-40B4-BE49-F238E27FC236}">
                      <a16:creationId xmlns:a16="http://schemas.microsoft.com/office/drawing/2014/main" id="{7077A47D-BF35-943A-ED93-B34AF681FB08}"/>
                    </a:ext>
                  </a:extLst>
                </p14:cNvPr>
                <p14:cNvContentPartPr/>
                <p14:nvPr/>
              </p14:nvContentPartPr>
              <p14:xfrm>
                <a:off x="6372234" y="427232"/>
                <a:ext cx="75240" cy="33480"/>
              </p14:xfrm>
            </p:contentPart>
          </mc:Choice>
          <mc:Fallback>
            <p:pic>
              <p:nvPicPr>
                <p:cNvPr id="91" name="Ink 90">
                  <a:extLst>
                    <a:ext uri="{FF2B5EF4-FFF2-40B4-BE49-F238E27FC236}">
                      <a16:creationId xmlns:a16="http://schemas.microsoft.com/office/drawing/2014/main" id="{7077A47D-BF35-943A-ED93-B34AF681FB08}"/>
                    </a:ext>
                  </a:extLst>
                </p:cNvPr>
                <p:cNvPicPr/>
                <p:nvPr/>
              </p:nvPicPr>
              <p:blipFill>
                <a:blip r:embed="rId140"/>
                <a:stretch>
                  <a:fillRect/>
                </a:stretch>
              </p:blipFill>
              <p:spPr>
                <a:xfrm>
                  <a:off x="6366114" y="421112"/>
                  <a:ext cx="874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92" name="Ink 91">
                  <a:extLst>
                    <a:ext uri="{FF2B5EF4-FFF2-40B4-BE49-F238E27FC236}">
                      <a16:creationId xmlns:a16="http://schemas.microsoft.com/office/drawing/2014/main" id="{394F9200-FD1F-3B22-9379-8EAF0829C0F6}"/>
                    </a:ext>
                  </a:extLst>
                </p14:cNvPr>
                <p14:cNvContentPartPr/>
                <p14:nvPr/>
              </p14:nvContentPartPr>
              <p14:xfrm>
                <a:off x="6596874" y="315272"/>
                <a:ext cx="98280" cy="208080"/>
              </p14:xfrm>
            </p:contentPart>
          </mc:Choice>
          <mc:Fallback>
            <p:pic>
              <p:nvPicPr>
                <p:cNvPr id="92" name="Ink 91">
                  <a:extLst>
                    <a:ext uri="{FF2B5EF4-FFF2-40B4-BE49-F238E27FC236}">
                      <a16:creationId xmlns:a16="http://schemas.microsoft.com/office/drawing/2014/main" id="{394F9200-FD1F-3B22-9379-8EAF0829C0F6}"/>
                    </a:ext>
                  </a:extLst>
                </p:cNvPr>
                <p:cNvPicPr/>
                <p:nvPr/>
              </p:nvPicPr>
              <p:blipFill>
                <a:blip r:embed="rId142"/>
                <a:stretch>
                  <a:fillRect/>
                </a:stretch>
              </p:blipFill>
              <p:spPr>
                <a:xfrm>
                  <a:off x="6590754" y="309152"/>
                  <a:ext cx="11052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93" name="Ink 92">
                  <a:extLst>
                    <a:ext uri="{FF2B5EF4-FFF2-40B4-BE49-F238E27FC236}">
                      <a16:creationId xmlns:a16="http://schemas.microsoft.com/office/drawing/2014/main" id="{52998C41-042A-DA06-9763-34BE9A723542}"/>
                    </a:ext>
                  </a:extLst>
                </p14:cNvPr>
                <p14:cNvContentPartPr/>
                <p14:nvPr/>
              </p14:nvContentPartPr>
              <p14:xfrm>
                <a:off x="6601914" y="357392"/>
                <a:ext cx="270000" cy="181440"/>
              </p14:xfrm>
            </p:contentPart>
          </mc:Choice>
          <mc:Fallback>
            <p:pic>
              <p:nvPicPr>
                <p:cNvPr id="93" name="Ink 92">
                  <a:extLst>
                    <a:ext uri="{FF2B5EF4-FFF2-40B4-BE49-F238E27FC236}">
                      <a16:creationId xmlns:a16="http://schemas.microsoft.com/office/drawing/2014/main" id="{52998C41-042A-DA06-9763-34BE9A723542}"/>
                    </a:ext>
                  </a:extLst>
                </p:cNvPr>
                <p:cNvPicPr/>
                <p:nvPr/>
              </p:nvPicPr>
              <p:blipFill>
                <a:blip r:embed="rId144"/>
                <a:stretch>
                  <a:fillRect/>
                </a:stretch>
              </p:blipFill>
              <p:spPr>
                <a:xfrm>
                  <a:off x="6595794" y="351272"/>
                  <a:ext cx="28224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94" name="Ink 93">
                  <a:extLst>
                    <a:ext uri="{FF2B5EF4-FFF2-40B4-BE49-F238E27FC236}">
                      <a16:creationId xmlns:a16="http://schemas.microsoft.com/office/drawing/2014/main" id="{A0F5C4B3-DA84-8BCB-2896-CAFBE84CDEB5}"/>
                    </a:ext>
                  </a:extLst>
                </p14:cNvPr>
                <p14:cNvContentPartPr/>
                <p14:nvPr/>
              </p14:nvContentPartPr>
              <p14:xfrm>
                <a:off x="6875874" y="353792"/>
                <a:ext cx="324000" cy="132120"/>
              </p14:xfrm>
            </p:contentPart>
          </mc:Choice>
          <mc:Fallback>
            <p:pic>
              <p:nvPicPr>
                <p:cNvPr id="94" name="Ink 93">
                  <a:extLst>
                    <a:ext uri="{FF2B5EF4-FFF2-40B4-BE49-F238E27FC236}">
                      <a16:creationId xmlns:a16="http://schemas.microsoft.com/office/drawing/2014/main" id="{A0F5C4B3-DA84-8BCB-2896-CAFBE84CDEB5}"/>
                    </a:ext>
                  </a:extLst>
                </p:cNvPr>
                <p:cNvPicPr/>
                <p:nvPr/>
              </p:nvPicPr>
              <p:blipFill>
                <a:blip r:embed="rId146"/>
                <a:stretch>
                  <a:fillRect/>
                </a:stretch>
              </p:blipFill>
              <p:spPr>
                <a:xfrm>
                  <a:off x="6869754" y="347672"/>
                  <a:ext cx="336240" cy="144360"/>
                </a:xfrm>
                <a:prstGeom prst="rect">
                  <a:avLst/>
                </a:prstGeom>
              </p:spPr>
            </p:pic>
          </mc:Fallback>
        </mc:AlternateContent>
      </p:grpSp>
      <p:grpSp>
        <p:nvGrpSpPr>
          <p:cNvPr id="102" name="Group 101">
            <a:extLst>
              <a:ext uri="{FF2B5EF4-FFF2-40B4-BE49-F238E27FC236}">
                <a16:creationId xmlns:a16="http://schemas.microsoft.com/office/drawing/2014/main" id="{C808E7B5-9D6B-BD53-35D5-3B81166C2736}"/>
              </a:ext>
            </a:extLst>
          </p:cNvPr>
          <p:cNvGrpSpPr/>
          <p:nvPr/>
        </p:nvGrpSpPr>
        <p:grpSpPr>
          <a:xfrm>
            <a:off x="1377954" y="202232"/>
            <a:ext cx="1710360" cy="443520"/>
            <a:chOff x="1377954" y="202232"/>
            <a:chExt cx="1710360" cy="443520"/>
          </a:xfrm>
        </p:grpSpPr>
        <mc:AlternateContent xmlns:mc="http://schemas.openxmlformats.org/markup-compatibility/2006">
          <mc:Choice xmlns:p14="http://schemas.microsoft.com/office/powerpoint/2010/main" Requires="p14">
            <p:contentPart p14:bwMode="auto" r:id="rId147">
              <p14:nvContentPartPr>
                <p14:cNvPr id="96" name="Ink 95">
                  <a:extLst>
                    <a:ext uri="{FF2B5EF4-FFF2-40B4-BE49-F238E27FC236}">
                      <a16:creationId xmlns:a16="http://schemas.microsoft.com/office/drawing/2014/main" id="{11E067B7-81EA-813F-417E-45B081627354}"/>
                    </a:ext>
                  </a:extLst>
                </p14:cNvPr>
                <p14:cNvContentPartPr/>
                <p14:nvPr/>
              </p14:nvContentPartPr>
              <p14:xfrm>
                <a:off x="1377954" y="281432"/>
                <a:ext cx="278280" cy="293040"/>
              </p14:xfrm>
            </p:contentPart>
          </mc:Choice>
          <mc:Fallback>
            <p:pic>
              <p:nvPicPr>
                <p:cNvPr id="96" name="Ink 95">
                  <a:extLst>
                    <a:ext uri="{FF2B5EF4-FFF2-40B4-BE49-F238E27FC236}">
                      <a16:creationId xmlns:a16="http://schemas.microsoft.com/office/drawing/2014/main" id="{11E067B7-81EA-813F-417E-45B081627354}"/>
                    </a:ext>
                  </a:extLst>
                </p:cNvPr>
                <p:cNvPicPr/>
                <p:nvPr/>
              </p:nvPicPr>
              <p:blipFill>
                <a:blip r:embed="rId148"/>
                <a:stretch>
                  <a:fillRect/>
                </a:stretch>
              </p:blipFill>
              <p:spPr>
                <a:xfrm>
                  <a:off x="1371834" y="275312"/>
                  <a:ext cx="29052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97" name="Ink 96">
                  <a:extLst>
                    <a:ext uri="{FF2B5EF4-FFF2-40B4-BE49-F238E27FC236}">
                      <a16:creationId xmlns:a16="http://schemas.microsoft.com/office/drawing/2014/main" id="{5ACDFAD5-CAB1-8837-CD79-7337E448640D}"/>
                    </a:ext>
                  </a:extLst>
                </p14:cNvPr>
                <p14:cNvContentPartPr/>
                <p14:nvPr/>
              </p14:nvContentPartPr>
              <p14:xfrm>
                <a:off x="1690794" y="378992"/>
                <a:ext cx="286920" cy="266760"/>
              </p14:xfrm>
            </p:contentPart>
          </mc:Choice>
          <mc:Fallback>
            <p:pic>
              <p:nvPicPr>
                <p:cNvPr id="97" name="Ink 96">
                  <a:extLst>
                    <a:ext uri="{FF2B5EF4-FFF2-40B4-BE49-F238E27FC236}">
                      <a16:creationId xmlns:a16="http://schemas.microsoft.com/office/drawing/2014/main" id="{5ACDFAD5-CAB1-8837-CD79-7337E448640D}"/>
                    </a:ext>
                  </a:extLst>
                </p:cNvPr>
                <p:cNvPicPr/>
                <p:nvPr/>
              </p:nvPicPr>
              <p:blipFill>
                <a:blip r:embed="rId150"/>
                <a:stretch>
                  <a:fillRect/>
                </a:stretch>
              </p:blipFill>
              <p:spPr>
                <a:xfrm>
                  <a:off x="1684674" y="372872"/>
                  <a:ext cx="29916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98" name="Ink 97">
                  <a:extLst>
                    <a:ext uri="{FF2B5EF4-FFF2-40B4-BE49-F238E27FC236}">
                      <a16:creationId xmlns:a16="http://schemas.microsoft.com/office/drawing/2014/main" id="{8AB83EA6-AD65-C2F1-6529-CB63DE0935A6}"/>
                    </a:ext>
                  </a:extLst>
                </p14:cNvPr>
                <p14:cNvContentPartPr/>
                <p14:nvPr/>
              </p14:nvContentPartPr>
              <p14:xfrm>
                <a:off x="1904994" y="333992"/>
                <a:ext cx="55800" cy="117720"/>
              </p14:xfrm>
            </p:contentPart>
          </mc:Choice>
          <mc:Fallback>
            <p:pic>
              <p:nvPicPr>
                <p:cNvPr id="98" name="Ink 97">
                  <a:extLst>
                    <a:ext uri="{FF2B5EF4-FFF2-40B4-BE49-F238E27FC236}">
                      <a16:creationId xmlns:a16="http://schemas.microsoft.com/office/drawing/2014/main" id="{8AB83EA6-AD65-C2F1-6529-CB63DE0935A6}"/>
                    </a:ext>
                  </a:extLst>
                </p:cNvPr>
                <p:cNvPicPr/>
                <p:nvPr/>
              </p:nvPicPr>
              <p:blipFill>
                <a:blip r:embed="rId152"/>
                <a:stretch>
                  <a:fillRect/>
                </a:stretch>
              </p:blipFill>
              <p:spPr>
                <a:xfrm>
                  <a:off x="1898874" y="327872"/>
                  <a:ext cx="6804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9" name="Ink 98">
                  <a:extLst>
                    <a:ext uri="{FF2B5EF4-FFF2-40B4-BE49-F238E27FC236}">
                      <a16:creationId xmlns:a16="http://schemas.microsoft.com/office/drawing/2014/main" id="{A962F231-B39C-D61E-3A17-F291EAD5B401}"/>
                    </a:ext>
                  </a:extLst>
                </p14:cNvPr>
                <p14:cNvContentPartPr/>
                <p14:nvPr/>
              </p14:nvContentPartPr>
              <p14:xfrm>
                <a:off x="2006874" y="267032"/>
                <a:ext cx="88920" cy="181080"/>
              </p14:xfrm>
            </p:contentPart>
          </mc:Choice>
          <mc:Fallback>
            <p:pic>
              <p:nvPicPr>
                <p:cNvPr id="99" name="Ink 98">
                  <a:extLst>
                    <a:ext uri="{FF2B5EF4-FFF2-40B4-BE49-F238E27FC236}">
                      <a16:creationId xmlns:a16="http://schemas.microsoft.com/office/drawing/2014/main" id="{A962F231-B39C-D61E-3A17-F291EAD5B401}"/>
                    </a:ext>
                  </a:extLst>
                </p:cNvPr>
                <p:cNvPicPr/>
                <p:nvPr/>
              </p:nvPicPr>
              <p:blipFill>
                <a:blip r:embed="rId154"/>
                <a:stretch>
                  <a:fillRect/>
                </a:stretch>
              </p:blipFill>
              <p:spPr>
                <a:xfrm>
                  <a:off x="2000754" y="260912"/>
                  <a:ext cx="10116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00" name="Ink 99">
                  <a:extLst>
                    <a:ext uri="{FF2B5EF4-FFF2-40B4-BE49-F238E27FC236}">
                      <a16:creationId xmlns:a16="http://schemas.microsoft.com/office/drawing/2014/main" id="{B2E1403D-EAB0-4EA3-DD0A-4F83DE31DA93}"/>
                    </a:ext>
                  </a:extLst>
                </p14:cNvPr>
                <p14:cNvContentPartPr/>
                <p14:nvPr/>
              </p14:nvContentPartPr>
              <p14:xfrm>
                <a:off x="2119554" y="322832"/>
                <a:ext cx="235440" cy="88920"/>
              </p14:xfrm>
            </p:contentPart>
          </mc:Choice>
          <mc:Fallback>
            <p:pic>
              <p:nvPicPr>
                <p:cNvPr id="100" name="Ink 99">
                  <a:extLst>
                    <a:ext uri="{FF2B5EF4-FFF2-40B4-BE49-F238E27FC236}">
                      <a16:creationId xmlns:a16="http://schemas.microsoft.com/office/drawing/2014/main" id="{B2E1403D-EAB0-4EA3-DD0A-4F83DE31DA93}"/>
                    </a:ext>
                  </a:extLst>
                </p:cNvPr>
                <p:cNvPicPr/>
                <p:nvPr/>
              </p:nvPicPr>
              <p:blipFill>
                <a:blip r:embed="rId156"/>
                <a:stretch>
                  <a:fillRect/>
                </a:stretch>
              </p:blipFill>
              <p:spPr>
                <a:xfrm>
                  <a:off x="2113434" y="316712"/>
                  <a:ext cx="24768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01" name="Ink 100">
                  <a:extLst>
                    <a:ext uri="{FF2B5EF4-FFF2-40B4-BE49-F238E27FC236}">
                      <a16:creationId xmlns:a16="http://schemas.microsoft.com/office/drawing/2014/main" id="{0FF526D2-B9C1-0F5C-1777-C5BF7DD74FB3}"/>
                    </a:ext>
                  </a:extLst>
                </p14:cNvPr>
                <p14:cNvContentPartPr/>
                <p14:nvPr/>
              </p14:nvContentPartPr>
              <p14:xfrm>
                <a:off x="2537514" y="202232"/>
                <a:ext cx="550800" cy="308520"/>
              </p14:xfrm>
            </p:contentPart>
          </mc:Choice>
          <mc:Fallback>
            <p:pic>
              <p:nvPicPr>
                <p:cNvPr id="101" name="Ink 100">
                  <a:extLst>
                    <a:ext uri="{FF2B5EF4-FFF2-40B4-BE49-F238E27FC236}">
                      <a16:creationId xmlns:a16="http://schemas.microsoft.com/office/drawing/2014/main" id="{0FF526D2-B9C1-0F5C-1777-C5BF7DD74FB3}"/>
                    </a:ext>
                  </a:extLst>
                </p:cNvPr>
                <p:cNvPicPr/>
                <p:nvPr/>
              </p:nvPicPr>
              <p:blipFill>
                <a:blip r:embed="rId158"/>
                <a:stretch>
                  <a:fillRect/>
                </a:stretch>
              </p:blipFill>
              <p:spPr>
                <a:xfrm>
                  <a:off x="2531394" y="196112"/>
                  <a:ext cx="563040" cy="320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9">
            <p14:nvContentPartPr>
              <p14:cNvPr id="138" name="Ink 137">
                <a:extLst>
                  <a:ext uri="{FF2B5EF4-FFF2-40B4-BE49-F238E27FC236}">
                    <a16:creationId xmlns:a16="http://schemas.microsoft.com/office/drawing/2014/main" id="{7FFCFBE8-7A78-9335-48F8-E79EE5B6B158}"/>
                  </a:ext>
                </a:extLst>
              </p14:cNvPr>
              <p14:cNvContentPartPr/>
              <p14:nvPr/>
            </p14:nvContentPartPr>
            <p14:xfrm>
              <a:off x="2477034" y="5726072"/>
              <a:ext cx="325800" cy="212760"/>
            </p14:xfrm>
          </p:contentPart>
        </mc:Choice>
        <mc:Fallback>
          <p:pic>
            <p:nvPicPr>
              <p:cNvPr id="138" name="Ink 137">
                <a:extLst>
                  <a:ext uri="{FF2B5EF4-FFF2-40B4-BE49-F238E27FC236}">
                    <a16:creationId xmlns:a16="http://schemas.microsoft.com/office/drawing/2014/main" id="{7FFCFBE8-7A78-9335-48F8-E79EE5B6B158}"/>
                  </a:ext>
                </a:extLst>
              </p:cNvPr>
              <p:cNvPicPr/>
              <p:nvPr/>
            </p:nvPicPr>
            <p:blipFill>
              <a:blip r:embed="rId160"/>
              <a:stretch>
                <a:fillRect/>
              </a:stretch>
            </p:blipFill>
            <p:spPr>
              <a:xfrm>
                <a:off x="2470914" y="5719952"/>
                <a:ext cx="338040" cy="225000"/>
              </a:xfrm>
              <a:prstGeom prst="rect">
                <a:avLst/>
              </a:prstGeom>
            </p:spPr>
          </p:pic>
        </mc:Fallback>
      </mc:AlternateContent>
      <p:grpSp>
        <p:nvGrpSpPr>
          <p:cNvPr id="141" name="Group 140">
            <a:extLst>
              <a:ext uri="{FF2B5EF4-FFF2-40B4-BE49-F238E27FC236}">
                <a16:creationId xmlns:a16="http://schemas.microsoft.com/office/drawing/2014/main" id="{D5EE18DF-16B0-B051-B733-EA3664BCA807}"/>
              </a:ext>
            </a:extLst>
          </p:cNvPr>
          <p:cNvGrpSpPr/>
          <p:nvPr/>
        </p:nvGrpSpPr>
        <p:grpSpPr>
          <a:xfrm>
            <a:off x="8598474" y="5994272"/>
            <a:ext cx="271800" cy="392760"/>
            <a:chOff x="8598474" y="5994272"/>
            <a:chExt cx="271800" cy="392760"/>
          </a:xfrm>
        </p:grpSpPr>
        <mc:AlternateContent xmlns:mc="http://schemas.openxmlformats.org/markup-compatibility/2006">
          <mc:Choice xmlns:p14="http://schemas.microsoft.com/office/powerpoint/2010/main" Requires="p14">
            <p:contentPart p14:bwMode="auto" r:id="rId161">
              <p14:nvContentPartPr>
                <p14:cNvPr id="139" name="Ink 138">
                  <a:extLst>
                    <a:ext uri="{FF2B5EF4-FFF2-40B4-BE49-F238E27FC236}">
                      <a16:creationId xmlns:a16="http://schemas.microsoft.com/office/drawing/2014/main" id="{543D62EA-5D72-953B-16BA-618F27C990BC}"/>
                    </a:ext>
                  </a:extLst>
                </p14:cNvPr>
                <p14:cNvContentPartPr/>
                <p14:nvPr/>
              </p14:nvContentPartPr>
              <p14:xfrm>
                <a:off x="8645274" y="5994992"/>
                <a:ext cx="225000" cy="392040"/>
              </p14:xfrm>
            </p:contentPart>
          </mc:Choice>
          <mc:Fallback>
            <p:pic>
              <p:nvPicPr>
                <p:cNvPr id="139" name="Ink 138">
                  <a:extLst>
                    <a:ext uri="{FF2B5EF4-FFF2-40B4-BE49-F238E27FC236}">
                      <a16:creationId xmlns:a16="http://schemas.microsoft.com/office/drawing/2014/main" id="{543D62EA-5D72-953B-16BA-618F27C990BC}"/>
                    </a:ext>
                  </a:extLst>
                </p:cNvPr>
                <p:cNvPicPr/>
                <p:nvPr/>
              </p:nvPicPr>
              <p:blipFill>
                <a:blip r:embed="rId162"/>
                <a:stretch>
                  <a:fillRect/>
                </a:stretch>
              </p:blipFill>
              <p:spPr>
                <a:xfrm>
                  <a:off x="8639154" y="5988872"/>
                  <a:ext cx="237240" cy="40428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40" name="Ink 139">
                  <a:extLst>
                    <a:ext uri="{FF2B5EF4-FFF2-40B4-BE49-F238E27FC236}">
                      <a16:creationId xmlns:a16="http://schemas.microsoft.com/office/drawing/2014/main" id="{804636E3-3414-5532-0E45-95F035563198}"/>
                    </a:ext>
                  </a:extLst>
                </p14:cNvPr>
                <p14:cNvContentPartPr/>
                <p14:nvPr/>
              </p14:nvContentPartPr>
              <p14:xfrm>
                <a:off x="8598474" y="5994272"/>
                <a:ext cx="169560" cy="61200"/>
              </p14:xfrm>
            </p:contentPart>
          </mc:Choice>
          <mc:Fallback>
            <p:pic>
              <p:nvPicPr>
                <p:cNvPr id="140" name="Ink 139">
                  <a:extLst>
                    <a:ext uri="{FF2B5EF4-FFF2-40B4-BE49-F238E27FC236}">
                      <a16:creationId xmlns:a16="http://schemas.microsoft.com/office/drawing/2014/main" id="{804636E3-3414-5532-0E45-95F035563198}"/>
                    </a:ext>
                  </a:extLst>
                </p:cNvPr>
                <p:cNvPicPr/>
                <p:nvPr/>
              </p:nvPicPr>
              <p:blipFill>
                <a:blip r:embed="rId164"/>
                <a:stretch>
                  <a:fillRect/>
                </a:stretch>
              </p:blipFill>
              <p:spPr>
                <a:xfrm>
                  <a:off x="8592354" y="5988152"/>
                  <a:ext cx="181800" cy="73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5">
            <p14:nvContentPartPr>
              <p14:cNvPr id="142" name="Ink 141">
                <a:extLst>
                  <a:ext uri="{FF2B5EF4-FFF2-40B4-BE49-F238E27FC236}">
                    <a16:creationId xmlns:a16="http://schemas.microsoft.com/office/drawing/2014/main" id="{C47BA30D-9766-08AD-41B1-E25FD6D24F6E}"/>
                  </a:ext>
                </a:extLst>
              </p14:cNvPr>
              <p14:cNvContentPartPr/>
              <p14:nvPr/>
            </p14:nvContentPartPr>
            <p14:xfrm>
              <a:off x="2535354" y="5671712"/>
              <a:ext cx="272880" cy="331920"/>
            </p14:xfrm>
          </p:contentPart>
        </mc:Choice>
        <mc:Fallback>
          <p:pic>
            <p:nvPicPr>
              <p:cNvPr id="142" name="Ink 141">
                <a:extLst>
                  <a:ext uri="{FF2B5EF4-FFF2-40B4-BE49-F238E27FC236}">
                    <a16:creationId xmlns:a16="http://schemas.microsoft.com/office/drawing/2014/main" id="{C47BA30D-9766-08AD-41B1-E25FD6D24F6E}"/>
                  </a:ext>
                </a:extLst>
              </p:cNvPr>
              <p:cNvPicPr/>
              <p:nvPr/>
            </p:nvPicPr>
            <p:blipFill>
              <a:blip r:embed="rId166"/>
              <a:stretch>
                <a:fillRect/>
              </a:stretch>
            </p:blipFill>
            <p:spPr>
              <a:xfrm>
                <a:off x="2529234" y="5665592"/>
                <a:ext cx="285120" cy="344160"/>
              </a:xfrm>
              <a:prstGeom prst="rect">
                <a:avLst/>
              </a:prstGeom>
            </p:spPr>
          </p:pic>
        </mc:Fallback>
      </mc:AlternateContent>
      <p:grpSp>
        <p:nvGrpSpPr>
          <p:cNvPr id="145" name="Group 144">
            <a:extLst>
              <a:ext uri="{FF2B5EF4-FFF2-40B4-BE49-F238E27FC236}">
                <a16:creationId xmlns:a16="http://schemas.microsoft.com/office/drawing/2014/main" id="{6A4B7729-D884-63CC-E4FE-4E53B8A566A8}"/>
              </a:ext>
            </a:extLst>
          </p:cNvPr>
          <p:cNvGrpSpPr/>
          <p:nvPr/>
        </p:nvGrpSpPr>
        <p:grpSpPr>
          <a:xfrm>
            <a:off x="220914" y="3723392"/>
            <a:ext cx="321840" cy="249840"/>
            <a:chOff x="220914" y="3723392"/>
            <a:chExt cx="321840" cy="249840"/>
          </a:xfrm>
        </p:grpSpPr>
        <mc:AlternateContent xmlns:mc="http://schemas.openxmlformats.org/markup-compatibility/2006">
          <mc:Choice xmlns:p14="http://schemas.microsoft.com/office/powerpoint/2010/main" Requires="p14">
            <p:contentPart p14:bwMode="auto" r:id="rId167">
              <p14:nvContentPartPr>
                <p14:cNvPr id="143" name="Ink 142">
                  <a:extLst>
                    <a:ext uri="{FF2B5EF4-FFF2-40B4-BE49-F238E27FC236}">
                      <a16:creationId xmlns:a16="http://schemas.microsoft.com/office/drawing/2014/main" id="{EE2FE322-034B-8684-356A-02F4A2229FF8}"/>
                    </a:ext>
                  </a:extLst>
                </p14:cNvPr>
                <p14:cNvContentPartPr/>
                <p14:nvPr/>
              </p14:nvContentPartPr>
              <p14:xfrm>
                <a:off x="220914" y="3901232"/>
                <a:ext cx="72360" cy="72000"/>
              </p14:xfrm>
            </p:contentPart>
          </mc:Choice>
          <mc:Fallback>
            <p:pic>
              <p:nvPicPr>
                <p:cNvPr id="143" name="Ink 142">
                  <a:extLst>
                    <a:ext uri="{FF2B5EF4-FFF2-40B4-BE49-F238E27FC236}">
                      <a16:creationId xmlns:a16="http://schemas.microsoft.com/office/drawing/2014/main" id="{EE2FE322-034B-8684-356A-02F4A2229FF8}"/>
                    </a:ext>
                  </a:extLst>
                </p:cNvPr>
                <p:cNvPicPr/>
                <p:nvPr/>
              </p:nvPicPr>
              <p:blipFill>
                <a:blip r:embed="rId168"/>
                <a:stretch>
                  <a:fillRect/>
                </a:stretch>
              </p:blipFill>
              <p:spPr>
                <a:xfrm>
                  <a:off x="214794" y="3895112"/>
                  <a:ext cx="8460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44" name="Ink 143">
                  <a:extLst>
                    <a:ext uri="{FF2B5EF4-FFF2-40B4-BE49-F238E27FC236}">
                      <a16:creationId xmlns:a16="http://schemas.microsoft.com/office/drawing/2014/main" id="{DB358E49-C98C-BC64-8933-93A9CF8509CB}"/>
                    </a:ext>
                  </a:extLst>
                </p14:cNvPr>
                <p14:cNvContentPartPr/>
                <p14:nvPr/>
              </p14:nvContentPartPr>
              <p14:xfrm>
                <a:off x="361314" y="3723392"/>
                <a:ext cx="181440" cy="135000"/>
              </p14:xfrm>
            </p:contentPart>
          </mc:Choice>
          <mc:Fallback>
            <p:pic>
              <p:nvPicPr>
                <p:cNvPr id="144" name="Ink 143">
                  <a:extLst>
                    <a:ext uri="{FF2B5EF4-FFF2-40B4-BE49-F238E27FC236}">
                      <a16:creationId xmlns:a16="http://schemas.microsoft.com/office/drawing/2014/main" id="{DB358E49-C98C-BC64-8933-93A9CF8509CB}"/>
                    </a:ext>
                  </a:extLst>
                </p:cNvPr>
                <p:cNvPicPr/>
                <p:nvPr/>
              </p:nvPicPr>
              <p:blipFill>
                <a:blip r:embed="rId170"/>
                <a:stretch>
                  <a:fillRect/>
                </a:stretch>
              </p:blipFill>
              <p:spPr>
                <a:xfrm>
                  <a:off x="355194" y="3717272"/>
                  <a:ext cx="193680" cy="147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1">
            <p14:nvContentPartPr>
              <p14:cNvPr id="165" name="Ink 164">
                <a:extLst>
                  <a:ext uri="{FF2B5EF4-FFF2-40B4-BE49-F238E27FC236}">
                    <a16:creationId xmlns:a16="http://schemas.microsoft.com/office/drawing/2014/main" id="{E2723462-FBCF-03B2-5334-D44C8E730D32}"/>
                  </a:ext>
                </a:extLst>
              </p14:cNvPr>
              <p14:cNvContentPartPr/>
              <p14:nvPr/>
            </p14:nvContentPartPr>
            <p14:xfrm>
              <a:off x="230634" y="5654432"/>
              <a:ext cx="84960" cy="82800"/>
            </p14:xfrm>
          </p:contentPart>
        </mc:Choice>
        <mc:Fallback>
          <p:pic>
            <p:nvPicPr>
              <p:cNvPr id="165" name="Ink 164">
                <a:extLst>
                  <a:ext uri="{FF2B5EF4-FFF2-40B4-BE49-F238E27FC236}">
                    <a16:creationId xmlns:a16="http://schemas.microsoft.com/office/drawing/2014/main" id="{E2723462-FBCF-03B2-5334-D44C8E730D32}"/>
                  </a:ext>
                </a:extLst>
              </p:cNvPr>
              <p:cNvPicPr/>
              <p:nvPr/>
            </p:nvPicPr>
            <p:blipFill>
              <a:blip r:embed="rId172"/>
              <a:stretch>
                <a:fillRect/>
              </a:stretch>
            </p:blipFill>
            <p:spPr>
              <a:xfrm>
                <a:off x="224514" y="5648312"/>
                <a:ext cx="97200" cy="95040"/>
              </a:xfrm>
              <a:prstGeom prst="rect">
                <a:avLst/>
              </a:prstGeom>
            </p:spPr>
          </p:pic>
        </mc:Fallback>
      </mc:AlternateContent>
      <p:grpSp>
        <p:nvGrpSpPr>
          <p:cNvPr id="177" name="Group 176">
            <a:extLst>
              <a:ext uri="{FF2B5EF4-FFF2-40B4-BE49-F238E27FC236}">
                <a16:creationId xmlns:a16="http://schemas.microsoft.com/office/drawing/2014/main" id="{EA846249-708A-407B-B3BB-26FBF465C360}"/>
              </a:ext>
            </a:extLst>
          </p:cNvPr>
          <p:cNvGrpSpPr/>
          <p:nvPr/>
        </p:nvGrpSpPr>
        <p:grpSpPr>
          <a:xfrm>
            <a:off x="443754" y="5278952"/>
            <a:ext cx="632880" cy="1227960"/>
            <a:chOff x="443754" y="5278952"/>
            <a:chExt cx="632880" cy="1227960"/>
          </a:xfrm>
        </p:grpSpPr>
        <mc:AlternateContent xmlns:mc="http://schemas.openxmlformats.org/markup-compatibility/2006">
          <mc:Choice xmlns:p14="http://schemas.microsoft.com/office/powerpoint/2010/main" Requires="p14">
            <p:contentPart p14:bwMode="auto" r:id="rId173">
              <p14:nvContentPartPr>
                <p14:cNvPr id="134" name="Ink 133">
                  <a:extLst>
                    <a:ext uri="{FF2B5EF4-FFF2-40B4-BE49-F238E27FC236}">
                      <a16:creationId xmlns:a16="http://schemas.microsoft.com/office/drawing/2014/main" id="{BF32E5D8-AA1C-19DF-298D-0E841D5EFF73}"/>
                    </a:ext>
                  </a:extLst>
                </p14:cNvPr>
                <p14:cNvContentPartPr/>
                <p14:nvPr/>
              </p14:nvContentPartPr>
              <p14:xfrm>
                <a:off x="1047114" y="5793752"/>
                <a:ext cx="29520" cy="1440"/>
              </p14:xfrm>
            </p:contentPart>
          </mc:Choice>
          <mc:Fallback>
            <p:pic>
              <p:nvPicPr>
                <p:cNvPr id="134" name="Ink 133">
                  <a:extLst>
                    <a:ext uri="{FF2B5EF4-FFF2-40B4-BE49-F238E27FC236}">
                      <a16:creationId xmlns:a16="http://schemas.microsoft.com/office/drawing/2014/main" id="{BF32E5D8-AA1C-19DF-298D-0E841D5EFF73}"/>
                    </a:ext>
                  </a:extLst>
                </p:cNvPr>
                <p:cNvPicPr/>
                <p:nvPr/>
              </p:nvPicPr>
              <p:blipFill>
                <a:blip r:embed="rId174"/>
                <a:stretch>
                  <a:fillRect/>
                </a:stretch>
              </p:blipFill>
              <p:spPr>
                <a:xfrm>
                  <a:off x="1040994" y="5787632"/>
                  <a:ext cx="4176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35" name="Ink 134">
                  <a:extLst>
                    <a:ext uri="{FF2B5EF4-FFF2-40B4-BE49-F238E27FC236}">
                      <a16:creationId xmlns:a16="http://schemas.microsoft.com/office/drawing/2014/main" id="{D900D61A-5442-25F8-025A-97439DDD1AE4}"/>
                    </a:ext>
                  </a:extLst>
                </p14:cNvPr>
                <p14:cNvContentPartPr/>
                <p14:nvPr/>
              </p14:nvContentPartPr>
              <p14:xfrm>
                <a:off x="762354" y="5348432"/>
                <a:ext cx="200160" cy="286560"/>
              </p14:xfrm>
            </p:contentPart>
          </mc:Choice>
          <mc:Fallback>
            <p:pic>
              <p:nvPicPr>
                <p:cNvPr id="135" name="Ink 134">
                  <a:extLst>
                    <a:ext uri="{FF2B5EF4-FFF2-40B4-BE49-F238E27FC236}">
                      <a16:creationId xmlns:a16="http://schemas.microsoft.com/office/drawing/2014/main" id="{D900D61A-5442-25F8-025A-97439DDD1AE4}"/>
                    </a:ext>
                  </a:extLst>
                </p:cNvPr>
                <p:cNvPicPr/>
                <p:nvPr/>
              </p:nvPicPr>
              <p:blipFill>
                <a:blip r:embed="rId176"/>
                <a:stretch>
                  <a:fillRect/>
                </a:stretch>
              </p:blipFill>
              <p:spPr>
                <a:xfrm>
                  <a:off x="756234" y="5342312"/>
                  <a:ext cx="21240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36" name="Ink 135">
                  <a:extLst>
                    <a:ext uri="{FF2B5EF4-FFF2-40B4-BE49-F238E27FC236}">
                      <a16:creationId xmlns:a16="http://schemas.microsoft.com/office/drawing/2014/main" id="{F699D263-09E3-D3F7-F258-9FCD5B338775}"/>
                    </a:ext>
                  </a:extLst>
                </p14:cNvPr>
                <p14:cNvContentPartPr/>
                <p14:nvPr/>
              </p14:nvContentPartPr>
              <p14:xfrm>
                <a:off x="705834" y="5278952"/>
                <a:ext cx="98280" cy="105120"/>
              </p14:xfrm>
            </p:contentPart>
          </mc:Choice>
          <mc:Fallback>
            <p:pic>
              <p:nvPicPr>
                <p:cNvPr id="136" name="Ink 135">
                  <a:extLst>
                    <a:ext uri="{FF2B5EF4-FFF2-40B4-BE49-F238E27FC236}">
                      <a16:creationId xmlns:a16="http://schemas.microsoft.com/office/drawing/2014/main" id="{F699D263-09E3-D3F7-F258-9FCD5B338775}"/>
                    </a:ext>
                  </a:extLst>
                </p:cNvPr>
                <p:cNvPicPr/>
                <p:nvPr/>
              </p:nvPicPr>
              <p:blipFill>
                <a:blip r:embed="rId178"/>
                <a:stretch>
                  <a:fillRect/>
                </a:stretch>
              </p:blipFill>
              <p:spPr>
                <a:xfrm>
                  <a:off x="699714" y="5272832"/>
                  <a:ext cx="11052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66" name="Ink 165">
                  <a:extLst>
                    <a:ext uri="{FF2B5EF4-FFF2-40B4-BE49-F238E27FC236}">
                      <a16:creationId xmlns:a16="http://schemas.microsoft.com/office/drawing/2014/main" id="{DA84A0DA-3FDA-A5DD-BBAC-6DCA1F20E523}"/>
                    </a:ext>
                  </a:extLst>
                </p14:cNvPr>
                <p14:cNvContentPartPr/>
                <p14:nvPr/>
              </p14:nvContentPartPr>
              <p14:xfrm>
                <a:off x="443754" y="5495312"/>
                <a:ext cx="176040" cy="168840"/>
              </p14:xfrm>
            </p:contentPart>
          </mc:Choice>
          <mc:Fallback>
            <p:pic>
              <p:nvPicPr>
                <p:cNvPr id="166" name="Ink 165">
                  <a:extLst>
                    <a:ext uri="{FF2B5EF4-FFF2-40B4-BE49-F238E27FC236}">
                      <a16:creationId xmlns:a16="http://schemas.microsoft.com/office/drawing/2014/main" id="{DA84A0DA-3FDA-A5DD-BBAC-6DCA1F20E523}"/>
                    </a:ext>
                  </a:extLst>
                </p:cNvPr>
                <p:cNvPicPr/>
                <p:nvPr/>
              </p:nvPicPr>
              <p:blipFill>
                <a:blip r:embed="rId180"/>
                <a:stretch>
                  <a:fillRect/>
                </a:stretch>
              </p:blipFill>
              <p:spPr>
                <a:xfrm>
                  <a:off x="437634" y="5489192"/>
                  <a:ext cx="18828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67" name="Ink 166">
                  <a:extLst>
                    <a:ext uri="{FF2B5EF4-FFF2-40B4-BE49-F238E27FC236}">
                      <a16:creationId xmlns:a16="http://schemas.microsoft.com/office/drawing/2014/main" id="{50BB8E27-862B-51BA-9008-64AA861B2EF5}"/>
                    </a:ext>
                  </a:extLst>
                </p14:cNvPr>
                <p14:cNvContentPartPr/>
                <p14:nvPr/>
              </p14:nvContentPartPr>
              <p14:xfrm>
                <a:off x="576954" y="5321072"/>
                <a:ext cx="170640" cy="218160"/>
              </p14:xfrm>
            </p:contentPart>
          </mc:Choice>
          <mc:Fallback>
            <p:pic>
              <p:nvPicPr>
                <p:cNvPr id="167" name="Ink 166">
                  <a:extLst>
                    <a:ext uri="{FF2B5EF4-FFF2-40B4-BE49-F238E27FC236}">
                      <a16:creationId xmlns:a16="http://schemas.microsoft.com/office/drawing/2014/main" id="{50BB8E27-862B-51BA-9008-64AA861B2EF5}"/>
                    </a:ext>
                  </a:extLst>
                </p:cNvPr>
                <p:cNvPicPr/>
                <p:nvPr/>
              </p:nvPicPr>
              <p:blipFill>
                <a:blip r:embed="rId182"/>
                <a:stretch>
                  <a:fillRect/>
                </a:stretch>
              </p:blipFill>
              <p:spPr>
                <a:xfrm>
                  <a:off x="570834" y="5314952"/>
                  <a:ext cx="18288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68" name="Ink 167">
                  <a:extLst>
                    <a:ext uri="{FF2B5EF4-FFF2-40B4-BE49-F238E27FC236}">
                      <a16:creationId xmlns:a16="http://schemas.microsoft.com/office/drawing/2014/main" id="{D3B94984-FCAA-7F88-8FAE-2B44112DBBE2}"/>
                    </a:ext>
                  </a:extLst>
                </p14:cNvPr>
                <p14:cNvContentPartPr/>
                <p14:nvPr/>
              </p14:nvContentPartPr>
              <p14:xfrm>
                <a:off x="597834" y="5344832"/>
                <a:ext cx="164880" cy="110160"/>
              </p14:xfrm>
            </p:contentPart>
          </mc:Choice>
          <mc:Fallback>
            <p:pic>
              <p:nvPicPr>
                <p:cNvPr id="168" name="Ink 167">
                  <a:extLst>
                    <a:ext uri="{FF2B5EF4-FFF2-40B4-BE49-F238E27FC236}">
                      <a16:creationId xmlns:a16="http://schemas.microsoft.com/office/drawing/2014/main" id="{D3B94984-FCAA-7F88-8FAE-2B44112DBBE2}"/>
                    </a:ext>
                  </a:extLst>
                </p:cNvPr>
                <p:cNvPicPr/>
                <p:nvPr/>
              </p:nvPicPr>
              <p:blipFill>
                <a:blip r:embed="rId184"/>
                <a:stretch>
                  <a:fillRect/>
                </a:stretch>
              </p:blipFill>
              <p:spPr>
                <a:xfrm>
                  <a:off x="591714" y="5338712"/>
                  <a:ext cx="17712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70" name="Ink 169">
                  <a:extLst>
                    <a:ext uri="{FF2B5EF4-FFF2-40B4-BE49-F238E27FC236}">
                      <a16:creationId xmlns:a16="http://schemas.microsoft.com/office/drawing/2014/main" id="{C4199DA5-8C31-AF6A-D99B-E0B0EDEE4E34}"/>
                    </a:ext>
                  </a:extLst>
                </p14:cNvPr>
                <p14:cNvContentPartPr/>
                <p14:nvPr/>
              </p14:nvContentPartPr>
              <p14:xfrm>
                <a:off x="478314" y="6119192"/>
                <a:ext cx="76680" cy="107640"/>
              </p14:xfrm>
            </p:contentPart>
          </mc:Choice>
          <mc:Fallback>
            <p:pic>
              <p:nvPicPr>
                <p:cNvPr id="170" name="Ink 169">
                  <a:extLst>
                    <a:ext uri="{FF2B5EF4-FFF2-40B4-BE49-F238E27FC236}">
                      <a16:creationId xmlns:a16="http://schemas.microsoft.com/office/drawing/2014/main" id="{C4199DA5-8C31-AF6A-D99B-E0B0EDEE4E34}"/>
                    </a:ext>
                  </a:extLst>
                </p:cNvPr>
                <p:cNvPicPr/>
                <p:nvPr/>
              </p:nvPicPr>
              <p:blipFill>
                <a:blip r:embed="rId186"/>
                <a:stretch>
                  <a:fillRect/>
                </a:stretch>
              </p:blipFill>
              <p:spPr>
                <a:xfrm>
                  <a:off x="472194" y="6113072"/>
                  <a:ext cx="889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71" name="Ink 170">
                  <a:extLst>
                    <a:ext uri="{FF2B5EF4-FFF2-40B4-BE49-F238E27FC236}">
                      <a16:creationId xmlns:a16="http://schemas.microsoft.com/office/drawing/2014/main" id="{E6E6AEA5-5A98-9A77-6EA0-E5C64BD17525}"/>
                    </a:ext>
                  </a:extLst>
                </p14:cNvPr>
                <p14:cNvContentPartPr/>
                <p14:nvPr/>
              </p14:nvContentPartPr>
              <p14:xfrm>
                <a:off x="588474" y="5955752"/>
                <a:ext cx="101520" cy="171360"/>
              </p14:xfrm>
            </p:contentPart>
          </mc:Choice>
          <mc:Fallback>
            <p:pic>
              <p:nvPicPr>
                <p:cNvPr id="171" name="Ink 170">
                  <a:extLst>
                    <a:ext uri="{FF2B5EF4-FFF2-40B4-BE49-F238E27FC236}">
                      <a16:creationId xmlns:a16="http://schemas.microsoft.com/office/drawing/2014/main" id="{E6E6AEA5-5A98-9A77-6EA0-E5C64BD17525}"/>
                    </a:ext>
                  </a:extLst>
                </p:cNvPr>
                <p:cNvPicPr/>
                <p:nvPr/>
              </p:nvPicPr>
              <p:blipFill>
                <a:blip r:embed="rId188"/>
                <a:stretch>
                  <a:fillRect/>
                </a:stretch>
              </p:blipFill>
              <p:spPr>
                <a:xfrm>
                  <a:off x="582354" y="5949632"/>
                  <a:ext cx="11376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72" name="Ink 171">
                  <a:extLst>
                    <a:ext uri="{FF2B5EF4-FFF2-40B4-BE49-F238E27FC236}">
                      <a16:creationId xmlns:a16="http://schemas.microsoft.com/office/drawing/2014/main" id="{14724760-EECE-42CF-45D8-B8A649991700}"/>
                    </a:ext>
                  </a:extLst>
                </p14:cNvPr>
                <p14:cNvContentPartPr/>
                <p14:nvPr/>
              </p14:nvContentPartPr>
              <p14:xfrm>
                <a:off x="644274" y="5814992"/>
                <a:ext cx="167040" cy="126360"/>
              </p14:xfrm>
            </p:contentPart>
          </mc:Choice>
          <mc:Fallback>
            <p:pic>
              <p:nvPicPr>
                <p:cNvPr id="172" name="Ink 171">
                  <a:extLst>
                    <a:ext uri="{FF2B5EF4-FFF2-40B4-BE49-F238E27FC236}">
                      <a16:creationId xmlns:a16="http://schemas.microsoft.com/office/drawing/2014/main" id="{14724760-EECE-42CF-45D8-B8A649991700}"/>
                    </a:ext>
                  </a:extLst>
                </p:cNvPr>
                <p:cNvPicPr/>
                <p:nvPr/>
              </p:nvPicPr>
              <p:blipFill>
                <a:blip r:embed="rId190"/>
                <a:stretch>
                  <a:fillRect/>
                </a:stretch>
              </p:blipFill>
              <p:spPr>
                <a:xfrm>
                  <a:off x="638154" y="5808872"/>
                  <a:ext cx="1792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73" name="Ink 172">
                  <a:extLst>
                    <a:ext uri="{FF2B5EF4-FFF2-40B4-BE49-F238E27FC236}">
                      <a16:creationId xmlns:a16="http://schemas.microsoft.com/office/drawing/2014/main" id="{BB0F1162-3F63-4850-A9A0-8972DEA11B4D}"/>
                    </a:ext>
                  </a:extLst>
                </p14:cNvPr>
                <p14:cNvContentPartPr/>
                <p14:nvPr/>
              </p14:nvContentPartPr>
              <p14:xfrm>
                <a:off x="785034" y="5640392"/>
                <a:ext cx="102240" cy="95760"/>
              </p14:xfrm>
            </p:contentPart>
          </mc:Choice>
          <mc:Fallback>
            <p:pic>
              <p:nvPicPr>
                <p:cNvPr id="173" name="Ink 172">
                  <a:extLst>
                    <a:ext uri="{FF2B5EF4-FFF2-40B4-BE49-F238E27FC236}">
                      <a16:creationId xmlns:a16="http://schemas.microsoft.com/office/drawing/2014/main" id="{BB0F1162-3F63-4850-A9A0-8972DEA11B4D}"/>
                    </a:ext>
                  </a:extLst>
                </p:cNvPr>
                <p:cNvPicPr/>
                <p:nvPr/>
              </p:nvPicPr>
              <p:blipFill>
                <a:blip r:embed="rId192"/>
                <a:stretch>
                  <a:fillRect/>
                </a:stretch>
              </p:blipFill>
              <p:spPr>
                <a:xfrm>
                  <a:off x="778914" y="5634272"/>
                  <a:ext cx="11448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74" name="Ink 173">
                  <a:extLst>
                    <a:ext uri="{FF2B5EF4-FFF2-40B4-BE49-F238E27FC236}">
                      <a16:creationId xmlns:a16="http://schemas.microsoft.com/office/drawing/2014/main" id="{FC91E8FF-471C-417E-1CD7-FBA3F067A96D}"/>
                    </a:ext>
                  </a:extLst>
                </p14:cNvPr>
                <p14:cNvContentPartPr/>
                <p14:nvPr/>
              </p14:nvContentPartPr>
              <p14:xfrm>
                <a:off x="679554" y="6421952"/>
                <a:ext cx="36720" cy="84960"/>
              </p14:xfrm>
            </p:contentPart>
          </mc:Choice>
          <mc:Fallback>
            <p:pic>
              <p:nvPicPr>
                <p:cNvPr id="174" name="Ink 173">
                  <a:extLst>
                    <a:ext uri="{FF2B5EF4-FFF2-40B4-BE49-F238E27FC236}">
                      <a16:creationId xmlns:a16="http://schemas.microsoft.com/office/drawing/2014/main" id="{FC91E8FF-471C-417E-1CD7-FBA3F067A96D}"/>
                    </a:ext>
                  </a:extLst>
                </p:cNvPr>
                <p:cNvPicPr/>
                <p:nvPr/>
              </p:nvPicPr>
              <p:blipFill>
                <a:blip r:embed="rId194"/>
                <a:stretch>
                  <a:fillRect/>
                </a:stretch>
              </p:blipFill>
              <p:spPr>
                <a:xfrm>
                  <a:off x="673434" y="6415832"/>
                  <a:ext cx="4896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76" name="Ink 175">
                  <a:extLst>
                    <a:ext uri="{FF2B5EF4-FFF2-40B4-BE49-F238E27FC236}">
                      <a16:creationId xmlns:a16="http://schemas.microsoft.com/office/drawing/2014/main" id="{242B34F2-AF2C-06DD-1278-31D99441DFB4}"/>
                    </a:ext>
                  </a:extLst>
                </p14:cNvPr>
                <p14:cNvContentPartPr/>
                <p14:nvPr/>
              </p14:nvContentPartPr>
              <p14:xfrm>
                <a:off x="746154" y="6097592"/>
                <a:ext cx="172800" cy="267480"/>
              </p14:xfrm>
            </p:contentPart>
          </mc:Choice>
          <mc:Fallback>
            <p:pic>
              <p:nvPicPr>
                <p:cNvPr id="176" name="Ink 175">
                  <a:extLst>
                    <a:ext uri="{FF2B5EF4-FFF2-40B4-BE49-F238E27FC236}">
                      <a16:creationId xmlns:a16="http://schemas.microsoft.com/office/drawing/2014/main" id="{242B34F2-AF2C-06DD-1278-31D99441DFB4}"/>
                    </a:ext>
                  </a:extLst>
                </p:cNvPr>
                <p:cNvPicPr/>
                <p:nvPr/>
              </p:nvPicPr>
              <p:blipFill>
                <a:blip r:embed="rId196"/>
                <a:stretch>
                  <a:fillRect/>
                </a:stretch>
              </p:blipFill>
              <p:spPr>
                <a:xfrm>
                  <a:off x="740034" y="6091472"/>
                  <a:ext cx="185040" cy="279720"/>
                </a:xfrm>
                <a:prstGeom prst="rect">
                  <a:avLst/>
                </a:prstGeom>
              </p:spPr>
            </p:pic>
          </mc:Fallback>
        </mc:AlternateContent>
      </p:grpSp>
      <p:grpSp>
        <p:nvGrpSpPr>
          <p:cNvPr id="205" name="Group 204">
            <a:extLst>
              <a:ext uri="{FF2B5EF4-FFF2-40B4-BE49-F238E27FC236}">
                <a16:creationId xmlns:a16="http://schemas.microsoft.com/office/drawing/2014/main" id="{DD1B55A5-BB20-CEAE-F21F-16709C47F3AC}"/>
              </a:ext>
            </a:extLst>
          </p:cNvPr>
          <p:cNvGrpSpPr/>
          <p:nvPr/>
        </p:nvGrpSpPr>
        <p:grpSpPr>
          <a:xfrm>
            <a:off x="3039354" y="1327232"/>
            <a:ext cx="536400" cy="294840"/>
            <a:chOff x="3039354" y="1327232"/>
            <a:chExt cx="536400" cy="294840"/>
          </a:xfrm>
        </p:grpSpPr>
        <mc:AlternateContent xmlns:mc="http://schemas.openxmlformats.org/markup-compatibility/2006">
          <mc:Choice xmlns:p14="http://schemas.microsoft.com/office/powerpoint/2010/main" Requires="p14">
            <p:contentPart p14:bwMode="auto" r:id="rId197">
              <p14:nvContentPartPr>
                <p14:cNvPr id="201" name="Ink 200">
                  <a:extLst>
                    <a:ext uri="{FF2B5EF4-FFF2-40B4-BE49-F238E27FC236}">
                      <a16:creationId xmlns:a16="http://schemas.microsoft.com/office/drawing/2014/main" id="{096B01C0-7059-C286-C9B6-171312584DEE}"/>
                    </a:ext>
                  </a:extLst>
                </p14:cNvPr>
                <p14:cNvContentPartPr/>
                <p14:nvPr/>
              </p14:nvContentPartPr>
              <p14:xfrm>
                <a:off x="3039354" y="1327232"/>
                <a:ext cx="175680" cy="277920"/>
              </p14:xfrm>
            </p:contentPart>
          </mc:Choice>
          <mc:Fallback>
            <p:pic>
              <p:nvPicPr>
                <p:cNvPr id="201" name="Ink 200">
                  <a:extLst>
                    <a:ext uri="{FF2B5EF4-FFF2-40B4-BE49-F238E27FC236}">
                      <a16:creationId xmlns:a16="http://schemas.microsoft.com/office/drawing/2014/main" id="{096B01C0-7059-C286-C9B6-171312584DEE}"/>
                    </a:ext>
                  </a:extLst>
                </p:cNvPr>
                <p:cNvPicPr/>
                <p:nvPr/>
              </p:nvPicPr>
              <p:blipFill>
                <a:blip r:embed="rId198"/>
                <a:stretch>
                  <a:fillRect/>
                </a:stretch>
              </p:blipFill>
              <p:spPr>
                <a:xfrm>
                  <a:off x="3033234" y="1321112"/>
                  <a:ext cx="18792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202" name="Ink 201">
                  <a:extLst>
                    <a:ext uri="{FF2B5EF4-FFF2-40B4-BE49-F238E27FC236}">
                      <a16:creationId xmlns:a16="http://schemas.microsoft.com/office/drawing/2014/main" id="{66726E47-555C-A8BF-4100-F2C261F0650C}"/>
                    </a:ext>
                  </a:extLst>
                </p14:cNvPr>
                <p14:cNvContentPartPr/>
                <p14:nvPr/>
              </p14:nvContentPartPr>
              <p14:xfrm>
                <a:off x="3283074" y="1361792"/>
                <a:ext cx="153360" cy="219240"/>
              </p14:xfrm>
            </p:contentPart>
          </mc:Choice>
          <mc:Fallback>
            <p:pic>
              <p:nvPicPr>
                <p:cNvPr id="202" name="Ink 201">
                  <a:extLst>
                    <a:ext uri="{FF2B5EF4-FFF2-40B4-BE49-F238E27FC236}">
                      <a16:creationId xmlns:a16="http://schemas.microsoft.com/office/drawing/2014/main" id="{66726E47-555C-A8BF-4100-F2C261F0650C}"/>
                    </a:ext>
                  </a:extLst>
                </p:cNvPr>
                <p:cNvPicPr/>
                <p:nvPr/>
              </p:nvPicPr>
              <p:blipFill>
                <a:blip r:embed="rId200"/>
                <a:stretch>
                  <a:fillRect/>
                </a:stretch>
              </p:blipFill>
              <p:spPr>
                <a:xfrm>
                  <a:off x="3276954" y="1355672"/>
                  <a:ext cx="1656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203" name="Ink 202">
                  <a:extLst>
                    <a:ext uri="{FF2B5EF4-FFF2-40B4-BE49-F238E27FC236}">
                      <a16:creationId xmlns:a16="http://schemas.microsoft.com/office/drawing/2014/main" id="{FC7914B6-6695-0F62-2607-20B842A1C99A}"/>
                    </a:ext>
                  </a:extLst>
                </p14:cNvPr>
                <p14:cNvContentPartPr/>
                <p14:nvPr/>
              </p14:nvContentPartPr>
              <p14:xfrm>
                <a:off x="3355794" y="1389152"/>
                <a:ext cx="34200" cy="164880"/>
              </p14:xfrm>
            </p:contentPart>
          </mc:Choice>
          <mc:Fallback>
            <p:pic>
              <p:nvPicPr>
                <p:cNvPr id="203" name="Ink 202">
                  <a:extLst>
                    <a:ext uri="{FF2B5EF4-FFF2-40B4-BE49-F238E27FC236}">
                      <a16:creationId xmlns:a16="http://schemas.microsoft.com/office/drawing/2014/main" id="{FC7914B6-6695-0F62-2607-20B842A1C99A}"/>
                    </a:ext>
                  </a:extLst>
                </p:cNvPr>
                <p:cNvPicPr/>
                <p:nvPr/>
              </p:nvPicPr>
              <p:blipFill>
                <a:blip r:embed="rId202"/>
                <a:stretch>
                  <a:fillRect/>
                </a:stretch>
              </p:blipFill>
              <p:spPr>
                <a:xfrm>
                  <a:off x="3349674" y="1383032"/>
                  <a:ext cx="4644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204" name="Ink 203">
                  <a:extLst>
                    <a:ext uri="{FF2B5EF4-FFF2-40B4-BE49-F238E27FC236}">
                      <a16:creationId xmlns:a16="http://schemas.microsoft.com/office/drawing/2014/main" id="{AF182FCE-9F14-EFDA-7E7D-2DF49464A7B0}"/>
                    </a:ext>
                  </a:extLst>
                </p14:cNvPr>
                <p14:cNvContentPartPr/>
                <p14:nvPr/>
              </p14:nvContentPartPr>
              <p14:xfrm>
                <a:off x="3549834" y="1522352"/>
                <a:ext cx="25920" cy="99720"/>
              </p14:xfrm>
            </p:contentPart>
          </mc:Choice>
          <mc:Fallback>
            <p:pic>
              <p:nvPicPr>
                <p:cNvPr id="204" name="Ink 203">
                  <a:extLst>
                    <a:ext uri="{FF2B5EF4-FFF2-40B4-BE49-F238E27FC236}">
                      <a16:creationId xmlns:a16="http://schemas.microsoft.com/office/drawing/2014/main" id="{AF182FCE-9F14-EFDA-7E7D-2DF49464A7B0}"/>
                    </a:ext>
                  </a:extLst>
                </p:cNvPr>
                <p:cNvPicPr/>
                <p:nvPr/>
              </p:nvPicPr>
              <p:blipFill>
                <a:blip r:embed="rId204"/>
                <a:stretch>
                  <a:fillRect/>
                </a:stretch>
              </p:blipFill>
              <p:spPr>
                <a:xfrm>
                  <a:off x="3543714" y="1516232"/>
                  <a:ext cx="38160" cy="111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5">
            <p14:nvContentPartPr>
              <p14:cNvPr id="210" name="Ink 209">
                <a:extLst>
                  <a:ext uri="{FF2B5EF4-FFF2-40B4-BE49-F238E27FC236}">
                    <a16:creationId xmlns:a16="http://schemas.microsoft.com/office/drawing/2014/main" id="{FB1B9D45-32E5-2264-981F-C0C4318EAB80}"/>
                  </a:ext>
                </a:extLst>
              </p14:cNvPr>
              <p14:cNvContentPartPr/>
              <p14:nvPr/>
            </p14:nvContentPartPr>
            <p14:xfrm>
              <a:off x="4531554" y="1481312"/>
              <a:ext cx="63000" cy="146160"/>
            </p14:xfrm>
          </p:contentPart>
        </mc:Choice>
        <mc:Fallback>
          <p:pic>
            <p:nvPicPr>
              <p:cNvPr id="210" name="Ink 209">
                <a:extLst>
                  <a:ext uri="{FF2B5EF4-FFF2-40B4-BE49-F238E27FC236}">
                    <a16:creationId xmlns:a16="http://schemas.microsoft.com/office/drawing/2014/main" id="{FB1B9D45-32E5-2264-981F-C0C4318EAB80}"/>
                  </a:ext>
                </a:extLst>
              </p:cNvPr>
              <p:cNvPicPr/>
              <p:nvPr/>
            </p:nvPicPr>
            <p:blipFill>
              <a:blip r:embed="rId206"/>
              <a:stretch>
                <a:fillRect/>
              </a:stretch>
            </p:blipFill>
            <p:spPr>
              <a:xfrm>
                <a:off x="4525434" y="1475192"/>
                <a:ext cx="75240" cy="158400"/>
              </a:xfrm>
              <a:prstGeom prst="rect">
                <a:avLst/>
              </a:prstGeom>
            </p:spPr>
          </p:pic>
        </mc:Fallback>
      </mc:AlternateContent>
      <p:grpSp>
        <p:nvGrpSpPr>
          <p:cNvPr id="219" name="Group 218">
            <a:extLst>
              <a:ext uri="{FF2B5EF4-FFF2-40B4-BE49-F238E27FC236}">
                <a16:creationId xmlns:a16="http://schemas.microsoft.com/office/drawing/2014/main" id="{0B4174FB-87FB-7961-75F6-DDF01BCBBF83}"/>
              </a:ext>
            </a:extLst>
          </p:cNvPr>
          <p:cNvGrpSpPr/>
          <p:nvPr/>
        </p:nvGrpSpPr>
        <p:grpSpPr>
          <a:xfrm>
            <a:off x="4817034" y="1236872"/>
            <a:ext cx="1329840" cy="301680"/>
            <a:chOff x="4817034" y="1236872"/>
            <a:chExt cx="1329840" cy="301680"/>
          </a:xfrm>
        </p:grpSpPr>
        <mc:AlternateContent xmlns:mc="http://schemas.openxmlformats.org/markup-compatibility/2006">
          <mc:Choice xmlns:p14="http://schemas.microsoft.com/office/powerpoint/2010/main" Requires="p14">
            <p:contentPart p14:bwMode="auto" r:id="rId207">
              <p14:nvContentPartPr>
                <p14:cNvPr id="212" name="Ink 211">
                  <a:extLst>
                    <a:ext uri="{FF2B5EF4-FFF2-40B4-BE49-F238E27FC236}">
                      <a16:creationId xmlns:a16="http://schemas.microsoft.com/office/drawing/2014/main" id="{127F12E4-8306-A3AB-FA68-F7A0BFAE212D}"/>
                    </a:ext>
                  </a:extLst>
                </p14:cNvPr>
                <p14:cNvContentPartPr/>
                <p14:nvPr/>
              </p14:nvContentPartPr>
              <p14:xfrm>
                <a:off x="4817034" y="1296992"/>
                <a:ext cx="287640" cy="241560"/>
              </p14:xfrm>
            </p:contentPart>
          </mc:Choice>
          <mc:Fallback>
            <p:pic>
              <p:nvPicPr>
                <p:cNvPr id="212" name="Ink 211">
                  <a:extLst>
                    <a:ext uri="{FF2B5EF4-FFF2-40B4-BE49-F238E27FC236}">
                      <a16:creationId xmlns:a16="http://schemas.microsoft.com/office/drawing/2014/main" id="{127F12E4-8306-A3AB-FA68-F7A0BFAE212D}"/>
                    </a:ext>
                  </a:extLst>
                </p:cNvPr>
                <p:cNvPicPr/>
                <p:nvPr/>
              </p:nvPicPr>
              <p:blipFill>
                <a:blip r:embed="rId208"/>
                <a:stretch>
                  <a:fillRect/>
                </a:stretch>
              </p:blipFill>
              <p:spPr>
                <a:xfrm>
                  <a:off x="4810914" y="1290872"/>
                  <a:ext cx="29988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213" name="Ink 212">
                  <a:extLst>
                    <a:ext uri="{FF2B5EF4-FFF2-40B4-BE49-F238E27FC236}">
                      <a16:creationId xmlns:a16="http://schemas.microsoft.com/office/drawing/2014/main" id="{E5B7A608-068E-385A-359E-E7B70D869C5D}"/>
                    </a:ext>
                  </a:extLst>
                </p14:cNvPr>
                <p14:cNvContentPartPr/>
                <p14:nvPr/>
              </p14:nvContentPartPr>
              <p14:xfrm>
                <a:off x="5096754" y="1308152"/>
                <a:ext cx="11880" cy="58680"/>
              </p14:xfrm>
            </p:contentPart>
          </mc:Choice>
          <mc:Fallback>
            <p:pic>
              <p:nvPicPr>
                <p:cNvPr id="213" name="Ink 212">
                  <a:extLst>
                    <a:ext uri="{FF2B5EF4-FFF2-40B4-BE49-F238E27FC236}">
                      <a16:creationId xmlns:a16="http://schemas.microsoft.com/office/drawing/2014/main" id="{E5B7A608-068E-385A-359E-E7B70D869C5D}"/>
                    </a:ext>
                  </a:extLst>
                </p:cNvPr>
                <p:cNvPicPr/>
                <p:nvPr/>
              </p:nvPicPr>
              <p:blipFill>
                <a:blip r:embed="rId210"/>
                <a:stretch>
                  <a:fillRect/>
                </a:stretch>
              </p:blipFill>
              <p:spPr>
                <a:xfrm>
                  <a:off x="5090634" y="1302032"/>
                  <a:ext cx="2412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214" name="Ink 213">
                  <a:extLst>
                    <a:ext uri="{FF2B5EF4-FFF2-40B4-BE49-F238E27FC236}">
                      <a16:creationId xmlns:a16="http://schemas.microsoft.com/office/drawing/2014/main" id="{5AEF5A6D-AC05-A74A-1479-6CBB13964E89}"/>
                    </a:ext>
                  </a:extLst>
                </p14:cNvPr>
                <p14:cNvContentPartPr/>
                <p14:nvPr/>
              </p14:nvContentPartPr>
              <p14:xfrm>
                <a:off x="5162274" y="1262432"/>
                <a:ext cx="315720" cy="171000"/>
              </p14:xfrm>
            </p:contentPart>
          </mc:Choice>
          <mc:Fallback>
            <p:pic>
              <p:nvPicPr>
                <p:cNvPr id="214" name="Ink 213">
                  <a:extLst>
                    <a:ext uri="{FF2B5EF4-FFF2-40B4-BE49-F238E27FC236}">
                      <a16:creationId xmlns:a16="http://schemas.microsoft.com/office/drawing/2014/main" id="{5AEF5A6D-AC05-A74A-1479-6CBB13964E89}"/>
                    </a:ext>
                  </a:extLst>
                </p:cNvPr>
                <p:cNvPicPr/>
                <p:nvPr/>
              </p:nvPicPr>
              <p:blipFill>
                <a:blip r:embed="rId212"/>
                <a:stretch>
                  <a:fillRect/>
                </a:stretch>
              </p:blipFill>
              <p:spPr>
                <a:xfrm>
                  <a:off x="5156154" y="1256312"/>
                  <a:ext cx="3279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216" name="Ink 215">
                  <a:extLst>
                    <a:ext uri="{FF2B5EF4-FFF2-40B4-BE49-F238E27FC236}">
                      <a16:creationId xmlns:a16="http://schemas.microsoft.com/office/drawing/2014/main" id="{CEA7DB3F-B966-101C-3A9F-12187CEA9253}"/>
                    </a:ext>
                  </a:extLst>
                </p14:cNvPr>
                <p14:cNvContentPartPr/>
                <p14:nvPr/>
              </p14:nvContentPartPr>
              <p14:xfrm>
                <a:off x="5574474" y="1257392"/>
                <a:ext cx="348840" cy="181080"/>
              </p14:xfrm>
            </p:contentPart>
          </mc:Choice>
          <mc:Fallback>
            <p:pic>
              <p:nvPicPr>
                <p:cNvPr id="216" name="Ink 215">
                  <a:extLst>
                    <a:ext uri="{FF2B5EF4-FFF2-40B4-BE49-F238E27FC236}">
                      <a16:creationId xmlns:a16="http://schemas.microsoft.com/office/drawing/2014/main" id="{CEA7DB3F-B966-101C-3A9F-12187CEA9253}"/>
                    </a:ext>
                  </a:extLst>
                </p:cNvPr>
                <p:cNvPicPr/>
                <p:nvPr/>
              </p:nvPicPr>
              <p:blipFill>
                <a:blip r:embed="rId214"/>
                <a:stretch>
                  <a:fillRect/>
                </a:stretch>
              </p:blipFill>
              <p:spPr>
                <a:xfrm>
                  <a:off x="5568354" y="1251272"/>
                  <a:ext cx="36108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17" name="Ink 216">
                  <a:extLst>
                    <a:ext uri="{FF2B5EF4-FFF2-40B4-BE49-F238E27FC236}">
                      <a16:creationId xmlns:a16="http://schemas.microsoft.com/office/drawing/2014/main" id="{722B68A1-F157-67F1-1F8B-47038F79DCAF}"/>
                    </a:ext>
                  </a:extLst>
                </p14:cNvPr>
                <p14:cNvContentPartPr/>
                <p14:nvPr/>
              </p14:nvContentPartPr>
              <p14:xfrm>
                <a:off x="5904234" y="1236872"/>
                <a:ext cx="188640" cy="157680"/>
              </p14:xfrm>
            </p:contentPart>
          </mc:Choice>
          <mc:Fallback>
            <p:pic>
              <p:nvPicPr>
                <p:cNvPr id="217" name="Ink 216">
                  <a:extLst>
                    <a:ext uri="{FF2B5EF4-FFF2-40B4-BE49-F238E27FC236}">
                      <a16:creationId xmlns:a16="http://schemas.microsoft.com/office/drawing/2014/main" id="{722B68A1-F157-67F1-1F8B-47038F79DCAF}"/>
                    </a:ext>
                  </a:extLst>
                </p:cNvPr>
                <p:cNvPicPr/>
                <p:nvPr/>
              </p:nvPicPr>
              <p:blipFill>
                <a:blip r:embed="rId216"/>
                <a:stretch>
                  <a:fillRect/>
                </a:stretch>
              </p:blipFill>
              <p:spPr>
                <a:xfrm>
                  <a:off x="5898114" y="1230752"/>
                  <a:ext cx="2008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18" name="Ink 217">
                  <a:extLst>
                    <a:ext uri="{FF2B5EF4-FFF2-40B4-BE49-F238E27FC236}">
                      <a16:creationId xmlns:a16="http://schemas.microsoft.com/office/drawing/2014/main" id="{B0EB4215-B4D7-42A9-C021-3E054CCF0730}"/>
                    </a:ext>
                  </a:extLst>
                </p14:cNvPr>
                <p14:cNvContentPartPr/>
                <p14:nvPr/>
              </p14:nvContentPartPr>
              <p14:xfrm>
                <a:off x="6141474" y="1340912"/>
                <a:ext cx="5400" cy="2160"/>
              </p14:xfrm>
            </p:contentPart>
          </mc:Choice>
          <mc:Fallback>
            <p:pic>
              <p:nvPicPr>
                <p:cNvPr id="218" name="Ink 217">
                  <a:extLst>
                    <a:ext uri="{FF2B5EF4-FFF2-40B4-BE49-F238E27FC236}">
                      <a16:creationId xmlns:a16="http://schemas.microsoft.com/office/drawing/2014/main" id="{B0EB4215-B4D7-42A9-C021-3E054CCF0730}"/>
                    </a:ext>
                  </a:extLst>
                </p:cNvPr>
                <p:cNvPicPr/>
                <p:nvPr/>
              </p:nvPicPr>
              <p:blipFill>
                <a:blip r:embed="rId218"/>
                <a:stretch>
                  <a:fillRect/>
                </a:stretch>
              </p:blipFill>
              <p:spPr>
                <a:xfrm>
                  <a:off x="6135354" y="1334792"/>
                  <a:ext cx="17640" cy="14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9">
            <p14:nvContentPartPr>
              <p14:cNvPr id="220" name="Ink 219">
                <a:extLst>
                  <a:ext uri="{FF2B5EF4-FFF2-40B4-BE49-F238E27FC236}">
                    <a16:creationId xmlns:a16="http://schemas.microsoft.com/office/drawing/2014/main" id="{845B70C7-CEF2-9D8A-D8E9-4BFB22800B11}"/>
                  </a:ext>
                </a:extLst>
              </p14:cNvPr>
              <p14:cNvContentPartPr/>
              <p14:nvPr/>
            </p14:nvContentPartPr>
            <p14:xfrm>
              <a:off x="3999474" y="1630352"/>
              <a:ext cx="77040" cy="38520"/>
            </p14:xfrm>
          </p:contentPart>
        </mc:Choice>
        <mc:Fallback>
          <p:pic>
            <p:nvPicPr>
              <p:cNvPr id="220" name="Ink 219">
                <a:extLst>
                  <a:ext uri="{FF2B5EF4-FFF2-40B4-BE49-F238E27FC236}">
                    <a16:creationId xmlns:a16="http://schemas.microsoft.com/office/drawing/2014/main" id="{845B70C7-CEF2-9D8A-D8E9-4BFB22800B11}"/>
                  </a:ext>
                </a:extLst>
              </p:cNvPr>
              <p:cNvPicPr/>
              <p:nvPr/>
            </p:nvPicPr>
            <p:blipFill>
              <a:blip r:embed="rId220"/>
              <a:stretch>
                <a:fillRect/>
              </a:stretch>
            </p:blipFill>
            <p:spPr>
              <a:xfrm>
                <a:off x="3993354" y="1624232"/>
                <a:ext cx="892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222" name="Ink 221">
                <a:extLst>
                  <a:ext uri="{FF2B5EF4-FFF2-40B4-BE49-F238E27FC236}">
                    <a16:creationId xmlns:a16="http://schemas.microsoft.com/office/drawing/2014/main" id="{D41A6EFE-ACA0-C733-DFF6-F49E7B90C395}"/>
                  </a:ext>
                </a:extLst>
              </p14:cNvPr>
              <p14:cNvContentPartPr/>
              <p14:nvPr/>
            </p14:nvContentPartPr>
            <p14:xfrm>
              <a:off x="5215554" y="1576352"/>
              <a:ext cx="47520" cy="37080"/>
            </p14:xfrm>
          </p:contentPart>
        </mc:Choice>
        <mc:Fallback>
          <p:pic>
            <p:nvPicPr>
              <p:cNvPr id="222" name="Ink 221">
                <a:extLst>
                  <a:ext uri="{FF2B5EF4-FFF2-40B4-BE49-F238E27FC236}">
                    <a16:creationId xmlns:a16="http://schemas.microsoft.com/office/drawing/2014/main" id="{D41A6EFE-ACA0-C733-DFF6-F49E7B90C395}"/>
                  </a:ext>
                </a:extLst>
              </p:cNvPr>
              <p:cNvPicPr/>
              <p:nvPr/>
            </p:nvPicPr>
            <p:blipFill>
              <a:blip r:embed="rId222"/>
              <a:stretch>
                <a:fillRect/>
              </a:stretch>
            </p:blipFill>
            <p:spPr>
              <a:xfrm>
                <a:off x="5209434" y="1570232"/>
                <a:ext cx="59760" cy="49320"/>
              </a:xfrm>
              <a:prstGeom prst="rect">
                <a:avLst/>
              </a:prstGeom>
            </p:spPr>
          </p:pic>
        </mc:Fallback>
      </mc:AlternateContent>
      <p:grpSp>
        <p:nvGrpSpPr>
          <p:cNvPr id="228" name="Group 227">
            <a:extLst>
              <a:ext uri="{FF2B5EF4-FFF2-40B4-BE49-F238E27FC236}">
                <a16:creationId xmlns:a16="http://schemas.microsoft.com/office/drawing/2014/main" id="{80AD9004-939E-64D0-C56E-276204501B51}"/>
              </a:ext>
            </a:extLst>
          </p:cNvPr>
          <p:cNvGrpSpPr/>
          <p:nvPr/>
        </p:nvGrpSpPr>
        <p:grpSpPr>
          <a:xfrm>
            <a:off x="3216474" y="1695872"/>
            <a:ext cx="165960" cy="320400"/>
            <a:chOff x="3216474" y="1695872"/>
            <a:chExt cx="165960" cy="320400"/>
          </a:xfrm>
        </p:grpSpPr>
        <mc:AlternateContent xmlns:mc="http://schemas.openxmlformats.org/markup-compatibility/2006">
          <mc:Choice xmlns:p14="http://schemas.microsoft.com/office/powerpoint/2010/main" Requires="p14">
            <p:contentPart p14:bwMode="auto" r:id="rId223">
              <p14:nvContentPartPr>
                <p14:cNvPr id="223" name="Ink 222">
                  <a:extLst>
                    <a:ext uri="{FF2B5EF4-FFF2-40B4-BE49-F238E27FC236}">
                      <a16:creationId xmlns:a16="http://schemas.microsoft.com/office/drawing/2014/main" id="{D36F73CF-4B1E-D1C4-D2F3-210B21A92927}"/>
                    </a:ext>
                  </a:extLst>
                </p14:cNvPr>
                <p14:cNvContentPartPr/>
                <p14:nvPr/>
              </p14:nvContentPartPr>
              <p14:xfrm>
                <a:off x="3287394" y="1695872"/>
                <a:ext cx="95040" cy="320400"/>
              </p14:xfrm>
            </p:contentPart>
          </mc:Choice>
          <mc:Fallback>
            <p:pic>
              <p:nvPicPr>
                <p:cNvPr id="223" name="Ink 222">
                  <a:extLst>
                    <a:ext uri="{FF2B5EF4-FFF2-40B4-BE49-F238E27FC236}">
                      <a16:creationId xmlns:a16="http://schemas.microsoft.com/office/drawing/2014/main" id="{D36F73CF-4B1E-D1C4-D2F3-210B21A92927}"/>
                    </a:ext>
                  </a:extLst>
                </p:cNvPr>
                <p:cNvPicPr/>
                <p:nvPr/>
              </p:nvPicPr>
              <p:blipFill>
                <a:blip r:embed="rId224"/>
                <a:stretch>
                  <a:fillRect/>
                </a:stretch>
              </p:blipFill>
              <p:spPr>
                <a:xfrm>
                  <a:off x="3281274" y="1689752"/>
                  <a:ext cx="10728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224" name="Ink 223">
                  <a:extLst>
                    <a:ext uri="{FF2B5EF4-FFF2-40B4-BE49-F238E27FC236}">
                      <a16:creationId xmlns:a16="http://schemas.microsoft.com/office/drawing/2014/main" id="{83609E30-B258-20C9-BB9A-C24BDB8CD199}"/>
                    </a:ext>
                  </a:extLst>
                </p14:cNvPr>
                <p14:cNvContentPartPr/>
                <p14:nvPr/>
              </p14:nvContentPartPr>
              <p14:xfrm>
                <a:off x="3216474" y="1760312"/>
                <a:ext cx="115200" cy="75240"/>
              </p14:xfrm>
            </p:contentPart>
          </mc:Choice>
          <mc:Fallback>
            <p:pic>
              <p:nvPicPr>
                <p:cNvPr id="224" name="Ink 223">
                  <a:extLst>
                    <a:ext uri="{FF2B5EF4-FFF2-40B4-BE49-F238E27FC236}">
                      <a16:creationId xmlns:a16="http://schemas.microsoft.com/office/drawing/2014/main" id="{83609E30-B258-20C9-BB9A-C24BDB8CD199}"/>
                    </a:ext>
                  </a:extLst>
                </p:cNvPr>
                <p:cNvPicPr/>
                <p:nvPr/>
              </p:nvPicPr>
              <p:blipFill>
                <a:blip r:embed="rId226"/>
                <a:stretch>
                  <a:fillRect/>
                </a:stretch>
              </p:blipFill>
              <p:spPr>
                <a:xfrm>
                  <a:off x="3210354" y="1754192"/>
                  <a:ext cx="127440" cy="87480"/>
                </a:xfrm>
                <a:prstGeom prst="rect">
                  <a:avLst/>
                </a:prstGeom>
              </p:spPr>
            </p:pic>
          </mc:Fallback>
        </mc:AlternateContent>
      </p:grpSp>
      <p:grpSp>
        <p:nvGrpSpPr>
          <p:cNvPr id="227" name="Group 226">
            <a:extLst>
              <a:ext uri="{FF2B5EF4-FFF2-40B4-BE49-F238E27FC236}">
                <a16:creationId xmlns:a16="http://schemas.microsoft.com/office/drawing/2014/main" id="{540537E2-2885-56AF-7DB3-943E8F7AFCCD}"/>
              </a:ext>
            </a:extLst>
          </p:cNvPr>
          <p:cNvGrpSpPr/>
          <p:nvPr/>
        </p:nvGrpSpPr>
        <p:grpSpPr>
          <a:xfrm>
            <a:off x="3772314" y="1334792"/>
            <a:ext cx="573840" cy="483480"/>
            <a:chOff x="3772314" y="1334792"/>
            <a:chExt cx="573840" cy="483480"/>
          </a:xfrm>
        </p:grpSpPr>
        <mc:AlternateContent xmlns:mc="http://schemas.openxmlformats.org/markup-compatibility/2006">
          <mc:Choice xmlns:p14="http://schemas.microsoft.com/office/powerpoint/2010/main" Requires="p14">
            <p:contentPart p14:bwMode="auto" r:id="rId227">
              <p14:nvContentPartPr>
                <p14:cNvPr id="206" name="Ink 205">
                  <a:extLst>
                    <a:ext uri="{FF2B5EF4-FFF2-40B4-BE49-F238E27FC236}">
                      <a16:creationId xmlns:a16="http://schemas.microsoft.com/office/drawing/2014/main" id="{014CFCCB-6B30-F99F-31C9-890EDC59BA78}"/>
                    </a:ext>
                  </a:extLst>
                </p14:cNvPr>
                <p14:cNvContentPartPr/>
                <p14:nvPr/>
              </p14:nvContentPartPr>
              <p14:xfrm>
                <a:off x="3772314" y="1339472"/>
                <a:ext cx="108720" cy="202680"/>
              </p14:xfrm>
            </p:contentPart>
          </mc:Choice>
          <mc:Fallback>
            <p:pic>
              <p:nvPicPr>
                <p:cNvPr id="206" name="Ink 205">
                  <a:extLst>
                    <a:ext uri="{FF2B5EF4-FFF2-40B4-BE49-F238E27FC236}">
                      <a16:creationId xmlns:a16="http://schemas.microsoft.com/office/drawing/2014/main" id="{014CFCCB-6B30-F99F-31C9-890EDC59BA78}"/>
                    </a:ext>
                  </a:extLst>
                </p:cNvPr>
                <p:cNvPicPr/>
                <p:nvPr/>
              </p:nvPicPr>
              <p:blipFill>
                <a:blip r:embed="rId228"/>
                <a:stretch>
                  <a:fillRect/>
                </a:stretch>
              </p:blipFill>
              <p:spPr>
                <a:xfrm>
                  <a:off x="3766194" y="1333352"/>
                  <a:ext cx="12096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207" name="Ink 206">
                  <a:extLst>
                    <a:ext uri="{FF2B5EF4-FFF2-40B4-BE49-F238E27FC236}">
                      <a16:creationId xmlns:a16="http://schemas.microsoft.com/office/drawing/2014/main" id="{97AA7D53-35E5-649C-E571-0068AF475657}"/>
                    </a:ext>
                  </a:extLst>
                </p14:cNvPr>
                <p14:cNvContentPartPr/>
                <p14:nvPr/>
              </p14:nvContentPartPr>
              <p14:xfrm>
                <a:off x="3967074" y="1334792"/>
                <a:ext cx="124560" cy="173520"/>
              </p14:xfrm>
            </p:contentPart>
          </mc:Choice>
          <mc:Fallback>
            <p:pic>
              <p:nvPicPr>
                <p:cNvPr id="207" name="Ink 206">
                  <a:extLst>
                    <a:ext uri="{FF2B5EF4-FFF2-40B4-BE49-F238E27FC236}">
                      <a16:creationId xmlns:a16="http://schemas.microsoft.com/office/drawing/2014/main" id="{97AA7D53-35E5-649C-E571-0068AF475657}"/>
                    </a:ext>
                  </a:extLst>
                </p:cNvPr>
                <p:cNvPicPr/>
                <p:nvPr/>
              </p:nvPicPr>
              <p:blipFill>
                <a:blip r:embed="rId230"/>
                <a:stretch>
                  <a:fillRect/>
                </a:stretch>
              </p:blipFill>
              <p:spPr>
                <a:xfrm>
                  <a:off x="3960954" y="1328672"/>
                  <a:ext cx="13680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208" name="Ink 207">
                  <a:extLst>
                    <a:ext uri="{FF2B5EF4-FFF2-40B4-BE49-F238E27FC236}">
                      <a16:creationId xmlns:a16="http://schemas.microsoft.com/office/drawing/2014/main" id="{9EC17428-43BE-2D6D-9CAC-7A449C54E199}"/>
                    </a:ext>
                  </a:extLst>
                </p14:cNvPr>
                <p14:cNvContentPartPr/>
                <p14:nvPr/>
              </p14:nvContentPartPr>
              <p14:xfrm>
                <a:off x="4180194" y="1344152"/>
                <a:ext cx="165960" cy="198720"/>
              </p14:xfrm>
            </p:contentPart>
          </mc:Choice>
          <mc:Fallback>
            <p:pic>
              <p:nvPicPr>
                <p:cNvPr id="208" name="Ink 207">
                  <a:extLst>
                    <a:ext uri="{FF2B5EF4-FFF2-40B4-BE49-F238E27FC236}">
                      <a16:creationId xmlns:a16="http://schemas.microsoft.com/office/drawing/2014/main" id="{9EC17428-43BE-2D6D-9CAC-7A449C54E199}"/>
                    </a:ext>
                  </a:extLst>
                </p:cNvPr>
                <p:cNvPicPr/>
                <p:nvPr/>
              </p:nvPicPr>
              <p:blipFill>
                <a:blip r:embed="rId232"/>
                <a:stretch>
                  <a:fillRect/>
                </a:stretch>
              </p:blipFill>
              <p:spPr>
                <a:xfrm>
                  <a:off x="4174074" y="1338032"/>
                  <a:ext cx="17820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209" name="Ink 208">
                  <a:extLst>
                    <a:ext uri="{FF2B5EF4-FFF2-40B4-BE49-F238E27FC236}">
                      <a16:creationId xmlns:a16="http://schemas.microsoft.com/office/drawing/2014/main" id="{2D0F1764-3CAA-4D59-D2FA-33463BD4BC39}"/>
                    </a:ext>
                  </a:extLst>
                </p14:cNvPr>
                <p14:cNvContentPartPr/>
                <p14:nvPr/>
              </p14:nvContentPartPr>
              <p14:xfrm>
                <a:off x="4291434" y="1344152"/>
                <a:ext cx="16920" cy="163800"/>
              </p14:xfrm>
            </p:contentPart>
          </mc:Choice>
          <mc:Fallback>
            <p:pic>
              <p:nvPicPr>
                <p:cNvPr id="209" name="Ink 208">
                  <a:extLst>
                    <a:ext uri="{FF2B5EF4-FFF2-40B4-BE49-F238E27FC236}">
                      <a16:creationId xmlns:a16="http://schemas.microsoft.com/office/drawing/2014/main" id="{2D0F1764-3CAA-4D59-D2FA-33463BD4BC39}"/>
                    </a:ext>
                  </a:extLst>
                </p:cNvPr>
                <p:cNvPicPr/>
                <p:nvPr/>
              </p:nvPicPr>
              <p:blipFill>
                <a:blip r:embed="rId234"/>
                <a:stretch>
                  <a:fillRect/>
                </a:stretch>
              </p:blipFill>
              <p:spPr>
                <a:xfrm>
                  <a:off x="4285314" y="1338032"/>
                  <a:ext cx="2916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225" name="Ink 224">
                  <a:extLst>
                    <a:ext uri="{FF2B5EF4-FFF2-40B4-BE49-F238E27FC236}">
                      <a16:creationId xmlns:a16="http://schemas.microsoft.com/office/drawing/2014/main" id="{FA11FAF8-91FF-469E-6CAB-AF93DB2B78C9}"/>
                    </a:ext>
                  </a:extLst>
                </p14:cNvPr>
                <p14:cNvContentPartPr/>
                <p14:nvPr/>
              </p14:nvContentPartPr>
              <p14:xfrm>
                <a:off x="4055994" y="1626392"/>
                <a:ext cx="55440" cy="191880"/>
              </p14:xfrm>
            </p:contentPart>
          </mc:Choice>
          <mc:Fallback>
            <p:pic>
              <p:nvPicPr>
                <p:cNvPr id="225" name="Ink 224">
                  <a:extLst>
                    <a:ext uri="{FF2B5EF4-FFF2-40B4-BE49-F238E27FC236}">
                      <a16:creationId xmlns:a16="http://schemas.microsoft.com/office/drawing/2014/main" id="{FA11FAF8-91FF-469E-6CAB-AF93DB2B78C9}"/>
                    </a:ext>
                  </a:extLst>
                </p:cNvPr>
                <p:cNvPicPr/>
                <p:nvPr/>
              </p:nvPicPr>
              <p:blipFill>
                <a:blip r:embed="rId236"/>
                <a:stretch>
                  <a:fillRect/>
                </a:stretch>
              </p:blipFill>
              <p:spPr>
                <a:xfrm>
                  <a:off x="4049874" y="1620272"/>
                  <a:ext cx="6768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226" name="Ink 225">
                  <a:extLst>
                    <a:ext uri="{FF2B5EF4-FFF2-40B4-BE49-F238E27FC236}">
                      <a16:creationId xmlns:a16="http://schemas.microsoft.com/office/drawing/2014/main" id="{C0038640-C2F2-3E41-CF74-075424240A17}"/>
                    </a:ext>
                  </a:extLst>
                </p14:cNvPr>
                <p14:cNvContentPartPr/>
                <p14:nvPr/>
              </p14:nvContentPartPr>
              <p14:xfrm>
                <a:off x="4002354" y="1576352"/>
                <a:ext cx="132480" cy="109800"/>
              </p14:xfrm>
            </p:contentPart>
          </mc:Choice>
          <mc:Fallback>
            <p:pic>
              <p:nvPicPr>
                <p:cNvPr id="226" name="Ink 225">
                  <a:extLst>
                    <a:ext uri="{FF2B5EF4-FFF2-40B4-BE49-F238E27FC236}">
                      <a16:creationId xmlns:a16="http://schemas.microsoft.com/office/drawing/2014/main" id="{C0038640-C2F2-3E41-CF74-075424240A17}"/>
                    </a:ext>
                  </a:extLst>
                </p:cNvPr>
                <p:cNvPicPr/>
                <p:nvPr/>
              </p:nvPicPr>
              <p:blipFill>
                <a:blip r:embed="rId238"/>
                <a:stretch>
                  <a:fillRect/>
                </a:stretch>
              </p:blipFill>
              <p:spPr>
                <a:xfrm>
                  <a:off x="3996234" y="1570232"/>
                  <a:ext cx="144720" cy="122040"/>
                </a:xfrm>
                <a:prstGeom prst="rect">
                  <a:avLst/>
                </a:prstGeom>
              </p:spPr>
            </p:pic>
          </mc:Fallback>
        </mc:AlternateContent>
      </p:grpSp>
      <p:grpSp>
        <p:nvGrpSpPr>
          <p:cNvPr id="243" name="Group 242">
            <a:extLst>
              <a:ext uri="{FF2B5EF4-FFF2-40B4-BE49-F238E27FC236}">
                <a16:creationId xmlns:a16="http://schemas.microsoft.com/office/drawing/2014/main" id="{B123276C-4E68-6261-4175-BF056614E9C6}"/>
              </a:ext>
            </a:extLst>
          </p:cNvPr>
          <p:cNvGrpSpPr/>
          <p:nvPr/>
        </p:nvGrpSpPr>
        <p:grpSpPr>
          <a:xfrm>
            <a:off x="11125314" y="5568032"/>
            <a:ext cx="489960" cy="212400"/>
            <a:chOff x="11125314" y="5568032"/>
            <a:chExt cx="489960" cy="212400"/>
          </a:xfrm>
        </p:grpSpPr>
        <mc:AlternateContent xmlns:mc="http://schemas.openxmlformats.org/markup-compatibility/2006">
          <mc:Choice xmlns:p14="http://schemas.microsoft.com/office/powerpoint/2010/main" Requires="p14">
            <p:contentPart p14:bwMode="auto" r:id="rId239">
              <p14:nvContentPartPr>
                <p14:cNvPr id="239" name="Ink 238">
                  <a:extLst>
                    <a:ext uri="{FF2B5EF4-FFF2-40B4-BE49-F238E27FC236}">
                      <a16:creationId xmlns:a16="http://schemas.microsoft.com/office/drawing/2014/main" id="{A366EB75-E8EC-2DD1-6739-1AE69A10DB7E}"/>
                    </a:ext>
                  </a:extLst>
                </p14:cNvPr>
                <p14:cNvContentPartPr/>
                <p14:nvPr/>
              </p14:nvContentPartPr>
              <p14:xfrm>
                <a:off x="11125314" y="5574872"/>
                <a:ext cx="96480" cy="205200"/>
              </p14:xfrm>
            </p:contentPart>
          </mc:Choice>
          <mc:Fallback>
            <p:pic>
              <p:nvPicPr>
                <p:cNvPr id="239" name="Ink 238">
                  <a:extLst>
                    <a:ext uri="{FF2B5EF4-FFF2-40B4-BE49-F238E27FC236}">
                      <a16:creationId xmlns:a16="http://schemas.microsoft.com/office/drawing/2014/main" id="{A366EB75-E8EC-2DD1-6739-1AE69A10DB7E}"/>
                    </a:ext>
                  </a:extLst>
                </p:cNvPr>
                <p:cNvPicPr/>
                <p:nvPr/>
              </p:nvPicPr>
              <p:blipFill>
                <a:blip r:embed="rId240"/>
                <a:stretch>
                  <a:fillRect/>
                </a:stretch>
              </p:blipFill>
              <p:spPr>
                <a:xfrm>
                  <a:off x="11119194" y="5568752"/>
                  <a:ext cx="10872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240" name="Ink 239">
                  <a:extLst>
                    <a:ext uri="{FF2B5EF4-FFF2-40B4-BE49-F238E27FC236}">
                      <a16:creationId xmlns:a16="http://schemas.microsoft.com/office/drawing/2014/main" id="{C8ABE21E-1B53-489A-B447-7BDCCFC9AE18}"/>
                    </a:ext>
                  </a:extLst>
                </p14:cNvPr>
                <p14:cNvContentPartPr/>
                <p14:nvPr/>
              </p14:nvContentPartPr>
              <p14:xfrm>
                <a:off x="11280834" y="5594672"/>
                <a:ext cx="97200" cy="185760"/>
              </p14:xfrm>
            </p:contentPart>
          </mc:Choice>
          <mc:Fallback>
            <p:pic>
              <p:nvPicPr>
                <p:cNvPr id="240" name="Ink 239">
                  <a:extLst>
                    <a:ext uri="{FF2B5EF4-FFF2-40B4-BE49-F238E27FC236}">
                      <a16:creationId xmlns:a16="http://schemas.microsoft.com/office/drawing/2014/main" id="{C8ABE21E-1B53-489A-B447-7BDCCFC9AE18}"/>
                    </a:ext>
                  </a:extLst>
                </p:cNvPr>
                <p:cNvPicPr/>
                <p:nvPr/>
              </p:nvPicPr>
              <p:blipFill>
                <a:blip r:embed="rId242"/>
                <a:stretch>
                  <a:fillRect/>
                </a:stretch>
              </p:blipFill>
              <p:spPr>
                <a:xfrm>
                  <a:off x="11274714" y="5588552"/>
                  <a:ext cx="10944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241" name="Ink 240">
                  <a:extLst>
                    <a:ext uri="{FF2B5EF4-FFF2-40B4-BE49-F238E27FC236}">
                      <a16:creationId xmlns:a16="http://schemas.microsoft.com/office/drawing/2014/main" id="{8645793A-E7CB-3D5B-F992-5B2B24B5B00F}"/>
                    </a:ext>
                  </a:extLst>
                </p14:cNvPr>
                <p14:cNvContentPartPr/>
                <p14:nvPr/>
              </p14:nvContentPartPr>
              <p14:xfrm>
                <a:off x="11486034" y="5568032"/>
                <a:ext cx="129240" cy="157320"/>
              </p14:xfrm>
            </p:contentPart>
          </mc:Choice>
          <mc:Fallback>
            <p:pic>
              <p:nvPicPr>
                <p:cNvPr id="241" name="Ink 240">
                  <a:extLst>
                    <a:ext uri="{FF2B5EF4-FFF2-40B4-BE49-F238E27FC236}">
                      <a16:creationId xmlns:a16="http://schemas.microsoft.com/office/drawing/2014/main" id="{8645793A-E7CB-3D5B-F992-5B2B24B5B00F}"/>
                    </a:ext>
                  </a:extLst>
                </p:cNvPr>
                <p:cNvPicPr/>
                <p:nvPr/>
              </p:nvPicPr>
              <p:blipFill>
                <a:blip r:embed="rId244"/>
                <a:stretch>
                  <a:fillRect/>
                </a:stretch>
              </p:blipFill>
              <p:spPr>
                <a:xfrm>
                  <a:off x="11479914" y="5561912"/>
                  <a:ext cx="14148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242" name="Ink 241">
                  <a:extLst>
                    <a:ext uri="{FF2B5EF4-FFF2-40B4-BE49-F238E27FC236}">
                      <a16:creationId xmlns:a16="http://schemas.microsoft.com/office/drawing/2014/main" id="{5CAC867F-7586-F4D9-EA6D-D5646897FEB0}"/>
                    </a:ext>
                  </a:extLst>
                </p14:cNvPr>
                <p14:cNvContentPartPr/>
                <p14:nvPr/>
              </p14:nvContentPartPr>
              <p14:xfrm>
                <a:off x="11543994" y="5573792"/>
                <a:ext cx="40320" cy="113400"/>
              </p14:xfrm>
            </p:contentPart>
          </mc:Choice>
          <mc:Fallback>
            <p:pic>
              <p:nvPicPr>
                <p:cNvPr id="242" name="Ink 241">
                  <a:extLst>
                    <a:ext uri="{FF2B5EF4-FFF2-40B4-BE49-F238E27FC236}">
                      <a16:creationId xmlns:a16="http://schemas.microsoft.com/office/drawing/2014/main" id="{5CAC867F-7586-F4D9-EA6D-D5646897FEB0}"/>
                    </a:ext>
                  </a:extLst>
                </p:cNvPr>
                <p:cNvPicPr/>
                <p:nvPr/>
              </p:nvPicPr>
              <p:blipFill>
                <a:blip r:embed="rId246"/>
                <a:stretch>
                  <a:fillRect/>
                </a:stretch>
              </p:blipFill>
              <p:spPr>
                <a:xfrm>
                  <a:off x="11537874" y="5567672"/>
                  <a:ext cx="52560" cy="125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7">
            <p14:nvContentPartPr>
              <p14:cNvPr id="103" name="Ink 102">
                <a:extLst>
                  <a:ext uri="{FF2B5EF4-FFF2-40B4-BE49-F238E27FC236}">
                    <a16:creationId xmlns:a16="http://schemas.microsoft.com/office/drawing/2014/main" id="{C0F39523-00EE-7F22-7AF7-A555F7475887}"/>
                  </a:ext>
                </a:extLst>
              </p14:cNvPr>
              <p14:cNvContentPartPr/>
              <p14:nvPr/>
            </p14:nvContentPartPr>
            <p14:xfrm>
              <a:off x="7948314" y="3402632"/>
              <a:ext cx="486360" cy="50040"/>
            </p14:xfrm>
          </p:contentPart>
        </mc:Choice>
        <mc:Fallback>
          <p:pic>
            <p:nvPicPr>
              <p:cNvPr id="103" name="Ink 102">
                <a:extLst>
                  <a:ext uri="{FF2B5EF4-FFF2-40B4-BE49-F238E27FC236}">
                    <a16:creationId xmlns:a16="http://schemas.microsoft.com/office/drawing/2014/main" id="{C0F39523-00EE-7F22-7AF7-A555F7475887}"/>
                  </a:ext>
                </a:extLst>
              </p:cNvPr>
              <p:cNvPicPr/>
              <p:nvPr/>
            </p:nvPicPr>
            <p:blipFill>
              <a:blip r:embed="rId248"/>
              <a:stretch>
                <a:fillRect/>
              </a:stretch>
            </p:blipFill>
            <p:spPr>
              <a:xfrm>
                <a:off x="7942194" y="3396512"/>
                <a:ext cx="49860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04" name="Ink 103">
                <a:extLst>
                  <a:ext uri="{FF2B5EF4-FFF2-40B4-BE49-F238E27FC236}">
                    <a16:creationId xmlns:a16="http://schemas.microsoft.com/office/drawing/2014/main" id="{C79C0863-046B-9208-3FEF-C3D1541B5BFC}"/>
                  </a:ext>
                </a:extLst>
              </p14:cNvPr>
              <p14:cNvContentPartPr/>
              <p14:nvPr/>
            </p14:nvContentPartPr>
            <p14:xfrm>
              <a:off x="8125794" y="3528272"/>
              <a:ext cx="228960" cy="230760"/>
            </p14:xfrm>
          </p:contentPart>
        </mc:Choice>
        <mc:Fallback>
          <p:pic>
            <p:nvPicPr>
              <p:cNvPr id="104" name="Ink 103">
                <a:extLst>
                  <a:ext uri="{FF2B5EF4-FFF2-40B4-BE49-F238E27FC236}">
                    <a16:creationId xmlns:a16="http://schemas.microsoft.com/office/drawing/2014/main" id="{C79C0863-046B-9208-3FEF-C3D1541B5BFC}"/>
                  </a:ext>
                </a:extLst>
              </p:cNvPr>
              <p:cNvPicPr/>
              <p:nvPr/>
            </p:nvPicPr>
            <p:blipFill>
              <a:blip r:embed="rId250"/>
              <a:stretch>
                <a:fillRect/>
              </a:stretch>
            </p:blipFill>
            <p:spPr>
              <a:xfrm>
                <a:off x="8119674" y="3522152"/>
                <a:ext cx="24120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06" name="Ink 105">
                <a:extLst>
                  <a:ext uri="{FF2B5EF4-FFF2-40B4-BE49-F238E27FC236}">
                    <a16:creationId xmlns:a16="http://schemas.microsoft.com/office/drawing/2014/main" id="{F75649DA-41F2-1C93-0910-CE9F8DC66E0D}"/>
                  </a:ext>
                </a:extLst>
              </p14:cNvPr>
              <p14:cNvContentPartPr/>
              <p14:nvPr/>
            </p14:nvContentPartPr>
            <p14:xfrm>
              <a:off x="8462034" y="3592352"/>
              <a:ext cx="196920" cy="218520"/>
            </p14:xfrm>
          </p:contentPart>
        </mc:Choice>
        <mc:Fallback>
          <p:pic>
            <p:nvPicPr>
              <p:cNvPr id="106" name="Ink 105">
                <a:extLst>
                  <a:ext uri="{FF2B5EF4-FFF2-40B4-BE49-F238E27FC236}">
                    <a16:creationId xmlns:a16="http://schemas.microsoft.com/office/drawing/2014/main" id="{F75649DA-41F2-1C93-0910-CE9F8DC66E0D}"/>
                  </a:ext>
                </a:extLst>
              </p:cNvPr>
              <p:cNvPicPr/>
              <p:nvPr/>
            </p:nvPicPr>
            <p:blipFill>
              <a:blip r:embed="rId252"/>
              <a:stretch>
                <a:fillRect/>
              </a:stretch>
            </p:blipFill>
            <p:spPr>
              <a:xfrm>
                <a:off x="8455914" y="3586232"/>
                <a:ext cx="20916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07" name="Ink 106">
                <a:extLst>
                  <a:ext uri="{FF2B5EF4-FFF2-40B4-BE49-F238E27FC236}">
                    <a16:creationId xmlns:a16="http://schemas.microsoft.com/office/drawing/2014/main" id="{D30B54E1-E159-D7E6-2CF2-68EA50675578}"/>
                  </a:ext>
                </a:extLst>
              </p14:cNvPr>
              <p14:cNvContentPartPr/>
              <p14:nvPr/>
            </p14:nvContentPartPr>
            <p14:xfrm>
              <a:off x="8716194" y="3725192"/>
              <a:ext cx="396000" cy="203400"/>
            </p14:xfrm>
          </p:contentPart>
        </mc:Choice>
        <mc:Fallback>
          <p:pic>
            <p:nvPicPr>
              <p:cNvPr id="107" name="Ink 106">
                <a:extLst>
                  <a:ext uri="{FF2B5EF4-FFF2-40B4-BE49-F238E27FC236}">
                    <a16:creationId xmlns:a16="http://schemas.microsoft.com/office/drawing/2014/main" id="{D30B54E1-E159-D7E6-2CF2-68EA50675578}"/>
                  </a:ext>
                </a:extLst>
              </p:cNvPr>
              <p:cNvPicPr/>
              <p:nvPr/>
            </p:nvPicPr>
            <p:blipFill>
              <a:blip r:embed="rId254"/>
              <a:stretch>
                <a:fillRect/>
              </a:stretch>
            </p:blipFill>
            <p:spPr>
              <a:xfrm>
                <a:off x="8710074" y="3719072"/>
                <a:ext cx="40824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08" name="Ink 107">
                <a:extLst>
                  <a:ext uri="{FF2B5EF4-FFF2-40B4-BE49-F238E27FC236}">
                    <a16:creationId xmlns:a16="http://schemas.microsoft.com/office/drawing/2014/main" id="{ED4F99EB-66D6-0039-7AD2-36A4F43C72FD}"/>
                  </a:ext>
                </a:extLst>
              </p14:cNvPr>
              <p14:cNvContentPartPr/>
              <p14:nvPr/>
            </p14:nvContentPartPr>
            <p14:xfrm>
              <a:off x="9178074" y="3618272"/>
              <a:ext cx="515520" cy="193680"/>
            </p14:xfrm>
          </p:contentPart>
        </mc:Choice>
        <mc:Fallback>
          <p:pic>
            <p:nvPicPr>
              <p:cNvPr id="108" name="Ink 107">
                <a:extLst>
                  <a:ext uri="{FF2B5EF4-FFF2-40B4-BE49-F238E27FC236}">
                    <a16:creationId xmlns:a16="http://schemas.microsoft.com/office/drawing/2014/main" id="{ED4F99EB-66D6-0039-7AD2-36A4F43C72FD}"/>
                  </a:ext>
                </a:extLst>
              </p:cNvPr>
              <p:cNvPicPr/>
              <p:nvPr/>
            </p:nvPicPr>
            <p:blipFill>
              <a:blip r:embed="rId256"/>
              <a:stretch>
                <a:fillRect/>
              </a:stretch>
            </p:blipFill>
            <p:spPr>
              <a:xfrm>
                <a:off x="9171954" y="3612152"/>
                <a:ext cx="5277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09" name="Ink 108">
                <a:extLst>
                  <a:ext uri="{FF2B5EF4-FFF2-40B4-BE49-F238E27FC236}">
                    <a16:creationId xmlns:a16="http://schemas.microsoft.com/office/drawing/2014/main" id="{77B08DF3-0974-B80F-FE3D-8B2FBD25D21F}"/>
                  </a:ext>
                </a:extLst>
              </p14:cNvPr>
              <p14:cNvContentPartPr/>
              <p14:nvPr/>
            </p14:nvContentPartPr>
            <p14:xfrm>
              <a:off x="9745794" y="3631952"/>
              <a:ext cx="19080" cy="45720"/>
            </p14:xfrm>
          </p:contentPart>
        </mc:Choice>
        <mc:Fallback>
          <p:pic>
            <p:nvPicPr>
              <p:cNvPr id="109" name="Ink 108">
                <a:extLst>
                  <a:ext uri="{FF2B5EF4-FFF2-40B4-BE49-F238E27FC236}">
                    <a16:creationId xmlns:a16="http://schemas.microsoft.com/office/drawing/2014/main" id="{77B08DF3-0974-B80F-FE3D-8B2FBD25D21F}"/>
                  </a:ext>
                </a:extLst>
              </p:cNvPr>
              <p:cNvPicPr/>
              <p:nvPr/>
            </p:nvPicPr>
            <p:blipFill>
              <a:blip r:embed="rId258"/>
              <a:stretch>
                <a:fillRect/>
              </a:stretch>
            </p:blipFill>
            <p:spPr>
              <a:xfrm>
                <a:off x="9739674" y="3625832"/>
                <a:ext cx="3132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10" name="Ink 109">
                <a:extLst>
                  <a:ext uri="{FF2B5EF4-FFF2-40B4-BE49-F238E27FC236}">
                    <a16:creationId xmlns:a16="http://schemas.microsoft.com/office/drawing/2014/main" id="{51C1B293-78E9-95FB-A772-203BA2A34451}"/>
                  </a:ext>
                </a:extLst>
              </p14:cNvPr>
              <p14:cNvContentPartPr/>
              <p14:nvPr/>
            </p14:nvContentPartPr>
            <p14:xfrm>
              <a:off x="9768114" y="3676232"/>
              <a:ext cx="37800" cy="70920"/>
            </p14:xfrm>
          </p:contentPart>
        </mc:Choice>
        <mc:Fallback>
          <p:pic>
            <p:nvPicPr>
              <p:cNvPr id="110" name="Ink 109">
                <a:extLst>
                  <a:ext uri="{FF2B5EF4-FFF2-40B4-BE49-F238E27FC236}">
                    <a16:creationId xmlns:a16="http://schemas.microsoft.com/office/drawing/2014/main" id="{51C1B293-78E9-95FB-A772-203BA2A34451}"/>
                  </a:ext>
                </a:extLst>
              </p:cNvPr>
              <p:cNvPicPr/>
              <p:nvPr/>
            </p:nvPicPr>
            <p:blipFill>
              <a:blip r:embed="rId260"/>
              <a:stretch>
                <a:fillRect/>
              </a:stretch>
            </p:blipFill>
            <p:spPr>
              <a:xfrm>
                <a:off x="9761994" y="3670112"/>
                <a:ext cx="5004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11" name="Ink 110">
                <a:extLst>
                  <a:ext uri="{FF2B5EF4-FFF2-40B4-BE49-F238E27FC236}">
                    <a16:creationId xmlns:a16="http://schemas.microsoft.com/office/drawing/2014/main" id="{AC1328CB-F176-5866-CDEC-33927503FD6C}"/>
                  </a:ext>
                </a:extLst>
              </p14:cNvPr>
              <p14:cNvContentPartPr/>
              <p14:nvPr/>
            </p14:nvContentPartPr>
            <p14:xfrm>
              <a:off x="9813834" y="3698192"/>
              <a:ext cx="116640" cy="31680"/>
            </p14:xfrm>
          </p:contentPart>
        </mc:Choice>
        <mc:Fallback>
          <p:pic>
            <p:nvPicPr>
              <p:cNvPr id="111" name="Ink 110">
                <a:extLst>
                  <a:ext uri="{FF2B5EF4-FFF2-40B4-BE49-F238E27FC236}">
                    <a16:creationId xmlns:a16="http://schemas.microsoft.com/office/drawing/2014/main" id="{AC1328CB-F176-5866-CDEC-33927503FD6C}"/>
                  </a:ext>
                </a:extLst>
              </p:cNvPr>
              <p:cNvPicPr/>
              <p:nvPr/>
            </p:nvPicPr>
            <p:blipFill>
              <a:blip r:embed="rId262"/>
              <a:stretch>
                <a:fillRect/>
              </a:stretch>
            </p:blipFill>
            <p:spPr>
              <a:xfrm>
                <a:off x="9807714" y="3692072"/>
                <a:ext cx="12888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12" name="Ink 111">
                <a:extLst>
                  <a:ext uri="{FF2B5EF4-FFF2-40B4-BE49-F238E27FC236}">
                    <a16:creationId xmlns:a16="http://schemas.microsoft.com/office/drawing/2014/main" id="{0F689E19-0602-5E14-A6CF-B31C527F44B8}"/>
                  </a:ext>
                </a:extLst>
              </p14:cNvPr>
              <p14:cNvContentPartPr/>
              <p14:nvPr/>
            </p14:nvContentPartPr>
            <p14:xfrm>
              <a:off x="10204794" y="3653552"/>
              <a:ext cx="105120" cy="153000"/>
            </p14:xfrm>
          </p:contentPart>
        </mc:Choice>
        <mc:Fallback>
          <p:pic>
            <p:nvPicPr>
              <p:cNvPr id="112" name="Ink 111">
                <a:extLst>
                  <a:ext uri="{FF2B5EF4-FFF2-40B4-BE49-F238E27FC236}">
                    <a16:creationId xmlns:a16="http://schemas.microsoft.com/office/drawing/2014/main" id="{0F689E19-0602-5E14-A6CF-B31C527F44B8}"/>
                  </a:ext>
                </a:extLst>
              </p:cNvPr>
              <p:cNvPicPr/>
              <p:nvPr/>
            </p:nvPicPr>
            <p:blipFill>
              <a:blip r:embed="rId264"/>
              <a:stretch>
                <a:fillRect/>
              </a:stretch>
            </p:blipFill>
            <p:spPr>
              <a:xfrm>
                <a:off x="10198674" y="3647432"/>
                <a:ext cx="11736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13" name="Ink 112">
                <a:extLst>
                  <a:ext uri="{FF2B5EF4-FFF2-40B4-BE49-F238E27FC236}">
                    <a16:creationId xmlns:a16="http://schemas.microsoft.com/office/drawing/2014/main" id="{CE067536-A694-8700-0CC7-58BA6AB6209C}"/>
                  </a:ext>
                </a:extLst>
              </p14:cNvPr>
              <p14:cNvContentPartPr/>
              <p14:nvPr/>
            </p14:nvContentPartPr>
            <p14:xfrm>
              <a:off x="10317114" y="3655352"/>
              <a:ext cx="397080" cy="111600"/>
            </p14:xfrm>
          </p:contentPart>
        </mc:Choice>
        <mc:Fallback>
          <p:pic>
            <p:nvPicPr>
              <p:cNvPr id="113" name="Ink 112">
                <a:extLst>
                  <a:ext uri="{FF2B5EF4-FFF2-40B4-BE49-F238E27FC236}">
                    <a16:creationId xmlns:a16="http://schemas.microsoft.com/office/drawing/2014/main" id="{CE067536-A694-8700-0CC7-58BA6AB6209C}"/>
                  </a:ext>
                </a:extLst>
              </p:cNvPr>
              <p:cNvPicPr/>
              <p:nvPr/>
            </p:nvPicPr>
            <p:blipFill>
              <a:blip r:embed="rId266"/>
              <a:stretch>
                <a:fillRect/>
              </a:stretch>
            </p:blipFill>
            <p:spPr>
              <a:xfrm>
                <a:off x="10310994" y="3649232"/>
                <a:ext cx="40932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16" name="Ink 115">
                <a:extLst>
                  <a:ext uri="{FF2B5EF4-FFF2-40B4-BE49-F238E27FC236}">
                    <a16:creationId xmlns:a16="http://schemas.microsoft.com/office/drawing/2014/main" id="{338C7DC5-99F3-6EDD-EAB3-15403B8FB680}"/>
                  </a:ext>
                </a:extLst>
              </p14:cNvPr>
              <p14:cNvContentPartPr/>
              <p14:nvPr/>
            </p14:nvContentPartPr>
            <p14:xfrm>
              <a:off x="8218314" y="4059632"/>
              <a:ext cx="291960" cy="343800"/>
            </p14:xfrm>
          </p:contentPart>
        </mc:Choice>
        <mc:Fallback>
          <p:pic>
            <p:nvPicPr>
              <p:cNvPr id="116" name="Ink 115">
                <a:extLst>
                  <a:ext uri="{FF2B5EF4-FFF2-40B4-BE49-F238E27FC236}">
                    <a16:creationId xmlns:a16="http://schemas.microsoft.com/office/drawing/2014/main" id="{338C7DC5-99F3-6EDD-EAB3-15403B8FB680}"/>
                  </a:ext>
                </a:extLst>
              </p:cNvPr>
              <p:cNvPicPr/>
              <p:nvPr/>
            </p:nvPicPr>
            <p:blipFill>
              <a:blip r:embed="rId268"/>
              <a:stretch>
                <a:fillRect/>
              </a:stretch>
            </p:blipFill>
            <p:spPr>
              <a:xfrm>
                <a:off x="8212194" y="4053512"/>
                <a:ext cx="30420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17" name="Ink 116">
                <a:extLst>
                  <a:ext uri="{FF2B5EF4-FFF2-40B4-BE49-F238E27FC236}">
                    <a16:creationId xmlns:a16="http://schemas.microsoft.com/office/drawing/2014/main" id="{F61EA82F-48A2-8850-FB25-349EDCFA0563}"/>
                  </a:ext>
                </a:extLst>
              </p14:cNvPr>
              <p14:cNvContentPartPr/>
              <p14:nvPr/>
            </p14:nvContentPartPr>
            <p14:xfrm>
              <a:off x="8715834" y="4158272"/>
              <a:ext cx="118440" cy="249840"/>
            </p14:xfrm>
          </p:contentPart>
        </mc:Choice>
        <mc:Fallback>
          <p:pic>
            <p:nvPicPr>
              <p:cNvPr id="117" name="Ink 116">
                <a:extLst>
                  <a:ext uri="{FF2B5EF4-FFF2-40B4-BE49-F238E27FC236}">
                    <a16:creationId xmlns:a16="http://schemas.microsoft.com/office/drawing/2014/main" id="{F61EA82F-48A2-8850-FB25-349EDCFA0563}"/>
                  </a:ext>
                </a:extLst>
              </p:cNvPr>
              <p:cNvPicPr/>
              <p:nvPr/>
            </p:nvPicPr>
            <p:blipFill>
              <a:blip r:embed="rId270"/>
              <a:stretch>
                <a:fillRect/>
              </a:stretch>
            </p:blipFill>
            <p:spPr>
              <a:xfrm>
                <a:off x="8709714" y="4152152"/>
                <a:ext cx="13068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18" name="Ink 117">
                <a:extLst>
                  <a:ext uri="{FF2B5EF4-FFF2-40B4-BE49-F238E27FC236}">
                    <a16:creationId xmlns:a16="http://schemas.microsoft.com/office/drawing/2014/main" id="{E4E77DA7-51C6-612E-6B23-1B9FF8B05BC8}"/>
                  </a:ext>
                </a:extLst>
              </p14:cNvPr>
              <p14:cNvContentPartPr/>
              <p14:nvPr/>
            </p14:nvContentPartPr>
            <p14:xfrm>
              <a:off x="8750034" y="4292912"/>
              <a:ext cx="387360" cy="102600"/>
            </p14:xfrm>
          </p:contentPart>
        </mc:Choice>
        <mc:Fallback>
          <p:pic>
            <p:nvPicPr>
              <p:cNvPr id="118" name="Ink 117">
                <a:extLst>
                  <a:ext uri="{FF2B5EF4-FFF2-40B4-BE49-F238E27FC236}">
                    <a16:creationId xmlns:a16="http://schemas.microsoft.com/office/drawing/2014/main" id="{E4E77DA7-51C6-612E-6B23-1B9FF8B05BC8}"/>
                  </a:ext>
                </a:extLst>
              </p:cNvPr>
              <p:cNvPicPr/>
              <p:nvPr/>
            </p:nvPicPr>
            <p:blipFill>
              <a:blip r:embed="rId272"/>
              <a:stretch>
                <a:fillRect/>
              </a:stretch>
            </p:blipFill>
            <p:spPr>
              <a:xfrm>
                <a:off x="8743914" y="4286792"/>
                <a:ext cx="39960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19" name="Ink 118">
                <a:extLst>
                  <a:ext uri="{FF2B5EF4-FFF2-40B4-BE49-F238E27FC236}">
                    <a16:creationId xmlns:a16="http://schemas.microsoft.com/office/drawing/2014/main" id="{606D6179-4157-F608-5EB4-84864805C038}"/>
                  </a:ext>
                </a:extLst>
              </p14:cNvPr>
              <p14:cNvContentPartPr/>
              <p14:nvPr/>
            </p14:nvContentPartPr>
            <p14:xfrm>
              <a:off x="9158994" y="4296512"/>
              <a:ext cx="162360" cy="46800"/>
            </p14:xfrm>
          </p:contentPart>
        </mc:Choice>
        <mc:Fallback>
          <p:pic>
            <p:nvPicPr>
              <p:cNvPr id="119" name="Ink 118">
                <a:extLst>
                  <a:ext uri="{FF2B5EF4-FFF2-40B4-BE49-F238E27FC236}">
                    <a16:creationId xmlns:a16="http://schemas.microsoft.com/office/drawing/2014/main" id="{606D6179-4157-F608-5EB4-84864805C038}"/>
                  </a:ext>
                </a:extLst>
              </p:cNvPr>
              <p:cNvPicPr/>
              <p:nvPr/>
            </p:nvPicPr>
            <p:blipFill>
              <a:blip r:embed="rId274"/>
              <a:stretch>
                <a:fillRect/>
              </a:stretch>
            </p:blipFill>
            <p:spPr>
              <a:xfrm>
                <a:off x="9152874" y="4290392"/>
                <a:ext cx="17460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20" name="Ink 119">
                <a:extLst>
                  <a:ext uri="{FF2B5EF4-FFF2-40B4-BE49-F238E27FC236}">
                    <a16:creationId xmlns:a16="http://schemas.microsoft.com/office/drawing/2014/main" id="{9ABF23F8-609E-C42C-C346-7116F7FE2899}"/>
                  </a:ext>
                </a:extLst>
              </p14:cNvPr>
              <p14:cNvContentPartPr/>
              <p14:nvPr/>
            </p14:nvContentPartPr>
            <p14:xfrm>
              <a:off x="9339354" y="4103552"/>
              <a:ext cx="97560" cy="176760"/>
            </p14:xfrm>
          </p:contentPart>
        </mc:Choice>
        <mc:Fallback>
          <p:pic>
            <p:nvPicPr>
              <p:cNvPr id="120" name="Ink 119">
                <a:extLst>
                  <a:ext uri="{FF2B5EF4-FFF2-40B4-BE49-F238E27FC236}">
                    <a16:creationId xmlns:a16="http://schemas.microsoft.com/office/drawing/2014/main" id="{9ABF23F8-609E-C42C-C346-7116F7FE2899}"/>
                  </a:ext>
                </a:extLst>
              </p:cNvPr>
              <p:cNvPicPr/>
              <p:nvPr/>
            </p:nvPicPr>
            <p:blipFill>
              <a:blip r:embed="rId276"/>
              <a:stretch>
                <a:fillRect/>
              </a:stretch>
            </p:blipFill>
            <p:spPr>
              <a:xfrm>
                <a:off x="9333234" y="4097432"/>
                <a:ext cx="10980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21" name="Ink 120">
                <a:extLst>
                  <a:ext uri="{FF2B5EF4-FFF2-40B4-BE49-F238E27FC236}">
                    <a16:creationId xmlns:a16="http://schemas.microsoft.com/office/drawing/2014/main" id="{B54109B8-5756-FB0F-E1A1-A169A1BB068F}"/>
                  </a:ext>
                </a:extLst>
              </p14:cNvPr>
              <p14:cNvContentPartPr/>
              <p14:nvPr/>
            </p14:nvContentPartPr>
            <p14:xfrm>
              <a:off x="9637434" y="4127312"/>
              <a:ext cx="235440" cy="212400"/>
            </p14:xfrm>
          </p:contentPart>
        </mc:Choice>
        <mc:Fallback>
          <p:pic>
            <p:nvPicPr>
              <p:cNvPr id="121" name="Ink 120">
                <a:extLst>
                  <a:ext uri="{FF2B5EF4-FFF2-40B4-BE49-F238E27FC236}">
                    <a16:creationId xmlns:a16="http://schemas.microsoft.com/office/drawing/2014/main" id="{B54109B8-5756-FB0F-E1A1-A169A1BB068F}"/>
                  </a:ext>
                </a:extLst>
              </p:cNvPr>
              <p:cNvPicPr/>
              <p:nvPr/>
            </p:nvPicPr>
            <p:blipFill>
              <a:blip r:embed="rId278"/>
              <a:stretch>
                <a:fillRect/>
              </a:stretch>
            </p:blipFill>
            <p:spPr>
              <a:xfrm>
                <a:off x="9631314" y="4121192"/>
                <a:ext cx="24768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22" name="Ink 121">
                <a:extLst>
                  <a:ext uri="{FF2B5EF4-FFF2-40B4-BE49-F238E27FC236}">
                    <a16:creationId xmlns:a16="http://schemas.microsoft.com/office/drawing/2014/main" id="{5F44821F-C7F7-3E87-6202-93BAE3CB54B7}"/>
                  </a:ext>
                </a:extLst>
              </p14:cNvPr>
              <p14:cNvContentPartPr/>
              <p14:nvPr/>
            </p14:nvContentPartPr>
            <p14:xfrm>
              <a:off x="9801234" y="4159712"/>
              <a:ext cx="26280" cy="146520"/>
            </p14:xfrm>
          </p:contentPart>
        </mc:Choice>
        <mc:Fallback>
          <p:pic>
            <p:nvPicPr>
              <p:cNvPr id="122" name="Ink 121">
                <a:extLst>
                  <a:ext uri="{FF2B5EF4-FFF2-40B4-BE49-F238E27FC236}">
                    <a16:creationId xmlns:a16="http://schemas.microsoft.com/office/drawing/2014/main" id="{5F44821F-C7F7-3E87-6202-93BAE3CB54B7}"/>
                  </a:ext>
                </a:extLst>
              </p:cNvPr>
              <p:cNvPicPr/>
              <p:nvPr/>
            </p:nvPicPr>
            <p:blipFill>
              <a:blip r:embed="rId280"/>
              <a:stretch>
                <a:fillRect/>
              </a:stretch>
            </p:blipFill>
            <p:spPr>
              <a:xfrm>
                <a:off x="9795114" y="4153592"/>
                <a:ext cx="385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23" name="Ink 122">
                <a:extLst>
                  <a:ext uri="{FF2B5EF4-FFF2-40B4-BE49-F238E27FC236}">
                    <a16:creationId xmlns:a16="http://schemas.microsoft.com/office/drawing/2014/main" id="{C4A0315E-FA89-ED04-7DF7-931A8C60A4A7}"/>
                  </a:ext>
                </a:extLst>
              </p14:cNvPr>
              <p14:cNvContentPartPr/>
              <p14:nvPr/>
            </p14:nvContentPartPr>
            <p14:xfrm>
              <a:off x="9944154" y="4194632"/>
              <a:ext cx="138960" cy="95040"/>
            </p14:xfrm>
          </p:contentPart>
        </mc:Choice>
        <mc:Fallback>
          <p:pic>
            <p:nvPicPr>
              <p:cNvPr id="123" name="Ink 122">
                <a:extLst>
                  <a:ext uri="{FF2B5EF4-FFF2-40B4-BE49-F238E27FC236}">
                    <a16:creationId xmlns:a16="http://schemas.microsoft.com/office/drawing/2014/main" id="{C4A0315E-FA89-ED04-7DF7-931A8C60A4A7}"/>
                  </a:ext>
                </a:extLst>
              </p:cNvPr>
              <p:cNvPicPr/>
              <p:nvPr/>
            </p:nvPicPr>
            <p:blipFill>
              <a:blip r:embed="rId282"/>
              <a:stretch>
                <a:fillRect/>
              </a:stretch>
            </p:blipFill>
            <p:spPr>
              <a:xfrm>
                <a:off x="9938034" y="4188512"/>
                <a:ext cx="15120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24" name="Ink 123">
                <a:extLst>
                  <a:ext uri="{FF2B5EF4-FFF2-40B4-BE49-F238E27FC236}">
                    <a16:creationId xmlns:a16="http://schemas.microsoft.com/office/drawing/2014/main" id="{265BD5B1-C9BA-2A48-E6CE-6A889551860E}"/>
                  </a:ext>
                </a:extLst>
              </p14:cNvPr>
              <p14:cNvContentPartPr/>
              <p14:nvPr/>
            </p14:nvContentPartPr>
            <p14:xfrm>
              <a:off x="10154394" y="4068632"/>
              <a:ext cx="205560" cy="154440"/>
            </p14:xfrm>
          </p:contentPart>
        </mc:Choice>
        <mc:Fallback>
          <p:pic>
            <p:nvPicPr>
              <p:cNvPr id="124" name="Ink 123">
                <a:extLst>
                  <a:ext uri="{FF2B5EF4-FFF2-40B4-BE49-F238E27FC236}">
                    <a16:creationId xmlns:a16="http://schemas.microsoft.com/office/drawing/2014/main" id="{265BD5B1-C9BA-2A48-E6CE-6A889551860E}"/>
                  </a:ext>
                </a:extLst>
              </p:cNvPr>
              <p:cNvPicPr/>
              <p:nvPr/>
            </p:nvPicPr>
            <p:blipFill>
              <a:blip r:embed="rId284"/>
              <a:stretch>
                <a:fillRect/>
              </a:stretch>
            </p:blipFill>
            <p:spPr>
              <a:xfrm>
                <a:off x="10148274" y="4062512"/>
                <a:ext cx="21780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27" name="Ink 126">
                <a:extLst>
                  <a:ext uri="{FF2B5EF4-FFF2-40B4-BE49-F238E27FC236}">
                    <a16:creationId xmlns:a16="http://schemas.microsoft.com/office/drawing/2014/main" id="{7CB213A4-E7D2-EC15-0136-6BFBB1917D16}"/>
                  </a:ext>
                </a:extLst>
              </p14:cNvPr>
              <p14:cNvContentPartPr/>
              <p14:nvPr/>
            </p14:nvContentPartPr>
            <p14:xfrm>
              <a:off x="8226594" y="4575152"/>
              <a:ext cx="398880" cy="209160"/>
            </p14:xfrm>
          </p:contentPart>
        </mc:Choice>
        <mc:Fallback>
          <p:pic>
            <p:nvPicPr>
              <p:cNvPr id="127" name="Ink 126">
                <a:extLst>
                  <a:ext uri="{FF2B5EF4-FFF2-40B4-BE49-F238E27FC236}">
                    <a16:creationId xmlns:a16="http://schemas.microsoft.com/office/drawing/2014/main" id="{7CB213A4-E7D2-EC15-0136-6BFBB1917D16}"/>
                  </a:ext>
                </a:extLst>
              </p:cNvPr>
              <p:cNvPicPr/>
              <p:nvPr/>
            </p:nvPicPr>
            <p:blipFill>
              <a:blip r:embed="rId286"/>
              <a:stretch>
                <a:fillRect/>
              </a:stretch>
            </p:blipFill>
            <p:spPr>
              <a:xfrm>
                <a:off x="8220474" y="4569032"/>
                <a:ext cx="41112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28" name="Ink 127">
                <a:extLst>
                  <a:ext uri="{FF2B5EF4-FFF2-40B4-BE49-F238E27FC236}">
                    <a16:creationId xmlns:a16="http://schemas.microsoft.com/office/drawing/2014/main" id="{EA75F616-DBC7-4EB6-CF9F-95136E04F862}"/>
                  </a:ext>
                </a:extLst>
              </p14:cNvPr>
              <p14:cNvContentPartPr/>
              <p14:nvPr/>
            </p14:nvContentPartPr>
            <p14:xfrm>
              <a:off x="8790714" y="4606832"/>
              <a:ext cx="150120" cy="211680"/>
            </p14:xfrm>
          </p:contentPart>
        </mc:Choice>
        <mc:Fallback>
          <p:pic>
            <p:nvPicPr>
              <p:cNvPr id="128" name="Ink 127">
                <a:extLst>
                  <a:ext uri="{FF2B5EF4-FFF2-40B4-BE49-F238E27FC236}">
                    <a16:creationId xmlns:a16="http://schemas.microsoft.com/office/drawing/2014/main" id="{EA75F616-DBC7-4EB6-CF9F-95136E04F862}"/>
                  </a:ext>
                </a:extLst>
              </p:cNvPr>
              <p:cNvPicPr/>
              <p:nvPr/>
            </p:nvPicPr>
            <p:blipFill>
              <a:blip r:embed="rId288"/>
              <a:stretch>
                <a:fillRect/>
              </a:stretch>
            </p:blipFill>
            <p:spPr>
              <a:xfrm>
                <a:off x="8784594" y="4600712"/>
                <a:ext cx="16236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29" name="Ink 128">
                <a:extLst>
                  <a:ext uri="{FF2B5EF4-FFF2-40B4-BE49-F238E27FC236}">
                    <a16:creationId xmlns:a16="http://schemas.microsoft.com/office/drawing/2014/main" id="{38BEB5B7-ACA9-6F50-16A0-9B0442D5EC3D}"/>
                  </a:ext>
                </a:extLst>
              </p14:cNvPr>
              <p14:cNvContentPartPr/>
              <p14:nvPr/>
            </p14:nvContentPartPr>
            <p14:xfrm>
              <a:off x="8842914" y="4742912"/>
              <a:ext cx="62280" cy="56160"/>
            </p14:xfrm>
          </p:contentPart>
        </mc:Choice>
        <mc:Fallback>
          <p:pic>
            <p:nvPicPr>
              <p:cNvPr id="129" name="Ink 128">
                <a:extLst>
                  <a:ext uri="{FF2B5EF4-FFF2-40B4-BE49-F238E27FC236}">
                    <a16:creationId xmlns:a16="http://schemas.microsoft.com/office/drawing/2014/main" id="{38BEB5B7-ACA9-6F50-16A0-9B0442D5EC3D}"/>
                  </a:ext>
                </a:extLst>
              </p:cNvPr>
              <p:cNvPicPr/>
              <p:nvPr/>
            </p:nvPicPr>
            <p:blipFill>
              <a:blip r:embed="rId290"/>
              <a:stretch>
                <a:fillRect/>
              </a:stretch>
            </p:blipFill>
            <p:spPr>
              <a:xfrm>
                <a:off x="8836794" y="4736792"/>
                <a:ext cx="7452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130" name="Ink 129">
                <a:extLst>
                  <a:ext uri="{FF2B5EF4-FFF2-40B4-BE49-F238E27FC236}">
                    <a16:creationId xmlns:a16="http://schemas.microsoft.com/office/drawing/2014/main" id="{DBB14B3E-05DA-307A-04F6-2B99157AB7C7}"/>
                  </a:ext>
                </a:extLst>
              </p14:cNvPr>
              <p14:cNvContentPartPr/>
              <p14:nvPr/>
            </p14:nvContentPartPr>
            <p14:xfrm>
              <a:off x="9009594" y="4697192"/>
              <a:ext cx="83520" cy="119880"/>
            </p14:xfrm>
          </p:contentPart>
        </mc:Choice>
        <mc:Fallback>
          <p:pic>
            <p:nvPicPr>
              <p:cNvPr id="130" name="Ink 129">
                <a:extLst>
                  <a:ext uri="{FF2B5EF4-FFF2-40B4-BE49-F238E27FC236}">
                    <a16:creationId xmlns:a16="http://schemas.microsoft.com/office/drawing/2014/main" id="{DBB14B3E-05DA-307A-04F6-2B99157AB7C7}"/>
                  </a:ext>
                </a:extLst>
              </p:cNvPr>
              <p:cNvPicPr/>
              <p:nvPr/>
            </p:nvPicPr>
            <p:blipFill>
              <a:blip r:embed="rId292"/>
              <a:stretch>
                <a:fillRect/>
              </a:stretch>
            </p:blipFill>
            <p:spPr>
              <a:xfrm>
                <a:off x="9003474" y="4691072"/>
                <a:ext cx="9576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31" name="Ink 130">
                <a:extLst>
                  <a:ext uri="{FF2B5EF4-FFF2-40B4-BE49-F238E27FC236}">
                    <a16:creationId xmlns:a16="http://schemas.microsoft.com/office/drawing/2014/main" id="{9A3AF666-87C1-9676-AD1E-3F1DE7C79E66}"/>
                  </a:ext>
                </a:extLst>
              </p14:cNvPr>
              <p14:cNvContentPartPr/>
              <p14:nvPr/>
            </p14:nvContentPartPr>
            <p14:xfrm>
              <a:off x="9122634" y="4566872"/>
              <a:ext cx="583560" cy="268200"/>
            </p14:xfrm>
          </p:contentPart>
        </mc:Choice>
        <mc:Fallback>
          <p:pic>
            <p:nvPicPr>
              <p:cNvPr id="131" name="Ink 130">
                <a:extLst>
                  <a:ext uri="{FF2B5EF4-FFF2-40B4-BE49-F238E27FC236}">
                    <a16:creationId xmlns:a16="http://schemas.microsoft.com/office/drawing/2014/main" id="{9A3AF666-87C1-9676-AD1E-3F1DE7C79E66}"/>
                  </a:ext>
                </a:extLst>
              </p:cNvPr>
              <p:cNvPicPr/>
              <p:nvPr/>
            </p:nvPicPr>
            <p:blipFill>
              <a:blip r:embed="rId294"/>
              <a:stretch>
                <a:fillRect/>
              </a:stretch>
            </p:blipFill>
            <p:spPr>
              <a:xfrm>
                <a:off x="9116514" y="4560752"/>
                <a:ext cx="59580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32" name="Ink 131">
                <a:extLst>
                  <a:ext uri="{FF2B5EF4-FFF2-40B4-BE49-F238E27FC236}">
                    <a16:creationId xmlns:a16="http://schemas.microsoft.com/office/drawing/2014/main" id="{6E515393-1341-1F81-904F-B43C7606FF00}"/>
                  </a:ext>
                </a:extLst>
              </p14:cNvPr>
              <p14:cNvContentPartPr/>
              <p14:nvPr/>
            </p14:nvContentPartPr>
            <p14:xfrm>
              <a:off x="9922554" y="4634192"/>
              <a:ext cx="9360" cy="2160"/>
            </p14:xfrm>
          </p:contentPart>
        </mc:Choice>
        <mc:Fallback>
          <p:pic>
            <p:nvPicPr>
              <p:cNvPr id="132" name="Ink 131">
                <a:extLst>
                  <a:ext uri="{FF2B5EF4-FFF2-40B4-BE49-F238E27FC236}">
                    <a16:creationId xmlns:a16="http://schemas.microsoft.com/office/drawing/2014/main" id="{6E515393-1341-1F81-904F-B43C7606FF00}"/>
                  </a:ext>
                </a:extLst>
              </p:cNvPr>
              <p:cNvPicPr/>
              <p:nvPr/>
            </p:nvPicPr>
            <p:blipFill>
              <a:blip r:embed="rId296"/>
              <a:stretch>
                <a:fillRect/>
              </a:stretch>
            </p:blipFill>
            <p:spPr>
              <a:xfrm>
                <a:off x="9916434" y="4628072"/>
                <a:ext cx="2160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244" name="Ink 243">
                <a:extLst>
                  <a:ext uri="{FF2B5EF4-FFF2-40B4-BE49-F238E27FC236}">
                    <a16:creationId xmlns:a16="http://schemas.microsoft.com/office/drawing/2014/main" id="{058C3328-A920-6E33-9DA8-7002D8B25259}"/>
                  </a:ext>
                </a:extLst>
              </p14:cNvPr>
              <p14:cNvContentPartPr/>
              <p14:nvPr/>
            </p14:nvContentPartPr>
            <p14:xfrm>
              <a:off x="10600794" y="4217312"/>
              <a:ext cx="339480" cy="262800"/>
            </p14:xfrm>
          </p:contentPart>
        </mc:Choice>
        <mc:Fallback>
          <p:pic>
            <p:nvPicPr>
              <p:cNvPr id="244" name="Ink 243">
                <a:extLst>
                  <a:ext uri="{FF2B5EF4-FFF2-40B4-BE49-F238E27FC236}">
                    <a16:creationId xmlns:a16="http://schemas.microsoft.com/office/drawing/2014/main" id="{058C3328-A920-6E33-9DA8-7002D8B25259}"/>
                  </a:ext>
                </a:extLst>
              </p:cNvPr>
              <p:cNvPicPr/>
              <p:nvPr/>
            </p:nvPicPr>
            <p:blipFill>
              <a:blip r:embed="rId298"/>
              <a:stretch>
                <a:fillRect/>
              </a:stretch>
            </p:blipFill>
            <p:spPr>
              <a:xfrm>
                <a:off x="10594674" y="4211192"/>
                <a:ext cx="35172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245" name="Ink 244">
                <a:extLst>
                  <a:ext uri="{FF2B5EF4-FFF2-40B4-BE49-F238E27FC236}">
                    <a16:creationId xmlns:a16="http://schemas.microsoft.com/office/drawing/2014/main" id="{EF225A37-C585-5B62-B017-56E47B201EC0}"/>
                  </a:ext>
                </a:extLst>
              </p14:cNvPr>
              <p14:cNvContentPartPr/>
              <p14:nvPr/>
            </p14:nvContentPartPr>
            <p14:xfrm>
              <a:off x="10091034" y="4590272"/>
              <a:ext cx="122400" cy="228600"/>
            </p14:xfrm>
          </p:contentPart>
        </mc:Choice>
        <mc:Fallback>
          <p:pic>
            <p:nvPicPr>
              <p:cNvPr id="245" name="Ink 244">
                <a:extLst>
                  <a:ext uri="{FF2B5EF4-FFF2-40B4-BE49-F238E27FC236}">
                    <a16:creationId xmlns:a16="http://schemas.microsoft.com/office/drawing/2014/main" id="{EF225A37-C585-5B62-B017-56E47B201EC0}"/>
                  </a:ext>
                </a:extLst>
              </p:cNvPr>
              <p:cNvPicPr/>
              <p:nvPr/>
            </p:nvPicPr>
            <p:blipFill>
              <a:blip r:embed="rId300"/>
              <a:stretch>
                <a:fillRect/>
              </a:stretch>
            </p:blipFill>
            <p:spPr>
              <a:xfrm>
                <a:off x="10084914" y="4584152"/>
                <a:ext cx="13464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246" name="Ink 245">
                <a:extLst>
                  <a:ext uri="{FF2B5EF4-FFF2-40B4-BE49-F238E27FC236}">
                    <a16:creationId xmlns:a16="http://schemas.microsoft.com/office/drawing/2014/main" id="{45BD03C9-DAC2-5429-FF19-C1D16E163186}"/>
                  </a:ext>
                </a:extLst>
              </p14:cNvPr>
              <p14:cNvContentPartPr/>
              <p14:nvPr/>
            </p14:nvContentPartPr>
            <p14:xfrm>
              <a:off x="10264194" y="4589912"/>
              <a:ext cx="97200" cy="150840"/>
            </p14:xfrm>
          </p:contentPart>
        </mc:Choice>
        <mc:Fallback>
          <p:pic>
            <p:nvPicPr>
              <p:cNvPr id="246" name="Ink 245">
                <a:extLst>
                  <a:ext uri="{FF2B5EF4-FFF2-40B4-BE49-F238E27FC236}">
                    <a16:creationId xmlns:a16="http://schemas.microsoft.com/office/drawing/2014/main" id="{45BD03C9-DAC2-5429-FF19-C1D16E163186}"/>
                  </a:ext>
                </a:extLst>
              </p:cNvPr>
              <p:cNvPicPr/>
              <p:nvPr/>
            </p:nvPicPr>
            <p:blipFill>
              <a:blip r:embed="rId302"/>
              <a:stretch>
                <a:fillRect/>
              </a:stretch>
            </p:blipFill>
            <p:spPr>
              <a:xfrm>
                <a:off x="10258074" y="4583792"/>
                <a:ext cx="10944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247" name="Ink 246">
                <a:extLst>
                  <a:ext uri="{FF2B5EF4-FFF2-40B4-BE49-F238E27FC236}">
                    <a16:creationId xmlns:a16="http://schemas.microsoft.com/office/drawing/2014/main" id="{0EFA774D-53DD-3DF3-095C-41E907DD7FD7}"/>
                  </a:ext>
                </a:extLst>
              </p14:cNvPr>
              <p14:cNvContentPartPr/>
              <p14:nvPr/>
            </p14:nvContentPartPr>
            <p14:xfrm>
              <a:off x="10430874" y="4540232"/>
              <a:ext cx="113760" cy="163440"/>
            </p14:xfrm>
          </p:contentPart>
        </mc:Choice>
        <mc:Fallback>
          <p:pic>
            <p:nvPicPr>
              <p:cNvPr id="247" name="Ink 246">
                <a:extLst>
                  <a:ext uri="{FF2B5EF4-FFF2-40B4-BE49-F238E27FC236}">
                    <a16:creationId xmlns:a16="http://schemas.microsoft.com/office/drawing/2014/main" id="{0EFA774D-53DD-3DF3-095C-41E907DD7FD7}"/>
                  </a:ext>
                </a:extLst>
              </p:cNvPr>
              <p:cNvPicPr/>
              <p:nvPr/>
            </p:nvPicPr>
            <p:blipFill>
              <a:blip r:embed="rId304"/>
              <a:stretch>
                <a:fillRect/>
              </a:stretch>
            </p:blipFill>
            <p:spPr>
              <a:xfrm>
                <a:off x="10424754" y="4534112"/>
                <a:ext cx="12600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248" name="Ink 247">
                <a:extLst>
                  <a:ext uri="{FF2B5EF4-FFF2-40B4-BE49-F238E27FC236}">
                    <a16:creationId xmlns:a16="http://schemas.microsoft.com/office/drawing/2014/main" id="{AF144718-91C3-5CA6-8E99-ADF94ED9872D}"/>
                  </a:ext>
                </a:extLst>
              </p14:cNvPr>
              <p14:cNvContentPartPr/>
              <p14:nvPr/>
            </p14:nvContentPartPr>
            <p14:xfrm>
              <a:off x="10474434" y="4546352"/>
              <a:ext cx="31680" cy="127800"/>
            </p14:xfrm>
          </p:contentPart>
        </mc:Choice>
        <mc:Fallback>
          <p:pic>
            <p:nvPicPr>
              <p:cNvPr id="248" name="Ink 247">
                <a:extLst>
                  <a:ext uri="{FF2B5EF4-FFF2-40B4-BE49-F238E27FC236}">
                    <a16:creationId xmlns:a16="http://schemas.microsoft.com/office/drawing/2014/main" id="{AF144718-91C3-5CA6-8E99-ADF94ED9872D}"/>
                  </a:ext>
                </a:extLst>
              </p:cNvPr>
              <p:cNvPicPr/>
              <p:nvPr/>
            </p:nvPicPr>
            <p:blipFill>
              <a:blip r:embed="rId306"/>
              <a:stretch>
                <a:fillRect/>
              </a:stretch>
            </p:blipFill>
            <p:spPr>
              <a:xfrm>
                <a:off x="10468314" y="4540232"/>
                <a:ext cx="439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249" name="Ink 248">
                <a:extLst>
                  <a:ext uri="{FF2B5EF4-FFF2-40B4-BE49-F238E27FC236}">
                    <a16:creationId xmlns:a16="http://schemas.microsoft.com/office/drawing/2014/main" id="{B5AFC17A-BBE2-A0D6-0162-34E34676AF0A}"/>
                  </a:ext>
                </a:extLst>
              </p14:cNvPr>
              <p14:cNvContentPartPr/>
              <p14:nvPr/>
            </p14:nvContentPartPr>
            <p14:xfrm>
              <a:off x="10208754" y="4730312"/>
              <a:ext cx="303120" cy="182160"/>
            </p14:xfrm>
          </p:contentPart>
        </mc:Choice>
        <mc:Fallback>
          <p:pic>
            <p:nvPicPr>
              <p:cNvPr id="249" name="Ink 248">
                <a:extLst>
                  <a:ext uri="{FF2B5EF4-FFF2-40B4-BE49-F238E27FC236}">
                    <a16:creationId xmlns:a16="http://schemas.microsoft.com/office/drawing/2014/main" id="{B5AFC17A-BBE2-A0D6-0162-34E34676AF0A}"/>
                  </a:ext>
                </a:extLst>
              </p:cNvPr>
              <p:cNvPicPr/>
              <p:nvPr/>
            </p:nvPicPr>
            <p:blipFill>
              <a:blip r:embed="rId308"/>
              <a:stretch>
                <a:fillRect/>
              </a:stretch>
            </p:blipFill>
            <p:spPr>
              <a:xfrm>
                <a:off x="10202634" y="4724192"/>
                <a:ext cx="315360" cy="194400"/>
              </a:xfrm>
              <a:prstGeom prst="rect">
                <a:avLst/>
              </a:prstGeom>
            </p:spPr>
          </p:pic>
        </mc:Fallback>
      </mc:AlternateContent>
      <p:grpSp>
        <p:nvGrpSpPr>
          <p:cNvPr id="255" name="Group 254">
            <a:extLst>
              <a:ext uri="{FF2B5EF4-FFF2-40B4-BE49-F238E27FC236}">
                <a16:creationId xmlns:a16="http://schemas.microsoft.com/office/drawing/2014/main" id="{B7528D1F-2C75-4FCF-70BB-0E3C926B0FBB}"/>
              </a:ext>
            </a:extLst>
          </p:cNvPr>
          <p:cNvGrpSpPr/>
          <p:nvPr/>
        </p:nvGrpSpPr>
        <p:grpSpPr>
          <a:xfrm>
            <a:off x="10749834" y="3485792"/>
            <a:ext cx="1379880" cy="1852200"/>
            <a:chOff x="10749834" y="3485792"/>
            <a:chExt cx="1379880" cy="1852200"/>
          </a:xfrm>
        </p:grpSpPr>
        <mc:AlternateContent xmlns:mc="http://schemas.openxmlformats.org/markup-compatibility/2006">
          <mc:Choice xmlns:p14="http://schemas.microsoft.com/office/powerpoint/2010/main" Requires="p14">
            <p:contentPart p14:bwMode="auto" r:id="rId309">
              <p14:nvContentPartPr>
                <p14:cNvPr id="178" name="Ink 177">
                  <a:extLst>
                    <a:ext uri="{FF2B5EF4-FFF2-40B4-BE49-F238E27FC236}">
                      <a16:creationId xmlns:a16="http://schemas.microsoft.com/office/drawing/2014/main" id="{629D7016-0F86-FF8D-CC51-115B0F514395}"/>
                    </a:ext>
                  </a:extLst>
                </p14:cNvPr>
                <p14:cNvContentPartPr/>
                <p14:nvPr/>
              </p14:nvContentPartPr>
              <p14:xfrm>
                <a:off x="10904274" y="3608912"/>
                <a:ext cx="48960" cy="68760"/>
              </p14:xfrm>
            </p:contentPart>
          </mc:Choice>
          <mc:Fallback>
            <p:pic>
              <p:nvPicPr>
                <p:cNvPr id="178" name="Ink 177">
                  <a:extLst>
                    <a:ext uri="{FF2B5EF4-FFF2-40B4-BE49-F238E27FC236}">
                      <a16:creationId xmlns:a16="http://schemas.microsoft.com/office/drawing/2014/main" id="{629D7016-0F86-FF8D-CC51-115B0F514395}"/>
                    </a:ext>
                  </a:extLst>
                </p:cNvPr>
                <p:cNvPicPr/>
                <p:nvPr/>
              </p:nvPicPr>
              <p:blipFill>
                <a:blip r:embed="rId310"/>
                <a:stretch>
                  <a:fillRect/>
                </a:stretch>
              </p:blipFill>
              <p:spPr>
                <a:xfrm>
                  <a:off x="10898154" y="3602792"/>
                  <a:ext cx="612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186" name="Ink 185">
                  <a:extLst>
                    <a:ext uri="{FF2B5EF4-FFF2-40B4-BE49-F238E27FC236}">
                      <a16:creationId xmlns:a16="http://schemas.microsoft.com/office/drawing/2014/main" id="{AE4F37A4-4B32-84AE-F9E1-7FEFF2F2751B}"/>
                    </a:ext>
                  </a:extLst>
                </p14:cNvPr>
                <p14:cNvContentPartPr/>
                <p14:nvPr/>
              </p14:nvContentPartPr>
              <p14:xfrm>
                <a:off x="11019114" y="4014992"/>
                <a:ext cx="29160" cy="63000"/>
              </p14:xfrm>
            </p:contentPart>
          </mc:Choice>
          <mc:Fallback>
            <p:pic>
              <p:nvPicPr>
                <p:cNvPr id="186" name="Ink 185">
                  <a:extLst>
                    <a:ext uri="{FF2B5EF4-FFF2-40B4-BE49-F238E27FC236}">
                      <a16:creationId xmlns:a16="http://schemas.microsoft.com/office/drawing/2014/main" id="{AE4F37A4-4B32-84AE-F9E1-7FEFF2F2751B}"/>
                    </a:ext>
                  </a:extLst>
                </p:cNvPr>
                <p:cNvPicPr/>
                <p:nvPr/>
              </p:nvPicPr>
              <p:blipFill>
                <a:blip r:embed="rId312"/>
                <a:stretch>
                  <a:fillRect/>
                </a:stretch>
              </p:blipFill>
              <p:spPr>
                <a:xfrm>
                  <a:off x="11012994" y="4008872"/>
                  <a:ext cx="4140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187" name="Ink 186">
                  <a:extLst>
                    <a:ext uri="{FF2B5EF4-FFF2-40B4-BE49-F238E27FC236}">
                      <a16:creationId xmlns:a16="http://schemas.microsoft.com/office/drawing/2014/main" id="{2E7691F8-6B05-FD7B-B82D-E1FDD390DB1E}"/>
                    </a:ext>
                  </a:extLst>
                </p14:cNvPr>
                <p14:cNvContentPartPr/>
                <p14:nvPr/>
              </p14:nvContentPartPr>
              <p14:xfrm>
                <a:off x="11191914" y="3929672"/>
                <a:ext cx="151200" cy="144000"/>
              </p14:xfrm>
            </p:contentPart>
          </mc:Choice>
          <mc:Fallback>
            <p:pic>
              <p:nvPicPr>
                <p:cNvPr id="187" name="Ink 186">
                  <a:extLst>
                    <a:ext uri="{FF2B5EF4-FFF2-40B4-BE49-F238E27FC236}">
                      <a16:creationId xmlns:a16="http://schemas.microsoft.com/office/drawing/2014/main" id="{2E7691F8-6B05-FD7B-B82D-E1FDD390DB1E}"/>
                    </a:ext>
                  </a:extLst>
                </p:cNvPr>
                <p:cNvPicPr/>
                <p:nvPr/>
              </p:nvPicPr>
              <p:blipFill>
                <a:blip r:embed="rId314"/>
                <a:stretch>
                  <a:fillRect/>
                </a:stretch>
              </p:blipFill>
              <p:spPr>
                <a:xfrm>
                  <a:off x="11185794" y="3923552"/>
                  <a:ext cx="16344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188" name="Ink 187">
                  <a:extLst>
                    <a:ext uri="{FF2B5EF4-FFF2-40B4-BE49-F238E27FC236}">
                      <a16:creationId xmlns:a16="http://schemas.microsoft.com/office/drawing/2014/main" id="{C4403B11-4686-148B-7561-07EF1034C951}"/>
                    </a:ext>
                  </a:extLst>
                </p14:cNvPr>
                <p14:cNvContentPartPr/>
                <p14:nvPr/>
              </p14:nvContentPartPr>
              <p14:xfrm>
                <a:off x="11406834" y="3948752"/>
                <a:ext cx="185760" cy="36720"/>
              </p14:xfrm>
            </p:contentPart>
          </mc:Choice>
          <mc:Fallback>
            <p:pic>
              <p:nvPicPr>
                <p:cNvPr id="188" name="Ink 187">
                  <a:extLst>
                    <a:ext uri="{FF2B5EF4-FFF2-40B4-BE49-F238E27FC236}">
                      <a16:creationId xmlns:a16="http://schemas.microsoft.com/office/drawing/2014/main" id="{C4403B11-4686-148B-7561-07EF1034C951}"/>
                    </a:ext>
                  </a:extLst>
                </p:cNvPr>
                <p:cNvPicPr/>
                <p:nvPr/>
              </p:nvPicPr>
              <p:blipFill>
                <a:blip r:embed="rId316"/>
                <a:stretch>
                  <a:fillRect/>
                </a:stretch>
              </p:blipFill>
              <p:spPr>
                <a:xfrm>
                  <a:off x="11400714" y="3942632"/>
                  <a:ext cx="1980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189" name="Ink 188">
                  <a:extLst>
                    <a:ext uri="{FF2B5EF4-FFF2-40B4-BE49-F238E27FC236}">
                      <a16:creationId xmlns:a16="http://schemas.microsoft.com/office/drawing/2014/main" id="{173AEED2-08A4-F322-5F9E-3A23B1271EA7}"/>
                    </a:ext>
                  </a:extLst>
                </p14:cNvPr>
                <p14:cNvContentPartPr/>
                <p14:nvPr/>
              </p14:nvContentPartPr>
              <p14:xfrm>
                <a:off x="11645514" y="3898352"/>
                <a:ext cx="81000" cy="182880"/>
              </p14:xfrm>
            </p:contentPart>
          </mc:Choice>
          <mc:Fallback>
            <p:pic>
              <p:nvPicPr>
                <p:cNvPr id="189" name="Ink 188">
                  <a:extLst>
                    <a:ext uri="{FF2B5EF4-FFF2-40B4-BE49-F238E27FC236}">
                      <a16:creationId xmlns:a16="http://schemas.microsoft.com/office/drawing/2014/main" id="{173AEED2-08A4-F322-5F9E-3A23B1271EA7}"/>
                    </a:ext>
                  </a:extLst>
                </p:cNvPr>
                <p:cNvPicPr/>
                <p:nvPr/>
              </p:nvPicPr>
              <p:blipFill>
                <a:blip r:embed="rId318"/>
                <a:stretch>
                  <a:fillRect/>
                </a:stretch>
              </p:blipFill>
              <p:spPr>
                <a:xfrm>
                  <a:off x="11639394" y="3892232"/>
                  <a:ext cx="9324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190" name="Ink 189">
                  <a:extLst>
                    <a:ext uri="{FF2B5EF4-FFF2-40B4-BE49-F238E27FC236}">
                      <a16:creationId xmlns:a16="http://schemas.microsoft.com/office/drawing/2014/main" id="{AD3B01F9-E1C0-5B47-810C-2598648ECBEF}"/>
                    </a:ext>
                  </a:extLst>
                </p14:cNvPr>
                <p14:cNvContentPartPr/>
                <p14:nvPr/>
              </p14:nvContentPartPr>
              <p14:xfrm>
                <a:off x="11739114" y="3820232"/>
                <a:ext cx="224640" cy="147600"/>
              </p14:xfrm>
            </p:contentPart>
          </mc:Choice>
          <mc:Fallback>
            <p:pic>
              <p:nvPicPr>
                <p:cNvPr id="190" name="Ink 189">
                  <a:extLst>
                    <a:ext uri="{FF2B5EF4-FFF2-40B4-BE49-F238E27FC236}">
                      <a16:creationId xmlns:a16="http://schemas.microsoft.com/office/drawing/2014/main" id="{AD3B01F9-E1C0-5B47-810C-2598648ECBEF}"/>
                    </a:ext>
                  </a:extLst>
                </p:cNvPr>
                <p:cNvPicPr/>
                <p:nvPr/>
              </p:nvPicPr>
              <p:blipFill>
                <a:blip r:embed="rId320"/>
                <a:stretch>
                  <a:fillRect/>
                </a:stretch>
              </p:blipFill>
              <p:spPr>
                <a:xfrm>
                  <a:off x="11732994" y="3814112"/>
                  <a:ext cx="23688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191" name="Ink 190">
                  <a:extLst>
                    <a:ext uri="{FF2B5EF4-FFF2-40B4-BE49-F238E27FC236}">
                      <a16:creationId xmlns:a16="http://schemas.microsoft.com/office/drawing/2014/main" id="{EEB51380-6076-52B8-00E6-F47CF0349E81}"/>
                    </a:ext>
                  </a:extLst>
                </p14:cNvPr>
                <p14:cNvContentPartPr/>
                <p14:nvPr/>
              </p14:nvContentPartPr>
              <p14:xfrm>
                <a:off x="11102274" y="4114712"/>
                <a:ext cx="470880" cy="220320"/>
              </p14:xfrm>
            </p:contentPart>
          </mc:Choice>
          <mc:Fallback>
            <p:pic>
              <p:nvPicPr>
                <p:cNvPr id="191" name="Ink 190">
                  <a:extLst>
                    <a:ext uri="{FF2B5EF4-FFF2-40B4-BE49-F238E27FC236}">
                      <a16:creationId xmlns:a16="http://schemas.microsoft.com/office/drawing/2014/main" id="{EEB51380-6076-52B8-00E6-F47CF0349E81}"/>
                    </a:ext>
                  </a:extLst>
                </p:cNvPr>
                <p:cNvPicPr/>
                <p:nvPr/>
              </p:nvPicPr>
              <p:blipFill>
                <a:blip r:embed="rId322"/>
                <a:stretch>
                  <a:fillRect/>
                </a:stretch>
              </p:blipFill>
              <p:spPr>
                <a:xfrm>
                  <a:off x="11096154" y="4108592"/>
                  <a:ext cx="48312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192" name="Ink 191">
                  <a:extLst>
                    <a:ext uri="{FF2B5EF4-FFF2-40B4-BE49-F238E27FC236}">
                      <a16:creationId xmlns:a16="http://schemas.microsoft.com/office/drawing/2014/main" id="{5F078B29-8B71-E1D5-1A36-41DB18CF4CB1}"/>
                    </a:ext>
                  </a:extLst>
                </p14:cNvPr>
                <p14:cNvContentPartPr/>
                <p14:nvPr/>
              </p14:nvContentPartPr>
              <p14:xfrm>
                <a:off x="11607714" y="4166552"/>
                <a:ext cx="6840" cy="5040"/>
              </p14:xfrm>
            </p:contentPart>
          </mc:Choice>
          <mc:Fallback>
            <p:pic>
              <p:nvPicPr>
                <p:cNvPr id="192" name="Ink 191">
                  <a:extLst>
                    <a:ext uri="{FF2B5EF4-FFF2-40B4-BE49-F238E27FC236}">
                      <a16:creationId xmlns:a16="http://schemas.microsoft.com/office/drawing/2014/main" id="{5F078B29-8B71-E1D5-1A36-41DB18CF4CB1}"/>
                    </a:ext>
                  </a:extLst>
                </p:cNvPr>
                <p:cNvPicPr/>
                <p:nvPr/>
              </p:nvPicPr>
              <p:blipFill>
                <a:blip r:embed="rId324"/>
                <a:stretch>
                  <a:fillRect/>
                </a:stretch>
              </p:blipFill>
              <p:spPr>
                <a:xfrm>
                  <a:off x="11601594" y="4160432"/>
                  <a:ext cx="1908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193" name="Ink 192">
                  <a:extLst>
                    <a:ext uri="{FF2B5EF4-FFF2-40B4-BE49-F238E27FC236}">
                      <a16:creationId xmlns:a16="http://schemas.microsoft.com/office/drawing/2014/main" id="{52F498D5-13AB-7069-4E18-C7FE23E5CCF2}"/>
                    </a:ext>
                  </a:extLst>
                </p14:cNvPr>
                <p14:cNvContentPartPr/>
                <p14:nvPr/>
              </p14:nvContentPartPr>
              <p14:xfrm>
                <a:off x="11088954" y="4508912"/>
                <a:ext cx="40680" cy="79200"/>
              </p14:xfrm>
            </p:contentPart>
          </mc:Choice>
          <mc:Fallback>
            <p:pic>
              <p:nvPicPr>
                <p:cNvPr id="193" name="Ink 192">
                  <a:extLst>
                    <a:ext uri="{FF2B5EF4-FFF2-40B4-BE49-F238E27FC236}">
                      <a16:creationId xmlns:a16="http://schemas.microsoft.com/office/drawing/2014/main" id="{52F498D5-13AB-7069-4E18-C7FE23E5CCF2}"/>
                    </a:ext>
                  </a:extLst>
                </p:cNvPr>
                <p:cNvPicPr/>
                <p:nvPr/>
              </p:nvPicPr>
              <p:blipFill>
                <a:blip r:embed="rId326"/>
                <a:stretch>
                  <a:fillRect/>
                </a:stretch>
              </p:blipFill>
              <p:spPr>
                <a:xfrm>
                  <a:off x="11082834" y="4502792"/>
                  <a:ext cx="5292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194" name="Ink 193">
                  <a:extLst>
                    <a:ext uri="{FF2B5EF4-FFF2-40B4-BE49-F238E27FC236}">
                      <a16:creationId xmlns:a16="http://schemas.microsoft.com/office/drawing/2014/main" id="{71690A99-2A33-F33F-F6DE-21A5106FD052}"/>
                    </a:ext>
                  </a:extLst>
                </p14:cNvPr>
                <p14:cNvContentPartPr/>
                <p14:nvPr/>
              </p14:nvContentPartPr>
              <p14:xfrm>
                <a:off x="11292714" y="4453832"/>
                <a:ext cx="256320" cy="173880"/>
              </p14:xfrm>
            </p:contentPart>
          </mc:Choice>
          <mc:Fallback>
            <p:pic>
              <p:nvPicPr>
                <p:cNvPr id="194" name="Ink 193">
                  <a:extLst>
                    <a:ext uri="{FF2B5EF4-FFF2-40B4-BE49-F238E27FC236}">
                      <a16:creationId xmlns:a16="http://schemas.microsoft.com/office/drawing/2014/main" id="{71690A99-2A33-F33F-F6DE-21A5106FD052}"/>
                    </a:ext>
                  </a:extLst>
                </p:cNvPr>
                <p:cNvPicPr/>
                <p:nvPr/>
              </p:nvPicPr>
              <p:blipFill>
                <a:blip r:embed="rId328"/>
                <a:stretch>
                  <a:fillRect/>
                </a:stretch>
              </p:blipFill>
              <p:spPr>
                <a:xfrm>
                  <a:off x="11286594" y="4447712"/>
                  <a:ext cx="2685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195" name="Ink 194">
                  <a:extLst>
                    <a:ext uri="{FF2B5EF4-FFF2-40B4-BE49-F238E27FC236}">
                      <a16:creationId xmlns:a16="http://schemas.microsoft.com/office/drawing/2014/main" id="{1EBA307C-8CAC-5363-4370-7F0B0496B789}"/>
                    </a:ext>
                  </a:extLst>
                </p14:cNvPr>
                <p14:cNvContentPartPr/>
                <p14:nvPr/>
              </p14:nvContentPartPr>
              <p14:xfrm>
                <a:off x="11638314" y="4323872"/>
                <a:ext cx="200880" cy="262800"/>
              </p14:xfrm>
            </p:contentPart>
          </mc:Choice>
          <mc:Fallback>
            <p:pic>
              <p:nvPicPr>
                <p:cNvPr id="195" name="Ink 194">
                  <a:extLst>
                    <a:ext uri="{FF2B5EF4-FFF2-40B4-BE49-F238E27FC236}">
                      <a16:creationId xmlns:a16="http://schemas.microsoft.com/office/drawing/2014/main" id="{1EBA307C-8CAC-5363-4370-7F0B0496B789}"/>
                    </a:ext>
                  </a:extLst>
                </p:cNvPr>
                <p:cNvPicPr/>
                <p:nvPr/>
              </p:nvPicPr>
              <p:blipFill>
                <a:blip r:embed="rId330"/>
                <a:stretch>
                  <a:fillRect/>
                </a:stretch>
              </p:blipFill>
              <p:spPr>
                <a:xfrm>
                  <a:off x="11632194" y="4317752"/>
                  <a:ext cx="21312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197" name="Ink 196">
                  <a:extLst>
                    <a:ext uri="{FF2B5EF4-FFF2-40B4-BE49-F238E27FC236}">
                      <a16:creationId xmlns:a16="http://schemas.microsoft.com/office/drawing/2014/main" id="{B4E754A4-C5FE-9205-941D-1C312513999C}"/>
                    </a:ext>
                  </a:extLst>
                </p14:cNvPr>
                <p14:cNvContentPartPr/>
                <p14:nvPr/>
              </p14:nvContentPartPr>
              <p14:xfrm>
                <a:off x="11314674" y="4688192"/>
                <a:ext cx="124200" cy="196560"/>
              </p14:xfrm>
            </p:contentPart>
          </mc:Choice>
          <mc:Fallback>
            <p:pic>
              <p:nvPicPr>
                <p:cNvPr id="197" name="Ink 196">
                  <a:extLst>
                    <a:ext uri="{FF2B5EF4-FFF2-40B4-BE49-F238E27FC236}">
                      <a16:creationId xmlns:a16="http://schemas.microsoft.com/office/drawing/2014/main" id="{B4E754A4-C5FE-9205-941D-1C312513999C}"/>
                    </a:ext>
                  </a:extLst>
                </p:cNvPr>
                <p:cNvPicPr/>
                <p:nvPr/>
              </p:nvPicPr>
              <p:blipFill>
                <a:blip r:embed="rId332"/>
                <a:stretch>
                  <a:fillRect/>
                </a:stretch>
              </p:blipFill>
              <p:spPr>
                <a:xfrm>
                  <a:off x="11308554" y="4682072"/>
                  <a:ext cx="13644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198" name="Ink 197">
                  <a:extLst>
                    <a:ext uri="{FF2B5EF4-FFF2-40B4-BE49-F238E27FC236}">
                      <a16:creationId xmlns:a16="http://schemas.microsoft.com/office/drawing/2014/main" id="{E6D7D584-E347-5D40-E430-E98A4184BD54}"/>
                    </a:ext>
                  </a:extLst>
                </p14:cNvPr>
                <p14:cNvContentPartPr/>
                <p14:nvPr/>
              </p14:nvContentPartPr>
              <p14:xfrm>
                <a:off x="11354994" y="4782512"/>
                <a:ext cx="123480" cy="76320"/>
              </p14:xfrm>
            </p:contentPart>
          </mc:Choice>
          <mc:Fallback>
            <p:pic>
              <p:nvPicPr>
                <p:cNvPr id="198" name="Ink 197">
                  <a:extLst>
                    <a:ext uri="{FF2B5EF4-FFF2-40B4-BE49-F238E27FC236}">
                      <a16:creationId xmlns:a16="http://schemas.microsoft.com/office/drawing/2014/main" id="{E6D7D584-E347-5D40-E430-E98A4184BD54}"/>
                    </a:ext>
                  </a:extLst>
                </p:cNvPr>
                <p:cNvPicPr/>
                <p:nvPr/>
              </p:nvPicPr>
              <p:blipFill>
                <a:blip r:embed="rId334"/>
                <a:stretch>
                  <a:fillRect/>
                </a:stretch>
              </p:blipFill>
              <p:spPr>
                <a:xfrm>
                  <a:off x="11348874" y="4776392"/>
                  <a:ext cx="1357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199" name="Ink 198">
                  <a:extLst>
                    <a:ext uri="{FF2B5EF4-FFF2-40B4-BE49-F238E27FC236}">
                      <a16:creationId xmlns:a16="http://schemas.microsoft.com/office/drawing/2014/main" id="{3120CDF6-4AA5-C256-F6FC-0929ED70C329}"/>
                    </a:ext>
                  </a:extLst>
                </p14:cNvPr>
                <p14:cNvContentPartPr/>
                <p14:nvPr/>
              </p14:nvContentPartPr>
              <p14:xfrm>
                <a:off x="11509074" y="4700072"/>
                <a:ext cx="298080" cy="203040"/>
              </p14:xfrm>
            </p:contentPart>
          </mc:Choice>
          <mc:Fallback>
            <p:pic>
              <p:nvPicPr>
                <p:cNvPr id="199" name="Ink 198">
                  <a:extLst>
                    <a:ext uri="{FF2B5EF4-FFF2-40B4-BE49-F238E27FC236}">
                      <a16:creationId xmlns:a16="http://schemas.microsoft.com/office/drawing/2014/main" id="{3120CDF6-4AA5-C256-F6FC-0929ED70C329}"/>
                    </a:ext>
                  </a:extLst>
                </p:cNvPr>
                <p:cNvPicPr/>
                <p:nvPr/>
              </p:nvPicPr>
              <p:blipFill>
                <a:blip r:embed="rId336"/>
                <a:stretch>
                  <a:fillRect/>
                </a:stretch>
              </p:blipFill>
              <p:spPr>
                <a:xfrm>
                  <a:off x="11502954" y="4693952"/>
                  <a:ext cx="3103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229" name="Ink 228">
                  <a:extLst>
                    <a:ext uri="{FF2B5EF4-FFF2-40B4-BE49-F238E27FC236}">
                      <a16:creationId xmlns:a16="http://schemas.microsoft.com/office/drawing/2014/main" id="{23498652-2EF7-294E-6B45-E4A6CB37A898}"/>
                    </a:ext>
                  </a:extLst>
                </p14:cNvPr>
                <p14:cNvContentPartPr/>
                <p14:nvPr/>
              </p14:nvContentPartPr>
              <p14:xfrm>
                <a:off x="10749834" y="3751112"/>
                <a:ext cx="169920" cy="212400"/>
              </p14:xfrm>
            </p:contentPart>
          </mc:Choice>
          <mc:Fallback>
            <p:pic>
              <p:nvPicPr>
                <p:cNvPr id="229" name="Ink 228">
                  <a:extLst>
                    <a:ext uri="{FF2B5EF4-FFF2-40B4-BE49-F238E27FC236}">
                      <a16:creationId xmlns:a16="http://schemas.microsoft.com/office/drawing/2014/main" id="{23498652-2EF7-294E-6B45-E4A6CB37A898}"/>
                    </a:ext>
                  </a:extLst>
                </p:cNvPr>
                <p:cNvPicPr/>
                <p:nvPr/>
              </p:nvPicPr>
              <p:blipFill>
                <a:blip r:embed="rId338"/>
                <a:stretch>
                  <a:fillRect/>
                </a:stretch>
              </p:blipFill>
              <p:spPr>
                <a:xfrm>
                  <a:off x="10743714" y="3744992"/>
                  <a:ext cx="18216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230" name="Ink 229">
                  <a:extLst>
                    <a:ext uri="{FF2B5EF4-FFF2-40B4-BE49-F238E27FC236}">
                      <a16:creationId xmlns:a16="http://schemas.microsoft.com/office/drawing/2014/main" id="{2FCD5E27-AE62-37F2-A50E-AD35A3172E2C}"/>
                    </a:ext>
                  </a:extLst>
                </p14:cNvPr>
                <p14:cNvContentPartPr/>
                <p14:nvPr/>
              </p14:nvContentPartPr>
              <p14:xfrm>
                <a:off x="10792314" y="3793952"/>
                <a:ext cx="128880" cy="99000"/>
              </p14:xfrm>
            </p:contentPart>
          </mc:Choice>
          <mc:Fallback>
            <p:pic>
              <p:nvPicPr>
                <p:cNvPr id="230" name="Ink 229">
                  <a:extLst>
                    <a:ext uri="{FF2B5EF4-FFF2-40B4-BE49-F238E27FC236}">
                      <a16:creationId xmlns:a16="http://schemas.microsoft.com/office/drawing/2014/main" id="{2FCD5E27-AE62-37F2-A50E-AD35A3172E2C}"/>
                    </a:ext>
                  </a:extLst>
                </p:cNvPr>
                <p:cNvPicPr/>
                <p:nvPr/>
              </p:nvPicPr>
              <p:blipFill>
                <a:blip r:embed="rId340"/>
                <a:stretch>
                  <a:fillRect/>
                </a:stretch>
              </p:blipFill>
              <p:spPr>
                <a:xfrm>
                  <a:off x="10786194" y="3787832"/>
                  <a:ext cx="1411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232" name="Ink 231">
                  <a:extLst>
                    <a:ext uri="{FF2B5EF4-FFF2-40B4-BE49-F238E27FC236}">
                      <a16:creationId xmlns:a16="http://schemas.microsoft.com/office/drawing/2014/main" id="{0D6C3A3A-1248-8D53-CC84-ACCE063A2DE7}"/>
                    </a:ext>
                  </a:extLst>
                </p14:cNvPr>
                <p14:cNvContentPartPr/>
                <p14:nvPr/>
              </p14:nvContentPartPr>
              <p14:xfrm>
                <a:off x="11095434" y="4814192"/>
                <a:ext cx="108000" cy="242280"/>
              </p14:xfrm>
            </p:contentPart>
          </mc:Choice>
          <mc:Fallback>
            <p:pic>
              <p:nvPicPr>
                <p:cNvPr id="232" name="Ink 231">
                  <a:extLst>
                    <a:ext uri="{FF2B5EF4-FFF2-40B4-BE49-F238E27FC236}">
                      <a16:creationId xmlns:a16="http://schemas.microsoft.com/office/drawing/2014/main" id="{0D6C3A3A-1248-8D53-CC84-ACCE063A2DE7}"/>
                    </a:ext>
                  </a:extLst>
                </p:cNvPr>
                <p:cNvPicPr/>
                <p:nvPr/>
              </p:nvPicPr>
              <p:blipFill>
                <a:blip r:embed="rId342"/>
                <a:stretch>
                  <a:fillRect/>
                </a:stretch>
              </p:blipFill>
              <p:spPr>
                <a:xfrm>
                  <a:off x="11089314" y="4808072"/>
                  <a:ext cx="1202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233" name="Ink 232">
                  <a:extLst>
                    <a:ext uri="{FF2B5EF4-FFF2-40B4-BE49-F238E27FC236}">
                      <a16:creationId xmlns:a16="http://schemas.microsoft.com/office/drawing/2014/main" id="{3B609184-FF94-E64C-54D0-E5DE4BCAA4F9}"/>
                    </a:ext>
                  </a:extLst>
                </p14:cNvPr>
                <p14:cNvContentPartPr/>
                <p14:nvPr/>
              </p14:nvContentPartPr>
              <p14:xfrm>
                <a:off x="11133594" y="4815992"/>
                <a:ext cx="107640" cy="115920"/>
              </p14:xfrm>
            </p:contentPart>
          </mc:Choice>
          <mc:Fallback>
            <p:pic>
              <p:nvPicPr>
                <p:cNvPr id="233" name="Ink 232">
                  <a:extLst>
                    <a:ext uri="{FF2B5EF4-FFF2-40B4-BE49-F238E27FC236}">
                      <a16:creationId xmlns:a16="http://schemas.microsoft.com/office/drawing/2014/main" id="{3B609184-FF94-E64C-54D0-E5DE4BCAA4F9}"/>
                    </a:ext>
                  </a:extLst>
                </p:cNvPr>
                <p:cNvPicPr/>
                <p:nvPr/>
              </p:nvPicPr>
              <p:blipFill>
                <a:blip r:embed="rId344"/>
                <a:stretch>
                  <a:fillRect/>
                </a:stretch>
              </p:blipFill>
              <p:spPr>
                <a:xfrm>
                  <a:off x="11127474" y="4809872"/>
                  <a:ext cx="11988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235" name="Ink 234">
                  <a:extLst>
                    <a:ext uri="{FF2B5EF4-FFF2-40B4-BE49-F238E27FC236}">
                      <a16:creationId xmlns:a16="http://schemas.microsoft.com/office/drawing/2014/main" id="{287CD3E6-EC88-C51C-A4C9-0400E3F9B1FA}"/>
                    </a:ext>
                  </a:extLst>
                </p14:cNvPr>
                <p14:cNvContentPartPr/>
                <p14:nvPr/>
              </p14:nvContentPartPr>
              <p14:xfrm>
                <a:off x="11186154" y="5134592"/>
                <a:ext cx="139680" cy="203400"/>
              </p14:xfrm>
            </p:contentPart>
          </mc:Choice>
          <mc:Fallback>
            <p:pic>
              <p:nvPicPr>
                <p:cNvPr id="235" name="Ink 234">
                  <a:extLst>
                    <a:ext uri="{FF2B5EF4-FFF2-40B4-BE49-F238E27FC236}">
                      <a16:creationId xmlns:a16="http://schemas.microsoft.com/office/drawing/2014/main" id="{287CD3E6-EC88-C51C-A4C9-0400E3F9B1FA}"/>
                    </a:ext>
                  </a:extLst>
                </p:cNvPr>
                <p:cNvPicPr/>
                <p:nvPr/>
              </p:nvPicPr>
              <p:blipFill>
                <a:blip r:embed="rId346"/>
                <a:stretch>
                  <a:fillRect/>
                </a:stretch>
              </p:blipFill>
              <p:spPr>
                <a:xfrm>
                  <a:off x="11180034" y="5128472"/>
                  <a:ext cx="15192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236" name="Ink 235">
                  <a:extLst>
                    <a:ext uri="{FF2B5EF4-FFF2-40B4-BE49-F238E27FC236}">
                      <a16:creationId xmlns:a16="http://schemas.microsoft.com/office/drawing/2014/main" id="{7E1F19B5-1B2C-F32F-2BC9-145AB9FB520A}"/>
                    </a:ext>
                  </a:extLst>
                </p14:cNvPr>
                <p14:cNvContentPartPr/>
                <p14:nvPr/>
              </p14:nvContentPartPr>
              <p14:xfrm>
                <a:off x="11394234" y="5117672"/>
                <a:ext cx="92160" cy="159120"/>
              </p14:xfrm>
            </p:contentPart>
          </mc:Choice>
          <mc:Fallback>
            <p:pic>
              <p:nvPicPr>
                <p:cNvPr id="236" name="Ink 235">
                  <a:extLst>
                    <a:ext uri="{FF2B5EF4-FFF2-40B4-BE49-F238E27FC236}">
                      <a16:creationId xmlns:a16="http://schemas.microsoft.com/office/drawing/2014/main" id="{7E1F19B5-1B2C-F32F-2BC9-145AB9FB520A}"/>
                    </a:ext>
                  </a:extLst>
                </p:cNvPr>
                <p:cNvPicPr/>
                <p:nvPr/>
              </p:nvPicPr>
              <p:blipFill>
                <a:blip r:embed="rId348"/>
                <a:stretch>
                  <a:fillRect/>
                </a:stretch>
              </p:blipFill>
              <p:spPr>
                <a:xfrm>
                  <a:off x="11388114" y="5111552"/>
                  <a:ext cx="10440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237" name="Ink 236">
                  <a:extLst>
                    <a:ext uri="{FF2B5EF4-FFF2-40B4-BE49-F238E27FC236}">
                      <a16:creationId xmlns:a16="http://schemas.microsoft.com/office/drawing/2014/main" id="{A9D182F6-6EAD-69DF-1BA5-16F9A03CFFCD}"/>
                    </a:ext>
                  </a:extLst>
                </p14:cNvPr>
                <p14:cNvContentPartPr/>
                <p14:nvPr/>
              </p14:nvContentPartPr>
              <p14:xfrm>
                <a:off x="11438514" y="5133152"/>
                <a:ext cx="23760" cy="93240"/>
              </p14:xfrm>
            </p:contentPart>
          </mc:Choice>
          <mc:Fallback>
            <p:pic>
              <p:nvPicPr>
                <p:cNvPr id="237" name="Ink 236">
                  <a:extLst>
                    <a:ext uri="{FF2B5EF4-FFF2-40B4-BE49-F238E27FC236}">
                      <a16:creationId xmlns:a16="http://schemas.microsoft.com/office/drawing/2014/main" id="{A9D182F6-6EAD-69DF-1BA5-16F9A03CFFCD}"/>
                    </a:ext>
                  </a:extLst>
                </p:cNvPr>
                <p:cNvPicPr/>
                <p:nvPr/>
              </p:nvPicPr>
              <p:blipFill>
                <a:blip r:embed="rId350"/>
                <a:stretch>
                  <a:fillRect/>
                </a:stretch>
              </p:blipFill>
              <p:spPr>
                <a:xfrm>
                  <a:off x="11432394" y="5127032"/>
                  <a:ext cx="3600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179" name="Ink 178">
                  <a:extLst>
                    <a:ext uri="{FF2B5EF4-FFF2-40B4-BE49-F238E27FC236}">
                      <a16:creationId xmlns:a16="http://schemas.microsoft.com/office/drawing/2014/main" id="{6E60F4EB-6535-3DAF-D1B6-F5A823760E77}"/>
                    </a:ext>
                  </a:extLst>
                </p14:cNvPr>
                <p14:cNvContentPartPr/>
                <p14:nvPr/>
              </p14:nvContentPartPr>
              <p14:xfrm>
                <a:off x="11191554" y="3485792"/>
                <a:ext cx="151200" cy="195480"/>
              </p14:xfrm>
            </p:contentPart>
          </mc:Choice>
          <mc:Fallback>
            <p:pic>
              <p:nvPicPr>
                <p:cNvPr id="179" name="Ink 178">
                  <a:extLst>
                    <a:ext uri="{FF2B5EF4-FFF2-40B4-BE49-F238E27FC236}">
                      <a16:creationId xmlns:a16="http://schemas.microsoft.com/office/drawing/2014/main" id="{6E60F4EB-6535-3DAF-D1B6-F5A823760E77}"/>
                    </a:ext>
                  </a:extLst>
                </p:cNvPr>
                <p:cNvPicPr/>
                <p:nvPr/>
              </p:nvPicPr>
              <p:blipFill>
                <a:blip r:embed="rId352"/>
                <a:stretch>
                  <a:fillRect/>
                </a:stretch>
              </p:blipFill>
              <p:spPr>
                <a:xfrm>
                  <a:off x="11185434" y="3479672"/>
                  <a:ext cx="16344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180" name="Ink 179">
                  <a:extLst>
                    <a:ext uri="{FF2B5EF4-FFF2-40B4-BE49-F238E27FC236}">
                      <a16:creationId xmlns:a16="http://schemas.microsoft.com/office/drawing/2014/main" id="{669A07C7-581B-6312-2F96-88A9E284AF6D}"/>
                    </a:ext>
                  </a:extLst>
                </p14:cNvPr>
                <p14:cNvContentPartPr/>
                <p14:nvPr/>
              </p14:nvContentPartPr>
              <p14:xfrm>
                <a:off x="11366874" y="3593432"/>
                <a:ext cx="77760" cy="40320"/>
              </p14:xfrm>
            </p:contentPart>
          </mc:Choice>
          <mc:Fallback>
            <p:pic>
              <p:nvPicPr>
                <p:cNvPr id="180" name="Ink 179">
                  <a:extLst>
                    <a:ext uri="{FF2B5EF4-FFF2-40B4-BE49-F238E27FC236}">
                      <a16:creationId xmlns:a16="http://schemas.microsoft.com/office/drawing/2014/main" id="{669A07C7-581B-6312-2F96-88A9E284AF6D}"/>
                    </a:ext>
                  </a:extLst>
                </p:cNvPr>
                <p:cNvPicPr/>
                <p:nvPr/>
              </p:nvPicPr>
              <p:blipFill>
                <a:blip r:embed="rId354"/>
                <a:stretch>
                  <a:fillRect/>
                </a:stretch>
              </p:blipFill>
              <p:spPr>
                <a:xfrm>
                  <a:off x="11360754" y="3587312"/>
                  <a:ext cx="900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181" name="Ink 180">
                  <a:extLst>
                    <a:ext uri="{FF2B5EF4-FFF2-40B4-BE49-F238E27FC236}">
                      <a16:creationId xmlns:a16="http://schemas.microsoft.com/office/drawing/2014/main" id="{D0274092-BC97-27AF-C7A8-B0770A13B739}"/>
                    </a:ext>
                  </a:extLst>
                </p14:cNvPr>
                <p14:cNvContentPartPr/>
                <p14:nvPr/>
              </p14:nvContentPartPr>
              <p14:xfrm>
                <a:off x="11498634" y="3522872"/>
                <a:ext cx="195120" cy="88200"/>
              </p14:xfrm>
            </p:contentPart>
          </mc:Choice>
          <mc:Fallback>
            <p:pic>
              <p:nvPicPr>
                <p:cNvPr id="181" name="Ink 180">
                  <a:extLst>
                    <a:ext uri="{FF2B5EF4-FFF2-40B4-BE49-F238E27FC236}">
                      <a16:creationId xmlns:a16="http://schemas.microsoft.com/office/drawing/2014/main" id="{D0274092-BC97-27AF-C7A8-B0770A13B739}"/>
                    </a:ext>
                  </a:extLst>
                </p:cNvPr>
                <p:cNvPicPr/>
                <p:nvPr/>
              </p:nvPicPr>
              <p:blipFill>
                <a:blip r:embed="rId356"/>
                <a:stretch>
                  <a:fillRect/>
                </a:stretch>
              </p:blipFill>
              <p:spPr>
                <a:xfrm>
                  <a:off x="11492514" y="3516752"/>
                  <a:ext cx="2073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182" name="Ink 181">
                  <a:extLst>
                    <a:ext uri="{FF2B5EF4-FFF2-40B4-BE49-F238E27FC236}">
                      <a16:creationId xmlns:a16="http://schemas.microsoft.com/office/drawing/2014/main" id="{B84AAEBE-D014-8207-D1D6-46F25E2C51E9}"/>
                    </a:ext>
                  </a:extLst>
                </p14:cNvPr>
                <p14:cNvContentPartPr/>
                <p14:nvPr/>
              </p14:nvContentPartPr>
              <p14:xfrm>
                <a:off x="11746674" y="3519272"/>
                <a:ext cx="55080" cy="239400"/>
              </p14:xfrm>
            </p:contentPart>
          </mc:Choice>
          <mc:Fallback>
            <p:pic>
              <p:nvPicPr>
                <p:cNvPr id="182" name="Ink 181">
                  <a:extLst>
                    <a:ext uri="{FF2B5EF4-FFF2-40B4-BE49-F238E27FC236}">
                      <a16:creationId xmlns:a16="http://schemas.microsoft.com/office/drawing/2014/main" id="{B84AAEBE-D014-8207-D1D6-46F25E2C51E9}"/>
                    </a:ext>
                  </a:extLst>
                </p:cNvPr>
                <p:cNvPicPr/>
                <p:nvPr/>
              </p:nvPicPr>
              <p:blipFill>
                <a:blip r:embed="rId358"/>
                <a:stretch>
                  <a:fillRect/>
                </a:stretch>
              </p:blipFill>
              <p:spPr>
                <a:xfrm>
                  <a:off x="11740554" y="3513152"/>
                  <a:ext cx="6732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183" name="Ink 182">
                  <a:extLst>
                    <a:ext uri="{FF2B5EF4-FFF2-40B4-BE49-F238E27FC236}">
                      <a16:creationId xmlns:a16="http://schemas.microsoft.com/office/drawing/2014/main" id="{D985BB33-46E5-8749-8713-762EBF190E8D}"/>
                    </a:ext>
                  </a:extLst>
                </p14:cNvPr>
                <p14:cNvContentPartPr/>
                <p14:nvPr/>
              </p14:nvContentPartPr>
              <p14:xfrm>
                <a:off x="11853594" y="3488312"/>
                <a:ext cx="167760" cy="124920"/>
              </p14:xfrm>
            </p:contentPart>
          </mc:Choice>
          <mc:Fallback>
            <p:pic>
              <p:nvPicPr>
                <p:cNvPr id="183" name="Ink 182">
                  <a:extLst>
                    <a:ext uri="{FF2B5EF4-FFF2-40B4-BE49-F238E27FC236}">
                      <a16:creationId xmlns:a16="http://schemas.microsoft.com/office/drawing/2014/main" id="{D985BB33-46E5-8749-8713-762EBF190E8D}"/>
                    </a:ext>
                  </a:extLst>
                </p:cNvPr>
                <p:cNvPicPr/>
                <p:nvPr/>
              </p:nvPicPr>
              <p:blipFill>
                <a:blip r:embed="rId360"/>
                <a:stretch>
                  <a:fillRect/>
                </a:stretch>
              </p:blipFill>
              <p:spPr>
                <a:xfrm>
                  <a:off x="11847474" y="3482192"/>
                  <a:ext cx="1800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184" name="Ink 183">
                  <a:extLst>
                    <a:ext uri="{FF2B5EF4-FFF2-40B4-BE49-F238E27FC236}">
                      <a16:creationId xmlns:a16="http://schemas.microsoft.com/office/drawing/2014/main" id="{B8DCCA56-BB97-3CD6-0366-36AA99E40DDD}"/>
                    </a:ext>
                  </a:extLst>
                </p14:cNvPr>
                <p14:cNvContentPartPr/>
                <p14:nvPr/>
              </p14:nvContentPartPr>
              <p14:xfrm>
                <a:off x="12014874" y="3493712"/>
                <a:ext cx="114840" cy="111600"/>
              </p14:xfrm>
            </p:contentPart>
          </mc:Choice>
          <mc:Fallback>
            <p:pic>
              <p:nvPicPr>
                <p:cNvPr id="184" name="Ink 183">
                  <a:extLst>
                    <a:ext uri="{FF2B5EF4-FFF2-40B4-BE49-F238E27FC236}">
                      <a16:creationId xmlns:a16="http://schemas.microsoft.com/office/drawing/2014/main" id="{B8DCCA56-BB97-3CD6-0366-36AA99E40DDD}"/>
                    </a:ext>
                  </a:extLst>
                </p:cNvPr>
                <p:cNvPicPr/>
                <p:nvPr/>
              </p:nvPicPr>
              <p:blipFill>
                <a:blip r:embed="rId362"/>
                <a:stretch>
                  <a:fillRect/>
                </a:stretch>
              </p:blipFill>
              <p:spPr>
                <a:xfrm>
                  <a:off x="12008754" y="3487592"/>
                  <a:ext cx="12708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51" name="Ink 250">
                  <a:extLst>
                    <a:ext uri="{FF2B5EF4-FFF2-40B4-BE49-F238E27FC236}">
                      <a16:creationId xmlns:a16="http://schemas.microsoft.com/office/drawing/2014/main" id="{2B067D4A-3355-732C-68A8-EBB9FE30AC7B}"/>
                    </a:ext>
                  </a:extLst>
                </p14:cNvPr>
                <p14:cNvContentPartPr/>
                <p14:nvPr/>
              </p14:nvContentPartPr>
              <p14:xfrm>
                <a:off x="11167434" y="3675872"/>
                <a:ext cx="427680" cy="23760"/>
              </p14:xfrm>
            </p:contentPart>
          </mc:Choice>
          <mc:Fallback>
            <p:pic>
              <p:nvPicPr>
                <p:cNvPr id="251" name="Ink 250">
                  <a:extLst>
                    <a:ext uri="{FF2B5EF4-FFF2-40B4-BE49-F238E27FC236}">
                      <a16:creationId xmlns:a16="http://schemas.microsoft.com/office/drawing/2014/main" id="{2B067D4A-3355-732C-68A8-EBB9FE30AC7B}"/>
                    </a:ext>
                  </a:extLst>
                </p:cNvPr>
                <p:cNvPicPr/>
                <p:nvPr/>
              </p:nvPicPr>
              <p:blipFill>
                <a:blip r:embed="rId364"/>
                <a:stretch>
                  <a:fillRect/>
                </a:stretch>
              </p:blipFill>
              <p:spPr>
                <a:xfrm>
                  <a:off x="11161314" y="3669752"/>
                  <a:ext cx="4399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252" name="Ink 251">
                  <a:extLst>
                    <a:ext uri="{FF2B5EF4-FFF2-40B4-BE49-F238E27FC236}">
                      <a16:creationId xmlns:a16="http://schemas.microsoft.com/office/drawing/2014/main" id="{D499B9DE-E4F0-02CA-0A85-98E656563322}"/>
                    </a:ext>
                  </a:extLst>
                </p14:cNvPr>
                <p14:cNvContentPartPr/>
                <p14:nvPr/>
              </p14:nvContentPartPr>
              <p14:xfrm>
                <a:off x="11049714" y="4293272"/>
                <a:ext cx="282240" cy="48600"/>
              </p14:xfrm>
            </p:contentPart>
          </mc:Choice>
          <mc:Fallback>
            <p:pic>
              <p:nvPicPr>
                <p:cNvPr id="252" name="Ink 251">
                  <a:extLst>
                    <a:ext uri="{FF2B5EF4-FFF2-40B4-BE49-F238E27FC236}">
                      <a16:creationId xmlns:a16="http://schemas.microsoft.com/office/drawing/2014/main" id="{D499B9DE-E4F0-02CA-0A85-98E656563322}"/>
                    </a:ext>
                  </a:extLst>
                </p:cNvPr>
                <p:cNvPicPr/>
                <p:nvPr/>
              </p:nvPicPr>
              <p:blipFill>
                <a:blip r:embed="rId366"/>
                <a:stretch>
                  <a:fillRect/>
                </a:stretch>
              </p:blipFill>
              <p:spPr>
                <a:xfrm>
                  <a:off x="11043594" y="4287152"/>
                  <a:ext cx="29448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254" name="Ink 253">
                  <a:extLst>
                    <a:ext uri="{FF2B5EF4-FFF2-40B4-BE49-F238E27FC236}">
                      <a16:creationId xmlns:a16="http://schemas.microsoft.com/office/drawing/2014/main" id="{0EA6D6E6-C7D1-8B8D-956C-8B11F6130251}"/>
                    </a:ext>
                  </a:extLst>
                </p14:cNvPr>
                <p14:cNvContentPartPr/>
                <p14:nvPr/>
              </p14:nvContentPartPr>
              <p14:xfrm>
                <a:off x="11370114" y="4906712"/>
                <a:ext cx="233280" cy="51120"/>
              </p14:xfrm>
            </p:contentPart>
          </mc:Choice>
          <mc:Fallback>
            <p:pic>
              <p:nvPicPr>
                <p:cNvPr id="254" name="Ink 253">
                  <a:extLst>
                    <a:ext uri="{FF2B5EF4-FFF2-40B4-BE49-F238E27FC236}">
                      <a16:creationId xmlns:a16="http://schemas.microsoft.com/office/drawing/2014/main" id="{0EA6D6E6-C7D1-8B8D-956C-8B11F6130251}"/>
                    </a:ext>
                  </a:extLst>
                </p:cNvPr>
                <p:cNvPicPr/>
                <p:nvPr/>
              </p:nvPicPr>
              <p:blipFill>
                <a:blip r:embed="rId368"/>
                <a:stretch>
                  <a:fillRect/>
                </a:stretch>
              </p:blipFill>
              <p:spPr>
                <a:xfrm>
                  <a:off x="11363994" y="4900592"/>
                  <a:ext cx="245520" cy="63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9">
            <p14:nvContentPartPr>
              <p14:cNvPr id="256" name="Ink 255">
                <a:extLst>
                  <a:ext uri="{FF2B5EF4-FFF2-40B4-BE49-F238E27FC236}">
                    <a16:creationId xmlns:a16="http://schemas.microsoft.com/office/drawing/2014/main" id="{4FDBCFD2-0835-7738-D06A-DA369CE13581}"/>
                  </a:ext>
                </a:extLst>
              </p14:cNvPr>
              <p14:cNvContentPartPr/>
              <p14:nvPr/>
            </p14:nvContentPartPr>
            <p14:xfrm>
              <a:off x="715554" y="4971152"/>
              <a:ext cx="101520" cy="83520"/>
            </p14:xfrm>
          </p:contentPart>
        </mc:Choice>
        <mc:Fallback>
          <p:pic>
            <p:nvPicPr>
              <p:cNvPr id="256" name="Ink 255">
                <a:extLst>
                  <a:ext uri="{FF2B5EF4-FFF2-40B4-BE49-F238E27FC236}">
                    <a16:creationId xmlns:a16="http://schemas.microsoft.com/office/drawing/2014/main" id="{4FDBCFD2-0835-7738-D06A-DA369CE13581}"/>
                  </a:ext>
                </a:extLst>
              </p:cNvPr>
              <p:cNvPicPr/>
              <p:nvPr/>
            </p:nvPicPr>
            <p:blipFill>
              <a:blip r:embed="rId370"/>
              <a:stretch>
                <a:fillRect/>
              </a:stretch>
            </p:blipFill>
            <p:spPr>
              <a:xfrm>
                <a:off x="709434" y="4965032"/>
                <a:ext cx="11376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263" name="Ink 262">
                <a:extLst>
                  <a:ext uri="{FF2B5EF4-FFF2-40B4-BE49-F238E27FC236}">
                    <a16:creationId xmlns:a16="http://schemas.microsoft.com/office/drawing/2014/main" id="{6A7640E2-CA34-F5E5-18AC-653D66F08947}"/>
                  </a:ext>
                </a:extLst>
              </p14:cNvPr>
              <p14:cNvContentPartPr/>
              <p14:nvPr/>
            </p14:nvContentPartPr>
            <p14:xfrm>
              <a:off x="6836994" y="6586832"/>
              <a:ext cx="43200" cy="12960"/>
            </p14:xfrm>
          </p:contentPart>
        </mc:Choice>
        <mc:Fallback>
          <p:pic>
            <p:nvPicPr>
              <p:cNvPr id="263" name="Ink 262">
                <a:extLst>
                  <a:ext uri="{FF2B5EF4-FFF2-40B4-BE49-F238E27FC236}">
                    <a16:creationId xmlns:a16="http://schemas.microsoft.com/office/drawing/2014/main" id="{6A7640E2-CA34-F5E5-18AC-653D66F08947}"/>
                  </a:ext>
                </a:extLst>
              </p:cNvPr>
              <p:cNvPicPr/>
              <p:nvPr/>
            </p:nvPicPr>
            <p:blipFill>
              <a:blip r:embed="rId372"/>
              <a:stretch>
                <a:fillRect/>
              </a:stretch>
            </p:blipFill>
            <p:spPr>
              <a:xfrm>
                <a:off x="6830874" y="6580712"/>
                <a:ext cx="55440" cy="25200"/>
              </a:xfrm>
              <a:prstGeom prst="rect">
                <a:avLst/>
              </a:prstGeom>
            </p:spPr>
          </p:pic>
        </mc:Fallback>
      </mc:AlternateContent>
      <p:grpSp>
        <p:nvGrpSpPr>
          <p:cNvPr id="265" name="Group 264">
            <a:extLst>
              <a:ext uri="{FF2B5EF4-FFF2-40B4-BE49-F238E27FC236}">
                <a16:creationId xmlns:a16="http://schemas.microsoft.com/office/drawing/2014/main" id="{138A3214-C148-D024-17B9-DDEFAD621324}"/>
              </a:ext>
            </a:extLst>
          </p:cNvPr>
          <p:cNvGrpSpPr/>
          <p:nvPr/>
        </p:nvGrpSpPr>
        <p:grpSpPr>
          <a:xfrm>
            <a:off x="529794" y="3226232"/>
            <a:ext cx="989640" cy="1677240"/>
            <a:chOff x="529794" y="3226232"/>
            <a:chExt cx="989640" cy="1677240"/>
          </a:xfrm>
        </p:grpSpPr>
        <mc:AlternateContent xmlns:mc="http://schemas.openxmlformats.org/markup-compatibility/2006">
          <mc:Choice xmlns:p14="http://schemas.microsoft.com/office/powerpoint/2010/main" Requires="p14">
            <p:contentPart p14:bwMode="auto" r:id="rId373">
              <p14:nvContentPartPr>
                <p14:cNvPr id="146" name="Ink 145">
                  <a:extLst>
                    <a:ext uri="{FF2B5EF4-FFF2-40B4-BE49-F238E27FC236}">
                      <a16:creationId xmlns:a16="http://schemas.microsoft.com/office/drawing/2014/main" id="{1207DDD0-75EF-687E-C52C-E0B7824A4648}"/>
                    </a:ext>
                  </a:extLst>
                </p14:cNvPr>
                <p14:cNvContentPartPr/>
                <p14:nvPr/>
              </p14:nvContentPartPr>
              <p14:xfrm>
                <a:off x="533034" y="3623672"/>
                <a:ext cx="109080" cy="127800"/>
              </p14:xfrm>
            </p:contentPart>
          </mc:Choice>
          <mc:Fallback>
            <p:pic>
              <p:nvPicPr>
                <p:cNvPr id="146" name="Ink 145">
                  <a:extLst>
                    <a:ext uri="{FF2B5EF4-FFF2-40B4-BE49-F238E27FC236}">
                      <a16:creationId xmlns:a16="http://schemas.microsoft.com/office/drawing/2014/main" id="{1207DDD0-75EF-687E-C52C-E0B7824A4648}"/>
                    </a:ext>
                  </a:extLst>
                </p:cNvPr>
                <p:cNvPicPr/>
                <p:nvPr/>
              </p:nvPicPr>
              <p:blipFill>
                <a:blip r:embed="rId374"/>
                <a:stretch>
                  <a:fillRect/>
                </a:stretch>
              </p:blipFill>
              <p:spPr>
                <a:xfrm>
                  <a:off x="526914" y="3617552"/>
                  <a:ext cx="1213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147" name="Ink 146">
                  <a:extLst>
                    <a:ext uri="{FF2B5EF4-FFF2-40B4-BE49-F238E27FC236}">
                      <a16:creationId xmlns:a16="http://schemas.microsoft.com/office/drawing/2014/main" id="{84537592-8CFD-9656-F3D0-E466C3286181}"/>
                    </a:ext>
                  </a:extLst>
                </p14:cNvPr>
                <p14:cNvContentPartPr/>
                <p14:nvPr/>
              </p14:nvContentPartPr>
              <p14:xfrm>
                <a:off x="642474" y="3595232"/>
                <a:ext cx="64440" cy="51840"/>
              </p14:xfrm>
            </p:contentPart>
          </mc:Choice>
          <mc:Fallback>
            <p:pic>
              <p:nvPicPr>
                <p:cNvPr id="147" name="Ink 146">
                  <a:extLst>
                    <a:ext uri="{FF2B5EF4-FFF2-40B4-BE49-F238E27FC236}">
                      <a16:creationId xmlns:a16="http://schemas.microsoft.com/office/drawing/2014/main" id="{84537592-8CFD-9656-F3D0-E466C3286181}"/>
                    </a:ext>
                  </a:extLst>
                </p:cNvPr>
                <p:cNvPicPr/>
                <p:nvPr/>
              </p:nvPicPr>
              <p:blipFill>
                <a:blip r:embed="rId376"/>
                <a:stretch>
                  <a:fillRect/>
                </a:stretch>
              </p:blipFill>
              <p:spPr>
                <a:xfrm>
                  <a:off x="636354" y="3589112"/>
                  <a:ext cx="7668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148" name="Ink 147">
                  <a:extLst>
                    <a:ext uri="{FF2B5EF4-FFF2-40B4-BE49-F238E27FC236}">
                      <a16:creationId xmlns:a16="http://schemas.microsoft.com/office/drawing/2014/main" id="{5888727D-21FB-FC2F-F090-8EC99C2A759F}"/>
                    </a:ext>
                  </a:extLst>
                </p14:cNvPr>
                <p14:cNvContentPartPr/>
                <p14:nvPr/>
              </p14:nvContentPartPr>
              <p14:xfrm>
                <a:off x="633474" y="3411272"/>
                <a:ext cx="155880" cy="154800"/>
              </p14:xfrm>
            </p:contentPart>
          </mc:Choice>
          <mc:Fallback>
            <p:pic>
              <p:nvPicPr>
                <p:cNvPr id="148" name="Ink 147">
                  <a:extLst>
                    <a:ext uri="{FF2B5EF4-FFF2-40B4-BE49-F238E27FC236}">
                      <a16:creationId xmlns:a16="http://schemas.microsoft.com/office/drawing/2014/main" id="{5888727D-21FB-FC2F-F090-8EC99C2A759F}"/>
                    </a:ext>
                  </a:extLst>
                </p:cNvPr>
                <p:cNvPicPr/>
                <p:nvPr/>
              </p:nvPicPr>
              <p:blipFill>
                <a:blip r:embed="rId378"/>
                <a:stretch>
                  <a:fillRect/>
                </a:stretch>
              </p:blipFill>
              <p:spPr>
                <a:xfrm>
                  <a:off x="627354" y="3405152"/>
                  <a:ext cx="16812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149" name="Ink 148">
                  <a:extLst>
                    <a:ext uri="{FF2B5EF4-FFF2-40B4-BE49-F238E27FC236}">
                      <a16:creationId xmlns:a16="http://schemas.microsoft.com/office/drawing/2014/main" id="{D639C9C5-8C94-C8EC-F32A-76181AB6C60D}"/>
                    </a:ext>
                  </a:extLst>
                </p14:cNvPr>
                <p14:cNvContentPartPr/>
                <p14:nvPr/>
              </p14:nvContentPartPr>
              <p14:xfrm>
                <a:off x="799794" y="3368432"/>
                <a:ext cx="132840" cy="83160"/>
              </p14:xfrm>
            </p:contentPart>
          </mc:Choice>
          <mc:Fallback>
            <p:pic>
              <p:nvPicPr>
                <p:cNvPr id="149" name="Ink 148">
                  <a:extLst>
                    <a:ext uri="{FF2B5EF4-FFF2-40B4-BE49-F238E27FC236}">
                      <a16:creationId xmlns:a16="http://schemas.microsoft.com/office/drawing/2014/main" id="{D639C9C5-8C94-C8EC-F32A-76181AB6C60D}"/>
                    </a:ext>
                  </a:extLst>
                </p:cNvPr>
                <p:cNvPicPr/>
                <p:nvPr/>
              </p:nvPicPr>
              <p:blipFill>
                <a:blip r:embed="rId380"/>
                <a:stretch>
                  <a:fillRect/>
                </a:stretch>
              </p:blipFill>
              <p:spPr>
                <a:xfrm>
                  <a:off x="793674" y="3362312"/>
                  <a:ext cx="14508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150" name="Ink 149">
                  <a:extLst>
                    <a:ext uri="{FF2B5EF4-FFF2-40B4-BE49-F238E27FC236}">
                      <a16:creationId xmlns:a16="http://schemas.microsoft.com/office/drawing/2014/main" id="{8B4C8009-5026-5918-72B5-9F1B2143C466}"/>
                    </a:ext>
                  </a:extLst>
                </p14:cNvPr>
                <p14:cNvContentPartPr/>
                <p14:nvPr/>
              </p14:nvContentPartPr>
              <p14:xfrm>
                <a:off x="816714" y="3226232"/>
                <a:ext cx="260640" cy="173880"/>
              </p14:xfrm>
            </p:contentPart>
          </mc:Choice>
          <mc:Fallback>
            <p:pic>
              <p:nvPicPr>
                <p:cNvPr id="150" name="Ink 149">
                  <a:extLst>
                    <a:ext uri="{FF2B5EF4-FFF2-40B4-BE49-F238E27FC236}">
                      <a16:creationId xmlns:a16="http://schemas.microsoft.com/office/drawing/2014/main" id="{8B4C8009-5026-5918-72B5-9F1B2143C466}"/>
                    </a:ext>
                  </a:extLst>
                </p:cNvPr>
                <p:cNvPicPr/>
                <p:nvPr/>
              </p:nvPicPr>
              <p:blipFill>
                <a:blip r:embed="rId382"/>
                <a:stretch>
                  <a:fillRect/>
                </a:stretch>
              </p:blipFill>
              <p:spPr>
                <a:xfrm>
                  <a:off x="810594" y="3220112"/>
                  <a:ext cx="2728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151" name="Ink 150">
                  <a:extLst>
                    <a:ext uri="{FF2B5EF4-FFF2-40B4-BE49-F238E27FC236}">
                      <a16:creationId xmlns:a16="http://schemas.microsoft.com/office/drawing/2014/main" id="{BD65017E-5BF1-E04E-FA98-D4C1A31D86C1}"/>
                    </a:ext>
                  </a:extLst>
                </p14:cNvPr>
                <p14:cNvContentPartPr/>
                <p14:nvPr/>
              </p14:nvContentPartPr>
              <p14:xfrm>
                <a:off x="779994" y="3608552"/>
                <a:ext cx="397800" cy="497160"/>
              </p14:xfrm>
            </p:contentPart>
          </mc:Choice>
          <mc:Fallback>
            <p:pic>
              <p:nvPicPr>
                <p:cNvPr id="151" name="Ink 150">
                  <a:extLst>
                    <a:ext uri="{FF2B5EF4-FFF2-40B4-BE49-F238E27FC236}">
                      <a16:creationId xmlns:a16="http://schemas.microsoft.com/office/drawing/2014/main" id="{BD65017E-5BF1-E04E-FA98-D4C1A31D86C1}"/>
                    </a:ext>
                  </a:extLst>
                </p:cNvPr>
                <p:cNvPicPr/>
                <p:nvPr/>
              </p:nvPicPr>
              <p:blipFill>
                <a:blip r:embed="rId384"/>
                <a:stretch>
                  <a:fillRect/>
                </a:stretch>
              </p:blipFill>
              <p:spPr>
                <a:xfrm>
                  <a:off x="773874" y="3602432"/>
                  <a:ext cx="410040" cy="50940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152" name="Ink 151">
                  <a:extLst>
                    <a:ext uri="{FF2B5EF4-FFF2-40B4-BE49-F238E27FC236}">
                      <a16:creationId xmlns:a16="http://schemas.microsoft.com/office/drawing/2014/main" id="{47BA5917-4CFB-7850-DC7E-AF71BFA3BB7A}"/>
                    </a:ext>
                  </a:extLst>
                </p14:cNvPr>
                <p14:cNvContentPartPr/>
                <p14:nvPr/>
              </p14:nvContentPartPr>
              <p14:xfrm>
                <a:off x="1190034" y="3565352"/>
                <a:ext cx="10440" cy="14040"/>
              </p14:xfrm>
            </p:contentPart>
          </mc:Choice>
          <mc:Fallback>
            <p:pic>
              <p:nvPicPr>
                <p:cNvPr id="152" name="Ink 151">
                  <a:extLst>
                    <a:ext uri="{FF2B5EF4-FFF2-40B4-BE49-F238E27FC236}">
                      <a16:creationId xmlns:a16="http://schemas.microsoft.com/office/drawing/2014/main" id="{47BA5917-4CFB-7850-DC7E-AF71BFA3BB7A}"/>
                    </a:ext>
                  </a:extLst>
                </p:cNvPr>
                <p:cNvPicPr/>
                <p:nvPr/>
              </p:nvPicPr>
              <p:blipFill>
                <a:blip r:embed="rId386"/>
                <a:stretch>
                  <a:fillRect/>
                </a:stretch>
              </p:blipFill>
              <p:spPr>
                <a:xfrm>
                  <a:off x="1183914" y="3559232"/>
                  <a:ext cx="226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153" name="Ink 152">
                  <a:extLst>
                    <a:ext uri="{FF2B5EF4-FFF2-40B4-BE49-F238E27FC236}">
                      <a16:creationId xmlns:a16="http://schemas.microsoft.com/office/drawing/2014/main" id="{C0B8A08A-792B-CA66-4C0F-9850BE493F4A}"/>
                    </a:ext>
                  </a:extLst>
                </p14:cNvPr>
                <p14:cNvContentPartPr/>
                <p14:nvPr/>
              </p14:nvContentPartPr>
              <p14:xfrm>
                <a:off x="529794" y="4670912"/>
                <a:ext cx="110160" cy="140400"/>
              </p14:xfrm>
            </p:contentPart>
          </mc:Choice>
          <mc:Fallback>
            <p:pic>
              <p:nvPicPr>
                <p:cNvPr id="153" name="Ink 152">
                  <a:extLst>
                    <a:ext uri="{FF2B5EF4-FFF2-40B4-BE49-F238E27FC236}">
                      <a16:creationId xmlns:a16="http://schemas.microsoft.com/office/drawing/2014/main" id="{C0B8A08A-792B-CA66-4C0F-9850BE493F4A}"/>
                    </a:ext>
                  </a:extLst>
                </p:cNvPr>
                <p:cNvPicPr/>
                <p:nvPr/>
              </p:nvPicPr>
              <p:blipFill>
                <a:blip r:embed="rId388"/>
                <a:stretch>
                  <a:fillRect/>
                </a:stretch>
              </p:blipFill>
              <p:spPr>
                <a:xfrm>
                  <a:off x="523674" y="4664792"/>
                  <a:ext cx="1224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154" name="Ink 153">
                  <a:extLst>
                    <a:ext uri="{FF2B5EF4-FFF2-40B4-BE49-F238E27FC236}">
                      <a16:creationId xmlns:a16="http://schemas.microsoft.com/office/drawing/2014/main" id="{71D5FF16-ABDB-1773-63F5-9F482E9BD969}"/>
                    </a:ext>
                  </a:extLst>
                </p14:cNvPr>
                <p14:cNvContentPartPr/>
                <p14:nvPr/>
              </p14:nvContentPartPr>
              <p14:xfrm>
                <a:off x="776034" y="4409192"/>
                <a:ext cx="146520" cy="204120"/>
              </p14:xfrm>
            </p:contentPart>
          </mc:Choice>
          <mc:Fallback>
            <p:pic>
              <p:nvPicPr>
                <p:cNvPr id="154" name="Ink 153">
                  <a:extLst>
                    <a:ext uri="{FF2B5EF4-FFF2-40B4-BE49-F238E27FC236}">
                      <a16:creationId xmlns:a16="http://schemas.microsoft.com/office/drawing/2014/main" id="{71D5FF16-ABDB-1773-63F5-9F482E9BD969}"/>
                    </a:ext>
                  </a:extLst>
                </p:cNvPr>
                <p:cNvPicPr/>
                <p:nvPr/>
              </p:nvPicPr>
              <p:blipFill>
                <a:blip r:embed="rId390"/>
                <a:stretch>
                  <a:fillRect/>
                </a:stretch>
              </p:blipFill>
              <p:spPr>
                <a:xfrm>
                  <a:off x="769914" y="4403072"/>
                  <a:ext cx="15876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155" name="Ink 154">
                  <a:extLst>
                    <a:ext uri="{FF2B5EF4-FFF2-40B4-BE49-F238E27FC236}">
                      <a16:creationId xmlns:a16="http://schemas.microsoft.com/office/drawing/2014/main" id="{612ACF10-7F91-07FA-C491-6A59804B8F14}"/>
                    </a:ext>
                  </a:extLst>
                </p14:cNvPr>
                <p14:cNvContentPartPr/>
                <p14:nvPr/>
              </p14:nvContentPartPr>
              <p14:xfrm>
                <a:off x="792594" y="4456712"/>
                <a:ext cx="103680" cy="74160"/>
              </p14:xfrm>
            </p:contentPart>
          </mc:Choice>
          <mc:Fallback>
            <p:pic>
              <p:nvPicPr>
                <p:cNvPr id="155" name="Ink 154">
                  <a:extLst>
                    <a:ext uri="{FF2B5EF4-FFF2-40B4-BE49-F238E27FC236}">
                      <a16:creationId xmlns:a16="http://schemas.microsoft.com/office/drawing/2014/main" id="{612ACF10-7F91-07FA-C491-6A59804B8F14}"/>
                    </a:ext>
                  </a:extLst>
                </p:cNvPr>
                <p:cNvPicPr/>
                <p:nvPr/>
              </p:nvPicPr>
              <p:blipFill>
                <a:blip r:embed="rId392"/>
                <a:stretch>
                  <a:fillRect/>
                </a:stretch>
              </p:blipFill>
              <p:spPr>
                <a:xfrm>
                  <a:off x="786474" y="4450592"/>
                  <a:ext cx="11592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156" name="Ink 155">
                  <a:extLst>
                    <a:ext uri="{FF2B5EF4-FFF2-40B4-BE49-F238E27FC236}">
                      <a16:creationId xmlns:a16="http://schemas.microsoft.com/office/drawing/2014/main" id="{694BF997-E1C1-927E-D222-F3AD78D4AB26}"/>
                    </a:ext>
                  </a:extLst>
                </p14:cNvPr>
                <p14:cNvContentPartPr/>
                <p14:nvPr/>
              </p14:nvContentPartPr>
              <p14:xfrm>
                <a:off x="896994" y="4342592"/>
                <a:ext cx="90720" cy="106920"/>
              </p14:xfrm>
            </p:contentPart>
          </mc:Choice>
          <mc:Fallback>
            <p:pic>
              <p:nvPicPr>
                <p:cNvPr id="156" name="Ink 155">
                  <a:extLst>
                    <a:ext uri="{FF2B5EF4-FFF2-40B4-BE49-F238E27FC236}">
                      <a16:creationId xmlns:a16="http://schemas.microsoft.com/office/drawing/2014/main" id="{694BF997-E1C1-927E-D222-F3AD78D4AB26}"/>
                    </a:ext>
                  </a:extLst>
                </p:cNvPr>
                <p:cNvPicPr/>
                <p:nvPr/>
              </p:nvPicPr>
              <p:blipFill>
                <a:blip r:embed="rId394"/>
                <a:stretch>
                  <a:fillRect/>
                </a:stretch>
              </p:blipFill>
              <p:spPr>
                <a:xfrm>
                  <a:off x="890874" y="4336472"/>
                  <a:ext cx="10296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395">
              <p14:nvContentPartPr>
                <p14:cNvPr id="157" name="Ink 156">
                  <a:extLst>
                    <a:ext uri="{FF2B5EF4-FFF2-40B4-BE49-F238E27FC236}">
                      <a16:creationId xmlns:a16="http://schemas.microsoft.com/office/drawing/2014/main" id="{3B02E771-B9F1-1CB0-CF7A-2E4727E8936A}"/>
                    </a:ext>
                  </a:extLst>
                </p14:cNvPr>
                <p14:cNvContentPartPr/>
                <p14:nvPr/>
              </p14:nvContentPartPr>
              <p14:xfrm>
                <a:off x="916074" y="4182752"/>
                <a:ext cx="208080" cy="214920"/>
              </p14:xfrm>
            </p:contentPart>
          </mc:Choice>
          <mc:Fallback>
            <p:pic>
              <p:nvPicPr>
                <p:cNvPr id="157" name="Ink 156">
                  <a:extLst>
                    <a:ext uri="{FF2B5EF4-FFF2-40B4-BE49-F238E27FC236}">
                      <a16:creationId xmlns:a16="http://schemas.microsoft.com/office/drawing/2014/main" id="{3B02E771-B9F1-1CB0-CF7A-2E4727E8936A}"/>
                    </a:ext>
                  </a:extLst>
                </p:cNvPr>
                <p:cNvPicPr/>
                <p:nvPr/>
              </p:nvPicPr>
              <p:blipFill>
                <a:blip r:embed="rId396"/>
                <a:stretch>
                  <a:fillRect/>
                </a:stretch>
              </p:blipFill>
              <p:spPr>
                <a:xfrm>
                  <a:off x="909954" y="4176632"/>
                  <a:ext cx="22032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397">
              <p14:nvContentPartPr>
                <p14:cNvPr id="158" name="Ink 157">
                  <a:extLst>
                    <a:ext uri="{FF2B5EF4-FFF2-40B4-BE49-F238E27FC236}">
                      <a16:creationId xmlns:a16="http://schemas.microsoft.com/office/drawing/2014/main" id="{010D9FEB-6D77-6C57-0E1C-AD29D47ABF0B}"/>
                    </a:ext>
                  </a:extLst>
                </p14:cNvPr>
                <p14:cNvContentPartPr/>
                <p14:nvPr/>
              </p14:nvContentPartPr>
              <p14:xfrm>
                <a:off x="1022274" y="4153952"/>
                <a:ext cx="21960" cy="9360"/>
              </p14:xfrm>
            </p:contentPart>
          </mc:Choice>
          <mc:Fallback>
            <p:pic>
              <p:nvPicPr>
                <p:cNvPr id="158" name="Ink 157">
                  <a:extLst>
                    <a:ext uri="{FF2B5EF4-FFF2-40B4-BE49-F238E27FC236}">
                      <a16:creationId xmlns:a16="http://schemas.microsoft.com/office/drawing/2014/main" id="{010D9FEB-6D77-6C57-0E1C-AD29D47ABF0B}"/>
                    </a:ext>
                  </a:extLst>
                </p:cNvPr>
                <p:cNvPicPr/>
                <p:nvPr/>
              </p:nvPicPr>
              <p:blipFill>
                <a:blip r:embed="rId398"/>
                <a:stretch>
                  <a:fillRect/>
                </a:stretch>
              </p:blipFill>
              <p:spPr>
                <a:xfrm>
                  <a:off x="1016154" y="4147832"/>
                  <a:ext cx="342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399">
              <p14:nvContentPartPr>
                <p14:cNvPr id="159" name="Ink 158">
                  <a:extLst>
                    <a:ext uri="{FF2B5EF4-FFF2-40B4-BE49-F238E27FC236}">
                      <a16:creationId xmlns:a16="http://schemas.microsoft.com/office/drawing/2014/main" id="{C114322C-B0E0-E891-E3B1-94ED0DF734CD}"/>
                    </a:ext>
                  </a:extLst>
                </p14:cNvPr>
                <p14:cNvContentPartPr/>
                <p14:nvPr/>
              </p14:nvContentPartPr>
              <p14:xfrm>
                <a:off x="1119834" y="3851192"/>
                <a:ext cx="168120" cy="307800"/>
              </p14:xfrm>
            </p:contentPart>
          </mc:Choice>
          <mc:Fallback>
            <p:pic>
              <p:nvPicPr>
                <p:cNvPr id="159" name="Ink 158">
                  <a:extLst>
                    <a:ext uri="{FF2B5EF4-FFF2-40B4-BE49-F238E27FC236}">
                      <a16:creationId xmlns:a16="http://schemas.microsoft.com/office/drawing/2014/main" id="{C114322C-B0E0-E891-E3B1-94ED0DF734CD}"/>
                    </a:ext>
                  </a:extLst>
                </p:cNvPr>
                <p:cNvPicPr/>
                <p:nvPr/>
              </p:nvPicPr>
              <p:blipFill>
                <a:blip r:embed="rId400"/>
                <a:stretch>
                  <a:fillRect/>
                </a:stretch>
              </p:blipFill>
              <p:spPr>
                <a:xfrm>
                  <a:off x="1113714" y="3845072"/>
                  <a:ext cx="18036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401">
              <p14:nvContentPartPr>
                <p14:cNvPr id="161" name="Ink 160">
                  <a:extLst>
                    <a:ext uri="{FF2B5EF4-FFF2-40B4-BE49-F238E27FC236}">
                      <a16:creationId xmlns:a16="http://schemas.microsoft.com/office/drawing/2014/main" id="{F9E668D8-81E4-2052-F15A-1212096EB6A0}"/>
                    </a:ext>
                  </a:extLst>
                </p14:cNvPr>
                <p14:cNvContentPartPr/>
                <p14:nvPr/>
              </p14:nvContentPartPr>
              <p14:xfrm>
                <a:off x="1097874" y="4384712"/>
                <a:ext cx="251280" cy="225720"/>
              </p14:xfrm>
            </p:contentPart>
          </mc:Choice>
          <mc:Fallback>
            <p:pic>
              <p:nvPicPr>
                <p:cNvPr id="161" name="Ink 160">
                  <a:extLst>
                    <a:ext uri="{FF2B5EF4-FFF2-40B4-BE49-F238E27FC236}">
                      <a16:creationId xmlns:a16="http://schemas.microsoft.com/office/drawing/2014/main" id="{F9E668D8-81E4-2052-F15A-1212096EB6A0}"/>
                    </a:ext>
                  </a:extLst>
                </p:cNvPr>
                <p:cNvPicPr/>
                <p:nvPr/>
              </p:nvPicPr>
              <p:blipFill>
                <a:blip r:embed="rId402"/>
                <a:stretch>
                  <a:fillRect/>
                </a:stretch>
              </p:blipFill>
              <p:spPr>
                <a:xfrm>
                  <a:off x="1091754" y="4378592"/>
                  <a:ext cx="26352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403">
              <p14:nvContentPartPr>
                <p14:cNvPr id="162" name="Ink 161">
                  <a:extLst>
                    <a:ext uri="{FF2B5EF4-FFF2-40B4-BE49-F238E27FC236}">
                      <a16:creationId xmlns:a16="http://schemas.microsoft.com/office/drawing/2014/main" id="{6DF9C5E1-FE10-1CF1-A5AB-CA2E94F04EE1}"/>
                    </a:ext>
                  </a:extLst>
                </p14:cNvPr>
                <p14:cNvContentPartPr/>
                <p14:nvPr/>
              </p14:nvContentPartPr>
              <p14:xfrm>
                <a:off x="1284354" y="4129472"/>
                <a:ext cx="190800" cy="180720"/>
              </p14:xfrm>
            </p:contentPart>
          </mc:Choice>
          <mc:Fallback>
            <p:pic>
              <p:nvPicPr>
                <p:cNvPr id="162" name="Ink 161">
                  <a:extLst>
                    <a:ext uri="{FF2B5EF4-FFF2-40B4-BE49-F238E27FC236}">
                      <a16:creationId xmlns:a16="http://schemas.microsoft.com/office/drawing/2014/main" id="{6DF9C5E1-FE10-1CF1-A5AB-CA2E94F04EE1}"/>
                    </a:ext>
                  </a:extLst>
                </p:cNvPr>
                <p:cNvPicPr/>
                <p:nvPr/>
              </p:nvPicPr>
              <p:blipFill>
                <a:blip r:embed="rId404"/>
                <a:stretch>
                  <a:fillRect/>
                </a:stretch>
              </p:blipFill>
              <p:spPr>
                <a:xfrm>
                  <a:off x="1278234" y="4123352"/>
                  <a:ext cx="20304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405">
              <p14:nvContentPartPr>
                <p14:cNvPr id="163" name="Ink 162">
                  <a:extLst>
                    <a:ext uri="{FF2B5EF4-FFF2-40B4-BE49-F238E27FC236}">
                      <a16:creationId xmlns:a16="http://schemas.microsoft.com/office/drawing/2014/main" id="{017B199F-1CD7-1D81-C790-1827B4DD34C1}"/>
                    </a:ext>
                  </a:extLst>
                </p14:cNvPr>
                <p14:cNvContentPartPr/>
                <p14:nvPr/>
              </p14:nvContentPartPr>
              <p14:xfrm>
                <a:off x="1493154" y="4060712"/>
                <a:ext cx="11880" cy="9360"/>
              </p14:xfrm>
            </p:contentPart>
          </mc:Choice>
          <mc:Fallback>
            <p:pic>
              <p:nvPicPr>
                <p:cNvPr id="163" name="Ink 162">
                  <a:extLst>
                    <a:ext uri="{FF2B5EF4-FFF2-40B4-BE49-F238E27FC236}">
                      <a16:creationId xmlns:a16="http://schemas.microsoft.com/office/drawing/2014/main" id="{017B199F-1CD7-1D81-C790-1827B4DD34C1}"/>
                    </a:ext>
                  </a:extLst>
                </p:cNvPr>
                <p:cNvPicPr/>
                <p:nvPr/>
              </p:nvPicPr>
              <p:blipFill>
                <a:blip r:embed="rId406"/>
                <a:stretch>
                  <a:fillRect/>
                </a:stretch>
              </p:blipFill>
              <p:spPr>
                <a:xfrm>
                  <a:off x="1487034" y="4054592"/>
                  <a:ext cx="2412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407">
              <p14:nvContentPartPr>
                <p14:cNvPr id="257" name="Ink 256">
                  <a:extLst>
                    <a:ext uri="{FF2B5EF4-FFF2-40B4-BE49-F238E27FC236}">
                      <a16:creationId xmlns:a16="http://schemas.microsoft.com/office/drawing/2014/main" id="{96E07800-2D73-B5AC-E0F2-826700DA5E06}"/>
                    </a:ext>
                  </a:extLst>
                </p14:cNvPr>
                <p14:cNvContentPartPr/>
                <p14:nvPr/>
              </p14:nvContentPartPr>
              <p14:xfrm>
                <a:off x="920754" y="4776752"/>
                <a:ext cx="185760" cy="126720"/>
              </p14:xfrm>
            </p:contentPart>
          </mc:Choice>
          <mc:Fallback>
            <p:pic>
              <p:nvPicPr>
                <p:cNvPr id="257" name="Ink 256">
                  <a:extLst>
                    <a:ext uri="{FF2B5EF4-FFF2-40B4-BE49-F238E27FC236}">
                      <a16:creationId xmlns:a16="http://schemas.microsoft.com/office/drawing/2014/main" id="{96E07800-2D73-B5AC-E0F2-826700DA5E06}"/>
                    </a:ext>
                  </a:extLst>
                </p:cNvPr>
                <p:cNvPicPr/>
                <p:nvPr/>
              </p:nvPicPr>
              <p:blipFill>
                <a:blip r:embed="rId408"/>
                <a:stretch>
                  <a:fillRect/>
                </a:stretch>
              </p:blipFill>
              <p:spPr>
                <a:xfrm>
                  <a:off x="914634" y="4770632"/>
                  <a:ext cx="1980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258" name="Ink 257">
                  <a:extLst>
                    <a:ext uri="{FF2B5EF4-FFF2-40B4-BE49-F238E27FC236}">
                      <a16:creationId xmlns:a16="http://schemas.microsoft.com/office/drawing/2014/main" id="{6B76DE64-8B56-8ED9-08FC-AAD88BCFCF14}"/>
                    </a:ext>
                  </a:extLst>
                </p14:cNvPr>
                <p14:cNvContentPartPr/>
                <p14:nvPr/>
              </p14:nvContentPartPr>
              <p14:xfrm>
                <a:off x="1147194" y="4715552"/>
                <a:ext cx="185760" cy="92520"/>
              </p14:xfrm>
            </p:contentPart>
          </mc:Choice>
          <mc:Fallback>
            <p:pic>
              <p:nvPicPr>
                <p:cNvPr id="258" name="Ink 257">
                  <a:extLst>
                    <a:ext uri="{FF2B5EF4-FFF2-40B4-BE49-F238E27FC236}">
                      <a16:creationId xmlns:a16="http://schemas.microsoft.com/office/drawing/2014/main" id="{6B76DE64-8B56-8ED9-08FC-AAD88BCFCF14}"/>
                    </a:ext>
                  </a:extLst>
                </p:cNvPr>
                <p:cNvPicPr/>
                <p:nvPr/>
              </p:nvPicPr>
              <p:blipFill>
                <a:blip r:embed="rId410"/>
                <a:stretch>
                  <a:fillRect/>
                </a:stretch>
              </p:blipFill>
              <p:spPr>
                <a:xfrm>
                  <a:off x="1141074" y="4709432"/>
                  <a:ext cx="19800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411">
              <p14:nvContentPartPr>
                <p14:cNvPr id="259" name="Ink 258">
                  <a:extLst>
                    <a:ext uri="{FF2B5EF4-FFF2-40B4-BE49-F238E27FC236}">
                      <a16:creationId xmlns:a16="http://schemas.microsoft.com/office/drawing/2014/main" id="{9E89CB56-50A0-278C-FDD4-6FA9E4446A86}"/>
                    </a:ext>
                  </a:extLst>
                </p14:cNvPr>
                <p14:cNvContentPartPr/>
                <p14:nvPr/>
              </p14:nvContentPartPr>
              <p14:xfrm>
                <a:off x="1263474" y="4609352"/>
                <a:ext cx="202320" cy="125280"/>
              </p14:xfrm>
            </p:contentPart>
          </mc:Choice>
          <mc:Fallback>
            <p:pic>
              <p:nvPicPr>
                <p:cNvPr id="259" name="Ink 258">
                  <a:extLst>
                    <a:ext uri="{FF2B5EF4-FFF2-40B4-BE49-F238E27FC236}">
                      <a16:creationId xmlns:a16="http://schemas.microsoft.com/office/drawing/2014/main" id="{9E89CB56-50A0-278C-FDD4-6FA9E4446A86}"/>
                    </a:ext>
                  </a:extLst>
                </p:cNvPr>
                <p:cNvPicPr/>
                <p:nvPr/>
              </p:nvPicPr>
              <p:blipFill>
                <a:blip r:embed="rId412"/>
                <a:stretch>
                  <a:fillRect/>
                </a:stretch>
              </p:blipFill>
              <p:spPr>
                <a:xfrm>
                  <a:off x="1257354" y="4603232"/>
                  <a:ext cx="21456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260" name="Ink 259">
                  <a:extLst>
                    <a:ext uri="{FF2B5EF4-FFF2-40B4-BE49-F238E27FC236}">
                      <a16:creationId xmlns:a16="http://schemas.microsoft.com/office/drawing/2014/main" id="{600187F9-C603-0B8C-AF61-76BE7A421B49}"/>
                    </a:ext>
                  </a:extLst>
                </p14:cNvPr>
                <p14:cNvContentPartPr/>
                <p14:nvPr/>
              </p14:nvContentPartPr>
              <p14:xfrm>
                <a:off x="1353834" y="4387952"/>
                <a:ext cx="142920" cy="218160"/>
              </p14:xfrm>
            </p:contentPart>
          </mc:Choice>
          <mc:Fallback>
            <p:pic>
              <p:nvPicPr>
                <p:cNvPr id="260" name="Ink 259">
                  <a:extLst>
                    <a:ext uri="{FF2B5EF4-FFF2-40B4-BE49-F238E27FC236}">
                      <a16:creationId xmlns:a16="http://schemas.microsoft.com/office/drawing/2014/main" id="{600187F9-C603-0B8C-AF61-76BE7A421B49}"/>
                    </a:ext>
                  </a:extLst>
                </p:cNvPr>
                <p:cNvPicPr/>
                <p:nvPr/>
              </p:nvPicPr>
              <p:blipFill>
                <a:blip r:embed="rId414"/>
                <a:stretch>
                  <a:fillRect/>
                </a:stretch>
              </p:blipFill>
              <p:spPr>
                <a:xfrm>
                  <a:off x="1347714" y="4381832"/>
                  <a:ext cx="1551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415">
              <p14:nvContentPartPr>
                <p14:cNvPr id="261" name="Ink 260">
                  <a:extLst>
                    <a:ext uri="{FF2B5EF4-FFF2-40B4-BE49-F238E27FC236}">
                      <a16:creationId xmlns:a16="http://schemas.microsoft.com/office/drawing/2014/main" id="{E09D48AE-ABD0-3A53-1544-2444EB74AEF8}"/>
                    </a:ext>
                  </a:extLst>
                </p14:cNvPr>
                <p14:cNvContentPartPr/>
                <p14:nvPr/>
              </p14:nvContentPartPr>
              <p14:xfrm>
                <a:off x="1480914" y="4335752"/>
                <a:ext cx="38520" cy="12960"/>
              </p14:xfrm>
            </p:contentPart>
          </mc:Choice>
          <mc:Fallback>
            <p:pic>
              <p:nvPicPr>
                <p:cNvPr id="261" name="Ink 260">
                  <a:extLst>
                    <a:ext uri="{FF2B5EF4-FFF2-40B4-BE49-F238E27FC236}">
                      <a16:creationId xmlns:a16="http://schemas.microsoft.com/office/drawing/2014/main" id="{E09D48AE-ABD0-3A53-1544-2444EB74AEF8}"/>
                    </a:ext>
                  </a:extLst>
                </p:cNvPr>
                <p:cNvPicPr/>
                <p:nvPr/>
              </p:nvPicPr>
              <p:blipFill>
                <a:blip r:embed="rId416"/>
                <a:stretch>
                  <a:fillRect/>
                </a:stretch>
              </p:blipFill>
              <p:spPr>
                <a:xfrm>
                  <a:off x="1474794" y="4329632"/>
                  <a:ext cx="507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417">
              <p14:nvContentPartPr>
                <p14:cNvPr id="264" name="Ink 263">
                  <a:extLst>
                    <a:ext uri="{FF2B5EF4-FFF2-40B4-BE49-F238E27FC236}">
                      <a16:creationId xmlns:a16="http://schemas.microsoft.com/office/drawing/2014/main" id="{12954A7E-57EC-82BE-1C9C-223560D30636}"/>
                    </a:ext>
                  </a:extLst>
                </p14:cNvPr>
                <p14:cNvContentPartPr/>
                <p14:nvPr/>
              </p14:nvContentPartPr>
              <p14:xfrm>
                <a:off x="1345194" y="4745072"/>
                <a:ext cx="55080" cy="135720"/>
              </p14:xfrm>
            </p:contentPart>
          </mc:Choice>
          <mc:Fallback>
            <p:pic>
              <p:nvPicPr>
                <p:cNvPr id="264" name="Ink 263">
                  <a:extLst>
                    <a:ext uri="{FF2B5EF4-FFF2-40B4-BE49-F238E27FC236}">
                      <a16:creationId xmlns:a16="http://schemas.microsoft.com/office/drawing/2014/main" id="{12954A7E-57EC-82BE-1C9C-223560D30636}"/>
                    </a:ext>
                  </a:extLst>
                </p:cNvPr>
                <p:cNvPicPr/>
                <p:nvPr/>
              </p:nvPicPr>
              <p:blipFill>
                <a:blip r:embed="rId418"/>
                <a:stretch>
                  <a:fillRect/>
                </a:stretch>
              </p:blipFill>
              <p:spPr>
                <a:xfrm>
                  <a:off x="1339074" y="4738952"/>
                  <a:ext cx="67320" cy="147960"/>
                </a:xfrm>
                <a:prstGeom prst="rect">
                  <a:avLst/>
                </a:prstGeom>
              </p:spPr>
            </p:pic>
          </mc:Fallback>
        </mc:AlternateContent>
      </p:grpSp>
    </p:spTree>
    <p:extLst>
      <p:ext uri="{BB962C8B-B14F-4D97-AF65-F5344CB8AC3E}">
        <p14:creationId xmlns:p14="http://schemas.microsoft.com/office/powerpoint/2010/main" val="1333804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7571F59-902F-D5D4-9166-D856C30D9398}"/>
                  </a:ext>
                </a:extLst>
              </p14:cNvPr>
              <p14:cNvContentPartPr/>
              <p14:nvPr/>
            </p14:nvContentPartPr>
            <p14:xfrm>
              <a:off x="1068714" y="2013762"/>
              <a:ext cx="8640" cy="4680"/>
            </p14:xfrm>
          </p:contentPart>
        </mc:Choice>
        <mc:Fallback>
          <p:pic>
            <p:nvPicPr>
              <p:cNvPr id="3" name="Ink 2">
                <a:extLst>
                  <a:ext uri="{FF2B5EF4-FFF2-40B4-BE49-F238E27FC236}">
                    <a16:creationId xmlns:a16="http://schemas.microsoft.com/office/drawing/2014/main" id="{B7571F59-902F-D5D4-9166-D856C30D9398}"/>
                  </a:ext>
                </a:extLst>
              </p:cNvPr>
              <p:cNvPicPr/>
              <p:nvPr/>
            </p:nvPicPr>
            <p:blipFill>
              <a:blip r:embed="rId3"/>
              <a:stretch>
                <a:fillRect/>
              </a:stretch>
            </p:blipFill>
            <p:spPr>
              <a:xfrm>
                <a:off x="1062594" y="2007642"/>
                <a:ext cx="20880" cy="16920"/>
              </a:xfrm>
              <a:prstGeom prst="rect">
                <a:avLst/>
              </a:prstGeom>
            </p:spPr>
          </p:pic>
        </mc:Fallback>
      </mc:AlternateContent>
      <p:grpSp>
        <p:nvGrpSpPr>
          <p:cNvPr id="9" name="Group 8">
            <a:extLst>
              <a:ext uri="{FF2B5EF4-FFF2-40B4-BE49-F238E27FC236}">
                <a16:creationId xmlns:a16="http://schemas.microsoft.com/office/drawing/2014/main" id="{2B0675F7-04B5-2547-195A-C08398A8CC27}"/>
              </a:ext>
            </a:extLst>
          </p:cNvPr>
          <p:cNvGrpSpPr/>
          <p:nvPr/>
        </p:nvGrpSpPr>
        <p:grpSpPr>
          <a:xfrm>
            <a:off x="1195074" y="2029962"/>
            <a:ext cx="468720" cy="401400"/>
            <a:chOff x="1195074" y="2029962"/>
            <a:chExt cx="468720" cy="40140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0E12ECFD-85FA-448B-B3BB-427DF4E70581}"/>
                    </a:ext>
                  </a:extLst>
                </p14:cNvPr>
                <p14:cNvContentPartPr/>
                <p14:nvPr/>
              </p14:nvContentPartPr>
              <p14:xfrm>
                <a:off x="1309194" y="2048682"/>
                <a:ext cx="137880" cy="57960"/>
              </p14:xfrm>
            </p:contentPart>
          </mc:Choice>
          <mc:Fallback>
            <p:pic>
              <p:nvPicPr>
                <p:cNvPr id="4" name="Ink 3">
                  <a:extLst>
                    <a:ext uri="{FF2B5EF4-FFF2-40B4-BE49-F238E27FC236}">
                      <a16:creationId xmlns:a16="http://schemas.microsoft.com/office/drawing/2014/main" id="{0E12ECFD-85FA-448B-B3BB-427DF4E70581}"/>
                    </a:ext>
                  </a:extLst>
                </p:cNvPr>
                <p:cNvPicPr/>
                <p:nvPr/>
              </p:nvPicPr>
              <p:blipFill>
                <a:blip r:embed="rId5"/>
                <a:stretch>
                  <a:fillRect/>
                </a:stretch>
              </p:blipFill>
              <p:spPr>
                <a:xfrm>
                  <a:off x="1303074" y="2042562"/>
                  <a:ext cx="1501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C58DF952-151E-C350-AC6D-E7E165B01652}"/>
                    </a:ext>
                  </a:extLst>
                </p14:cNvPr>
                <p14:cNvContentPartPr/>
                <p14:nvPr/>
              </p14:nvContentPartPr>
              <p14:xfrm>
                <a:off x="1195074" y="2122482"/>
                <a:ext cx="219600" cy="308880"/>
              </p14:xfrm>
            </p:contentPart>
          </mc:Choice>
          <mc:Fallback>
            <p:pic>
              <p:nvPicPr>
                <p:cNvPr id="5" name="Ink 4">
                  <a:extLst>
                    <a:ext uri="{FF2B5EF4-FFF2-40B4-BE49-F238E27FC236}">
                      <a16:creationId xmlns:a16="http://schemas.microsoft.com/office/drawing/2014/main" id="{C58DF952-151E-C350-AC6D-E7E165B01652}"/>
                    </a:ext>
                  </a:extLst>
                </p:cNvPr>
                <p:cNvPicPr/>
                <p:nvPr/>
              </p:nvPicPr>
              <p:blipFill>
                <a:blip r:embed="rId7"/>
                <a:stretch>
                  <a:fillRect/>
                </a:stretch>
              </p:blipFill>
              <p:spPr>
                <a:xfrm>
                  <a:off x="1188954" y="2116362"/>
                  <a:ext cx="23184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C01F6DD6-75AB-3215-30FA-2DA4DB6BFF92}"/>
                    </a:ext>
                  </a:extLst>
                </p14:cNvPr>
                <p14:cNvContentPartPr/>
                <p14:nvPr/>
              </p14:nvContentPartPr>
              <p14:xfrm>
                <a:off x="1535634" y="2029962"/>
                <a:ext cx="128160" cy="370800"/>
              </p14:xfrm>
            </p:contentPart>
          </mc:Choice>
          <mc:Fallback>
            <p:pic>
              <p:nvPicPr>
                <p:cNvPr id="6" name="Ink 5">
                  <a:extLst>
                    <a:ext uri="{FF2B5EF4-FFF2-40B4-BE49-F238E27FC236}">
                      <a16:creationId xmlns:a16="http://schemas.microsoft.com/office/drawing/2014/main" id="{C01F6DD6-75AB-3215-30FA-2DA4DB6BFF92}"/>
                    </a:ext>
                  </a:extLst>
                </p:cNvPr>
                <p:cNvPicPr/>
                <p:nvPr/>
              </p:nvPicPr>
              <p:blipFill>
                <a:blip r:embed="rId9"/>
                <a:stretch>
                  <a:fillRect/>
                </a:stretch>
              </p:blipFill>
              <p:spPr>
                <a:xfrm>
                  <a:off x="1529514" y="2023842"/>
                  <a:ext cx="14040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271FCDC7-F32E-3752-F951-3EE46C6ADC3D}"/>
                    </a:ext>
                  </a:extLst>
                </p14:cNvPr>
                <p14:cNvContentPartPr/>
                <p14:nvPr/>
              </p14:nvContentPartPr>
              <p14:xfrm>
                <a:off x="1610874" y="2327322"/>
                <a:ext cx="20520" cy="42840"/>
              </p14:xfrm>
            </p:contentPart>
          </mc:Choice>
          <mc:Fallback>
            <p:pic>
              <p:nvPicPr>
                <p:cNvPr id="7" name="Ink 6">
                  <a:extLst>
                    <a:ext uri="{FF2B5EF4-FFF2-40B4-BE49-F238E27FC236}">
                      <a16:creationId xmlns:a16="http://schemas.microsoft.com/office/drawing/2014/main" id="{271FCDC7-F32E-3752-F951-3EE46C6ADC3D}"/>
                    </a:ext>
                  </a:extLst>
                </p:cNvPr>
                <p:cNvPicPr/>
                <p:nvPr/>
              </p:nvPicPr>
              <p:blipFill>
                <a:blip r:embed="rId11"/>
                <a:stretch>
                  <a:fillRect/>
                </a:stretch>
              </p:blipFill>
              <p:spPr>
                <a:xfrm>
                  <a:off x="1604754" y="2321202"/>
                  <a:ext cx="3276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2D5999A4-C5B0-DE2A-CB17-43B73732E008}"/>
                    </a:ext>
                  </a:extLst>
                </p14:cNvPr>
                <p14:cNvContentPartPr/>
                <p14:nvPr/>
              </p14:nvContentPartPr>
              <p14:xfrm>
                <a:off x="1544274" y="2054442"/>
                <a:ext cx="45720" cy="22320"/>
              </p14:xfrm>
            </p:contentPart>
          </mc:Choice>
          <mc:Fallback>
            <p:pic>
              <p:nvPicPr>
                <p:cNvPr id="8" name="Ink 7">
                  <a:extLst>
                    <a:ext uri="{FF2B5EF4-FFF2-40B4-BE49-F238E27FC236}">
                      <a16:creationId xmlns:a16="http://schemas.microsoft.com/office/drawing/2014/main" id="{2D5999A4-C5B0-DE2A-CB17-43B73732E008}"/>
                    </a:ext>
                  </a:extLst>
                </p:cNvPr>
                <p:cNvPicPr/>
                <p:nvPr/>
              </p:nvPicPr>
              <p:blipFill>
                <a:blip r:embed="rId13"/>
                <a:stretch>
                  <a:fillRect/>
                </a:stretch>
              </p:blipFill>
              <p:spPr>
                <a:xfrm>
                  <a:off x="1538154" y="2048322"/>
                  <a:ext cx="57960" cy="34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2C4C9A85-CA11-451D-E981-AD3523B4FEE0}"/>
                  </a:ext>
                </a:extLst>
              </p14:cNvPr>
              <p14:cNvContentPartPr/>
              <p14:nvPr/>
            </p14:nvContentPartPr>
            <p14:xfrm>
              <a:off x="1916154" y="2149122"/>
              <a:ext cx="336600" cy="108000"/>
            </p14:xfrm>
          </p:contentPart>
        </mc:Choice>
        <mc:Fallback>
          <p:pic>
            <p:nvPicPr>
              <p:cNvPr id="10" name="Ink 9">
                <a:extLst>
                  <a:ext uri="{FF2B5EF4-FFF2-40B4-BE49-F238E27FC236}">
                    <a16:creationId xmlns:a16="http://schemas.microsoft.com/office/drawing/2014/main" id="{2C4C9A85-CA11-451D-E981-AD3523B4FEE0}"/>
                  </a:ext>
                </a:extLst>
              </p:cNvPr>
              <p:cNvPicPr/>
              <p:nvPr/>
            </p:nvPicPr>
            <p:blipFill>
              <a:blip r:embed="rId15"/>
              <a:stretch>
                <a:fillRect/>
              </a:stretch>
            </p:blipFill>
            <p:spPr>
              <a:xfrm>
                <a:off x="1910034" y="2143002"/>
                <a:ext cx="348840" cy="120240"/>
              </a:xfrm>
              <a:prstGeom prst="rect">
                <a:avLst/>
              </a:prstGeom>
            </p:spPr>
          </p:pic>
        </mc:Fallback>
      </mc:AlternateContent>
      <p:grpSp>
        <p:nvGrpSpPr>
          <p:cNvPr id="32" name="Group 31">
            <a:extLst>
              <a:ext uri="{FF2B5EF4-FFF2-40B4-BE49-F238E27FC236}">
                <a16:creationId xmlns:a16="http://schemas.microsoft.com/office/drawing/2014/main" id="{B41BD783-9387-22C1-3E55-03B901B5FF33}"/>
              </a:ext>
            </a:extLst>
          </p:cNvPr>
          <p:cNvGrpSpPr/>
          <p:nvPr/>
        </p:nvGrpSpPr>
        <p:grpSpPr>
          <a:xfrm>
            <a:off x="2581794" y="1947522"/>
            <a:ext cx="1948680" cy="421560"/>
            <a:chOff x="2581794" y="1947522"/>
            <a:chExt cx="1948680" cy="421560"/>
          </a:xfrm>
        </p:grpSpPr>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86D08C38-B83D-10A2-9BFC-C45EFF62461E}"/>
                    </a:ext>
                  </a:extLst>
                </p14:cNvPr>
                <p14:cNvContentPartPr/>
                <p14:nvPr/>
              </p14:nvContentPartPr>
              <p14:xfrm>
                <a:off x="2581794" y="2010882"/>
                <a:ext cx="309600" cy="343080"/>
              </p14:xfrm>
            </p:contentPart>
          </mc:Choice>
          <mc:Fallback>
            <p:pic>
              <p:nvPicPr>
                <p:cNvPr id="11" name="Ink 10">
                  <a:extLst>
                    <a:ext uri="{FF2B5EF4-FFF2-40B4-BE49-F238E27FC236}">
                      <a16:creationId xmlns:a16="http://schemas.microsoft.com/office/drawing/2014/main" id="{86D08C38-B83D-10A2-9BFC-C45EFF62461E}"/>
                    </a:ext>
                  </a:extLst>
                </p:cNvPr>
                <p:cNvPicPr/>
                <p:nvPr/>
              </p:nvPicPr>
              <p:blipFill>
                <a:blip r:embed="rId17"/>
                <a:stretch>
                  <a:fillRect/>
                </a:stretch>
              </p:blipFill>
              <p:spPr>
                <a:xfrm>
                  <a:off x="2575674" y="2004762"/>
                  <a:ext cx="32184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0E92CB05-0666-F640-71B7-5D346897A81D}"/>
                    </a:ext>
                  </a:extLst>
                </p14:cNvPr>
                <p14:cNvContentPartPr/>
                <p14:nvPr/>
              </p14:nvContentPartPr>
              <p14:xfrm>
                <a:off x="3000474" y="2201322"/>
                <a:ext cx="128520" cy="109800"/>
              </p14:xfrm>
            </p:contentPart>
          </mc:Choice>
          <mc:Fallback>
            <p:pic>
              <p:nvPicPr>
                <p:cNvPr id="12" name="Ink 11">
                  <a:extLst>
                    <a:ext uri="{FF2B5EF4-FFF2-40B4-BE49-F238E27FC236}">
                      <a16:creationId xmlns:a16="http://schemas.microsoft.com/office/drawing/2014/main" id="{0E92CB05-0666-F640-71B7-5D346897A81D}"/>
                    </a:ext>
                  </a:extLst>
                </p:cNvPr>
                <p:cNvPicPr/>
                <p:nvPr/>
              </p:nvPicPr>
              <p:blipFill>
                <a:blip r:embed="rId19"/>
                <a:stretch>
                  <a:fillRect/>
                </a:stretch>
              </p:blipFill>
              <p:spPr>
                <a:xfrm>
                  <a:off x="2994354" y="2195202"/>
                  <a:ext cx="14076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D1921359-B8BF-0EDE-4F86-2A5A797E661E}"/>
                    </a:ext>
                  </a:extLst>
                </p14:cNvPr>
                <p14:cNvContentPartPr/>
                <p14:nvPr/>
              </p14:nvContentPartPr>
              <p14:xfrm>
                <a:off x="3208914" y="2050842"/>
                <a:ext cx="124560" cy="239040"/>
              </p14:xfrm>
            </p:contentPart>
          </mc:Choice>
          <mc:Fallback>
            <p:pic>
              <p:nvPicPr>
                <p:cNvPr id="13" name="Ink 12">
                  <a:extLst>
                    <a:ext uri="{FF2B5EF4-FFF2-40B4-BE49-F238E27FC236}">
                      <a16:creationId xmlns:a16="http://schemas.microsoft.com/office/drawing/2014/main" id="{D1921359-B8BF-0EDE-4F86-2A5A797E661E}"/>
                    </a:ext>
                  </a:extLst>
                </p:cNvPr>
                <p:cNvPicPr/>
                <p:nvPr/>
              </p:nvPicPr>
              <p:blipFill>
                <a:blip r:embed="rId21"/>
                <a:stretch>
                  <a:fillRect/>
                </a:stretch>
              </p:blipFill>
              <p:spPr>
                <a:xfrm>
                  <a:off x="3202794" y="2044722"/>
                  <a:ext cx="13680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B50A4DA0-846E-F95D-177B-A63386E281BD}"/>
                    </a:ext>
                  </a:extLst>
                </p14:cNvPr>
                <p14:cNvContentPartPr/>
                <p14:nvPr/>
              </p14:nvContentPartPr>
              <p14:xfrm>
                <a:off x="3404034" y="2103402"/>
                <a:ext cx="167760" cy="177120"/>
              </p14:xfrm>
            </p:contentPart>
          </mc:Choice>
          <mc:Fallback>
            <p:pic>
              <p:nvPicPr>
                <p:cNvPr id="14" name="Ink 13">
                  <a:extLst>
                    <a:ext uri="{FF2B5EF4-FFF2-40B4-BE49-F238E27FC236}">
                      <a16:creationId xmlns:a16="http://schemas.microsoft.com/office/drawing/2014/main" id="{B50A4DA0-846E-F95D-177B-A63386E281BD}"/>
                    </a:ext>
                  </a:extLst>
                </p:cNvPr>
                <p:cNvPicPr/>
                <p:nvPr/>
              </p:nvPicPr>
              <p:blipFill>
                <a:blip r:embed="rId23"/>
                <a:stretch>
                  <a:fillRect/>
                </a:stretch>
              </p:blipFill>
              <p:spPr>
                <a:xfrm>
                  <a:off x="3397914" y="2097282"/>
                  <a:ext cx="18000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F2AF4C72-FA85-5094-68B4-8F450D138AB8}"/>
                    </a:ext>
                  </a:extLst>
                </p14:cNvPr>
                <p14:cNvContentPartPr/>
                <p14:nvPr/>
              </p14:nvContentPartPr>
              <p14:xfrm>
                <a:off x="3596274" y="2081802"/>
                <a:ext cx="88560" cy="126360"/>
              </p14:xfrm>
            </p:contentPart>
          </mc:Choice>
          <mc:Fallback>
            <p:pic>
              <p:nvPicPr>
                <p:cNvPr id="15" name="Ink 14">
                  <a:extLst>
                    <a:ext uri="{FF2B5EF4-FFF2-40B4-BE49-F238E27FC236}">
                      <a16:creationId xmlns:a16="http://schemas.microsoft.com/office/drawing/2014/main" id="{F2AF4C72-FA85-5094-68B4-8F450D138AB8}"/>
                    </a:ext>
                  </a:extLst>
                </p:cNvPr>
                <p:cNvPicPr/>
                <p:nvPr/>
              </p:nvPicPr>
              <p:blipFill>
                <a:blip r:embed="rId25"/>
                <a:stretch>
                  <a:fillRect/>
                </a:stretch>
              </p:blipFill>
              <p:spPr>
                <a:xfrm>
                  <a:off x="3590154" y="2075682"/>
                  <a:ext cx="10080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8E1235A5-F2AE-8233-1DA9-DCDA8314BA5E}"/>
                    </a:ext>
                  </a:extLst>
                </p14:cNvPr>
                <p14:cNvContentPartPr/>
                <p14:nvPr/>
              </p14:nvContentPartPr>
              <p14:xfrm>
                <a:off x="3734154" y="2074242"/>
                <a:ext cx="85320" cy="162000"/>
              </p14:xfrm>
            </p:contentPart>
          </mc:Choice>
          <mc:Fallback>
            <p:pic>
              <p:nvPicPr>
                <p:cNvPr id="16" name="Ink 15">
                  <a:extLst>
                    <a:ext uri="{FF2B5EF4-FFF2-40B4-BE49-F238E27FC236}">
                      <a16:creationId xmlns:a16="http://schemas.microsoft.com/office/drawing/2014/main" id="{8E1235A5-F2AE-8233-1DA9-DCDA8314BA5E}"/>
                    </a:ext>
                  </a:extLst>
                </p:cNvPr>
                <p:cNvPicPr/>
                <p:nvPr/>
              </p:nvPicPr>
              <p:blipFill>
                <a:blip r:embed="rId27"/>
                <a:stretch>
                  <a:fillRect/>
                </a:stretch>
              </p:blipFill>
              <p:spPr>
                <a:xfrm>
                  <a:off x="3728034" y="2068122"/>
                  <a:ext cx="9756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E9481455-07D8-B03B-C236-D8B386DAB4DB}"/>
                    </a:ext>
                  </a:extLst>
                </p14:cNvPr>
                <p14:cNvContentPartPr/>
                <p14:nvPr/>
              </p14:nvContentPartPr>
              <p14:xfrm>
                <a:off x="3920274" y="1975602"/>
                <a:ext cx="7920" cy="211320"/>
              </p14:xfrm>
            </p:contentPart>
          </mc:Choice>
          <mc:Fallback>
            <p:pic>
              <p:nvPicPr>
                <p:cNvPr id="17" name="Ink 16">
                  <a:extLst>
                    <a:ext uri="{FF2B5EF4-FFF2-40B4-BE49-F238E27FC236}">
                      <a16:creationId xmlns:a16="http://schemas.microsoft.com/office/drawing/2014/main" id="{E9481455-07D8-B03B-C236-D8B386DAB4DB}"/>
                    </a:ext>
                  </a:extLst>
                </p:cNvPr>
                <p:cNvPicPr/>
                <p:nvPr/>
              </p:nvPicPr>
              <p:blipFill>
                <a:blip r:embed="rId29"/>
                <a:stretch>
                  <a:fillRect/>
                </a:stretch>
              </p:blipFill>
              <p:spPr>
                <a:xfrm>
                  <a:off x="3914154" y="1969482"/>
                  <a:ext cx="2016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9722EF38-C2C7-15F5-A214-B5C6503B9C9D}"/>
                    </a:ext>
                  </a:extLst>
                </p14:cNvPr>
                <p14:cNvContentPartPr/>
                <p14:nvPr/>
              </p14:nvContentPartPr>
              <p14:xfrm>
                <a:off x="3917754" y="2051202"/>
                <a:ext cx="217080" cy="131400"/>
              </p14:xfrm>
            </p:contentPart>
          </mc:Choice>
          <mc:Fallback>
            <p:pic>
              <p:nvPicPr>
                <p:cNvPr id="18" name="Ink 17">
                  <a:extLst>
                    <a:ext uri="{FF2B5EF4-FFF2-40B4-BE49-F238E27FC236}">
                      <a16:creationId xmlns:a16="http://schemas.microsoft.com/office/drawing/2014/main" id="{9722EF38-C2C7-15F5-A214-B5C6503B9C9D}"/>
                    </a:ext>
                  </a:extLst>
                </p:cNvPr>
                <p:cNvPicPr/>
                <p:nvPr/>
              </p:nvPicPr>
              <p:blipFill>
                <a:blip r:embed="rId31"/>
                <a:stretch>
                  <a:fillRect/>
                </a:stretch>
              </p:blipFill>
              <p:spPr>
                <a:xfrm>
                  <a:off x="3911634" y="2045082"/>
                  <a:ext cx="2293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7FBFE3E5-469B-A970-9AC7-65311CD40F3D}"/>
                    </a:ext>
                  </a:extLst>
                </p14:cNvPr>
                <p14:cNvContentPartPr/>
                <p14:nvPr/>
              </p14:nvContentPartPr>
              <p14:xfrm>
                <a:off x="4249314" y="1947522"/>
                <a:ext cx="281160" cy="421560"/>
              </p14:xfrm>
            </p:contentPart>
          </mc:Choice>
          <mc:Fallback>
            <p:pic>
              <p:nvPicPr>
                <p:cNvPr id="20" name="Ink 19">
                  <a:extLst>
                    <a:ext uri="{FF2B5EF4-FFF2-40B4-BE49-F238E27FC236}">
                      <a16:creationId xmlns:a16="http://schemas.microsoft.com/office/drawing/2014/main" id="{7FBFE3E5-469B-A970-9AC7-65311CD40F3D}"/>
                    </a:ext>
                  </a:extLst>
                </p:cNvPr>
                <p:cNvPicPr/>
                <p:nvPr/>
              </p:nvPicPr>
              <p:blipFill>
                <a:blip r:embed="rId33"/>
                <a:stretch>
                  <a:fillRect/>
                </a:stretch>
              </p:blipFill>
              <p:spPr>
                <a:xfrm>
                  <a:off x="4243194" y="1941402"/>
                  <a:ext cx="293400" cy="433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E105C72F-662D-027D-A115-89D66A64BCE6}"/>
                  </a:ext>
                </a:extLst>
              </p14:cNvPr>
              <p14:cNvContentPartPr/>
              <p14:nvPr/>
            </p14:nvContentPartPr>
            <p14:xfrm>
              <a:off x="4775994" y="2205642"/>
              <a:ext cx="99360" cy="159840"/>
            </p14:xfrm>
          </p:contentPart>
        </mc:Choice>
        <mc:Fallback>
          <p:pic>
            <p:nvPicPr>
              <p:cNvPr id="21" name="Ink 20">
                <a:extLst>
                  <a:ext uri="{FF2B5EF4-FFF2-40B4-BE49-F238E27FC236}">
                    <a16:creationId xmlns:a16="http://schemas.microsoft.com/office/drawing/2014/main" id="{E105C72F-662D-027D-A115-89D66A64BCE6}"/>
                  </a:ext>
                </a:extLst>
              </p:cNvPr>
              <p:cNvPicPr/>
              <p:nvPr/>
            </p:nvPicPr>
            <p:blipFill>
              <a:blip r:embed="rId35"/>
              <a:stretch>
                <a:fillRect/>
              </a:stretch>
            </p:blipFill>
            <p:spPr>
              <a:xfrm>
                <a:off x="4769874" y="2199522"/>
                <a:ext cx="111600" cy="172080"/>
              </a:xfrm>
              <a:prstGeom prst="rect">
                <a:avLst/>
              </a:prstGeom>
            </p:spPr>
          </p:pic>
        </mc:Fallback>
      </mc:AlternateContent>
      <p:grpSp>
        <p:nvGrpSpPr>
          <p:cNvPr id="31" name="Group 30">
            <a:extLst>
              <a:ext uri="{FF2B5EF4-FFF2-40B4-BE49-F238E27FC236}">
                <a16:creationId xmlns:a16="http://schemas.microsoft.com/office/drawing/2014/main" id="{12748195-D479-ABA0-250E-F8462EC28E0B}"/>
              </a:ext>
            </a:extLst>
          </p:cNvPr>
          <p:cNvGrpSpPr/>
          <p:nvPr/>
        </p:nvGrpSpPr>
        <p:grpSpPr>
          <a:xfrm>
            <a:off x="5097474" y="1901082"/>
            <a:ext cx="1423440" cy="307440"/>
            <a:chOff x="5097474" y="1901082"/>
            <a:chExt cx="1423440" cy="307440"/>
          </a:xfrm>
        </p:grpSpPr>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4FA9FDA8-6B39-5A2E-5D0C-14DA7841A5AA}"/>
                    </a:ext>
                  </a:extLst>
                </p14:cNvPr>
                <p14:cNvContentPartPr/>
                <p14:nvPr/>
              </p14:nvContentPartPr>
              <p14:xfrm>
                <a:off x="5097474" y="1901082"/>
                <a:ext cx="253800" cy="307440"/>
              </p14:xfrm>
            </p:contentPart>
          </mc:Choice>
          <mc:Fallback>
            <p:pic>
              <p:nvPicPr>
                <p:cNvPr id="22" name="Ink 21">
                  <a:extLst>
                    <a:ext uri="{FF2B5EF4-FFF2-40B4-BE49-F238E27FC236}">
                      <a16:creationId xmlns:a16="http://schemas.microsoft.com/office/drawing/2014/main" id="{4FA9FDA8-6B39-5A2E-5D0C-14DA7841A5AA}"/>
                    </a:ext>
                  </a:extLst>
                </p:cNvPr>
                <p:cNvPicPr/>
                <p:nvPr/>
              </p:nvPicPr>
              <p:blipFill>
                <a:blip r:embed="rId37"/>
                <a:stretch>
                  <a:fillRect/>
                </a:stretch>
              </p:blipFill>
              <p:spPr>
                <a:xfrm>
                  <a:off x="5091354" y="1894962"/>
                  <a:ext cx="26604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5B8BBA43-EF2D-D575-BF74-848809290ECA}"/>
                    </a:ext>
                  </a:extLst>
                </p14:cNvPr>
                <p14:cNvContentPartPr/>
                <p14:nvPr/>
              </p14:nvContentPartPr>
              <p14:xfrm>
                <a:off x="5432274" y="2050482"/>
                <a:ext cx="70560" cy="142920"/>
              </p14:xfrm>
            </p:contentPart>
          </mc:Choice>
          <mc:Fallback>
            <p:pic>
              <p:nvPicPr>
                <p:cNvPr id="23" name="Ink 22">
                  <a:extLst>
                    <a:ext uri="{FF2B5EF4-FFF2-40B4-BE49-F238E27FC236}">
                      <a16:creationId xmlns:a16="http://schemas.microsoft.com/office/drawing/2014/main" id="{5B8BBA43-EF2D-D575-BF74-848809290ECA}"/>
                    </a:ext>
                  </a:extLst>
                </p:cNvPr>
                <p:cNvPicPr/>
                <p:nvPr/>
              </p:nvPicPr>
              <p:blipFill>
                <a:blip r:embed="rId39"/>
                <a:stretch>
                  <a:fillRect/>
                </a:stretch>
              </p:blipFill>
              <p:spPr>
                <a:xfrm>
                  <a:off x="5426154" y="2044362"/>
                  <a:ext cx="8280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DF02EF29-14C6-0004-C923-3F1929FFD5B4}"/>
                    </a:ext>
                  </a:extLst>
                </p14:cNvPr>
                <p14:cNvContentPartPr/>
                <p14:nvPr/>
              </p14:nvContentPartPr>
              <p14:xfrm>
                <a:off x="5563674" y="2056242"/>
                <a:ext cx="217440" cy="77760"/>
              </p14:xfrm>
            </p:contentPart>
          </mc:Choice>
          <mc:Fallback>
            <p:pic>
              <p:nvPicPr>
                <p:cNvPr id="24" name="Ink 23">
                  <a:extLst>
                    <a:ext uri="{FF2B5EF4-FFF2-40B4-BE49-F238E27FC236}">
                      <a16:creationId xmlns:a16="http://schemas.microsoft.com/office/drawing/2014/main" id="{DF02EF29-14C6-0004-C923-3F1929FFD5B4}"/>
                    </a:ext>
                  </a:extLst>
                </p:cNvPr>
                <p:cNvPicPr/>
                <p:nvPr/>
              </p:nvPicPr>
              <p:blipFill>
                <a:blip r:embed="rId41"/>
                <a:stretch>
                  <a:fillRect/>
                </a:stretch>
              </p:blipFill>
              <p:spPr>
                <a:xfrm>
                  <a:off x="5557554" y="2050122"/>
                  <a:ext cx="22968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150DE808-3BFA-C460-073C-1937E9EA3D53}"/>
                    </a:ext>
                  </a:extLst>
                </p14:cNvPr>
                <p14:cNvContentPartPr/>
                <p14:nvPr/>
              </p14:nvContentPartPr>
              <p14:xfrm>
                <a:off x="5864994" y="2047602"/>
                <a:ext cx="63360" cy="111240"/>
              </p14:xfrm>
            </p:contentPart>
          </mc:Choice>
          <mc:Fallback>
            <p:pic>
              <p:nvPicPr>
                <p:cNvPr id="25" name="Ink 24">
                  <a:extLst>
                    <a:ext uri="{FF2B5EF4-FFF2-40B4-BE49-F238E27FC236}">
                      <a16:creationId xmlns:a16="http://schemas.microsoft.com/office/drawing/2014/main" id="{150DE808-3BFA-C460-073C-1937E9EA3D53}"/>
                    </a:ext>
                  </a:extLst>
                </p:cNvPr>
                <p:cNvPicPr/>
                <p:nvPr/>
              </p:nvPicPr>
              <p:blipFill>
                <a:blip r:embed="rId43"/>
                <a:stretch>
                  <a:fillRect/>
                </a:stretch>
              </p:blipFill>
              <p:spPr>
                <a:xfrm>
                  <a:off x="5858874" y="2041482"/>
                  <a:ext cx="7560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FC6C853B-F754-DFAF-7F00-9995A7711349}"/>
                    </a:ext>
                  </a:extLst>
                </p14:cNvPr>
                <p14:cNvContentPartPr/>
                <p14:nvPr/>
              </p14:nvContentPartPr>
              <p14:xfrm>
                <a:off x="5991714" y="2049042"/>
                <a:ext cx="92520" cy="67320"/>
              </p14:xfrm>
            </p:contentPart>
          </mc:Choice>
          <mc:Fallback>
            <p:pic>
              <p:nvPicPr>
                <p:cNvPr id="26" name="Ink 25">
                  <a:extLst>
                    <a:ext uri="{FF2B5EF4-FFF2-40B4-BE49-F238E27FC236}">
                      <a16:creationId xmlns:a16="http://schemas.microsoft.com/office/drawing/2014/main" id="{FC6C853B-F754-DFAF-7F00-9995A7711349}"/>
                    </a:ext>
                  </a:extLst>
                </p:cNvPr>
                <p:cNvPicPr/>
                <p:nvPr/>
              </p:nvPicPr>
              <p:blipFill>
                <a:blip r:embed="rId45"/>
                <a:stretch>
                  <a:fillRect/>
                </a:stretch>
              </p:blipFill>
              <p:spPr>
                <a:xfrm>
                  <a:off x="5985594" y="2042922"/>
                  <a:ext cx="10476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7DA0A0CB-D2D3-0382-FBCB-69D5284E65F3}"/>
                    </a:ext>
                  </a:extLst>
                </p14:cNvPr>
                <p14:cNvContentPartPr/>
                <p14:nvPr/>
              </p14:nvContentPartPr>
              <p14:xfrm>
                <a:off x="6116274" y="1942482"/>
                <a:ext cx="33840" cy="143640"/>
              </p14:xfrm>
            </p:contentPart>
          </mc:Choice>
          <mc:Fallback>
            <p:pic>
              <p:nvPicPr>
                <p:cNvPr id="27" name="Ink 26">
                  <a:extLst>
                    <a:ext uri="{FF2B5EF4-FFF2-40B4-BE49-F238E27FC236}">
                      <a16:creationId xmlns:a16="http://schemas.microsoft.com/office/drawing/2014/main" id="{7DA0A0CB-D2D3-0382-FBCB-69D5284E65F3}"/>
                    </a:ext>
                  </a:extLst>
                </p:cNvPr>
                <p:cNvPicPr/>
                <p:nvPr/>
              </p:nvPicPr>
              <p:blipFill>
                <a:blip r:embed="rId47"/>
                <a:stretch>
                  <a:fillRect/>
                </a:stretch>
              </p:blipFill>
              <p:spPr>
                <a:xfrm>
                  <a:off x="6110154" y="1936362"/>
                  <a:ext cx="4608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0382C42E-9FD5-10B4-B72F-29D7D348A1BA}"/>
                    </a:ext>
                  </a:extLst>
                </p14:cNvPr>
                <p14:cNvContentPartPr/>
                <p14:nvPr/>
              </p14:nvContentPartPr>
              <p14:xfrm>
                <a:off x="6193674" y="2003682"/>
                <a:ext cx="57960" cy="135720"/>
              </p14:xfrm>
            </p:contentPart>
          </mc:Choice>
          <mc:Fallback>
            <p:pic>
              <p:nvPicPr>
                <p:cNvPr id="28" name="Ink 27">
                  <a:extLst>
                    <a:ext uri="{FF2B5EF4-FFF2-40B4-BE49-F238E27FC236}">
                      <a16:creationId xmlns:a16="http://schemas.microsoft.com/office/drawing/2014/main" id="{0382C42E-9FD5-10B4-B72F-29D7D348A1BA}"/>
                    </a:ext>
                  </a:extLst>
                </p:cNvPr>
                <p:cNvPicPr/>
                <p:nvPr/>
              </p:nvPicPr>
              <p:blipFill>
                <a:blip r:embed="rId49"/>
                <a:stretch>
                  <a:fillRect/>
                </a:stretch>
              </p:blipFill>
              <p:spPr>
                <a:xfrm>
                  <a:off x="6187554" y="1997562"/>
                  <a:ext cx="7020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BB0369F0-FD3C-F1BD-3972-383DE6B2E99C}"/>
                    </a:ext>
                  </a:extLst>
                </p14:cNvPr>
                <p14:cNvContentPartPr/>
                <p14:nvPr/>
              </p14:nvContentPartPr>
              <p14:xfrm>
                <a:off x="6249114" y="1969482"/>
                <a:ext cx="181800" cy="100440"/>
              </p14:xfrm>
            </p:contentPart>
          </mc:Choice>
          <mc:Fallback>
            <p:pic>
              <p:nvPicPr>
                <p:cNvPr id="29" name="Ink 28">
                  <a:extLst>
                    <a:ext uri="{FF2B5EF4-FFF2-40B4-BE49-F238E27FC236}">
                      <a16:creationId xmlns:a16="http://schemas.microsoft.com/office/drawing/2014/main" id="{BB0369F0-FD3C-F1BD-3972-383DE6B2E99C}"/>
                    </a:ext>
                  </a:extLst>
                </p:cNvPr>
                <p:cNvPicPr/>
                <p:nvPr/>
              </p:nvPicPr>
              <p:blipFill>
                <a:blip r:embed="rId51"/>
                <a:stretch>
                  <a:fillRect/>
                </a:stretch>
              </p:blipFill>
              <p:spPr>
                <a:xfrm>
                  <a:off x="6242994" y="1963362"/>
                  <a:ext cx="19404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857E89D0-C338-8484-F9BD-800C93FF169A}"/>
                    </a:ext>
                  </a:extLst>
                </p14:cNvPr>
                <p14:cNvContentPartPr/>
                <p14:nvPr/>
              </p14:nvContentPartPr>
              <p14:xfrm>
                <a:off x="6474474" y="2108082"/>
                <a:ext cx="46440" cy="78840"/>
              </p14:xfrm>
            </p:contentPart>
          </mc:Choice>
          <mc:Fallback>
            <p:pic>
              <p:nvPicPr>
                <p:cNvPr id="30" name="Ink 29">
                  <a:extLst>
                    <a:ext uri="{FF2B5EF4-FFF2-40B4-BE49-F238E27FC236}">
                      <a16:creationId xmlns:a16="http://schemas.microsoft.com/office/drawing/2014/main" id="{857E89D0-C338-8484-F9BD-800C93FF169A}"/>
                    </a:ext>
                  </a:extLst>
                </p:cNvPr>
                <p:cNvPicPr/>
                <p:nvPr/>
              </p:nvPicPr>
              <p:blipFill>
                <a:blip r:embed="rId53"/>
                <a:stretch>
                  <a:fillRect/>
                </a:stretch>
              </p:blipFill>
              <p:spPr>
                <a:xfrm>
                  <a:off x="6468354" y="2101962"/>
                  <a:ext cx="58680" cy="91080"/>
                </a:xfrm>
                <a:prstGeom prst="rect">
                  <a:avLst/>
                </a:prstGeom>
              </p:spPr>
            </p:pic>
          </mc:Fallback>
        </mc:AlternateContent>
      </p:grpSp>
      <p:grpSp>
        <p:nvGrpSpPr>
          <p:cNvPr id="43" name="Group 42">
            <a:extLst>
              <a:ext uri="{FF2B5EF4-FFF2-40B4-BE49-F238E27FC236}">
                <a16:creationId xmlns:a16="http://schemas.microsoft.com/office/drawing/2014/main" id="{533DD39D-7CAF-14BA-5AD7-B723A0124CED}"/>
              </a:ext>
            </a:extLst>
          </p:cNvPr>
          <p:cNvGrpSpPr/>
          <p:nvPr/>
        </p:nvGrpSpPr>
        <p:grpSpPr>
          <a:xfrm>
            <a:off x="6736914" y="1771122"/>
            <a:ext cx="1081080" cy="472320"/>
            <a:chOff x="6736914" y="1771122"/>
            <a:chExt cx="1081080" cy="472320"/>
          </a:xfrm>
        </p:grpSpPr>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7A63D0C8-5033-CA23-53DB-1A56FD412D0C}"/>
                    </a:ext>
                  </a:extLst>
                </p14:cNvPr>
                <p14:cNvContentPartPr/>
                <p14:nvPr/>
              </p14:nvContentPartPr>
              <p14:xfrm>
                <a:off x="6736914" y="1771122"/>
                <a:ext cx="228240" cy="380880"/>
              </p14:xfrm>
            </p:contentPart>
          </mc:Choice>
          <mc:Fallback>
            <p:pic>
              <p:nvPicPr>
                <p:cNvPr id="33" name="Ink 32">
                  <a:extLst>
                    <a:ext uri="{FF2B5EF4-FFF2-40B4-BE49-F238E27FC236}">
                      <a16:creationId xmlns:a16="http://schemas.microsoft.com/office/drawing/2014/main" id="{7A63D0C8-5033-CA23-53DB-1A56FD412D0C}"/>
                    </a:ext>
                  </a:extLst>
                </p:cNvPr>
                <p:cNvPicPr/>
                <p:nvPr/>
              </p:nvPicPr>
              <p:blipFill>
                <a:blip r:embed="rId55"/>
                <a:stretch>
                  <a:fillRect/>
                </a:stretch>
              </p:blipFill>
              <p:spPr>
                <a:xfrm>
                  <a:off x="6730794" y="1765002"/>
                  <a:ext cx="240480" cy="393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FD902126-EB34-ED56-3596-1A5224B10416}"/>
                    </a:ext>
                  </a:extLst>
                </p14:cNvPr>
                <p14:cNvContentPartPr/>
                <p14:nvPr/>
              </p14:nvContentPartPr>
              <p14:xfrm>
                <a:off x="6759954" y="1936002"/>
                <a:ext cx="163440" cy="88560"/>
              </p14:xfrm>
            </p:contentPart>
          </mc:Choice>
          <mc:Fallback>
            <p:pic>
              <p:nvPicPr>
                <p:cNvPr id="34" name="Ink 33">
                  <a:extLst>
                    <a:ext uri="{FF2B5EF4-FFF2-40B4-BE49-F238E27FC236}">
                      <a16:creationId xmlns:a16="http://schemas.microsoft.com/office/drawing/2014/main" id="{FD902126-EB34-ED56-3596-1A5224B10416}"/>
                    </a:ext>
                  </a:extLst>
                </p:cNvPr>
                <p:cNvPicPr/>
                <p:nvPr/>
              </p:nvPicPr>
              <p:blipFill>
                <a:blip r:embed="rId57"/>
                <a:stretch>
                  <a:fillRect/>
                </a:stretch>
              </p:blipFill>
              <p:spPr>
                <a:xfrm>
                  <a:off x="6753834" y="1929882"/>
                  <a:ext cx="17568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F1F9C5A9-126D-1A9E-28C1-5E4A9AB8FF25}"/>
                    </a:ext>
                  </a:extLst>
                </p14:cNvPr>
                <p14:cNvContentPartPr/>
                <p14:nvPr/>
              </p14:nvContentPartPr>
              <p14:xfrm>
                <a:off x="6765354" y="2062722"/>
                <a:ext cx="164520" cy="91800"/>
              </p14:xfrm>
            </p:contentPart>
          </mc:Choice>
          <mc:Fallback>
            <p:pic>
              <p:nvPicPr>
                <p:cNvPr id="35" name="Ink 34">
                  <a:extLst>
                    <a:ext uri="{FF2B5EF4-FFF2-40B4-BE49-F238E27FC236}">
                      <a16:creationId xmlns:a16="http://schemas.microsoft.com/office/drawing/2014/main" id="{F1F9C5A9-126D-1A9E-28C1-5E4A9AB8FF25}"/>
                    </a:ext>
                  </a:extLst>
                </p:cNvPr>
                <p:cNvPicPr/>
                <p:nvPr/>
              </p:nvPicPr>
              <p:blipFill>
                <a:blip r:embed="rId59"/>
                <a:stretch>
                  <a:fillRect/>
                </a:stretch>
              </p:blipFill>
              <p:spPr>
                <a:xfrm>
                  <a:off x="6759234" y="2056602"/>
                  <a:ext cx="17676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22B0A825-39BA-DC10-A1C9-BB53F685A604}"/>
                    </a:ext>
                  </a:extLst>
                </p14:cNvPr>
                <p14:cNvContentPartPr/>
                <p14:nvPr/>
              </p14:nvContentPartPr>
              <p14:xfrm>
                <a:off x="6952914" y="1989642"/>
                <a:ext cx="173160" cy="129240"/>
              </p14:xfrm>
            </p:contentPart>
          </mc:Choice>
          <mc:Fallback>
            <p:pic>
              <p:nvPicPr>
                <p:cNvPr id="36" name="Ink 35">
                  <a:extLst>
                    <a:ext uri="{FF2B5EF4-FFF2-40B4-BE49-F238E27FC236}">
                      <a16:creationId xmlns:a16="http://schemas.microsoft.com/office/drawing/2014/main" id="{22B0A825-39BA-DC10-A1C9-BB53F685A604}"/>
                    </a:ext>
                  </a:extLst>
                </p:cNvPr>
                <p:cNvPicPr/>
                <p:nvPr/>
              </p:nvPicPr>
              <p:blipFill>
                <a:blip r:embed="rId61"/>
                <a:stretch>
                  <a:fillRect/>
                </a:stretch>
              </p:blipFill>
              <p:spPr>
                <a:xfrm>
                  <a:off x="6946794" y="1983522"/>
                  <a:ext cx="18540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B681657C-1CAB-CBAD-1DE5-A33180219B9C}"/>
                    </a:ext>
                  </a:extLst>
                </p14:cNvPr>
                <p14:cNvContentPartPr/>
                <p14:nvPr/>
              </p14:nvContentPartPr>
              <p14:xfrm>
                <a:off x="7163514" y="2014842"/>
                <a:ext cx="50760" cy="228600"/>
              </p14:xfrm>
            </p:contentPart>
          </mc:Choice>
          <mc:Fallback>
            <p:pic>
              <p:nvPicPr>
                <p:cNvPr id="37" name="Ink 36">
                  <a:extLst>
                    <a:ext uri="{FF2B5EF4-FFF2-40B4-BE49-F238E27FC236}">
                      <a16:creationId xmlns:a16="http://schemas.microsoft.com/office/drawing/2014/main" id="{B681657C-1CAB-CBAD-1DE5-A33180219B9C}"/>
                    </a:ext>
                  </a:extLst>
                </p:cNvPr>
                <p:cNvPicPr/>
                <p:nvPr/>
              </p:nvPicPr>
              <p:blipFill>
                <a:blip r:embed="rId63"/>
                <a:stretch>
                  <a:fillRect/>
                </a:stretch>
              </p:blipFill>
              <p:spPr>
                <a:xfrm>
                  <a:off x="7157394" y="2008722"/>
                  <a:ext cx="6300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1477D0DA-3401-EDAF-8FF7-99C573481BC4}"/>
                    </a:ext>
                  </a:extLst>
                </p14:cNvPr>
                <p14:cNvContentPartPr/>
                <p14:nvPr/>
              </p14:nvContentPartPr>
              <p14:xfrm>
                <a:off x="7231914" y="1956162"/>
                <a:ext cx="111960" cy="134640"/>
              </p14:xfrm>
            </p:contentPart>
          </mc:Choice>
          <mc:Fallback>
            <p:pic>
              <p:nvPicPr>
                <p:cNvPr id="38" name="Ink 37">
                  <a:extLst>
                    <a:ext uri="{FF2B5EF4-FFF2-40B4-BE49-F238E27FC236}">
                      <a16:creationId xmlns:a16="http://schemas.microsoft.com/office/drawing/2014/main" id="{1477D0DA-3401-EDAF-8FF7-99C573481BC4}"/>
                    </a:ext>
                  </a:extLst>
                </p:cNvPr>
                <p:cNvPicPr/>
                <p:nvPr/>
              </p:nvPicPr>
              <p:blipFill>
                <a:blip r:embed="rId65"/>
                <a:stretch>
                  <a:fillRect/>
                </a:stretch>
              </p:blipFill>
              <p:spPr>
                <a:xfrm>
                  <a:off x="7225794" y="1950042"/>
                  <a:ext cx="12420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D9BE5B07-73E3-2599-C1F5-DEA16EF216CF}"/>
                    </a:ext>
                  </a:extLst>
                </p14:cNvPr>
                <p14:cNvContentPartPr/>
                <p14:nvPr/>
              </p14:nvContentPartPr>
              <p14:xfrm>
                <a:off x="7398954" y="1772922"/>
                <a:ext cx="54000" cy="272520"/>
              </p14:xfrm>
            </p:contentPart>
          </mc:Choice>
          <mc:Fallback>
            <p:pic>
              <p:nvPicPr>
                <p:cNvPr id="39" name="Ink 38">
                  <a:extLst>
                    <a:ext uri="{FF2B5EF4-FFF2-40B4-BE49-F238E27FC236}">
                      <a16:creationId xmlns:a16="http://schemas.microsoft.com/office/drawing/2014/main" id="{D9BE5B07-73E3-2599-C1F5-DEA16EF216CF}"/>
                    </a:ext>
                  </a:extLst>
                </p:cNvPr>
                <p:cNvPicPr/>
                <p:nvPr/>
              </p:nvPicPr>
              <p:blipFill>
                <a:blip r:embed="rId67"/>
                <a:stretch>
                  <a:fillRect/>
                </a:stretch>
              </p:blipFill>
              <p:spPr>
                <a:xfrm>
                  <a:off x="7392834" y="1766802"/>
                  <a:ext cx="6624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52527421-848D-CA14-B0E1-9F9A3DBCA7F8}"/>
                    </a:ext>
                  </a:extLst>
                </p14:cNvPr>
                <p14:cNvContentPartPr/>
                <p14:nvPr/>
              </p14:nvContentPartPr>
              <p14:xfrm>
                <a:off x="7445394" y="1921602"/>
                <a:ext cx="174960" cy="114840"/>
              </p14:xfrm>
            </p:contentPart>
          </mc:Choice>
          <mc:Fallback>
            <p:pic>
              <p:nvPicPr>
                <p:cNvPr id="40" name="Ink 39">
                  <a:extLst>
                    <a:ext uri="{FF2B5EF4-FFF2-40B4-BE49-F238E27FC236}">
                      <a16:creationId xmlns:a16="http://schemas.microsoft.com/office/drawing/2014/main" id="{52527421-848D-CA14-B0E1-9F9A3DBCA7F8}"/>
                    </a:ext>
                  </a:extLst>
                </p:cNvPr>
                <p:cNvPicPr/>
                <p:nvPr/>
              </p:nvPicPr>
              <p:blipFill>
                <a:blip r:embed="rId69"/>
                <a:stretch>
                  <a:fillRect/>
                </a:stretch>
              </p:blipFill>
              <p:spPr>
                <a:xfrm>
                  <a:off x="7439274" y="1915482"/>
                  <a:ext cx="1872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7C6186F9-C730-B967-1AE7-B8558927AE15}"/>
                    </a:ext>
                  </a:extLst>
                </p14:cNvPr>
                <p14:cNvContentPartPr/>
                <p14:nvPr/>
              </p14:nvContentPartPr>
              <p14:xfrm>
                <a:off x="7634754" y="1831962"/>
                <a:ext cx="30960" cy="11160"/>
              </p14:xfrm>
            </p:contentPart>
          </mc:Choice>
          <mc:Fallback>
            <p:pic>
              <p:nvPicPr>
                <p:cNvPr id="41" name="Ink 40">
                  <a:extLst>
                    <a:ext uri="{FF2B5EF4-FFF2-40B4-BE49-F238E27FC236}">
                      <a16:creationId xmlns:a16="http://schemas.microsoft.com/office/drawing/2014/main" id="{7C6186F9-C730-B967-1AE7-B8558927AE15}"/>
                    </a:ext>
                  </a:extLst>
                </p:cNvPr>
                <p:cNvPicPr/>
                <p:nvPr/>
              </p:nvPicPr>
              <p:blipFill>
                <a:blip r:embed="rId71"/>
                <a:stretch>
                  <a:fillRect/>
                </a:stretch>
              </p:blipFill>
              <p:spPr>
                <a:xfrm>
                  <a:off x="7628634" y="1825842"/>
                  <a:ext cx="4320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B08B39AD-027F-C706-3B6B-BB84CC38F348}"/>
                    </a:ext>
                  </a:extLst>
                </p14:cNvPr>
                <p14:cNvContentPartPr/>
                <p14:nvPr/>
              </p14:nvContentPartPr>
              <p14:xfrm>
                <a:off x="7679034" y="1942842"/>
                <a:ext cx="138960" cy="75600"/>
              </p14:xfrm>
            </p:contentPart>
          </mc:Choice>
          <mc:Fallback>
            <p:pic>
              <p:nvPicPr>
                <p:cNvPr id="42" name="Ink 41">
                  <a:extLst>
                    <a:ext uri="{FF2B5EF4-FFF2-40B4-BE49-F238E27FC236}">
                      <a16:creationId xmlns:a16="http://schemas.microsoft.com/office/drawing/2014/main" id="{B08B39AD-027F-C706-3B6B-BB84CC38F348}"/>
                    </a:ext>
                  </a:extLst>
                </p:cNvPr>
                <p:cNvPicPr/>
                <p:nvPr/>
              </p:nvPicPr>
              <p:blipFill>
                <a:blip r:embed="rId73"/>
                <a:stretch>
                  <a:fillRect/>
                </a:stretch>
              </p:blipFill>
              <p:spPr>
                <a:xfrm>
                  <a:off x="7672914" y="1936722"/>
                  <a:ext cx="151200" cy="87840"/>
                </a:xfrm>
                <a:prstGeom prst="rect">
                  <a:avLst/>
                </a:prstGeom>
              </p:spPr>
            </p:pic>
          </mc:Fallback>
        </mc:AlternateContent>
      </p:grpSp>
      <p:grpSp>
        <p:nvGrpSpPr>
          <p:cNvPr id="50" name="Group 49">
            <a:extLst>
              <a:ext uri="{FF2B5EF4-FFF2-40B4-BE49-F238E27FC236}">
                <a16:creationId xmlns:a16="http://schemas.microsoft.com/office/drawing/2014/main" id="{A4DDF836-7071-B455-A5A8-EDC8C80E7FF8}"/>
              </a:ext>
            </a:extLst>
          </p:cNvPr>
          <p:cNvGrpSpPr/>
          <p:nvPr/>
        </p:nvGrpSpPr>
        <p:grpSpPr>
          <a:xfrm>
            <a:off x="1169154" y="2801442"/>
            <a:ext cx="539280" cy="303480"/>
            <a:chOff x="1169154" y="2801442"/>
            <a:chExt cx="539280" cy="303480"/>
          </a:xfrm>
        </p:grpSpPr>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F3DB1929-DF3F-5D4D-FAC0-040923E9A67E}"/>
                    </a:ext>
                  </a:extLst>
                </p14:cNvPr>
                <p14:cNvContentPartPr/>
                <p14:nvPr/>
              </p14:nvContentPartPr>
              <p14:xfrm>
                <a:off x="1169154" y="2801442"/>
                <a:ext cx="151560" cy="303480"/>
              </p14:xfrm>
            </p:contentPart>
          </mc:Choice>
          <mc:Fallback>
            <p:pic>
              <p:nvPicPr>
                <p:cNvPr id="44" name="Ink 43">
                  <a:extLst>
                    <a:ext uri="{FF2B5EF4-FFF2-40B4-BE49-F238E27FC236}">
                      <a16:creationId xmlns:a16="http://schemas.microsoft.com/office/drawing/2014/main" id="{F3DB1929-DF3F-5D4D-FAC0-040923E9A67E}"/>
                    </a:ext>
                  </a:extLst>
                </p:cNvPr>
                <p:cNvPicPr/>
                <p:nvPr/>
              </p:nvPicPr>
              <p:blipFill>
                <a:blip r:embed="rId75"/>
                <a:stretch>
                  <a:fillRect/>
                </a:stretch>
              </p:blipFill>
              <p:spPr>
                <a:xfrm>
                  <a:off x="1163034" y="2795322"/>
                  <a:ext cx="16380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E1F5845F-B93F-E5DB-4497-A9462970DA71}"/>
                    </a:ext>
                  </a:extLst>
                </p14:cNvPr>
                <p14:cNvContentPartPr/>
                <p14:nvPr/>
              </p14:nvContentPartPr>
              <p14:xfrm>
                <a:off x="1385874" y="2872722"/>
                <a:ext cx="98640" cy="180000"/>
              </p14:xfrm>
            </p:contentPart>
          </mc:Choice>
          <mc:Fallback>
            <p:pic>
              <p:nvPicPr>
                <p:cNvPr id="45" name="Ink 44">
                  <a:extLst>
                    <a:ext uri="{FF2B5EF4-FFF2-40B4-BE49-F238E27FC236}">
                      <a16:creationId xmlns:a16="http://schemas.microsoft.com/office/drawing/2014/main" id="{E1F5845F-B93F-E5DB-4497-A9462970DA71}"/>
                    </a:ext>
                  </a:extLst>
                </p:cNvPr>
                <p:cNvPicPr/>
                <p:nvPr/>
              </p:nvPicPr>
              <p:blipFill>
                <a:blip r:embed="rId77"/>
                <a:stretch>
                  <a:fillRect/>
                </a:stretch>
              </p:blipFill>
              <p:spPr>
                <a:xfrm>
                  <a:off x="1379754" y="2866602"/>
                  <a:ext cx="11088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9D1BC10B-70BB-84A9-53DB-4E5AD59EFF78}"/>
                    </a:ext>
                  </a:extLst>
                </p14:cNvPr>
                <p14:cNvContentPartPr/>
                <p14:nvPr/>
              </p14:nvContentPartPr>
              <p14:xfrm>
                <a:off x="1623114" y="2803962"/>
                <a:ext cx="85320" cy="261360"/>
              </p14:xfrm>
            </p:contentPart>
          </mc:Choice>
          <mc:Fallback>
            <p:pic>
              <p:nvPicPr>
                <p:cNvPr id="46" name="Ink 45">
                  <a:extLst>
                    <a:ext uri="{FF2B5EF4-FFF2-40B4-BE49-F238E27FC236}">
                      <a16:creationId xmlns:a16="http://schemas.microsoft.com/office/drawing/2014/main" id="{9D1BC10B-70BB-84A9-53DB-4E5AD59EFF78}"/>
                    </a:ext>
                  </a:extLst>
                </p:cNvPr>
                <p:cNvPicPr/>
                <p:nvPr/>
              </p:nvPicPr>
              <p:blipFill>
                <a:blip r:embed="rId79"/>
                <a:stretch>
                  <a:fillRect/>
                </a:stretch>
              </p:blipFill>
              <p:spPr>
                <a:xfrm>
                  <a:off x="1616994" y="2797842"/>
                  <a:ext cx="9756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F3FF533D-DDFC-F896-1910-E6AD0C57808D}"/>
                    </a:ext>
                  </a:extLst>
                </p14:cNvPr>
                <p14:cNvContentPartPr/>
                <p14:nvPr/>
              </p14:nvContentPartPr>
              <p14:xfrm>
                <a:off x="1671354" y="3009162"/>
                <a:ext cx="19440" cy="52200"/>
              </p14:xfrm>
            </p:contentPart>
          </mc:Choice>
          <mc:Fallback>
            <p:pic>
              <p:nvPicPr>
                <p:cNvPr id="47" name="Ink 46">
                  <a:extLst>
                    <a:ext uri="{FF2B5EF4-FFF2-40B4-BE49-F238E27FC236}">
                      <a16:creationId xmlns:a16="http://schemas.microsoft.com/office/drawing/2014/main" id="{F3FF533D-DDFC-F896-1910-E6AD0C57808D}"/>
                    </a:ext>
                  </a:extLst>
                </p:cNvPr>
                <p:cNvPicPr/>
                <p:nvPr/>
              </p:nvPicPr>
              <p:blipFill>
                <a:blip r:embed="rId81"/>
                <a:stretch>
                  <a:fillRect/>
                </a:stretch>
              </p:blipFill>
              <p:spPr>
                <a:xfrm>
                  <a:off x="1665234" y="3003042"/>
                  <a:ext cx="3168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439DB5C7-33DC-FE54-41C2-B57C29D2CB8A}"/>
                    </a:ext>
                  </a:extLst>
                </p14:cNvPr>
                <p14:cNvContentPartPr/>
                <p14:nvPr/>
              </p14:nvContentPartPr>
              <p14:xfrm>
                <a:off x="1605474" y="2848602"/>
                <a:ext cx="33480" cy="28080"/>
              </p14:xfrm>
            </p:contentPart>
          </mc:Choice>
          <mc:Fallback>
            <p:pic>
              <p:nvPicPr>
                <p:cNvPr id="48" name="Ink 47">
                  <a:extLst>
                    <a:ext uri="{FF2B5EF4-FFF2-40B4-BE49-F238E27FC236}">
                      <a16:creationId xmlns:a16="http://schemas.microsoft.com/office/drawing/2014/main" id="{439DB5C7-33DC-FE54-41C2-B57C29D2CB8A}"/>
                    </a:ext>
                  </a:extLst>
                </p:cNvPr>
                <p:cNvPicPr/>
                <p:nvPr/>
              </p:nvPicPr>
              <p:blipFill>
                <a:blip r:embed="rId83"/>
                <a:stretch>
                  <a:fillRect/>
                </a:stretch>
              </p:blipFill>
              <p:spPr>
                <a:xfrm>
                  <a:off x="1599354" y="2842482"/>
                  <a:ext cx="45720" cy="40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4">
            <p14:nvContentPartPr>
              <p14:cNvPr id="49" name="Ink 48">
                <a:extLst>
                  <a:ext uri="{FF2B5EF4-FFF2-40B4-BE49-F238E27FC236}">
                    <a16:creationId xmlns:a16="http://schemas.microsoft.com/office/drawing/2014/main" id="{936E3CFB-DC22-ED48-A503-4A0ED87D1D21}"/>
                  </a:ext>
                </a:extLst>
              </p14:cNvPr>
              <p14:cNvContentPartPr/>
              <p14:nvPr/>
            </p14:nvContentPartPr>
            <p14:xfrm>
              <a:off x="1952874" y="2959842"/>
              <a:ext cx="195840" cy="20160"/>
            </p14:xfrm>
          </p:contentPart>
        </mc:Choice>
        <mc:Fallback>
          <p:pic>
            <p:nvPicPr>
              <p:cNvPr id="49" name="Ink 48">
                <a:extLst>
                  <a:ext uri="{FF2B5EF4-FFF2-40B4-BE49-F238E27FC236}">
                    <a16:creationId xmlns:a16="http://schemas.microsoft.com/office/drawing/2014/main" id="{936E3CFB-DC22-ED48-A503-4A0ED87D1D21}"/>
                  </a:ext>
                </a:extLst>
              </p:cNvPr>
              <p:cNvPicPr/>
              <p:nvPr/>
            </p:nvPicPr>
            <p:blipFill>
              <a:blip r:embed="rId85"/>
              <a:stretch>
                <a:fillRect/>
              </a:stretch>
            </p:blipFill>
            <p:spPr>
              <a:xfrm>
                <a:off x="1946754" y="2953722"/>
                <a:ext cx="208080" cy="32400"/>
              </a:xfrm>
              <a:prstGeom prst="rect">
                <a:avLst/>
              </a:prstGeom>
            </p:spPr>
          </p:pic>
        </mc:Fallback>
      </mc:AlternateContent>
      <p:grpSp>
        <p:nvGrpSpPr>
          <p:cNvPr id="61" name="Group 60">
            <a:extLst>
              <a:ext uri="{FF2B5EF4-FFF2-40B4-BE49-F238E27FC236}">
                <a16:creationId xmlns:a16="http://schemas.microsoft.com/office/drawing/2014/main" id="{EEE34911-486D-D5B5-9A93-CC926015F1A5}"/>
              </a:ext>
            </a:extLst>
          </p:cNvPr>
          <p:cNvGrpSpPr/>
          <p:nvPr/>
        </p:nvGrpSpPr>
        <p:grpSpPr>
          <a:xfrm>
            <a:off x="2379834" y="2726562"/>
            <a:ext cx="741600" cy="372240"/>
            <a:chOff x="2379834" y="2726562"/>
            <a:chExt cx="741600" cy="372240"/>
          </a:xfrm>
        </p:grpSpPr>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316EC5DA-361B-8968-C37A-F5DC29E22FD0}"/>
                    </a:ext>
                  </a:extLst>
                </p14:cNvPr>
                <p14:cNvContentPartPr/>
                <p14:nvPr/>
              </p14:nvContentPartPr>
              <p14:xfrm>
                <a:off x="2379834" y="2791362"/>
                <a:ext cx="160920" cy="224280"/>
              </p14:xfrm>
            </p:contentPart>
          </mc:Choice>
          <mc:Fallback>
            <p:pic>
              <p:nvPicPr>
                <p:cNvPr id="51" name="Ink 50">
                  <a:extLst>
                    <a:ext uri="{FF2B5EF4-FFF2-40B4-BE49-F238E27FC236}">
                      <a16:creationId xmlns:a16="http://schemas.microsoft.com/office/drawing/2014/main" id="{316EC5DA-361B-8968-C37A-F5DC29E22FD0}"/>
                    </a:ext>
                  </a:extLst>
                </p:cNvPr>
                <p:cNvPicPr/>
                <p:nvPr/>
              </p:nvPicPr>
              <p:blipFill>
                <a:blip r:embed="rId87"/>
                <a:stretch>
                  <a:fillRect/>
                </a:stretch>
              </p:blipFill>
              <p:spPr>
                <a:xfrm>
                  <a:off x="2373714" y="2785242"/>
                  <a:ext cx="17316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B9CB8BC1-1B9E-98BA-1A6D-0EB1205EA8DA}"/>
                    </a:ext>
                  </a:extLst>
                </p14:cNvPr>
                <p14:cNvContentPartPr/>
                <p14:nvPr/>
              </p14:nvContentPartPr>
              <p14:xfrm>
                <a:off x="2457234" y="2890722"/>
                <a:ext cx="74520" cy="208080"/>
              </p14:xfrm>
            </p:contentPart>
          </mc:Choice>
          <mc:Fallback>
            <p:pic>
              <p:nvPicPr>
                <p:cNvPr id="52" name="Ink 51">
                  <a:extLst>
                    <a:ext uri="{FF2B5EF4-FFF2-40B4-BE49-F238E27FC236}">
                      <a16:creationId xmlns:a16="http://schemas.microsoft.com/office/drawing/2014/main" id="{B9CB8BC1-1B9E-98BA-1A6D-0EB1205EA8DA}"/>
                    </a:ext>
                  </a:extLst>
                </p:cNvPr>
                <p:cNvPicPr/>
                <p:nvPr/>
              </p:nvPicPr>
              <p:blipFill>
                <a:blip r:embed="rId89"/>
                <a:stretch>
                  <a:fillRect/>
                </a:stretch>
              </p:blipFill>
              <p:spPr>
                <a:xfrm>
                  <a:off x="2451114" y="2884602"/>
                  <a:ext cx="8676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1DE67859-E8F4-C24F-1CA5-A9648FA246E6}"/>
                    </a:ext>
                  </a:extLst>
                </p14:cNvPr>
                <p14:cNvContentPartPr/>
                <p14:nvPr/>
              </p14:nvContentPartPr>
              <p14:xfrm>
                <a:off x="2615274" y="2839602"/>
                <a:ext cx="86040" cy="246240"/>
              </p14:xfrm>
            </p:contentPart>
          </mc:Choice>
          <mc:Fallback>
            <p:pic>
              <p:nvPicPr>
                <p:cNvPr id="53" name="Ink 52">
                  <a:extLst>
                    <a:ext uri="{FF2B5EF4-FFF2-40B4-BE49-F238E27FC236}">
                      <a16:creationId xmlns:a16="http://schemas.microsoft.com/office/drawing/2014/main" id="{1DE67859-E8F4-C24F-1CA5-A9648FA246E6}"/>
                    </a:ext>
                  </a:extLst>
                </p:cNvPr>
                <p:cNvPicPr/>
                <p:nvPr/>
              </p:nvPicPr>
              <p:blipFill>
                <a:blip r:embed="rId91"/>
                <a:stretch>
                  <a:fillRect/>
                </a:stretch>
              </p:blipFill>
              <p:spPr>
                <a:xfrm>
                  <a:off x="2609154" y="2833482"/>
                  <a:ext cx="9828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88DFF5F8-F2CB-C97F-4C5F-8E8ACA8A816F}"/>
                    </a:ext>
                  </a:extLst>
                </p14:cNvPr>
                <p14:cNvContentPartPr/>
                <p14:nvPr/>
              </p14:nvContentPartPr>
              <p14:xfrm>
                <a:off x="2700234" y="2726562"/>
                <a:ext cx="142560" cy="102960"/>
              </p14:xfrm>
            </p:contentPart>
          </mc:Choice>
          <mc:Fallback>
            <p:pic>
              <p:nvPicPr>
                <p:cNvPr id="54" name="Ink 53">
                  <a:extLst>
                    <a:ext uri="{FF2B5EF4-FFF2-40B4-BE49-F238E27FC236}">
                      <a16:creationId xmlns:a16="http://schemas.microsoft.com/office/drawing/2014/main" id="{88DFF5F8-F2CB-C97F-4C5F-8E8ACA8A816F}"/>
                    </a:ext>
                  </a:extLst>
                </p:cNvPr>
                <p:cNvPicPr/>
                <p:nvPr/>
              </p:nvPicPr>
              <p:blipFill>
                <a:blip r:embed="rId93"/>
                <a:stretch>
                  <a:fillRect/>
                </a:stretch>
              </p:blipFill>
              <p:spPr>
                <a:xfrm>
                  <a:off x="2694114" y="2720442"/>
                  <a:ext cx="15480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77A80464-534E-F9EB-ECE2-589C25476911}"/>
                    </a:ext>
                  </a:extLst>
                </p14:cNvPr>
                <p14:cNvContentPartPr/>
                <p14:nvPr/>
              </p14:nvContentPartPr>
              <p14:xfrm>
                <a:off x="2938554" y="2732682"/>
                <a:ext cx="149760" cy="343440"/>
              </p14:xfrm>
            </p:contentPart>
          </mc:Choice>
          <mc:Fallback>
            <p:pic>
              <p:nvPicPr>
                <p:cNvPr id="55" name="Ink 54">
                  <a:extLst>
                    <a:ext uri="{FF2B5EF4-FFF2-40B4-BE49-F238E27FC236}">
                      <a16:creationId xmlns:a16="http://schemas.microsoft.com/office/drawing/2014/main" id="{77A80464-534E-F9EB-ECE2-589C25476911}"/>
                    </a:ext>
                  </a:extLst>
                </p:cNvPr>
                <p:cNvPicPr/>
                <p:nvPr/>
              </p:nvPicPr>
              <p:blipFill>
                <a:blip r:embed="rId95"/>
                <a:stretch>
                  <a:fillRect/>
                </a:stretch>
              </p:blipFill>
              <p:spPr>
                <a:xfrm>
                  <a:off x="2932434" y="2726562"/>
                  <a:ext cx="16200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D897297A-4F42-8719-340B-3207AED2A940}"/>
                    </a:ext>
                  </a:extLst>
                </p14:cNvPr>
                <p14:cNvContentPartPr/>
                <p14:nvPr/>
              </p14:nvContentPartPr>
              <p14:xfrm>
                <a:off x="3081834" y="2959842"/>
                <a:ext cx="39600" cy="58680"/>
              </p14:xfrm>
            </p:contentPart>
          </mc:Choice>
          <mc:Fallback>
            <p:pic>
              <p:nvPicPr>
                <p:cNvPr id="56" name="Ink 55">
                  <a:extLst>
                    <a:ext uri="{FF2B5EF4-FFF2-40B4-BE49-F238E27FC236}">
                      <a16:creationId xmlns:a16="http://schemas.microsoft.com/office/drawing/2014/main" id="{D897297A-4F42-8719-340B-3207AED2A940}"/>
                    </a:ext>
                  </a:extLst>
                </p:cNvPr>
                <p:cNvPicPr/>
                <p:nvPr/>
              </p:nvPicPr>
              <p:blipFill>
                <a:blip r:embed="rId97"/>
                <a:stretch>
                  <a:fillRect/>
                </a:stretch>
              </p:blipFill>
              <p:spPr>
                <a:xfrm>
                  <a:off x="3075714" y="2953722"/>
                  <a:ext cx="5184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51C8D6BF-B38A-72F0-80D9-017D879A4A00}"/>
                    </a:ext>
                  </a:extLst>
                </p14:cNvPr>
                <p14:cNvContentPartPr/>
                <p14:nvPr/>
              </p14:nvContentPartPr>
              <p14:xfrm>
                <a:off x="2992554" y="2767242"/>
                <a:ext cx="26280" cy="48240"/>
              </p14:xfrm>
            </p:contentPart>
          </mc:Choice>
          <mc:Fallback>
            <p:pic>
              <p:nvPicPr>
                <p:cNvPr id="57" name="Ink 56">
                  <a:extLst>
                    <a:ext uri="{FF2B5EF4-FFF2-40B4-BE49-F238E27FC236}">
                      <a16:creationId xmlns:a16="http://schemas.microsoft.com/office/drawing/2014/main" id="{51C8D6BF-B38A-72F0-80D9-017D879A4A00}"/>
                    </a:ext>
                  </a:extLst>
                </p:cNvPr>
                <p:cNvPicPr/>
                <p:nvPr/>
              </p:nvPicPr>
              <p:blipFill>
                <a:blip r:embed="rId99"/>
                <a:stretch>
                  <a:fillRect/>
                </a:stretch>
              </p:blipFill>
              <p:spPr>
                <a:xfrm>
                  <a:off x="2986434" y="2761122"/>
                  <a:ext cx="3852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Ink 58">
                  <a:extLst>
                    <a:ext uri="{FF2B5EF4-FFF2-40B4-BE49-F238E27FC236}">
                      <a16:creationId xmlns:a16="http://schemas.microsoft.com/office/drawing/2014/main" id="{29500B6C-A7DE-7C20-DE59-8931251BF5E2}"/>
                    </a:ext>
                  </a:extLst>
                </p14:cNvPr>
                <p14:cNvContentPartPr/>
                <p14:nvPr/>
              </p14:nvContentPartPr>
              <p14:xfrm>
                <a:off x="2955474" y="2777682"/>
                <a:ext cx="41400" cy="52200"/>
              </p14:xfrm>
            </p:contentPart>
          </mc:Choice>
          <mc:Fallback>
            <p:pic>
              <p:nvPicPr>
                <p:cNvPr id="59" name="Ink 58">
                  <a:extLst>
                    <a:ext uri="{FF2B5EF4-FFF2-40B4-BE49-F238E27FC236}">
                      <a16:creationId xmlns:a16="http://schemas.microsoft.com/office/drawing/2014/main" id="{29500B6C-A7DE-7C20-DE59-8931251BF5E2}"/>
                    </a:ext>
                  </a:extLst>
                </p:cNvPr>
                <p:cNvPicPr/>
                <p:nvPr/>
              </p:nvPicPr>
              <p:blipFill>
                <a:blip r:embed="rId101"/>
                <a:stretch>
                  <a:fillRect/>
                </a:stretch>
              </p:blipFill>
              <p:spPr>
                <a:xfrm>
                  <a:off x="2949354" y="2771562"/>
                  <a:ext cx="53640" cy="64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7383B8B5-C027-39FC-119B-E22D196A0C26}"/>
                  </a:ext>
                </a:extLst>
              </p14:cNvPr>
              <p14:cNvContentPartPr/>
              <p14:nvPr/>
            </p14:nvContentPartPr>
            <p14:xfrm>
              <a:off x="3396114" y="2836722"/>
              <a:ext cx="242280" cy="128880"/>
            </p14:xfrm>
          </p:contentPart>
        </mc:Choice>
        <mc:Fallback>
          <p:pic>
            <p:nvPicPr>
              <p:cNvPr id="60" name="Ink 59">
                <a:extLst>
                  <a:ext uri="{FF2B5EF4-FFF2-40B4-BE49-F238E27FC236}">
                    <a16:creationId xmlns:a16="http://schemas.microsoft.com/office/drawing/2014/main" id="{7383B8B5-C027-39FC-119B-E22D196A0C26}"/>
                  </a:ext>
                </a:extLst>
              </p:cNvPr>
              <p:cNvPicPr/>
              <p:nvPr/>
            </p:nvPicPr>
            <p:blipFill>
              <a:blip r:embed="rId103"/>
              <a:stretch>
                <a:fillRect/>
              </a:stretch>
            </p:blipFill>
            <p:spPr>
              <a:xfrm>
                <a:off x="3389994" y="2830602"/>
                <a:ext cx="254520" cy="141120"/>
              </a:xfrm>
              <a:prstGeom prst="rect">
                <a:avLst/>
              </a:prstGeom>
            </p:spPr>
          </p:pic>
        </mc:Fallback>
      </mc:AlternateContent>
      <p:grpSp>
        <p:nvGrpSpPr>
          <p:cNvPr id="69" name="Group 68">
            <a:extLst>
              <a:ext uri="{FF2B5EF4-FFF2-40B4-BE49-F238E27FC236}">
                <a16:creationId xmlns:a16="http://schemas.microsoft.com/office/drawing/2014/main" id="{5334FB8A-F552-8D45-2484-3C3BD7C2FE29}"/>
              </a:ext>
            </a:extLst>
          </p:cNvPr>
          <p:cNvGrpSpPr/>
          <p:nvPr/>
        </p:nvGrpSpPr>
        <p:grpSpPr>
          <a:xfrm>
            <a:off x="3965274" y="2671482"/>
            <a:ext cx="815040" cy="513000"/>
            <a:chOff x="3965274" y="2671482"/>
            <a:chExt cx="815040" cy="513000"/>
          </a:xfrm>
        </p:grpSpPr>
        <mc:AlternateContent xmlns:mc="http://schemas.openxmlformats.org/markup-compatibility/2006">
          <mc:Choice xmlns:p14="http://schemas.microsoft.com/office/powerpoint/2010/main" Requires="p14">
            <p:contentPart p14:bwMode="auto" r:id="rId104">
              <p14:nvContentPartPr>
                <p14:cNvPr id="62" name="Ink 61">
                  <a:extLst>
                    <a:ext uri="{FF2B5EF4-FFF2-40B4-BE49-F238E27FC236}">
                      <a16:creationId xmlns:a16="http://schemas.microsoft.com/office/drawing/2014/main" id="{EAB12A02-E3DA-7030-0701-EC28AE37B04F}"/>
                    </a:ext>
                  </a:extLst>
                </p14:cNvPr>
                <p14:cNvContentPartPr/>
                <p14:nvPr/>
              </p14:nvContentPartPr>
              <p14:xfrm>
                <a:off x="3965274" y="2671482"/>
                <a:ext cx="124920" cy="328320"/>
              </p14:xfrm>
            </p:contentPart>
          </mc:Choice>
          <mc:Fallback>
            <p:pic>
              <p:nvPicPr>
                <p:cNvPr id="62" name="Ink 61">
                  <a:extLst>
                    <a:ext uri="{FF2B5EF4-FFF2-40B4-BE49-F238E27FC236}">
                      <a16:creationId xmlns:a16="http://schemas.microsoft.com/office/drawing/2014/main" id="{EAB12A02-E3DA-7030-0701-EC28AE37B04F}"/>
                    </a:ext>
                  </a:extLst>
                </p:cNvPr>
                <p:cNvPicPr/>
                <p:nvPr/>
              </p:nvPicPr>
              <p:blipFill>
                <a:blip r:embed="rId105"/>
                <a:stretch>
                  <a:fillRect/>
                </a:stretch>
              </p:blipFill>
              <p:spPr>
                <a:xfrm>
                  <a:off x="3959154" y="2665362"/>
                  <a:ext cx="137160" cy="3405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3" name="Ink 62">
                  <a:extLst>
                    <a:ext uri="{FF2B5EF4-FFF2-40B4-BE49-F238E27FC236}">
                      <a16:creationId xmlns:a16="http://schemas.microsoft.com/office/drawing/2014/main" id="{02BE30D3-7974-C81F-9B30-77FDCBC54996}"/>
                    </a:ext>
                  </a:extLst>
                </p14:cNvPr>
                <p14:cNvContentPartPr/>
                <p14:nvPr/>
              </p14:nvContentPartPr>
              <p14:xfrm>
                <a:off x="3993354" y="2847162"/>
                <a:ext cx="121680" cy="83160"/>
              </p14:xfrm>
            </p:contentPart>
          </mc:Choice>
          <mc:Fallback>
            <p:pic>
              <p:nvPicPr>
                <p:cNvPr id="63" name="Ink 62">
                  <a:extLst>
                    <a:ext uri="{FF2B5EF4-FFF2-40B4-BE49-F238E27FC236}">
                      <a16:creationId xmlns:a16="http://schemas.microsoft.com/office/drawing/2014/main" id="{02BE30D3-7974-C81F-9B30-77FDCBC54996}"/>
                    </a:ext>
                  </a:extLst>
                </p:cNvPr>
                <p:cNvPicPr/>
                <p:nvPr/>
              </p:nvPicPr>
              <p:blipFill>
                <a:blip r:embed="rId107"/>
                <a:stretch>
                  <a:fillRect/>
                </a:stretch>
              </p:blipFill>
              <p:spPr>
                <a:xfrm>
                  <a:off x="3987234" y="2841042"/>
                  <a:ext cx="13392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4" name="Ink 63">
                  <a:extLst>
                    <a:ext uri="{FF2B5EF4-FFF2-40B4-BE49-F238E27FC236}">
                      <a16:creationId xmlns:a16="http://schemas.microsoft.com/office/drawing/2014/main" id="{1D38CF2D-F729-5E1C-A2E1-2A74EB34DAA4}"/>
                    </a:ext>
                  </a:extLst>
                </p14:cNvPr>
                <p14:cNvContentPartPr/>
                <p14:nvPr/>
              </p14:nvContentPartPr>
              <p14:xfrm>
                <a:off x="4185954" y="2861922"/>
                <a:ext cx="60840" cy="302760"/>
              </p14:xfrm>
            </p:contentPart>
          </mc:Choice>
          <mc:Fallback>
            <p:pic>
              <p:nvPicPr>
                <p:cNvPr id="64" name="Ink 63">
                  <a:extLst>
                    <a:ext uri="{FF2B5EF4-FFF2-40B4-BE49-F238E27FC236}">
                      <a16:creationId xmlns:a16="http://schemas.microsoft.com/office/drawing/2014/main" id="{1D38CF2D-F729-5E1C-A2E1-2A74EB34DAA4}"/>
                    </a:ext>
                  </a:extLst>
                </p:cNvPr>
                <p:cNvPicPr/>
                <p:nvPr/>
              </p:nvPicPr>
              <p:blipFill>
                <a:blip r:embed="rId109"/>
                <a:stretch>
                  <a:fillRect/>
                </a:stretch>
              </p:blipFill>
              <p:spPr>
                <a:xfrm>
                  <a:off x="4179834" y="2855802"/>
                  <a:ext cx="7308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5" name="Ink 64">
                  <a:extLst>
                    <a:ext uri="{FF2B5EF4-FFF2-40B4-BE49-F238E27FC236}">
                      <a16:creationId xmlns:a16="http://schemas.microsoft.com/office/drawing/2014/main" id="{78D0AE18-217B-1CC0-5ED4-58B3B2306D52}"/>
                    </a:ext>
                  </a:extLst>
                </p14:cNvPr>
                <p14:cNvContentPartPr/>
                <p14:nvPr/>
              </p14:nvContentPartPr>
              <p14:xfrm>
                <a:off x="4207554" y="2827362"/>
                <a:ext cx="108000" cy="165600"/>
              </p14:xfrm>
            </p:contentPart>
          </mc:Choice>
          <mc:Fallback>
            <p:pic>
              <p:nvPicPr>
                <p:cNvPr id="65" name="Ink 64">
                  <a:extLst>
                    <a:ext uri="{FF2B5EF4-FFF2-40B4-BE49-F238E27FC236}">
                      <a16:creationId xmlns:a16="http://schemas.microsoft.com/office/drawing/2014/main" id="{78D0AE18-217B-1CC0-5ED4-58B3B2306D52}"/>
                    </a:ext>
                  </a:extLst>
                </p:cNvPr>
                <p:cNvPicPr/>
                <p:nvPr/>
              </p:nvPicPr>
              <p:blipFill>
                <a:blip r:embed="rId111"/>
                <a:stretch>
                  <a:fillRect/>
                </a:stretch>
              </p:blipFill>
              <p:spPr>
                <a:xfrm>
                  <a:off x="4201434" y="2821242"/>
                  <a:ext cx="12024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6" name="Ink 65">
                  <a:extLst>
                    <a:ext uri="{FF2B5EF4-FFF2-40B4-BE49-F238E27FC236}">
                      <a16:creationId xmlns:a16="http://schemas.microsoft.com/office/drawing/2014/main" id="{4BCC6340-2455-688E-0206-FB78DD204D90}"/>
                    </a:ext>
                  </a:extLst>
                </p14:cNvPr>
                <p14:cNvContentPartPr/>
                <p14:nvPr/>
              </p14:nvContentPartPr>
              <p14:xfrm>
                <a:off x="4350834" y="2792802"/>
                <a:ext cx="144720" cy="300240"/>
              </p14:xfrm>
            </p:contentPart>
          </mc:Choice>
          <mc:Fallback>
            <p:pic>
              <p:nvPicPr>
                <p:cNvPr id="66" name="Ink 65">
                  <a:extLst>
                    <a:ext uri="{FF2B5EF4-FFF2-40B4-BE49-F238E27FC236}">
                      <a16:creationId xmlns:a16="http://schemas.microsoft.com/office/drawing/2014/main" id="{4BCC6340-2455-688E-0206-FB78DD204D90}"/>
                    </a:ext>
                  </a:extLst>
                </p:cNvPr>
                <p:cNvPicPr/>
                <p:nvPr/>
              </p:nvPicPr>
              <p:blipFill>
                <a:blip r:embed="rId113"/>
                <a:stretch>
                  <a:fillRect/>
                </a:stretch>
              </p:blipFill>
              <p:spPr>
                <a:xfrm>
                  <a:off x="4344714" y="2786682"/>
                  <a:ext cx="15696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7" name="Ink 66">
                  <a:extLst>
                    <a:ext uri="{FF2B5EF4-FFF2-40B4-BE49-F238E27FC236}">
                      <a16:creationId xmlns:a16="http://schemas.microsoft.com/office/drawing/2014/main" id="{7F834F7E-BB65-DC49-D788-DBC95A2BCCD4}"/>
                    </a:ext>
                  </a:extLst>
                </p14:cNvPr>
                <p14:cNvContentPartPr/>
                <p14:nvPr/>
              </p14:nvContentPartPr>
              <p14:xfrm>
                <a:off x="4587714" y="2694522"/>
                <a:ext cx="31320" cy="238680"/>
              </p14:xfrm>
            </p:contentPart>
          </mc:Choice>
          <mc:Fallback>
            <p:pic>
              <p:nvPicPr>
                <p:cNvPr id="67" name="Ink 66">
                  <a:extLst>
                    <a:ext uri="{FF2B5EF4-FFF2-40B4-BE49-F238E27FC236}">
                      <a16:creationId xmlns:a16="http://schemas.microsoft.com/office/drawing/2014/main" id="{7F834F7E-BB65-DC49-D788-DBC95A2BCCD4}"/>
                    </a:ext>
                  </a:extLst>
                </p:cNvPr>
                <p:cNvPicPr/>
                <p:nvPr/>
              </p:nvPicPr>
              <p:blipFill>
                <a:blip r:embed="rId115"/>
                <a:stretch>
                  <a:fillRect/>
                </a:stretch>
              </p:blipFill>
              <p:spPr>
                <a:xfrm>
                  <a:off x="4581594" y="2688402"/>
                  <a:ext cx="4356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8" name="Ink 67">
                  <a:extLst>
                    <a:ext uri="{FF2B5EF4-FFF2-40B4-BE49-F238E27FC236}">
                      <a16:creationId xmlns:a16="http://schemas.microsoft.com/office/drawing/2014/main" id="{E4DF7C0A-61C4-683C-7193-626432E8BCF9}"/>
                    </a:ext>
                  </a:extLst>
                </p14:cNvPr>
                <p14:cNvContentPartPr/>
                <p14:nvPr/>
              </p14:nvContentPartPr>
              <p14:xfrm>
                <a:off x="4549914" y="2788482"/>
                <a:ext cx="230400" cy="396000"/>
              </p14:xfrm>
            </p:contentPart>
          </mc:Choice>
          <mc:Fallback>
            <p:pic>
              <p:nvPicPr>
                <p:cNvPr id="68" name="Ink 67">
                  <a:extLst>
                    <a:ext uri="{FF2B5EF4-FFF2-40B4-BE49-F238E27FC236}">
                      <a16:creationId xmlns:a16="http://schemas.microsoft.com/office/drawing/2014/main" id="{E4DF7C0A-61C4-683C-7193-626432E8BCF9}"/>
                    </a:ext>
                  </a:extLst>
                </p:cNvPr>
                <p:cNvPicPr/>
                <p:nvPr/>
              </p:nvPicPr>
              <p:blipFill>
                <a:blip r:embed="rId117"/>
                <a:stretch>
                  <a:fillRect/>
                </a:stretch>
              </p:blipFill>
              <p:spPr>
                <a:xfrm>
                  <a:off x="4543794" y="2782362"/>
                  <a:ext cx="242640" cy="408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8">
            <p14:nvContentPartPr>
              <p14:cNvPr id="70" name="Ink 69">
                <a:extLst>
                  <a:ext uri="{FF2B5EF4-FFF2-40B4-BE49-F238E27FC236}">
                    <a16:creationId xmlns:a16="http://schemas.microsoft.com/office/drawing/2014/main" id="{C8F7077C-BDE7-7282-8A0D-4AB10B1CE63F}"/>
                  </a:ext>
                </a:extLst>
              </p14:cNvPr>
              <p14:cNvContentPartPr/>
              <p14:nvPr/>
            </p14:nvContentPartPr>
            <p14:xfrm>
              <a:off x="5078394" y="2667882"/>
              <a:ext cx="374040" cy="206280"/>
            </p14:xfrm>
          </p:contentPart>
        </mc:Choice>
        <mc:Fallback>
          <p:pic>
            <p:nvPicPr>
              <p:cNvPr id="70" name="Ink 69">
                <a:extLst>
                  <a:ext uri="{FF2B5EF4-FFF2-40B4-BE49-F238E27FC236}">
                    <a16:creationId xmlns:a16="http://schemas.microsoft.com/office/drawing/2014/main" id="{C8F7077C-BDE7-7282-8A0D-4AB10B1CE63F}"/>
                  </a:ext>
                </a:extLst>
              </p:cNvPr>
              <p:cNvPicPr/>
              <p:nvPr/>
            </p:nvPicPr>
            <p:blipFill>
              <a:blip r:embed="rId119"/>
              <a:stretch>
                <a:fillRect/>
              </a:stretch>
            </p:blipFill>
            <p:spPr>
              <a:xfrm>
                <a:off x="5072274" y="2661762"/>
                <a:ext cx="386280" cy="218520"/>
              </a:xfrm>
              <a:prstGeom prst="rect">
                <a:avLst/>
              </a:prstGeom>
            </p:spPr>
          </p:pic>
        </mc:Fallback>
      </mc:AlternateContent>
      <p:grpSp>
        <p:nvGrpSpPr>
          <p:cNvPr id="83" name="Group 82">
            <a:extLst>
              <a:ext uri="{FF2B5EF4-FFF2-40B4-BE49-F238E27FC236}">
                <a16:creationId xmlns:a16="http://schemas.microsoft.com/office/drawing/2014/main" id="{0E03DF6A-19B8-283D-6C6D-9870E504A788}"/>
              </a:ext>
            </a:extLst>
          </p:cNvPr>
          <p:cNvGrpSpPr/>
          <p:nvPr/>
        </p:nvGrpSpPr>
        <p:grpSpPr>
          <a:xfrm>
            <a:off x="5646474" y="2544042"/>
            <a:ext cx="1625400" cy="392400"/>
            <a:chOff x="5646474" y="2544042"/>
            <a:chExt cx="1625400" cy="392400"/>
          </a:xfrm>
        </p:grpSpPr>
        <mc:AlternateContent xmlns:mc="http://schemas.openxmlformats.org/markup-compatibility/2006">
          <mc:Choice xmlns:p14="http://schemas.microsoft.com/office/powerpoint/2010/main" Requires="p14">
            <p:contentPart p14:bwMode="auto" r:id="rId120">
              <p14:nvContentPartPr>
                <p14:cNvPr id="71" name="Ink 70">
                  <a:extLst>
                    <a:ext uri="{FF2B5EF4-FFF2-40B4-BE49-F238E27FC236}">
                      <a16:creationId xmlns:a16="http://schemas.microsoft.com/office/drawing/2014/main" id="{69E95A5F-E54D-EC5E-0576-CB230B6788F2}"/>
                    </a:ext>
                  </a:extLst>
                </p14:cNvPr>
                <p14:cNvContentPartPr/>
                <p14:nvPr/>
              </p14:nvContentPartPr>
              <p14:xfrm>
                <a:off x="5646474" y="2545122"/>
                <a:ext cx="183960" cy="291600"/>
              </p14:xfrm>
            </p:contentPart>
          </mc:Choice>
          <mc:Fallback>
            <p:pic>
              <p:nvPicPr>
                <p:cNvPr id="71" name="Ink 70">
                  <a:extLst>
                    <a:ext uri="{FF2B5EF4-FFF2-40B4-BE49-F238E27FC236}">
                      <a16:creationId xmlns:a16="http://schemas.microsoft.com/office/drawing/2014/main" id="{69E95A5F-E54D-EC5E-0576-CB230B6788F2}"/>
                    </a:ext>
                  </a:extLst>
                </p:cNvPr>
                <p:cNvPicPr/>
                <p:nvPr/>
              </p:nvPicPr>
              <p:blipFill>
                <a:blip r:embed="rId121"/>
                <a:stretch>
                  <a:fillRect/>
                </a:stretch>
              </p:blipFill>
              <p:spPr>
                <a:xfrm>
                  <a:off x="5640354" y="2539002"/>
                  <a:ext cx="19620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 name="Ink 71">
                  <a:extLst>
                    <a:ext uri="{FF2B5EF4-FFF2-40B4-BE49-F238E27FC236}">
                      <a16:creationId xmlns:a16="http://schemas.microsoft.com/office/drawing/2014/main" id="{24DA424B-1F8C-6DE4-A480-BC4DBA2BCE28}"/>
                    </a:ext>
                  </a:extLst>
                </p14:cNvPr>
                <p14:cNvContentPartPr/>
                <p14:nvPr/>
              </p14:nvContentPartPr>
              <p14:xfrm>
                <a:off x="5676714" y="2656722"/>
                <a:ext cx="141840" cy="66600"/>
              </p14:xfrm>
            </p:contentPart>
          </mc:Choice>
          <mc:Fallback>
            <p:pic>
              <p:nvPicPr>
                <p:cNvPr id="72" name="Ink 71">
                  <a:extLst>
                    <a:ext uri="{FF2B5EF4-FFF2-40B4-BE49-F238E27FC236}">
                      <a16:creationId xmlns:a16="http://schemas.microsoft.com/office/drawing/2014/main" id="{24DA424B-1F8C-6DE4-A480-BC4DBA2BCE28}"/>
                    </a:ext>
                  </a:extLst>
                </p:cNvPr>
                <p:cNvPicPr/>
                <p:nvPr/>
              </p:nvPicPr>
              <p:blipFill>
                <a:blip r:embed="rId123"/>
                <a:stretch>
                  <a:fillRect/>
                </a:stretch>
              </p:blipFill>
              <p:spPr>
                <a:xfrm>
                  <a:off x="5670594" y="2650602"/>
                  <a:ext cx="15408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3" name="Ink 72">
                  <a:extLst>
                    <a:ext uri="{FF2B5EF4-FFF2-40B4-BE49-F238E27FC236}">
                      <a16:creationId xmlns:a16="http://schemas.microsoft.com/office/drawing/2014/main" id="{525FCC94-2202-D9D2-625E-2DA7FA674287}"/>
                    </a:ext>
                  </a:extLst>
                </p14:cNvPr>
                <p14:cNvContentPartPr/>
                <p14:nvPr/>
              </p14:nvContentPartPr>
              <p14:xfrm>
                <a:off x="5665554" y="2748162"/>
                <a:ext cx="168840" cy="71280"/>
              </p14:xfrm>
            </p:contentPart>
          </mc:Choice>
          <mc:Fallback>
            <p:pic>
              <p:nvPicPr>
                <p:cNvPr id="73" name="Ink 72">
                  <a:extLst>
                    <a:ext uri="{FF2B5EF4-FFF2-40B4-BE49-F238E27FC236}">
                      <a16:creationId xmlns:a16="http://schemas.microsoft.com/office/drawing/2014/main" id="{525FCC94-2202-D9D2-625E-2DA7FA674287}"/>
                    </a:ext>
                  </a:extLst>
                </p:cNvPr>
                <p:cNvPicPr/>
                <p:nvPr/>
              </p:nvPicPr>
              <p:blipFill>
                <a:blip r:embed="rId125"/>
                <a:stretch>
                  <a:fillRect/>
                </a:stretch>
              </p:blipFill>
              <p:spPr>
                <a:xfrm>
                  <a:off x="5659434" y="2742042"/>
                  <a:ext cx="18108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4" name="Ink 73">
                  <a:extLst>
                    <a:ext uri="{FF2B5EF4-FFF2-40B4-BE49-F238E27FC236}">
                      <a16:creationId xmlns:a16="http://schemas.microsoft.com/office/drawing/2014/main" id="{00DC5D21-F028-7EF0-829B-43DA4C1FB33E}"/>
                    </a:ext>
                  </a:extLst>
                </p14:cNvPr>
                <p14:cNvContentPartPr/>
                <p14:nvPr/>
              </p14:nvContentPartPr>
              <p14:xfrm>
                <a:off x="5900994" y="2670042"/>
                <a:ext cx="150480" cy="116640"/>
              </p14:xfrm>
            </p:contentPart>
          </mc:Choice>
          <mc:Fallback>
            <p:pic>
              <p:nvPicPr>
                <p:cNvPr id="74" name="Ink 73">
                  <a:extLst>
                    <a:ext uri="{FF2B5EF4-FFF2-40B4-BE49-F238E27FC236}">
                      <a16:creationId xmlns:a16="http://schemas.microsoft.com/office/drawing/2014/main" id="{00DC5D21-F028-7EF0-829B-43DA4C1FB33E}"/>
                    </a:ext>
                  </a:extLst>
                </p:cNvPr>
                <p:cNvPicPr/>
                <p:nvPr/>
              </p:nvPicPr>
              <p:blipFill>
                <a:blip r:embed="rId127"/>
                <a:stretch>
                  <a:fillRect/>
                </a:stretch>
              </p:blipFill>
              <p:spPr>
                <a:xfrm>
                  <a:off x="5894874" y="2663922"/>
                  <a:ext cx="16272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5" name="Ink 74">
                  <a:extLst>
                    <a:ext uri="{FF2B5EF4-FFF2-40B4-BE49-F238E27FC236}">
                      <a16:creationId xmlns:a16="http://schemas.microsoft.com/office/drawing/2014/main" id="{EA80120B-ABE1-6370-8D34-B4DECA03872F}"/>
                    </a:ext>
                  </a:extLst>
                </p14:cNvPr>
                <p14:cNvContentPartPr/>
                <p14:nvPr/>
              </p14:nvContentPartPr>
              <p14:xfrm>
                <a:off x="6063354" y="2717562"/>
                <a:ext cx="77760" cy="218880"/>
              </p14:xfrm>
            </p:contentPart>
          </mc:Choice>
          <mc:Fallback>
            <p:pic>
              <p:nvPicPr>
                <p:cNvPr id="75" name="Ink 74">
                  <a:extLst>
                    <a:ext uri="{FF2B5EF4-FFF2-40B4-BE49-F238E27FC236}">
                      <a16:creationId xmlns:a16="http://schemas.microsoft.com/office/drawing/2014/main" id="{EA80120B-ABE1-6370-8D34-B4DECA03872F}"/>
                    </a:ext>
                  </a:extLst>
                </p:cNvPr>
                <p:cNvPicPr/>
                <p:nvPr/>
              </p:nvPicPr>
              <p:blipFill>
                <a:blip r:embed="rId129"/>
                <a:stretch>
                  <a:fillRect/>
                </a:stretch>
              </p:blipFill>
              <p:spPr>
                <a:xfrm>
                  <a:off x="6057234" y="2711442"/>
                  <a:ext cx="900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6" name="Ink 75">
                  <a:extLst>
                    <a:ext uri="{FF2B5EF4-FFF2-40B4-BE49-F238E27FC236}">
                      <a16:creationId xmlns:a16="http://schemas.microsoft.com/office/drawing/2014/main" id="{CC6D7F6B-59FA-E8B3-729E-DA6AD41AE88A}"/>
                    </a:ext>
                  </a:extLst>
                </p14:cNvPr>
                <p14:cNvContentPartPr/>
                <p14:nvPr/>
              </p14:nvContentPartPr>
              <p14:xfrm>
                <a:off x="6108714" y="2650962"/>
                <a:ext cx="82080" cy="143640"/>
              </p14:xfrm>
            </p:contentPart>
          </mc:Choice>
          <mc:Fallback>
            <p:pic>
              <p:nvPicPr>
                <p:cNvPr id="76" name="Ink 75">
                  <a:extLst>
                    <a:ext uri="{FF2B5EF4-FFF2-40B4-BE49-F238E27FC236}">
                      <a16:creationId xmlns:a16="http://schemas.microsoft.com/office/drawing/2014/main" id="{CC6D7F6B-59FA-E8B3-729E-DA6AD41AE88A}"/>
                    </a:ext>
                  </a:extLst>
                </p:cNvPr>
                <p:cNvPicPr/>
                <p:nvPr/>
              </p:nvPicPr>
              <p:blipFill>
                <a:blip r:embed="rId131"/>
                <a:stretch>
                  <a:fillRect/>
                </a:stretch>
              </p:blipFill>
              <p:spPr>
                <a:xfrm>
                  <a:off x="6102594" y="2644842"/>
                  <a:ext cx="9432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7" name="Ink 76">
                  <a:extLst>
                    <a:ext uri="{FF2B5EF4-FFF2-40B4-BE49-F238E27FC236}">
                      <a16:creationId xmlns:a16="http://schemas.microsoft.com/office/drawing/2014/main" id="{DC01E237-D2BF-D928-B0CD-53D776C014A7}"/>
                    </a:ext>
                  </a:extLst>
                </p14:cNvPr>
                <p14:cNvContentPartPr/>
                <p14:nvPr/>
              </p14:nvContentPartPr>
              <p14:xfrm>
                <a:off x="6250194" y="2555922"/>
                <a:ext cx="35280" cy="200880"/>
              </p14:xfrm>
            </p:contentPart>
          </mc:Choice>
          <mc:Fallback>
            <p:pic>
              <p:nvPicPr>
                <p:cNvPr id="77" name="Ink 76">
                  <a:extLst>
                    <a:ext uri="{FF2B5EF4-FFF2-40B4-BE49-F238E27FC236}">
                      <a16:creationId xmlns:a16="http://schemas.microsoft.com/office/drawing/2014/main" id="{DC01E237-D2BF-D928-B0CD-53D776C014A7}"/>
                    </a:ext>
                  </a:extLst>
                </p:cNvPr>
                <p:cNvPicPr/>
                <p:nvPr/>
              </p:nvPicPr>
              <p:blipFill>
                <a:blip r:embed="rId133"/>
                <a:stretch>
                  <a:fillRect/>
                </a:stretch>
              </p:blipFill>
              <p:spPr>
                <a:xfrm>
                  <a:off x="6244074" y="2549802"/>
                  <a:ext cx="4752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8" name="Ink 77">
                  <a:extLst>
                    <a:ext uri="{FF2B5EF4-FFF2-40B4-BE49-F238E27FC236}">
                      <a16:creationId xmlns:a16="http://schemas.microsoft.com/office/drawing/2014/main" id="{841AE353-76EA-54D6-ECFC-BC495CFA2AB4}"/>
                    </a:ext>
                  </a:extLst>
                </p14:cNvPr>
                <p14:cNvContentPartPr/>
                <p14:nvPr/>
              </p14:nvContentPartPr>
              <p14:xfrm>
                <a:off x="6324354" y="2652042"/>
                <a:ext cx="74160" cy="95400"/>
              </p14:xfrm>
            </p:contentPart>
          </mc:Choice>
          <mc:Fallback>
            <p:pic>
              <p:nvPicPr>
                <p:cNvPr id="78" name="Ink 77">
                  <a:extLst>
                    <a:ext uri="{FF2B5EF4-FFF2-40B4-BE49-F238E27FC236}">
                      <a16:creationId xmlns:a16="http://schemas.microsoft.com/office/drawing/2014/main" id="{841AE353-76EA-54D6-ECFC-BC495CFA2AB4}"/>
                    </a:ext>
                  </a:extLst>
                </p:cNvPr>
                <p:cNvPicPr/>
                <p:nvPr/>
              </p:nvPicPr>
              <p:blipFill>
                <a:blip r:embed="rId135"/>
                <a:stretch>
                  <a:fillRect/>
                </a:stretch>
              </p:blipFill>
              <p:spPr>
                <a:xfrm>
                  <a:off x="6318234" y="2645922"/>
                  <a:ext cx="8640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9" name="Ink 78">
                  <a:extLst>
                    <a:ext uri="{FF2B5EF4-FFF2-40B4-BE49-F238E27FC236}">
                      <a16:creationId xmlns:a16="http://schemas.microsoft.com/office/drawing/2014/main" id="{1685F138-2013-CE53-542F-95BDB3288CBF}"/>
                    </a:ext>
                  </a:extLst>
                </p14:cNvPr>
                <p14:cNvContentPartPr/>
                <p14:nvPr/>
              </p14:nvContentPartPr>
              <p14:xfrm>
                <a:off x="6495354" y="2571762"/>
                <a:ext cx="469800" cy="208440"/>
              </p14:xfrm>
            </p:contentPart>
          </mc:Choice>
          <mc:Fallback>
            <p:pic>
              <p:nvPicPr>
                <p:cNvPr id="79" name="Ink 78">
                  <a:extLst>
                    <a:ext uri="{FF2B5EF4-FFF2-40B4-BE49-F238E27FC236}">
                      <a16:creationId xmlns:a16="http://schemas.microsoft.com/office/drawing/2014/main" id="{1685F138-2013-CE53-542F-95BDB3288CBF}"/>
                    </a:ext>
                  </a:extLst>
                </p:cNvPr>
                <p:cNvPicPr/>
                <p:nvPr/>
              </p:nvPicPr>
              <p:blipFill>
                <a:blip r:embed="rId137"/>
                <a:stretch>
                  <a:fillRect/>
                </a:stretch>
              </p:blipFill>
              <p:spPr>
                <a:xfrm>
                  <a:off x="6489234" y="2565642"/>
                  <a:ext cx="48204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0" name="Ink 79">
                  <a:extLst>
                    <a:ext uri="{FF2B5EF4-FFF2-40B4-BE49-F238E27FC236}">
                      <a16:creationId xmlns:a16="http://schemas.microsoft.com/office/drawing/2014/main" id="{5FE37DEF-4438-BBBF-F573-DE9D80C0B159}"/>
                    </a:ext>
                  </a:extLst>
                </p14:cNvPr>
                <p14:cNvContentPartPr/>
                <p14:nvPr/>
              </p14:nvContentPartPr>
              <p14:xfrm>
                <a:off x="6990354" y="2544042"/>
                <a:ext cx="24480" cy="14400"/>
              </p14:xfrm>
            </p:contentPart>
          </mc:Choice>
          <mc:Fallback>
            <p:pic>
              <p:nvPicPr>
                <p:cNvPr id="80" name="Ink 79">
                  <a:extLst>
                    <a:ext uri="{FF2B5EF4-FFF2-40B4-BE49-F238E27FC236}">
                      <a16:creationId xmlns:a16="http://schemas.microsoft.com/office/drawing/2014/main" id="{5FE37DEF-4438-BBBF-F573-DE9D80C0B159}"/>
                    </a:ext>
                  </a:extLst>
                </p:cNvPr>
                <p:cNvPicPr/>
                <p:nvPr/>
              </p:nvPicPr>
              <p:blipFill>
                <a:blip r:embed="rId139"/>
                <a:stretch>
                  <a:fillRect/>
                </a:stretch>
              </p:blipFill>
              <p:spPr>
                <a:xfrm>
                  <a:off x="6984234" y="2537922"/>
                  <a:ext cx="367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1" name="Ink 80">
                  <a:extLst>
                    <a:ext uri="{FF2B5EF4-FFF2-40B4-BE49-F238E27FC236}">
                      <a16:creationId xmlns:a16="http://schemas.microsoft.com/office/drawing/2014/main" id="{0648000C-72BD-AB1E-B6F1-5B734D97AD1A}"/>
                    </a:ext>
                  </a:extLst>
                </p14:cNvPr>
                <p14:cNvContentPartPr/>
                <p14:nvPr/>
              </p14:nvContentPartPr>
              <p14:xfrm>
                <a:off x="7041834" y="2609562"/>
                <a:ext cx="77400" cy="125280"/>
              </p14:xfrm>
            </p:contentPart>
          </mc:Choice>
          <mc:Fallback>
            <p:pic>
              <p:nvPicPr>
                <p:cNvPr id="81" name="Ink 80">
                  <a:extLst>
                    <a:ext uri="{FF2B5EF4-FFF2-40B4-BE49-F238E27FC236}">
                      <a16:creationId xmlns:a16="http://schemas.microsoft.com/office/drawing/2014/main" id="{0648000C-72BD-AB1E-B6F1-5B734D97AD1A}"/>
                    </a:ext>
                  </a:extLst>
                </p:cNvPr>
                <p:cNvPicPr/>
                <p:nvPr/>
              </p:nvPicPr>
              <p:blipFill>
                <a:blip r:embed="rId141"/>
                <a:stretch>
                  <a:fillRect/>
                </a:stretch>
              </p:blipFill>
              <p:spPr>
                <a:xfrm>
                  <a:off x="7035714" y="2603442"/>
                  <a:ext cx="8964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2" name="Ink 81">
                  <a:extLst>
                    <a:ext uri="{FF2B5EF4-FFF2-40B4-BE49-F238E27FC236}">
                      <a16:creationId xmlns:a16="http://schemas.microsoft.com/office/drawing/2014/main" id="{CDBA4DDD-4389-59E8-5A12-A86B11E270B2}"/>
                    </a:ext>
                  </a:extLst>
                </p14:cNvPr>
                <p14:cNvContentPartPr/>
                <p14:nvPr/>
              </p14:nvContentPartPr>
              <p14:xfrm>
                <a:off x="7149114" y="2605962"/>
                <a:ext cx="122760" cy="204120"/>
              </p14:xfrm>
            </p:contentPart>
          </mc:Choice>
          <mc:Fallback>
            <p:pic>
              <p:nvPicPr>
                <p:cNvPr id="82" name="Ink 81">
                  <a:extLst>
                    <a:ext uri="{FF2B5EF4-FFF2-40B4-BE49-F238E27FC236}">
                      <a16:creationId xmlns:a16="http://schemas.microsoft.com/office/drawing/2014/main" id="{CDBA4DDD-4389-59E8-5A12-A86B11E270B2}"/>
                    </a:ext>
                  </a:extLst>
                </p:cNvPr>
                <p:cNvPicPr/>
                <p:nvPr/>
              </p:nvPicPr>
              <p:blipFill>
                <a:blip r:embed="rId143"/>
                <a:stretch>
                  <a:fillRect/>
                </a:stretch>
              </p:blipFill>
              <p:spPr>
                <a:xfrm>
                  <a:off x="7142994" y="2599842"/>
                  <a:ext cx="135000" cy="216360"/>
                </a:xfrm>
                <a:prstGeom prst="rect">
                  <a:avLst/>
                </a:prstGeom>
              </p:spPr>
            </p:pic>
          </mc:Fallback>
        </mc:AlternateContent>
      </p:grpSp>
      <p:grpSp>
        <p:nvGrpSpPr>
          <p:cNvPr id="97" name="Group 96">
            <a:extLst>
              <a:ext uri="{FF2B5EF4-FFF2-40B4-BE49-F238E27FC236}">
                <a16:creationId xmlns:a16="http://schemas.microsoft.com/office/drawing/2014/main" id="{3C02C732-6846-9D12-4589-1F5DCAF64F7E}"/>
              </a:ext>
            </a:extLst>
          </p:cNvPr>
          <p:cNvGrpSpPr/>
          <p:nvPr/>
        </p:nvGrpSpPr>
        <p:grpSpPr>
          <a:xfrm>
            <a:off x="5092794" y="2960562"/>
            <a:ext cx="2066400" cy="661320"/>
            <a:chOff x="5092794" y="2960562"/>
            <a:chExt cx="2066400" cy="661320"/>
          </a:xfrm>
        </p:grpSpPr>
        <mc:AlternateContent xmlns:mc="http://schemas.openxmlformats.org/markup-compatibility/2006">
          <mc:Choice xmlns:p14="http://schemas.microsoft.com/office/powerpoint/2010/main" Requires="p14">
            <p:contentPart p14:bwMode="auto" r:id="rId144">
              <p14:nvContentPartPr>
                <p14:cNvPr id="84" name="Ink 83">
                  <a:extLst>
                    <a:ext uri="{FF2B5EF4-FFF2-40B4-BE49-F238E27FC236}">
                      <a16:creationId xmlns:a16="http://schemas.microsoft.com/office/drawing/2014/main" id="{B3966220-64AB-F070-2814-066035808985}"/>
                    </a:ext>
                  </a:extLst>
                </p14:cNvPr>
                <p14:cNvContentPartPr/>
                <p14:nvPr/>
              </p14:nvContentPartPr>
              <p14:xfrm>
                <a:off x="5092794" y="2960562"/>
                <a:ext cx="352800" cy="236880"/>
              </p14:xfrm>
            </p:contentPart>
          </mc:Choice>
          <mc:Fallback>
            <p:pic>
              <p:nvPicPr>
                <p:cNvPr id="84" name="Ink 83">
                  <a:extLst>
                    <a:ext uri="{FF2B5EF4-FFF2-40B4-BE49-F238E27FC236}">
                      <a16:creationId xmlns:a16="http://schemas.microsoft.com/office/drawing/2014/main" id="{B3966220-64AB-F070-2814-066035808985}"/>
                    </a:ext>
                  </a:extLst>
                </p:cNvPr>
                <p:cNvPicPr/>
                <p:nvPr/>
              </p:nvPicPr>
              <p:blipFill>
                <a:blip r:embed="rId145"/>
                <a:stretch>
                  <a:fillRect/>
                </a:stretch>
              </p:blipFill>
              <p:spPr>
                <a:xfrm>
                  <a:off x="5086674" y="2954442"/>
                  <a:ext cx="36504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5" name="Ink 84">
                  <a:extLst>
                    <a:ext uri="{FF2B5EF4-FFF2-40B4-BE49-F238E27FC236}">
                      <a16:creationId xmlns:a16="http://schemas.microsoft.com/office/drawing/2014/main" id="{3196EFD3-1D24-C325-B274-892898A7119B}"/>
                    </a:ext>
                  </a:extLst>
                </p14:cNvPr>
                <p14:cNvContentPartPr/>
                <p14:nvPr/>
              </p14:nvContentPartPr>
              <p14:xfrm>
                <a:off x="5678154" y="3075042"/>
                <a:ext cx="192960" cy="312480"/>
              </p14:xfrm>
            </p:contentPart>
          </mc:Choice>
          <mc:Fallback>
            <p:pic>
              <p:nvPicPr>
                <p:cNvPr id="85" name="Ink 84">
                  <a:extLst>
                    <a:ext uri="{FF2B5EF4-FFF2-40B4-BE49-F238E27FC236}">
                      <a16:creationId xmlns:a16="http://schemas.microsoft.com/office/drawing/2014/main" id="{3196EFD3-1D24-C325-B274-892898A7119B}"/>
                    </a:ext>
                  </a:extLst>
                </p:cNvPr>
                <p:cNvPicPr/>
                <p:nvPr/>
              </p:nvPicPr>
              <p:blipFill>
                <a:blip r:embed="rId147"/>
                <a:stretch>
                  <a:fillRect/>
                </a:stretch>
              </p:blipFill>
              <p:spPr>
                <a:xfrm>
                  <a:off x="5672034" y="3068922"/>
                  <a:ext cx="205200" cy="3247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6" name="Ink 85">
                  <a:extLst>
                    <a:ext uri="{FF2B5EF4-FFF2-40B4-BE49-F238E27FC236}">
                      <a16:creationId xmlns:a16="http://schemas.microsoft.com/office/drawing/2014/main" id="{372EE525-0CCE-BDD5-9CB5-16147A796238}"/>
                    </a:ext>
                  </a:extLst>
                </p14:cNvPr>
                <p14:cNvContentPartPr/>
                <p14:nvPr/>
              </p14:nvContentPartPr>
              <p14:xfrm>
                <a:off x="5745834" y="3175482"/>
                <a:ext cx="124920" cy="61200"/>
              </p14:xfrm>
            </p:contentPart>
          </mc:Choice>
          <mc:Fallback>
            <p:pic>
              <p:nvPicPr>
                <p:cNvPr id="86" name="Ink 85">
                  <a:extLst>
                    <a:ext uri="{FF2B5EF4-FFF2-40B4-BE49-F238E27FC236}">
                      <a16:creationId xmlns:a16="http://schemas.microsoft.com/office/drawing/2014/main" id="{372EE525-0CCE-BDD5-9CB5-16147A796238}"/>
                    </a:ext>
                  </a:extLst>
                </p:cNvPr>
                <p:cNvPicPr/>
                <p:nvPr/>
              </p:nvPicPr>
              <p:blipFill>
                <a:blip r:embed="rId149"/>
                <a:stretch>
                  <a:fillRect/>
                </a:stretch>
              </p:blipFill>
              <p:spPr>
                <a:xfrm>
                  <a:off x="5739714" y="3169362"/>
                  <a:ext cx="13716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7" name="Ink 86">
                  <a:extLst>
                    <a:ext uri="{FF2B5EF4-FFF2-40B4-BE49-F238E27FC236}">
                      <a16:creationId xmlns:a16="http://schemas.microsoft.com/office/drawing/2014/main" id="{13ACD777-C65F-854B-DA5F-392189202E28}"/>
                    </a:ext>
                  </a:extLst>
                </p14:cNvPr>
                <p14:cNvContentPartPr/>
                <p14:nvPr/>
              </p14:nvContentPartPr>
              <p14:xfrm>
                <a:off x="5738994" y="3319482"/>
                <a:ext cx="136080" cy="51840"/>
              </p14:xfrm>
            </p:contentPart>
          </mc:Choice>
          <mc:Fallback>
            <p:pic>
              <p:nvPicPr>
                <p:cNvPr id="87" name="Ink 86">
                  <a:extLst>
                    <a:ext uri="{FF2B5EF4-FFF2-40B4-BE49-F238E27FC236}">
                      <a16:creationId xmlns:a16="http://schemas.microsoft.com/office/drawing/2014/main" id="{13ACD777-C65F-854B-DA5F-392189202E28}"/>
                    </a:ext>
                  </a:extLst>
                </p:cNvPr>
                <p:cNvPicPr/>
                <p:nvPr/>
              </p:nvPicPr>
              <p:blipFill>
                <a:blip r:embed="rId151"/>
                <a:stretch>
                  <a:fillRect/>
                </a:stretch>
              </p:blipFill>
              <p:spPr>
                <a:xfrm>
                  <a:off x="5732874" y="3313362"/>
                  <a:ext cx="14832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8" name="Ink 87">
                  <a:extLst>
                    <a:ext uri="{FF2B5EF4-FFF2-40B4-BE49-F238E27FC236}">
                      <a16:creationId xmlns:a16="http://schemas.microsoft.com/office/drawing/2014/main" id="{B6327653-3777-A857-1907-D4BA45EF5312}"/>
                    </a:ext>
                  </a:extLst>
                </p14:cNvPr>
                <p14:cNvContentPartPr/>
                <p14:nvPr/>
              </p14:nvContentPartPr>
              <p14:xfrm>
                <a:off x="5972994" y="3203562"/>
                <a:ext cx="149760" cy="313920"/>
              </p14:xfrm>
            </p:contentPart>
          </mc:Choice>
          <mc:Fallback>
            <p:pic>
              <p:nvPicPr>
                <p:cNvPr id="88" name="Ink 87">
                  <a:extLst>
                    <a:ext uri="{FF2B5EF4-FFF2-40B4-BE49-F238E27FC236}">
                      <a16:creationId xmlns:a16="http://schemas.microsoft.com/office/drawing/2014/main" id="{B6327653-3777-A857-1907-D4BA45EF5312}"/>
                    </a:ext>
                  </a:extLst>
                </p:cNvPr>
                <p:cNvPicPr/>
                <p:nvPr/>
              </p:nvPicPr>
              <p:blipFill>
                <a:blip r:embed="rId153"/>
                <a:stretch>
                  <a:fillRect/>
                </a:stretch>
              </p:blipFill>
              <p:spPr>
                <a:xfrm>
                  <a:off x="5966874" y="3197442"/>
                  <a:ext cx="16200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89" name="Ink 88">
                  <a:extLst>
                    <a:ext uri="{FF2B5EF4-FFF2-40B4-BE49-F238E27FC236}">
                      <a16:creationId xmlns:a16="http://schemas.microsoft.com/office/drawing/2014/main" id="{D2794266-33A5-7838-632F-E9D1C5FA2A7D}"/>
                    </a:ext>
                  </a:extLst>
                </p14:cNvPr>
                <p14:cNvContentPartPr/>
                <p14:nvPr/>
              </p14:nvContentPartPr>
              <p14:xfrm>
                <a:off x="6158754" y="3053442"/>
                <a:ext cx="528480" cy="291600"/>
              </p14:xfrm>
            </p:contentPart>
          </mc:Choice>
          <mc:Fallback>
            <p:pic>
              <p:nvPicPr>
                <p:cNvPr id="89" name="Ink 88">
                  <a:extLst>
                    <a:ext uri="{FF2B5EF4-FFF2-40B4-BE49-F238E27FC236}">
                      <a16:creationId xmlns:a16="http://schemas.microsoft.com/office/drawing/2014/main" id="{D2794266-33A5-7838-632F-E9D1C5FA2A7D}"/>
                    </a:ext>
                  </a:extLst>
                </p:cNvPr>
                <p:cNvPicPr/>
                <p:nvPr/>
              </p:nvPicPr>
              <p:blipFill>
                <a:blip r:embed="rId155"/>
                <a:stretch>
                  <a:fillRect/>
                </a:stretch>
              </p:blipFill>
              <p:spPr>
                <a:xfrm>
                  <a:off x="6152634" y="3047322"/>
                  <a:ext cx="54072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0" name="Ink 89">
                  <a:extLst>
                    <a:ext uri="{FF2B5EF4-FFF2-40B4-BE49-F238E27FC236}">
                      <a16:creationId xmlns:a16="http://schemas.microsoft.com/office/drawing/2014/main" id="{182029F8-FDA3-17AC-1C15-6522AB0B2B53}"/>
                    </a:ext>
                  </a:extLst>
                </p14:cNvPr>
                <p14:cNvContentPartPr/>
                <p14:nvPr/>
              </p14:nvContentPartPr>
              <p14:xfrm>
                <a:off x="6701274" y="3178002"/>
                <a:ext cx="24840" cy="100080"/>
              </p14:xfrm>
            </p:contentPart>
          </mc:Choice>
          <mc:Fallback>
            <p:pic>
              <p:nvPicPr>
                <p:cNvPr id="90" name="Ink 89">
                  <a:extLst>
                    <a:ext uri="{FF2B5EF4-FFF2-40B4-BE49-F238E27FC236}">
                      <a16:creationId xmlns:a16="http://schemas.microsoft.com/office/drawing/2014/main" id="{182029F8-FDA3-17AC-1C15-6522AB0B2B53}"/>
                    </a:ext>
                  </a:extLst>
                </p:cNvPr>
                <p:cNvPicPr/>
                <p:nvPr/>
              </p:nvPicPr>
              <p:blipFill>
                <a:blip r:embed="rId157"/>
                <a:stretch>
                  <a:fillRect/>
                </a:stretch>
              </p:blipFill>
              <p:spPr>
                <a:xfrm>
                  <a:off x="6695154" y="3171882"/>
                  <a:ext cx="370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1" name="Ink 90">
                  <a:extLst>
                    <a:ext uri="{FF2B5EF4-FFF2-40B4-BE49-F238E27FC236}">
                      <a16:creationId xmlns:a16="http://schemas.microsoft.com/office/drawing/2014/main" id="{FBA95AAB-88D9-902F-5D5E-FB25256B438E}"/>
                    </a:ext>
                  </a:extLst>
                </p14:cNvPr>
                <p14:cNvContentPartPr/>
                <p14:nvPr/>
              </p14:nvContentPartPr>
              <p14:xfrm>
                <a:off x="6734394" y="3102762"/>
                <a:ext cx="4680" cy="23400"/>
              </p14:xfrm>
            </p:contentPart>
          </mc:Choice>
          <mc:Fallback>
            <p:pic>
              <p:nvPicPr>
                <p:cNvPr id="91" name="Ink 90">
                  <a:extLst>
                    <a:ext uri="{FF2B5EF4-FFF2-40B4-BE49-F238E27FC236}">
                      <a16:creationId xmlns:a16="http://schemas.microsoft.com/office/drawing/2014/main" id="{FBA95AAB-88D9-902F-5D5E-FB25256B438E}"/>
                    </a:ext>
                  </a:extLst>
                </p:cNvPr>
                <p:cNvPicPr/>
                <p:nvPr/>
              </p:nvPicPr>
              <p:blipFill>
                <a:blip r:embed="rId159"/>
                <a:stretch>
                  <a:fillRect/>
                </a:stretch>
              </p:blipFill>
              <p:spPr>
                <a:xfrm>
                  <a:off x="6728274" y="3096642"/>
                  <a:ext cx="1692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2" name="Ink 91">
                  <a:extLst>
                    <a:ext uri="{FF2B5EF4-FFF2-40B4-BE49-F238E27FC236}">
                      <a16:creationId xmlns:a16="http://schemas.microsoft.com/office/drawing/2014/main" id="{9132E846-8DE6-4A02-270A-CE1C434E4DAC}"/>
                    </a:ext>
                  </a:extLst>
                </p14:cNvPr>
                <p14:cNvContentPartPr/>
                <p14:nvPr/>
              </p14:nvContentPartPr>
              <p14:xfrm>
                <a:off x="6780114" y="3176202"/>
                <a:ext cx="88200" cy="122760"/>
              </p14:xfrm>
            </p:contentPart>
          </mc:Choice>
          <mc:Fallback>
            <p:pic>
              <p:nvPicPr>
                <p:cNvPr id="92" name="Ink 91">
                  <a:extLst>
                    <a:ext uri="{FF2B5EF4-FFF2-40B4-BE49-F238E27FC236}">
                      <a16:creationId xmlns:a16="http://schemas.microsoft.com/office/drawing/2014/main" id="{9132E846-8DE6-4A02-270A-CE1C434E4DAC}"/>
                    </a:ext>
                  </a:extLst>
                </p:cNvPr>
                <p:cNvPicPr/>
                <p:nvPr/>
              </p:nvPicPr>
              <p:blipFill>
                <a:blip r:embed="rId161"/>
                <a:stretch>
                  <a:fillRect/>
                </a:stretch>
              </p:blipFill>
              <p:spPr>
                <a:xfrm>
                  <a:off x="6773994" y="3170082"/>
                  <a:ext cx="1004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3" name="Ink 92">
                  <a:extLst>
                    <a:ext uri="{FF2B5EF4-FFF2-40B4-BE49-F238E27FC236}">
                      <a16:creationId xmlns:a16="http://schemas.microsoft.com/office/drawing/2014/main" id="{CD3C7500-AC1B-9D16-546F-2CDE41BC3DF6}"/>
                    </a:ext>
                  </a:extLst>
                </p14:cNvPr>
                <p14:cNvContentPartPr/>
                <p14:nvPr/>
              </p14:nvContentPartPr>
              <p14:xfrm>
                <a:off x="6904674" y="3180882"/>
                <a:ext cx="135000" cy="61920"/>
              </p14:xfrm>
            </p:contentPart>
          </mc:Choice>
          <mc:Fallback>
            <p:pic>
              <p:nvPicPr>
                <p:cNvPr id="93" name="Ink 92">
                  <a:extLst>
                    <a:ext uri="{FF2B5EF4-FFF2-40B4-BE49-F238E27FC236}">
                      <a16:creationId xmlns:a16="http://schemas.microsoft.com/office/drawing/2014/main" id="{CD3C7500-AC1B-9D16-546F-2CDE41BC3DF6}"/>
                    </a:ext>
                  </a:extLst>
                </p:cNvPr>
                <p:cNvPicPr/>
                <p:nvPr/>
              </p:nvPicPr>
              <p:blipFill>
                <a:blip r:embed="rId163"/>
                <a:stretch>
                  <a:fillRect/>
                </a:stretch>
              </p:blipFill>
              <p:spPr>
                <a:xfrm>
                  <a:off x="6898554" y="3174762"/>
                  <a:ext cx="14724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4" name="Ink 93">
                  <a:extLst>
                    <a:ext uri="{FF2B5EF4-FFF2-40B4-BE49-F238E27FC236}">
                      <a16:creationId xmlns:a16="http://schemas.microsoft.com/office/drawing/2014/main" id="{01F44CD8-1054-BD61-48E9-29BBDD81A57B}"/>
                    </a:ext>
                  </a:extLst>
                </p14:cNvPr>
                <p14:cNvContentPartPr/>
                <p14:nvPr/>
              </p14:nvContentPartPr>
              <p14:xfrm>
                <a:off x="7066674" y="3137682"/>
                <a:ext cx="92520" cy="169200"/>
              </p14:xfrm>
            </p:contentPart>
          </mc:Choice>
          <mc:Fallback>
            <p:pic>
              <p:nvPicPr>
                <p:cNvPr id="94" name="Ink 93">
                  <a:extLst>
                    <a:ext uri="{FF2B5EF4-FFF2-40B4-BE49-F238E27FC236}">
                      <a16:creationId xmlns:a16="http://schemas.microsoft.com/office/drawing/2014/main" id="{01F44CD8-1054-BD61-48E9-29BBDD81A57B}"/>
                    </a:ext>
                  </a:extLst>
                </p:cNvPr>
                <p:cNvPicPr/>
                <p:nvPr/>
              </p:nvPicPr>
              <p:blipFill>
                <a:blip r:embed="rId165"/>
                <a:stretch>
                  <a:fillRect/>
                </a:stretch>
              </p:blipFill>
              <p:spPr>
                <a:xfrm>
                  <a:off x="7060554" y="3131562"/>
                  <a:ext cx="10476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6" name="Ink 95">
                  <a:extLst>
                    <a:ext uri="{FF2B5EF4-FFF2-40B4-BE49-F238E27FC236}">
                      <a16:creationId xmlns:a16="http://schemas.microsoft.com/office/drawing/2014/main" id="{618AEA85-2C2D-CD69-9B90-E00574ECC9E9}"/>
                    </a:ext>
                  </a:extLst>
                </p14:cNvPr>
                <p14:cNvContentPartPr/>
                <p14:nvPr/>
              </p14:nvContentPartPr>
              <p14:xfrm>
                <a:off x="5098914" y="3284202"/>
                <a:ext cx="501840" cy="337680"/>
              </p14:xfrm>
            </p:contentPart>
          </mc:Choice>
          <mc:Fallback>
            <p:pic>
              <p:nvPicPr>
                <p:cNvPr id="96" name="Ink 95">
                  <a:extLst>
                    <a:ext uri="{FF2B5EF4-FFF2-40B4-BE49-F238E27FC236}">
                      <a16:creationId xmlns:a16="http://schemas.microsoft.com/office/drawing/2014/main" id="{618AEA85-2C2D-CD69-9B90-E00574ECC9E9}"/>
                    </a:ext>
                  </a:extLst>
                </p:cNvPr>
                <p:cNvPicPr/>
                <p:nvPr/>
              </p:nvPicPr>
              <p:blipFill>
                <a:blip r:embed="rId167"/>
                <a:stretch>
                  <a:fillRect/>
                </a:stretch>
              </p:blipFill>
              <p:spPr>
                <a:xfrm>
                  <a:off x="5092794" y="3278082"/>
                  <a:ext cx="514080" cy="349920"/>
                </a:xfrm>
                <a:prstGeom prst="rect">
                  <a:avLst/>
                </a:prstGeom>
              </p:spPr>
            </p:pic>
          </mc:Fallback>
        </mc:AlternateContent>
      </p:grpSp>
      <p:grpSp>
        <p:nvGrpSpPr>
          <p:cNvPr id="102" name="Group 101">
            <a:extLst>
              <a:ext uri="{FF2B5EF4-FFF2-40B4-BE49-F238E27FC236}">
                <a16:creationId xmlns:a16="http://schemas.microsoft.com/office/drawing/2014/main" id="{268D6A4F-2622-E169-4AB3-F3C057A05D34}"/>
              </a:ext>
            </a:extLst>
          </p:cNvPr>
          <p:cNvGrpSpPr/>
          <p:nvPr/>
        </p:nvGrpSpPr>
        <p:grpSpPr>
          <a:xfrm>
            <a:off x="5701914" y="3604242"/>
            <a:ext cx="1044360" cy="271800"/>
            <a:chOff x="5701914" y="3604242"/>
            <a:chExt cx="1044360" cy="271800"/>
          </a:xfrm>
        </p:grpSpPr>
        <mc:AlternateContent xmlns:mc="http://schemas.openxmlformats.org/markup-compatibility/2006">
          <mc:Choice xmlns:p14="http://schemas.microsoft.com/office/powerpoint/2010/main" Requires="p14">
            <p:contentPart p14:bwMode="auto" r:id="rId168">
              <p14:nvContentPartPr>
                <p14:cNvPr id="98" name="Ink 97">
                  <a:extLst>
                    <a:ext uri="{FF2B5EF4-FFF2-40B4-BE49-F238E27FC236}">
                      <a16:creationId xmlns:a16="http://schemas.microsoft.com/office/drawing/2014/main" id="{AE48F3A5-D3AB-1968-E166-7478D3DC2D02}"/>
                    </a:ext>
                  </a:extLst>
                </p14:cNvPr>
                <p14:cNvContentPartPr/>
                <p14:nvPr/>
              </p14:nvContentPartPr>
              <p14:xfrm>
                <a:off x="5701914" y="3604242"/>
                <a:ext cx="275040" cy="271800"/>
              </p14:xfrm>
            </p:contentPart>
          </mc:Choice>
          <mc:Fallback>
            <p:pic>
              <p:nvPicPr>
                <p:cNvPr id="98" name="Ink 97">
                  <a:extLst>
                    <a:ext uri="{FF2B5EF4-FFF2-40B4-BE49-F238E27FC236}">
                      <a16:creationId xmlns:a16="http://schemas.microsoft.com/office/drawing/2014/main" id="{AE48F3A5-D3AB-1968-E166-7478D3DC2D02}"/>
                    </a:ext>
                  </a:extLst>
                </p:cNvPr>
                <p:cNvPicPr/>
                <p:nvPr/>
              </p:nvPicPr>
              <p:blipFill>
                <a:blip r:embed="rId169"/>
                <a:stretch>
                  <a:fillRect/>
                </a:stretch>
              </p:blipFill>
              <p:spPr>
                <a:xfrm>
                  <a:off x="5695794" y="3598122"/>
                  <a:ext cx="28728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9" name="Ink 98">
                  <a:extLst>
                    <a:ext uri="{FF2B5EF4-FFF2-40B4-BE49-F238E27FC236}">
                      <a16:creationId xmlns:a16="http://schemas.microsoft.com/office/drawing/2014/main" id="{8B0B3313-6AEC-02C7-8844-9D4C33FCDFD7}"/>
                    </a:ext>
                  </a:extLst>
                </p14:cNvPr>
                <p14:cNvContentPartPr/>
                <p14:nvPr/>
              </p14:nvContentPartPr>
              <p14:xfrm>
                <a:off x="6072354" y="3748962"/>
                <a:ext cx="162360" cy="104040"/>
              </p14:xfrm>
            </p:contentPart>
          </mc:Choice>
          <mc:Fallback>
            <p:pic>
              <p:nvPicPr>
                <p:cNvPr id="99" name="Ink 98">
                  <a:extLst>
                    <a:ext uri="{FF2B5EF4-FFF2-40B4-BE49-F238E27FC236}">
                      <a16:creationId xmlns:a16="http://schemas.microsoft.com/office/drawing/2014/main" id="{8B0B3313-6AEC-02C7-8844-9D4C33FCDFD7}"/>
                    </a:ext>
                  </a:extLst>
                </p:cNvPr>
                <p:cNvPicPr/>
                <p:nvPr/>
              </p:nvPicPr>
              <p:blipFill>
                <a:blip r:embed="rId171"/>
                <a:stretch>
                  <a:fillRect/>
                </a:stretch>
              </p:blipFill>
              <p:spPr>
                <a:xfrm>
                  <a:off x="6066234" y="3742842"/>
                  <a:ext cx="1746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0" name="Ink 99">
                  <a:extLst>
                    <a:ext uri="{FF2B5EF4-FFF2-40B4-BE49-F238E27FC236}">
                      <a16:creationId xmlns:a16="http://schemas.microsoft.com/office/drawing/2014/main" id="{4225C063-4ACE-4AC5-BC78-AF3C1CEAD042}"/>
                    </a:ext>
                  </a:extLst>
                </p14:cNvPr>
                <p14:cNvContentPartPr/>
                <p14:nvPr/>
              </p14:nvContentPartPr>
              <p14:xfrm>
                <a:off x="6337314" y="3743202"/>
                <a:ext cx="266040" cy="82800"/>
              </p14:xfrm>
            </p:contentPart>
          </mc:Choice>
          <mc:Fallback>
            <p:pic>
              <p:nvPicPr>
                <p:cNvPr id="100" name="Ink 99">
                  <a:extLst>
                    <a:ext uri="{FF2B5EF4-FFF2-40B4-BE49-F238E27FC236}">
                      <a16:creationId xmlns:a16="http://schemas.microsoft.com/office/drawing/2014/main" id="{4225C063-4ACE-4AC5-BC78-AF3C1CEAD042}"/>
                    </a:ext>
                  </a:extLst>
                </p:cNvPr>
                <p:cNvPicPr/>
                <p:nvPr/>
              </p:nvPicPr>
              <p:blipFill>
                <a:blip r:embed="rId173"/>
                <a:stretch>
                  <a:fillRect/>
                </a:stretch>
              </p:blipFill>
              <p:spPr>
                <a:xfrm>
                  <a:off x="6331194" y="3737082"/>
                  <a:ext cx="27828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1" name="Ink 100">
                  <a:extLst>
                    <a:ext uri="{FF2B5EF4-FFF2-40B4-BE49-F238E27FC236}">
                      <a16:creationId xmlns:a16="http://schemas.microsoft.com/office/drawing/2014/main" id="{4D1BE28C-13C9-1A72-3198-AADA5F8FE4F4}"/>
                    </a:ext>
                  </a:extLst>
                </p14:cNvPr>
                <p14:cNvContentPartPr/>
                <p14:nvPr/>
              </p14:nvContentPartPr>
              <p14:xfrm>
                <a:off x="6660594" y="3726642"/>
                <a:ext cx="85680" cy="53640"/>
              </p14:xfrm>
            </p:contentPart>
          </mc:Choice>
          <mc:Fallback>
            <p:pic>
              <p:nvPicPr>
                <p:cNvPr id="101" name="Ink 100">
                  <a:extLst>
                    <a:ext uri="{FF2B5EF4-FFF2-40B4-BE49-F238E27FC236}">
                      <a16:creationId xmlns:a16="http://schemas.microsoft.com/office/drawing/2014/main" id="{4D1BE28C-13C9-1A72-3198-AADA5F8FE4F4}"/>
                    </a:ext>
                  </a:extLst>
                </p:cNvPr>
                <p:cNvPicPr/>
                <p:nvPr/>
              </p:nvPicPr>
              <p:blipFill>
                <a:blip r:embed="rId175"/>
                <a:stretch>
                  <a:fillRect/>
                </a:stretch>
              </p:blipFill>
              <p:spPr>
                <a:xfrm>
                  <a:off x="6654474" y="3720522"/>
                  <a:ext cx="97920" cy="65880"/>
                </a:xfrm>
                <a:prstGeom prst="rect">
                  <a:avLst/>
                </a:prstGeom>
              </p:spPr>
            </p:pic>
          </mc:Fallback>
        </mc:AlternateContent>
      </p:grpSp>
      <p:grpSp>
        <p:nvGrpSpPr>
          <p:cNvPr id="106" name="Group 105">
            <a:extLst>
              <a:ext uri="{FF2B5EF4-FFF2-40B4-BE49-F238E27FC236}">
                <a16:creationId xmlns:a16="http://schemas.microsoft.com/office/drawing/2014/main" id="{12D49D95-4A0D-E88F-644E-9C96873F95DE}"/>
              </a:ext>
            </a:extLst>
          </p:cNvPr>
          <p:cNvGrpSpPr/>
          <p:nvPr/>
        </p:nvGrpSpPr>
        <p:grpSpPr>
          <a:xfrm>
            <a:off x="6985674" y="3572202"/>
            <a:ext cx="469080" cy="263520"/>
            <a:chOff x="6985674" y="3572202"/>
            <a:chExt cx="469080" cy="263520"/>
          </a:xfrm>
        </p:grpSpPr>
        <mc:AlternateContent xmlns:mc="http://schemas.openxmlformats.org/markup-compatibility/2006">
          <mc:Choice xmlns:p14="http://schemas.microsoft.com/office/powerpoint/2010/main" Requires="p14">
            <p:contentPart p14:bwMode="auto" r:id="rId176">
              <p14:nvContentPartPr>
                <p14:cNvPr id="103" name="Ink 102">
                  <a:extLst>
                    <a:ext uri="{FF2B5EF4-FFF2-40B4-BE49-F238E27FC236}">
                      <a16:creationId xmlns:a16="http://schemas.microsoft.com/office/drawing/2014/main" id="{BF827EB7-F502-59FC-2F79-BF33C5CFFD00}"/>
                    </a:ext>
                  </a:extLst>
                </p14:cNvPr>
                <p14:cNvContentPartPr/>
                <p14:nvPr/>
              </p14:nvContentPartPr>
              <p14:xfrm>
                <a:off x="6985674" y="3572202"/>
                <a:ext cx="153000" cy="263520"/>
              </p14:xfrm>
            </p:contentPart>
          </mc:Choice>
          <mc:Fallback>
            <p:pic>
              <p:nvPicPr>
                <p:cNvPr id="103" name="Ink 102">
                  <a:extLst>
                    <a:ext uri="{FF2B5EF4-FFF2-40B4-BE49-F238E27FC236}">
                      <a16:creationId xmlns:a16="http://schemas.microsoft.com/office/drawing/2014/main" id="{BF827EB7-F502-59FC-2F79-BF33C5CFFD00}"/>
                    </a:ext>
                  </a:extLst>
                </p:cNvPr>
                <p:cNvPicPr/>
                <p:nvPr/>
              </p:nvPicPr>
              <p:blipFill>
                <a:blip r:embed="rId177"/>
                <a:stretch>
                  <a:fillRect/>
                </a:stretch>
              </p:blipFill>
              <p:spPr>
                <a:xfrm>
                  <a:off x="6979554" y="3566082"/>
                  <a:ext cx="16524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4" name="Ink 103">
                  <a:extLst>
                    <a:ext uri="{FF2B5EF4-FFF2-40B4-BE49-F238E27FC236}">
                      <a16:creationId xmlns:a16="http://schemas.microsoft.com/office/drawing/2014/main" id="{882679CA-3870-168D-DBB8-5F332CAE61B2}"/>
                    </a:ext>
                  </a:extLst>
                </p14:cNvPr>
                <p14:cNvContentPartPr/>
                <p14:nvPr/>
              </p14:nvContentPartPr>
              <p14:xfrm>
                <a:off x="7147314" y="3712242"/>
                <a:ext cx="76680" cy="90720"/>
              </p14:xfrm>
            </p:contentPart>
          </mc:Choice>
          <mc:Fallback>
            <p:pic>
              <p:nvPicPr>
                <p:cNvPr id="104" name="Ink 103">
                  <a:extLst>
                    <a:ext uri="{FF2B5EF4-FFF2-40B4-BE49-F238E27FC236}">
                      <a16:creationId xmlns:a16="http://schemas.microsoft.com/office/drawing/2014/main" id="{882679CA-3870-168D-DBB8-5F332CAE61B2}"/>
                    </a:ext>
                  </a:extLst>
                </p:cNvPr>
                <p:cNvPicPr/>
                <p:nvPr/>
              </p:nvPicPr>
              <p:blipFill>
                <a:blip r:embed="rId179"/>
                <a:stretch>
                  <a:fillRect/>
                </a:stretch>
              </p:blipFill>
              <p:spPr>
                <a:xfrm>
                  <a:off x="7141194" y="3706122"/>
                  <a:ext cx="8892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5" name="Ink 104">
                  <a:extLst>
                    <a:ext uri="{FF2B5EF4-FFF2-40B4-BE49-F238E27FC236}">
                      <a16:creationId xmlns:a16="http://schemas.microsoft.com/office/drawing/2014/main" id="{32BE804D-F3D9-EE07-3483-4B689A9BE3C5}"/>
                    </a:ext>
                  </a:extLst>
                </p14:cNvPr>
                <p14:cNvContentPartPr/>
                <p14:nvPr/>
              </p14:nvContentPartPr>
              <p14:xfrm>
                <a:off x="7285194" y="3599202"/>
                <a:ext cx="169560" cy="195120"/>
              </p14:xfrm>
            </p:contentPart>
          </mc:Choice>
          <mc:Fallback>
            <p:pic>
              <p:nvPicPr>
                <p:cNvPr id="105" name="Ink 104">
                  <a:extLst>
                    <a:ext uri="{FF2B5EF4-FFF2-40B4-BE49-F238E27FC236}">
                      <a16:creationId xmlns:a16="http://schemas.microsoft.com/office/drawing/2014/main" id="{32BE804D-F3D9-EE07-3483-4B689A9BE3C5}"/>
                    </a:ext>
                  </a:extLst>
                </p:cNvPr>
                <p:cNvPicPr/>
                <p:nvPr/>
              </p:nvPicPr>
              <p:blipFill>
                <a:blip r:embed="rId181"/>
                <a:stretch>
                  <a:fillRect/>
                </a:stretch>
              </p:blipFill>
              <p:spPr>
                <a:xfrm>
                  <a:off x="7279074" y="3593082"/>
                  <a:ext cx="181800" cy="207360"/>
                </a:xfrm>
                <a:prstGeom prst="rect">
                  <a:avLst/>
                </a:prstGeom>
              </p:spPr>
            </p:pic>
          </mc:Fallback>
        </mc:AlternateContent>
      </p:grpSp>
      <p:grpSp>
        <p:nvGrpSpPr>
          <p:cNvPr id="115" name="Group 114">
            <a:extLst>
              <a:ext uri="{FF2B5EF4-FFF2-40B4-BE49-F238E27FC236}">
                <a16:creationId xmlns:a16="http://schemas.microsoft.com/office/drawing/2014/main" id="{0EB2F328-EF43-2593-1076-FF0D49F0CD41}"/>
              </a:ext>
            </a:extLst>
          </p:cNvPr>
          <p:cNvGrpSpPr/>
          <p:nvPr/>
        </p:nvGrpSpPr>
        <p:grpSpPr>
          <a:xfrm>
            <a:off x="7746354" y="3568602"/>
            <a:ext cx="1071720" cy="304200"/>
            <a:chOff x="7746354" y="3568602"/>
            <a:chExt cx="1071720" cy="304200"/>
          </a:xfrm>
        </p:grpSpPr>
        <mc:AlternateContent xmlns:mc="http://schemas.openxmlformats.org/markup-compatibility/2006">
          <mc:Choice xmlns:p14="http://schemas.microsoft.com/office/powerpoint/2010/main" Requires="p14">
            <p:contentPart p14:bwMode="auto" r:id="rId182">
              <p14:nvContentPartPr>
                <p14:cNvPr id="107" name="Ink 106">
                  <a:extLst>
                    <a:ext uri="{FF2B5EF4-FFF2-40B4-BE49-F238E27FC236}">
                      <a16:creationId xmlns:a16="http://schemas.microsoft.com/office/drawing/2014/main" id="{EEF2D028-F375-E6EA-2F69-3BC1A925613C}"/>
                    </a:ext>
                  </a:extLst>
                </p14:cNvPr>
                <p14:cNvContentPartPr/>
                <p14:nvPr/>
              </p14:nvContentPartPr>
              <p14:xfrm>
                <a:off x="7746354" y="3606402"/>
                <a:ext cx="160560" cy="186840"/>
              </p14:xfrm>
            </p:contentPart>
          </mc:Choice>
          <mc:Fallback>
            <p:pic>
              <p:nvPicPr>
                <p:cNvPr id="107" name="Ink 106">
                  <a:extLst>
                    <a:ext uri="{FF2B5EF4-FFF2-40B4-BE49-F238E27FC236}">
                      <a16:creationId xmlns:a16="http://schemas.microsoft.com/office/drawing/2014/main" id="{EEF2D028-F375-E6EA-2F69-3BC1A925613C}"/>
                    </a:ext>
                  </a:extLst>
                </p:cNvPr>
                <p:cNvPicPr/>
                <p:nvPr/>
              </p:nvPicPr>
              <p:blipFill>
                <a:blip r:embed="rId183"/>
                <a:stretch>
                  <a:fillRect/>
                </a:stretch>
              </p:blipFill>
              <p:spPr>
                <a:xfrm>
                  <a:off x="7740234" y="3600282"/>
                  <a:ext cx="17280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8" name="Ink 107">
                  <a:extLst>
                    <a:ext uri="{FF2B5EF4-FFF2-40B4-BE49-F238E27FC236}">
                      <a16:creationId xmlns:a16="http://schemas.microsoft.com/office/drawing/2014/main" id="{1F10C28E-42AE-69D2-C8B6-C58349338E60}"/>
                    </a:ext>
                  </a:extLst>
                </p14:cNvPr>
                <p14:cNvContentPartPr/>
                <p14:nvPr/>
              </p14:nvContentPartPr>
              <p14:xfrm>
                <a:off x="7905474" y="3697122"/>
                <a:ext cx="207360" cy="70920"/>
              </p14:xfrm>
            </p:contentPart>
          </mc:Choice>
          <mc:Fallback>
            <p:pic>
              <p:nvPicPr>
                <p:cNvPr id="108" name="Ink 107">
                  <a:extLst>
                    <a:ext uri="{FF2B5EF4-FFF2-40B4-BE49-F238E27FC236}">
                      <a16:creationId xmlns:a16="http://schemas.microsoft.com/office/drawing/2014/main" id="{1F10C28E-42AE-69D2-C8B6-C58349338E60}"/>
                    </a:ext>
                  </a:extLst>
                </p:cNvPr>
                <p:cNvPicPr/>
                <p:nvPr/>
              </p:nvPicPr>
              <p:blipFill>
                <a:blip r:embed="rId185"/>
                <a:stretch>
                  <a:fillRect/>
                </a:stretch>
              </p:blipFill>
              <p:spPr>
                <a:xfrm>
                  <a:off x="7899354" y="3691002"/>
                  <a:ext cx="2196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9" name="Ink 108">
                  <a:extLst>
                    <a:ext uri="{FF2B5EF4-FFF2-40B4-BE49-F238E27FC236}">
                      <a16:creationId xmlns:a16="http://schemas.microsoft.com/office/drawing/2014/main" id="{132421C1-B76E-B9FA-F685-EF5F0A7EEC75}"/>
                    </a:ext>
                  </a:extLst>
                </p14:cNvPr>
                <p14:cNvContentPartPr/>
                <p14:nvPr/>
              </p14:nvContentPartPr>
              <p14:xfrm>
                <a:off x="8144514" y="3613962"/>
                <a:ext cx="96120" cy="258840"/>
              </p14:xfrm>
            </p:contentPart>
          </mc:Choice>
          <mc:Fallback>
            <p:pic>
              <p:nvPicPr>
                <p:cNvPr id="109" name="Ink 108">
                  <a:extLst>
                    <a:ext uri="{FF2B5EF4-FFF2-40B4-BE49-F238E27FC236}">
                      <a16:creationId xmlns:a16="http://schemas.microsoft.com/office/drawing/2014/main" id="{132421C1-B76E-B9FA-F685-EF5F0A7EEC75}"/>
                    </a:ext>
                  </a:extLst>
                </p:cNvPr>
                <p:cNvPicPr/>
                <p:nvPr/>
              </p:nvPicPr>
              <p:blipFill>
                <a:blip r:embed="rId187"/>
                <a:stretch>
                  <a:fillRect/>
                </a:stretch>
              </p:blipFill>
              <p:spPr>
                <a:xfrm>
                  <a:off x="8138394" y="3607842"/>
                  <a:ext cx="10836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0" name="Ink 109">
                  <a:extLst>
                    <a:ext uri="{FF2B5EF4-FFF2-40B4-BE49-F238E27FC236}">
                      <a16:creationId xmlns:a16="http://schemas.microsoft.com/office/drawing/2014/main" id="{313ACBAD-A10C-AB15-630E-1B0168B134E1}"/>
                    </a:ext>
                  </a:extLst>
                </p14:cNvPr>
                <p14:cNvContentPartPr/>
                <p14:nvPr/>
              </p14:nvContentPartPr>
              <p14:xfrm>
                <a:off x="8188794" y="3665802"/>
                <a:ext cx="78480" cy="121680"/>
              </p14:xfrm>
            </p:contentPart>
          </mc:Choice>
          <mc:Fallback>
            <p:pic>
              <p:nvPicPr>
                <p:cNvPr id="110" name="Ink 109">
                  <a:extLst>
                    <a:ext uri="{FF2B5EF4-FFF2-40B4-BE49-F238E27FC236}">
                      <a16:creationId xmlns:a16="http://schemas.microsoft.com/office/drawing/2014/main" id="{313ACBAD-A10C-AB15-630E-1B0168B134E1}"/>
                    </a:ext>
                  </a:extLst>
                </p:cNvPr>
                <p:cNvPicPr/>
                <p:nvPr/>
              </p:nvPicPr>
              <p:blipFill>
                <a:blip r:embed="rId189"/>
                <a:stretch>
                  <a:fillRect/>
                </a:stretch>
              </p:blipFill>
              <p:spPr>
                <a:xfrm>
                  <a:off x="8182674" y="3659682"/>
                  <a:ext cx="907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1" name="Ink 110">
                  <a:extLst>
                    <a:ext uri="{FF2B5EF4-FFF2-40B4-BE49-F238E27FC236}">
                      <a16:creationId xmlns:a16="http://schemas.microsoft.com/office/drawing/2014/main" id="{C4C63F3D-0616-DAEF-D68F-FA0E998DC383}"/>
                    </a:ext>
                  </a:extLst>
                </p14:cNvPr>
                <p14:cNvContentPartPr/>
                <p14:nvPr/>
              </p14:nvContentPartPr>
              <p14:xfrm>
                <a:off x="8290314" y="3655722"/>
                <a:ext cx="99000" cy="176760"/>
              </p14:xfrm>
            </p:contentPart>
          </mc:Choice>
          <mc:Fallback>
            <p:pic>
              <p:nvPicPr>
                <p:cNvPr id="111" name="Ink 110">
                  <a:extLst>
                    <a:ext uri="{FF2B5EF4-FFF2-40B4-BE49-F238E27FC236}">
                      <a16:creationId xmlns:a16="http://schemas.microsoft.com/office/drawing/2014/main" id="{C4C63F3D-0616-DAEF-D68F-FA0E998DC383}"/>
                    </a:ext>
                  </a:extLst>
                </p:cNvPr>
                <p:cNvPicPr/>
                <p:nvPr/>
              </p:nvPicPr>
              <p:blipFill>
                <a:blip r:embed="rId191"/>
                <a:stretch>
                  <a:fillRect/>
                </a:stretch>
              </p:blipFill>
              <p:spPr>
                <a:xfrm>
                  <a:off x="8284194" y="3649602"/>
                  <a:ext cx="11124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2" name="Ink 111">
                  <a:extLst>
                    <a:ext uri="{FF2B5EF4-FFF2-40B4-BE49-F238E27FC236}">
                      <a16:creationId xmlns:a16="http://schemas.microsoft.com/office/drawing/2014/main" id="{B53AFF31-5D5B-26C6-E969-3AC8CD45D50D}"/>
                    </a:ext>
                  </a:extLst>
                </p14:cNvPr>
                <p14:cNvContentPartPr/>
                <p14:nvPr/>
              </p14:nvContentPartPr>
              <p14:xfrm>
                <a:off x="8384274" y="3668682"/>
                <a:ext cx="141480" cy="100800"/>
              </p14:xfrm>
            </p:contentPart>
          </mc:Choice>
          <mc:Fallback>
            <p:pic>
              <p:nvPicPr>
                <p:cNvPr id="112" name="Ink 111">
                  <a:extLst>
                    <a:ext uri="{FF2B5EF4-FFF2-40B4-BE49-F238E27FC236}">
                      <a16:creationId xmlns:a16="http://schemas.microsoft.com/office/drawing/2014/main" id="{B53AFF31-5D5B-26C6-E969-3AC8CD45D50D}"/>
                    </a:ext>
                  </a:extLst>
                </p:cNvPr>
                <p:cNvPicPr/>
                <p:nvPr/>
              </p:nvPicPr>
              <p:blipFill>
                <a:blip r:embed="rId193"/>
                <a:stretch>
                  <a:fillRect/>
                </a:stretch>
              </p:blipFill>
              <p:spPr>
                <a:xfrm>
                  <a:off x="8378154" y="3662562"/>
                  <a:ext cx="1537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3" name="Ink 112">
                  <a:extLst>
                    <a:ext uri="{FF2B5EF4-FFF2-40B4-BE49-F238E27FC236}">
                      <a16:creationId xmlns:a16="http://schemas.microsoft.com/office/drawing/2014/main" id="{72C5CE24-C433-B55B-519E-562EB1F8A49F}"/>
                    </a:ext>
                  </a:extLst>
                </p14:cNvPr>
                <p14:cNvContentPartPr/>
                <p14:nvPr/>
              </p14:nvContentPartPr>
              <p14:xfrm>
                <a:off x="8587314" y="3568602"/>
                <a:ext cx="123840" cy="190080"/>
              </p14:xfrm>
            </p:contentPart>
          </mc:Choice>
          <mc:Fallback>
            <p:pic>
              <p:nvPicPr>
                <p:cNvPr id="113" name="Ink 112">
                  <a:extLst>
                    <a:ext uri="{FF2B5EF4-FFF2-40B4-BE49-F238E27FC236}">
                      <a16:creationId xmlns:a16="http://schemas.microsoft.com/office/drawing/2014/main" id="{72C5CE24-C433-B55B-519E-562EB1F8A49F}"/>
                    </a:ext>
                  </a:extLst>
                </p:cNvPr>
                <p:cNvPicPr/>
                <p:nvPr/>
              </p:nvPicPr>
              <p:blipFill>
                <a:blip r:embed="rId195"/>
                <a:stretch>
                  <a:fillRect/>
                </a:stretch>
              </p:blipFill>
              <p:spPr>
                <a:xfrm>
                  <a:off x="8581194" y="3562482"/>
                  <a:ext cx="13608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4" name="Ink 113">
                  <a:extLst>
                    <a:ext uri="{FF2B5EF4-FFF2-40B4-BE49-F238E27FC236}">
                      <a16:creationId xmlns:a16="http://schemas.microsoft.com/office/drawing/2014/main" id="{AC325C4E-F890-5858-4641-8F40ABE7832C}"/>
                    </a:ext>
                  </a:extLst>
                </p14:cNvPr>
                <p14:cNvContentPartPr/>
                <p14:nvPr/>
              </p14:nvContentPartPr>
              <p14:xfrm>
                <a:off x="8812674" y="3716202"/>
                <a:ext cx="5400" cy="5040"/>
              </p14:xfrm>
            </p:contentPart>
          </mc:Choice>
          <mc:Fallback>
            <p:pic>
              <p:nvPicPr>
                <p:cNvPr id="114" name="Ink 113">
                  <a:extLst>
                    <a:ext uri="{FF2B5EF4-FFF2-40B4-BE49-F238E27FC236}">
                      <a16:creationId xmlns:a16="http://schemas.microsoft.com/office/drawing/2014/main" id="{AC325C4E-F890-5858-4641-8F40ABE7832C}"/>
                    </a:ext>
                  </a:extLst>
                </p:cNvPr>
                <p:cNvPicPr/>
                <p:nvPr/>
              </p:nvPicPr>
              <p:blipFill>
                <a:blip r:embed="rId197"/>
                <a:stretch>
                  <a:fillRect/>
                </a:stretch>
              </p:blipFill>
              <p:spPr>
                <a:xfrm>
                  <a:off x="8806554" y="3710082"/>
                  <a:ext cx="17640" cy="17280"/>
                </a:xfrm>
                <a:prstGeom prst="rect">
                  <a:avLst/>
                </a:prstGeom>
              </p:spPr>
            </p:pic>
          </mc:Fallback>
        </mc:AlternateContent>
      </p:grpSp>
      <p:grpSp>
        <p:nvGrpSpPr>
          <p:cNvPr id="123" name="Group 122">
            <a:extLst>
              <a:ext uri="{FF2B5EF4-FFF2-40B4-BE49-F238E27FC236}">
                <a16:creationId xmlns:a16="http://schemas.microsoft.com/office/drawing/2014/main" id="{7CE16DA9-9029-5891-8C4E-D49DB9EFE6A4}"/>
              </a:ext>
            </a:extLst>
          </p:cNvPr>
          <p:cNvGrpSpPr/>
          <p:nvPr/>
        </p:nvGrpSpPr>
        <p:grpSpPr>
          <a:xfrm>
            <a:off x="1179234" y="3517122"/>
            <a:ext cx="482760" cy="415440"/>
            <a:chOff x="1179234" y="3517122"/>
            <a:chExt cx="482760" cy="415440"/>
          </a:xfrm>
        </p:grpSpPr>
        <mc:AlternateContent xmlns:mc="http://schemas.openxmlformats.org/markup-compatibility/2006">
          <mc:Choice xmlns:p14="http://schemas.microsoft.com/office/powerpoint/2010/main" Requires="p14">
            <p:contentPart p14:bwMode="auto" r:id="rId198">
              <p14:nvContentPartPr>
                <p14:cNvPr id="116" name="Ink 115">
                  <a:extLst>
                    <a:ext uri="{FF2B5EF4-FFF2-40B4-BE49-F238E27FC236}">
                      <a16:creationId xmlns:a16="http://schemas.microsoft.com/office/drawing/2014/main" id="{6EEE6D9F-32C4-18FE-9E3E-F325E1BEEB7C}"/>
                    </a:ext>
                  </a:extLst>
                </p14:cNvPr>
                <p14:cNvContentPartPr/>
                <p14:nvPr/>
              </p14:nvContentPartPr>
              <p14:xfrm>
                <a:off x="1277874" y="3607482"/>
                <a:ext cx="67680" cy="54000"/>
              </p14:xfrm>
            </p:contentPart>
          </mc:Choice>
          <mc:Fallback>
            <p:pic>
              <p:nvPicPr>
                <p:cNvPr id="116" name="Ink 115">
                  <a:extLst>
                    <a:ext uri="{FF2B5EF4-FFF2-40B4-BE49-F238E27FC236}">
                      <a16:creationId xmlns:a16="http://schemas.microsoft.com/office/drawing/2014/main" id="{6EEE6D9F-32C4-18FE-9E3E-F325E1BEEB7C}"/>
                    </a:ext>
                  </a:extLst>
                </p:cNvPr>
                <p:cNvPicPr/>
                <p:nvPr/>
              </p:nvPicPr>
              <p:blipFill>
                <a:blip r:embed="rId199"/>
                <a:stretch>
                  <a:fillRect/>
                </a:stretch>
              </p:blipFill>
              <p:spPr>
                <a:xfrm>
                  <a:off x="1271754" y="3601362"/>
                  <a:ext cx="7992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7" name="Ink 116">
                  <a:extLst>
                    <a:ext uri="{FF2B5EF4-FFF2-40B4-BE49-F238E27FC236}">
                      <a16:creationId xmlns:a16="http://schemas.microsoft.com/office/drawing/2014/main" id="{1835C9A8-0A24-EBE1-BBCF-7522D367844A}"/>
                    </a:ext>
                  </a:extLst>
                </p14:cNvPr>
                <p14:cNvContentPartPr/>
                <p14:nvPr/>
              </p14:nvContentPartPr>
              <p14:xfrm>
                <a:off x="1179234" y="3639162"/>
                <a:ext cx="181080" cy="252000"/>
              </p14:xfrm>
            </p:contentPart>
          </mc:Choice>
          <mc:Fallback>
            <p:pic>
              <p:nvPicPr>
                <p:cNvPr id="117" name="Ink 116">
                  <a:extLst>
                    <a:ext uri="{FF2B5EF4-FFF2-40B4-BE49-F238E27FC236}">
                      <a16:creationId xmlns:a16="http://schemas.microsoft.com/office/drawing/2014/main" id="{1835C9A8-0A24-EBE1-BBCF-7522D367844A}"/>
                    </a:ext>
                  </a:extLst>
                </p:cNvPr>
                <p:cNvPicPr/>
                <p:nvPr/>
              </p:nvPicPr>
              <p:blipFill>
                <a:blip r:embed="rId201"/>
                <a:stretch>
                  <a:fillRect/>
                </a:stretch>
              </p:blipFill>
              <p:spPr>
                <a:xfrm>
                  <a:off x="1173114" y="3633042"/>
                  <a:ext cx="19332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8" name="Ink 117">
                  <a:extLst>
                    <a:ext uri="{FF2B5EF4-FFF2-40B4-BE49-F238E27FC236}">
                      <a16:creationId xmlns:a16="http://schemas.microsoft.com/office/drawing/2014/main" id="{618F986A-C97E-1418-A3F9-E3376B7EC1C5}"/>
                    </a:ext>
                  </a:extLst>
                </p14:cNvPr>
                <p14:cNvContentPartPr/>
                <p14:nvPr/>
              </p14:nvContentPartPr>
              <p14:xfrm>
                <a:off x="1392714" y="3652482"/>
                <a:ext cx="86040" cy="159120"/>
              </p14:xfrm>
            </p:contentPart>
          </mc:Choice>
          <mc:Fallback>
            <p:pic>
              <p:nvPicPr>
                <p:cNvPr id="118" name="Ink 117">
                  <a:extLst>
                    <a:ext uri="{FF2B5EF4-FFF2-40B4-BE49-F238E27FC236}">
                      <a16:creationId xmlns:a16="http://schemas.microsoft.com/office/drawing/2014/main" id="{618F986A-C97E-1418-A3F9-E3376B7EC1C5}"/>
                    </a:ext>
                  </a:extLst>
                </p:cNvPr>
                <p:cNvPicPr/>
                <p:nvPr/>
              </p:nvPicPr>
              <p:blipFill>
                <a:blip r:embed="rId203"/>
                <a:stretch>
                  <a:fillRect/>
                </a:stretch>
              </p:blipFill>
              <p:spPr>
                <a:xfrm>
                  <a:off x="1386594" y="3646362"/>
                  <a:ext cx="982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9" name="Ink 118">
                  <a:extLst>
                    <a:ext uri="{FF2B5EF4-FFF2-40B4-BE49-F238E27FC236}">
                      <a16:creationId xmlns:a16="http://schemas.microsoft.com/office/drawing/2014/main" id="{4FF92241-5544-8817-1728-B31D7EC09A05}"/>
                    </a:ext>
                  </a:extLst>
                </p14:cNvPr>
                <p14:cNvContentPartPr/>
                <p14:nvPr/>
              </p14:nvContentPartPr>
              <p14:xfrm>
                <a:off x="1528074" y="3622602"/>
                <a:ext cx="103320" cy="309960"/>
              </p14:xfrm>
            </p:contentPart>
          </mc:Choice>
          <mc:Fallback>
            <p:pic>
              <p:nvPicPr>
                <p:cNvPr id="119" name="Ink 118">
                  <a:extLst>
                    <a:ext uri="{FF2B5EF4-FFF2-40B4-BE49-F238E27FC236}">
                      <a16:creationId xmlns:a16="http://schemas.microsoft.com/office/drawing/2014/main" id="{4FF92241-5544-8817-1728-B31D7EC09A05}"/>
                    </a:ext>
                  </a:extLst>
                </p:cNvPr>
                <p:cNvPicPr/>
                <p:nvPr/>
              </p:nvPicPr>
              <p:blipFill>
                <a:blip r:embed="rId205"/>
                <a:stretch>
                  <a:fillRect/>
                </a:stretch>
              </p:blipFill>
              <p:spPr>
                <a:xfrm>
                  <a:off x="1521954" y="3616482"/>
                  <a:ext cx="115560" cy="3222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0" name="Ink 119">
                  <a:extLst>
                    <a:ext uri="{FF2B5EF4-FFF2-40B4-BE49-F238E27FC236}">
                      <a16:creationId xmlns:a16="http://schemas.microsoft.com/office/drawing/2014/main" id="{6EDF98B9-7112-5A72-23FB-826A4251994B}"/>
                    </a:ext>
                  </a:extLst>
                </p14:cNvPr>
                <p14:cNvContentPartPr/>
                <p14:nvPr/>
              </p14:nvContentPartPr>
              <p14:xfrm>
                <a:off x="1631754" y="3829962"/>
                <a:ext cx="30240" cy="33480"/>
              </p14:xfrm>
            </p:contentPart>
          </mc:Choice>
          <mc:Fallback>
            <p:pic>
              <p:nvPicPr>
                <p:cNvPr id="120" name="Ink 119">
                  <a:extLst>
                    <a:ext uri="{FF2B5EF4-FFF2-40B4-BE49-F238E27FC236}">
                      <a16:creationId xmlns:a16="http://schemas.microsoft.com/office/drawing/2014/main" id="{6EDF98B9-7112-5A72-23FB-826A4251994B}"/>
                    </a:ext>
                  </a:extLst>
                </p:cNvPr>
                <p:cNvPicPr/>
                <p:nvPr/>
              </p:nvPicPr>
              <p:blipFill>
                <a:blip r:embed="rId207"/>
                <a:stretch>
                  <a:fillRect/>
                </a:stretch>
              </p:blipFill>
              <p:spPr>
                <a:xfrm>
                  <a:off x="1625634" y="3823842"/>
                  <a:ext cx="4248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1" name="Ink 120">
                  <a:extLst>
                    <a:ext uri="{FF2B5EF4-FFF2-40B4-BE49-F238E27FC236}">
                      <a16:creationId xmlns:a16="http://schemas.microsoft.com/office/drawing/2014/main" id="{2C742317-8EB1-25FE-E0D7-FE92834721A8}"/>
                    </a:ext>
                  </a:extLst>
                </p14:cNvPr>
                <p14:cNvContentPartPr/>
                <p14:nvPr/>
              </p14:nvContentPartPr>
              <p14:xfrm>
                <a:off x="1511514" y="3517122"/>
                <a:ext cx="41760" cy="66600"/>
              </p14:xfrm>
            </p:contentPart>
          </mc:Choice>
          <mc:Fallback>
            <p:pic>
              <p:nvPicPr>
                <p:cNvPr id="121" name="Ink 120">
                  <a:extLst>
                    <a:ext uri="{FF2B5EF4-FFF2-40B4-BE49-F238E27FC236}">
                      <a16:creationId xmlns:a16="http://schemas.microsoft.com/office/drawing/2014/main" id="{2C742317-8EB1-25FE-E0D7-FE92834721A8}"/>
                    </a:ext>
                  </a:extLst>
                </p:cNvPr>
                <p:cNvPicPr/>
                <p:nvPr/>
              </p:nvPicPr>
              <p:blipFill>
                <a:blip r:embed="rId209"/>
                <a:stretch>
                  <a:fillRect/>
                </a:stretch>
              </p:blipFill>
              <p:spPr>
                <a:xfrm>
                  <a:off x="1505394" y="3511002"/>
                  <a:ext cx="54000" cy="7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0">
            <p14:nvContentPartPr>
              <p14:cNvPr id="122" name="Ink 121">
                <a:extLst>
                  <a:ext uri="{FF2B5EF4-FFF2-40B4-BE49-F238E27FC236}">
                    <a16:creationId xmlns:a16="http://schemas.microsoft.com/office/drawing/2014/main" id="{AEF0D319-6B3A-1405-CD12-FFAA2B790888}"/>
                  </a:ext>
                </a:extLst>
              </p14:cNvPr>
              <p14:cNvContentPartPr/>
              <p14:nvPr/>
            </p14:nvContentPartPr>
            <p14:xfrm>
              <a:off x="634914" y="3757242"/>
              <a:ext cx="371880" cy="147240"/>
            </p14:xfrm>
          </p:contentPart>
        </mc:Choice>
        <mc:Fallback>
          <p:pic>
            <p:nvPicPr>
              <p:cNvPr id="122" name="Ink 121">
                <a:extLst>
                  <a:ext uri="{FF2B5EF4-FFF2-40B4-BE49-F238E27FC236}">
                    <a16:creationId xmlns:a16="http://schemas.microsoft.com/office/drawing/2014/main" id="{AEF0D319-6B3A-1405-CD12-FFAA2B790888}"/>
                  </a:ext>
                </a:extLst>
              </p:cNvPr>
              <p:cNvPicPr/>
              <p:nvPr/>
            </p:nvPicPr>
            <p:blipFill>
              <a:blip r:embed="rId211"/>
              <a:stretch>
                <a:fillRect/>
              </a:stretch>
            </p:blipFill>
            <p:spPr>
              <a:xfrm>
                <a:off x="628794" y="3751122"/>
                <a:ext cx="3841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4" name="Ink 123">
                <a:extLst>
                  <a:ext uri="{FF2B5EF4-FFF2-40B4-BE49-F238E27FC236}">
                    <a16:creationId xmlns:a16="http://schemas.microsoft.com/office/drawing/2014/main" id="{B6E80D00-8F13-9E01-A538-FE3D80E9B8B5}"/>
                  </a:ext>
                </a:extLst>
              </p14:cNvPr>
              <p14:cNvContentPartPr/>
              <p14:nvPr/>
            </p14:nvContentPartPr>
            <p14:xfrm>
              <a:off x="2078514" y="3657882"/>
              <a:ext cx="205920" cy="128880"/>
            </p14:xfrm>
          </p:contentPart>
        </mc:Choice>
        <mc:Fallback>
          <p:pic>
            <p:nvPicPr>
              <p:cNvPr id="124" name="Ink 123">
                <a:extLst>
                  <a:ext uri="{FF2B5EF4-FFF2-40B4-BE49-F238E27FC236}">
                    <a16:creationId xmlns:a16="http://schemas.microsoft.com/office/drawing/2014/main" id="{B6E80D00-8F13-9E01-A538-FE3D80E9B8B5}"/>
                  </a:ext>
                </a:extLst>
              </p:cNvPr>
              <p:cNvPicPr/>
              <p:nvPr/>
            </p:nvPicPr>
            <p:blipFill>
              <a:blip r:embed="rId213"/>
              <a:stretch>
                <a:fillRect/>
              </a:stretch>
            </p:blipFill>
            <p:spPr>
              <a:xfrm>
                <a:off x="2072394" y="3651762"/>
                <a:ext cx="218160" cy="141120"/>
              </a:xfrm>
              <a:prstGeom prst="rect">
                <a:avLst/>
              </a:prstGeom>
            </p:spPr>
          </p:pic>
        </mc:Fallback>
      </mc:AlternateContent>
      <p:grpSp>
        <p:nvGrpSpPr>
          <p:cNvPr id="137" name="Group 136">
            <a:extLst>
              <a:ext uri="{FF2B5EF4-FFF2-40B4-BE49-F238E27FC236}">
                <a16:creationId xmlns:a16="http://schemas.microsoft.com/office/drawing/2014/main" id="{B666546D-BBE2-B232-1DD7-84FE659797F2}"/>
              </a:ext>
            </a:extLst>
          </p:cNvPr>
          <p:cNvGrpSpPr/>
          <p:nvPr/>
        </p:nvGrpSpPr>
        <p:grpSpPr>
          <a:xfrm>
            <a:off x="2447514" y="3514962"/>
            <a:ext cx="1238760" cy="413640"/>
            <a:chOff x="2447514" y="3514962"/>
            <a:chExt cx="1238760" cy="413640"/>
          </a:xfrm>
        </p:grpSpPr>
        <mc:AlternateContent xmlns:mc="http://schemas.openxmlformats.org/markup-compatibility/2006">
          <mc:Choice xmlns:p14="http://schemas.microsoft.com/office/powerpoint/2010/main" Requires="p14">
            <p:contentPart p14:bwMode="auto" r:id="rId214">
              <p14:nvContentPartPr>
                <p14:cNvPr id="125" name="Ink 124">
                  <a:extLst>
                    <a:ext uri="{FF2B5EF4-FFF2-40B4-BE49-F238E27FC236}">
                      <a16:creationId xmlns:a16="http://schemas.microsoft.com/office/drawing/2014/main" id="{A51A175C-4BF6-0EC6-1DE9-9230314E9903}"/>
                    </a:ext>
                  </a:extLst>
                </p14:cNvPr>
                <p14:cNvContentPartPr/>
                <p14:nvPr/>
              </p14:nvContentPartPr>
              <p14:xfrm>
                <a:off x="2576034" y="3527202"/>
                <a:ext cx="182880" cy="325800"/>
              </p14:xfrm>
            </p:contentPart>
          </mc:Choice>
          <mc:Fallback>
            <p:pic>
              <p:nvPicPr>
                <p:cNvPr id="125" name="Ink 124">
                  <a:extLst>
                    <a:ext uri="{FF2B5EF4-FFF2-40B4-BE49-F238E27FC236}">
                      <a16:creationId xmlns:a16="http://schemas.microsoft.com/office/drawing/2014/main" id="{A51A175C-4BF6-0EC6-1DE9-9230314E9903}"/>
                    </a:ext>
                  </a:extLst>
                </p:cNvPr>
                <p:cNvPicPr/>
                <p:nvPr/>
              </p:nvPicPr>
              <p:blipFill>
                <a:blip r:embed="rId215"/>
                <a:stretch>
                  <a:fillRect/>
                </a:stretch>
              </p:blipFill>
              <p:spPr>
                <a:xfrm>
                  <a:off x="2569914" y="3521082"/>
                  <a:ext cx="19512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6" name="Ink 125">
                  <a:extLst>
                    <a:ext uri="{FF2B5EF4-FFF2-40B4-BE49-F238E27FC236}">
                      <a16:creationId xmlns:a16="http://schemas.microsoft.com/office/drawing/2014/main" id="{E014494A-8333-8D7D-8550-CD5910E1BE5C}"/>
                    </a:ext>
                  </a:extLst>
                </p14:cNvPr>
                <p14:cNvContentPartPr/>
                <p14:nvPr/>
              </p14:nvContentPartPr>
              <p14:xfrm>
                <a:off x="2615634" y="3689562"/>
                <a:ext cx="100440" cy="73800"/>
              </p14:xfrm>
            </p:contentPart>
          </mc:Choice>
          <mc:Fallback>
            <p:pic>
              <p:nvPicPr>
                <p:cNvPr id="126" name="Ink 125">
                  <a:extLst>
                    <a:ext uri="{FF2B5EF4-FFF2-40B4-BE49-F238E27FC236}">
                      <a16:creationId xmlns:a16="http://schemas.microsoft.com/office/drawing/2014/main" id="{E014494A-8333-8D7D-8550-CD5910E1BE5C}"/>
                    </a:ext>
                  </a:extLst>
                </p:cNvPr>
                <p:cNvPicPr/>
                <p:nvPr/>
              </p:nvPicPr>
              <p:blipFill>
                <a:blip r:embed="rId217"/>
                <a:stretch>
                  <a:fillRect/>
                </a:stretch>
              </p:blipFill>
              <p:spPr>
                <a:xfrm>
                  <a:off x="2609514" y="3683442"/>
                  <a:ext cx="11268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7" name="Ink 126">
                  <a:extLst>
                    <a:ext uri="{FF2B5EF4-FFF2-40B4-BE49-F238E27FC236}">
                      <a16:creationId xmlns:a16="http://schemas.microsoft.com/office/drawing/2014/main" id="{9C4E72FC-0375-8A92-B8F3-D9FBF484618B}"/>
                    </a:ext>
                  </a:extLst>
                </p14:cNvPr>
                <p14:cNvContentPartPr/>
                <p14:nvPr/>
              </p14:nvContentPartPr>
              <p14:xfrm>
                <a:off x="2624274" y="3758322"/>
                <a:ext cx="125280" cy="90360"/>
              </p14:xfrm>
            </p:contentPart>
          </mc:Choice>
          <mc:Fallback>
            <p:pic>
              <p:nvPicPr>
                <p:cNvPr id="127" name="Ink 126">
                  <a:extLst>
                    <a:ext uri="{FF2B5EF4-FFF2-40B4-BE49-F238E27FC236}">
                      <a16:creationId xmlns:a16="http://schemas.microsoft.com/office/drawing/2014/main" id="{9C4E72FC-0375-8A92-B8F3-D9FBF484618B}"/>
                    </a:ext>
                  </a:extLst>
                </p:cNvPr>
                <p:cNvPicPr/>
                <p:nvPr/>
              </p:nvPicPr>
              <p:blipFill>
                <a:blip r:embed="rId219"/>
                <a:stretch>
                  <a:fillRect/>
                </a:stretch>
              </p:blipFill>
              <p:spPr>
                <a:xfrm>
                  <a:off x="2618154" y="3752202"/>
                  <a:ext cx="13752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8" name="Ink 127">
                  <a:extLst>
                    <a:ext uri="{FF2B5EF4-FFF2-40B4-BE49-F238E27FC236}">
                      <a16:creationId xmlns:a16="http://schemas.microsoft.com/office/drawing/2014/main" id="{D0796BE2-C965-8CB5-AC84-31EAB71A7FBD}"/>
                    </a:ext>
                  </a:extLst>
                </p14:cNvPr>
                <p14:cNvContentPartPr/>
                <p14:nvPr/>
              </p14:nvContentPartPr>
              <p14:xfrm>
                <a:off x="2782314" y="3692082"/>
                <a:ext cx="127440" cy="136440"/>
              </p14:xfrm>
            </p:contentPart>
          </mc:Choice>
          <mc:Fallback>
            <p:pic>
              <p:nvPicPr>
                <p:cNvPr id="128" name="Ink 127">
                  <a:extLst>
                    <a:ext uri="{FF2B5EF4-FFF2-40B4-BE49-F238E27FC236}">
                      <a16:creationId xmlns:a16="http://schemas.microsoft.com/office/drawing/2014/main" id="{D0796BE2-C965-8CB5-AC84-31EAB71A7FBD}"/>
                    </a:ext>
                  </a:extLst>
                </p:cNvPr>
                <p:cNvPicPr/>
                <p:nvPr/>
              </p:nvPicPr>
              <p:blipFill>
                <a:blip r:embed="rId221"/>
                <a:stretch>
                  <a:fillRect/>
                </a:stretch>
              </p:blipFill>
              <p:spPr>
                <a:xfrm>
                  <a:off x="2776194" y="3685962"/>
                  <a:ext cx="13968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29" name="Ink 128">
                  <a:extLst>
                    <a:ext uri="{FF2B5EF4-FFF2-40B4-BE49-F238E27FC236}">
                      <a16:creationId xmlns:a16="http://schemas.microsoft.com/office/drawing/2014/main" id="{B0020B3C-4788-5FF1-FF2F-71CCA154C719}"/>
                    </a:ext>
                  </a:extLst>
                </p14:cNvPr>
                <p14:cNvContentPartPr/>
                <p14:nvPr/>
              </p14:nvContentPartPr>
              <p14:xfrm>
                <a:off x="2957634" y="3687042"/>
                <a:ext cx="110880" cy="81000"/>
              </p14:xfrm>
            </p:contentPart>
          </mc:Choice>
          <mc:Fallback>
            <p:pic>
              <p:nvPicPr>
                <p:cNvPr id="129" name="Ink 128">
                  <a:extLst>
                    <a:ext uri="{FF2B5EF4-FFF2-40B4-BE49-F238E27FC236}">
                      <a16:creationId xmlns:a16="http://schemas.microsoft.com/office/drawing/2014/main" id="{B0020B3C-4788-5FF1-FF2F-71CCA154C719}"/>
                    </a:ext>
                  </a:extLst>
                </p:cNvPr>
                <p:cNvPicPr/>
                <p:nvPr/>
              </p:nvPicPr>
              <p:blipFill>
                <a:blip r:embed="rId223"/>
                <a:stretch>
                  <a:fillRect/>
                </a:stretch>
              </p:blipFill>
              <p:spPr>
                <a:xfrm>
                  <a:off x="2951514" y="3680922"/>
                  <a:ext cx="12312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0" name="Ink 129">
                  <a:extLst>
                    <a:ext uri="{FF2B5EF4-FFF2-40B4-BE49-F238E27FC236}">
                      <a16:creationId xmlns:a16="http://schemas.microsoft.com/office/drawing/2014/main" id="{40506573-9E3D-3878-09FA-1ED6F5DFDC1A}"/>
                    </a:ext>
                  </a:extLst>
                </p14:cNvPr>
                <p14:cNvContentPartPr/>
                <p14:nvPr/>
              </p14:nvContentPartPr>
              <p14:xfrm>
                <a:off x="3123954" y="3607482"/>
                <a:ext cx="233640" cy="149760"/>
              </p14:xfrm>
            </p:contentPart>
          </mc:Choice>
          <mc:Fallback>
            <p:pic>
              <p:nvPicPr>
                <p:cNvPr id="130" name="Ink 129">
                  <a:extLst>
                    <a:ext uri="{FF2B5EF4-FFF2-40B4-BE49-F238E27FC236}">
                      <a16:creationId xmlns:a16="http://schemas.microsoft.com/office/drawing/2014/main" id="{40506573-9E3D-3878-09FA-1ED6F5DFDC1A}"/>
                    </a:ext>
                  </a:extLst>
                </p:cNvPr>
                <p:cNvPicPr/>
                <p:nvPr/>
              </p:nvPicPr>
              <p:blipFill>
                <a:blip r:embed="rId225"/>
                <a:stretch>
                  <a:fillRect/>
                </a:stretch>
              </p:blipFill>
              <p:spPr>
                <a:xfrm>
                  <a:off x="3117834" y="3601362"/>
                  <a:ext cx="24588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1" name="Ink 130">
                  <a:extLst>
                    <a:ext uri="{FF2B5EF4-FFF2-40B4-BE49-F238E27FC236}">
                      <a16:creationId xmlns:a16="http://schemas.microsoft.com/office/drawing/2014/main" id="{C8030BBD-ABC6-7225-0317-F7F9C4BD7F4B}"/>
                    </a:ext>
                  </a:extLst>
                </p14:cNvPr>
                <p14:cNvContentPartPr/>
                <p14:nvPr/>
              </p14:nvContentPartPr>
              <p14:xfrm>
                <a:off x="3363714" y="3631602"/>
                <a:ext cx="120240" cy="95040"/>
              </p14:xfrm>
            </p:contentPart>
          </mc:Choice>
          <mc:Fallback>
            <p:pic>
              <p:nvPicPr>
                <p:cNvPr id="131" name="Ink 130">
                  <a:extLst>
                    <a:ext uri="{FF2B5EF4-FFF2-40B4-BE49-F238E27FC236}">
                      <a16:creationId xmlns:a16="http://schemas.microsoft.com/office/drawing/2014/main" id="{C8030BBD-ABC6-7225-0317-F7F9C4BD7F4B}"/>
                    </a:ext>
                  </a:extLst>
                </p:cNvPr>
                <p:cNvPicPr/>
                <p:nvPr/>
              </p:nvPicPr>
              <p:blipFill>
                <a:blip r:embed="rId227"/>
                <a:stretch>
                  <a:fillRect/>
                </a:stretch>
              </p:blipFill>
              <p:spPr>
                <a:xfrm>
                  <a:off x="3357594" y="3625482"/>
                  <a:ext cx="13248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2" name="Ink 131">
                  <a:extLst>
                    <a:ext uri="{FF2B5EF4-FFF2-40B4-BE49-F238E27FC236}">
                      <a16:creationId xmlns:a16="http://schemas.microsoft.com/office/drawing/2014/main" id="{99177B7F-976C-D8A1-04BA-E8424C660C82}"/>
                    </a:ext>
                  </a:extLst>
                </p14:cNvPr>
                <p14:cNvContentPartPr/>
                <p14:nvPr/>
              </p14:nvContentPartPr>
              <p14:xfrm>
                <a:off x="3501234" y="3514962"/>
                <a:ext cx="97920" cy="228960"/>
              </p14:xfrm>
            </p:contentPart>
          </mc:Choice>
          <mc:Fallback>
            <p:pic>
              <p:nvPicPr>
                <p:cNvPr id="132" name="Ink 131">
                  <a:extLst>
                    <a:ext uri="{FF2B5EF4-FFF2-40B4-BE49-F238E27FC236}">
                      <a16:creationId xmlns:a16="http://schemas.microsoft.com/office/drawing/2014/main" id="{99177B7F-976C-D8A1-04BA-E8424C660C82}"/>
                    </a:ext>
                  </a:extLst>
                </p:cNvPr>
                <p:cNvPicPr/>
                <p:nvPr/>
              </p:nvPicPr>
              <p:blipFill>
                <a:blip r:embed="rId229"/>
                <a:stretch>
                  <a:fillRect/>
                </a:stretch>
              </p:blipFill>
              <p:spPr>
                <a:xfrm>
                  <a:off x="3495114" y="3508842"/>
                  <a:ext cx="11016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3" name="Ink 132">
                  <a:extLst>
                    <a:ext uri="{FF2B5EF4-FFF2-40B4-BE49-F238E27FC236}">
                      <a16:creationId xmlns:a16="http://schemas.microsoft.com/office/drawing/2014/main" id="{99738A68-67FD-4667-4661-4B47A57F9233}"/>
                    </a:ext>
                  </a:extLst>
                </p14:cNvPr>
                <p14:cNvContentPartPr/>
                <p14:nvPr/>
              </p14:nvContentPartPr>
              <p14:xfrm>
                <a:off x="3613914" y="3586602"/>
                <a:ext cx="72360" cy="131400"/>
              </p14:xfrm>
            </p:contentPart>
          </mc:Choice>
          <mc:Fallback>
            <p:pic>
              <p:nvPicPr>
                <p:cNvPr id="133" name="Ink 132">
                  <a:extLst>
                    <a:ext uri="{FF2B5EF4-FFF2-40B4-BE49-F238E27FC236}">
                      <a16:creationId xmlns:a16="http://schemas.microsoft.com/office/drawing/2014/main" id="{99738A68-67FD-4667-4661-4B47A57F9233}"/>
                    </a:ext>
                  </a:extLst>
                </p:cNvPr>
                <p:cNvPicPr/>
                <p:nvPr/>
              </p:nvPicPr>
              <p:blipFill>
                <a:blip r:embed="rId231"/>
                <a:stretch>
                  <a:fillRect/>
                </a:stretch>
              </p:blipFill>
              <p:spPr>
                <a:xfrm>
                  <a:off x="3607794" y="3580482"/>
                  <a:ext cx="8460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5" name="Ink 134">
                  <a:extLst>
                    <a:ext uri="{FF2B5EF4-FFF2-40B4-BE49-F238E27FC236}">
                      <a16:creationId xmlns:a16="http://schemas.microsoft.com/office/drawing/2014/main" id="{EEC28775-4F5A-F5E9-44D7-F331139025A9}"/>
                    </a:ext>
                  </a:extLst>
                </p14:cNvPr>
                <p14:cNvContentPartPr/>
                <p14:nvPr/>
              </p14:nvContentPartPr>
              <p14:xfrm>
                <a:off x="2447514" y="3814122"/>
                <a:ext cx="101880" cy="114480"/>
              </p14:xfrm>
            </p:contentPart>
          </mc:Choice>
          <mc:Fallback>
            <p:pic>
              <p:nvPicPr>
                <p:cNvPr id="135" name="Ink 134">
                  <a:extLst>
                    <a:ext uri="{FF2B5EF4-FFF2-40B4-BE49-F238E27FC236}">
                      <a16:creationId xmlns:a16="http://schemas.microsoft.com/office/drawing/2014/main" id="{EEC28775-4F5A-F5E9-44D7-F331139025A9}"/>
                    </a:ext>
                  </a:extLst>
                </p:cNvPr>
                <p:cNvPicPr/>
                <p:nvPr/>
              </p:nvPicPr>
              <p:blipFill>
                <a:blip r:embed="rId233"/>
                <a:stretch>
                  <a:fillRect/>
                </a:stretch>
              </p:blipFill>
              <p:spPr>
                <a:xfrm>
                  <a:off x="2441394" y="3808002"/>
                  <a:ext cx="114120" cy="126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4">
            <p14:nvContentPartPr>
              <p14:cNvPr id="136" name="Ink 135">
                <a:extLst>
                  <a:ext uri="{FF2B5EF4-FFF2-40B4-BE49-F238E27FC236}">
                    <a16:creationId xmlns:a16="http://schemas.microsoft.com/office/drawing/2014/main" id="{EC8F98BB-5E0E-D01B-8D5F-0E5534816553}"/>
                  </a:ext>
                </a:extLst>
              </p14:cNvPr>
              <p14:cNvContentPartPr/>
              <p14:nvPr/>
            </p14:nvContentPartPr>
            <p14:xfrm>
              <a:off x="2505474" y="4181322"/>
              <a:ext cx="58680" cy="111960"/>
            </p14:xfrm>
          </p:contentPart>
        </mc:Choice>
        <mc:Fallback>
          <p:pic>
            <p:nvPicPr>
              <p:cNvPr id="136" name="Ink 135">
                <a:extLst>
                  <a:ext uri="{FF2B5EF4-FFF2-40B4-BE49-F238E27FC236}">
                    <a16:creationId xmlns:a16="http://schemas.microsoft.com/office/drawing/2014/main" id="{EC8F98BB-5E0E-D01B-8D5F-0E5534816553}"/>
                  </a:ext>
                </a:extLst>
              </p:cNvPr>
              <p:cNvPicPr/>
              <p:nvPr/>
            </p:nvPicPr>
            <p:blipFill>
              <a:blip r:embed="rId235"/>
              <a:stretch>
                <a:fillRect/>
              </a:stretch>
            </p:blipFill>
            <p:spPr>
              <a:xfrm>
                <a:off x="2499354" y="4175202"/>
                <a:ext cx="70920" cy="124200"/>
              </a:xfrm>
              <a:prstGeom prst="rect">
                <a:avLst/>
              </a:prstGeom>
            </p:spPr>
          </p:pic>
        </mc:Fallback>
      </mc:AlternateContent>
      <p:grpSp>
        <p:nvGrpSpPr>
          <p:cNvPr id="143" name="Group 142">
            <a:extLst>
              <a:ext uri="{FF2B5EF4-FFF2-40B4-BE49-F238E27FC236}">
                <a16:creationId xmlns:a16="http://schemas.microsoft.com/office/drawing/2014/main" id="{63FCB63F-B49A-479E-6926-A1694406CDF3}"/>
              </a:ext>
            </a:extLst>
          </p:cNvPr>
          <p:cNvGrpSpPr/>
          <p:nvPr/>
        </p:nvGrpSpPr>
        <p:grpSpPr>
          <a:xfrm>
            <a:off x="2766834" y="4019322"/>
            <a:ext cx="819000" cy="443160"/>
            <a:chOff x="2766834" y="4019322"/>
            <a:chExt cx="819000" cy="443160"/>
          </a:xfrm>
        </p:grpSpPr>
        <mc:AlternateContent xmlns:mc="http://schemas.openxmlformats.org/markup-compatibility/2006">
          <mc:Choice xmlns:p14="http://schemas.microsoft.com/office/powerpoint/2010/main" Requires="p14">
            <p:contentPart p14:bwMode="auto" r:id="rId236">
              <p14:nvContentPartPr>
                <p14:cNvPr id="138" name="Ink 137">
                  <a:extLst>
                    <a:ext uri="{FF2B5EF4-FFF2-40B4-BE49-F238E27FC236}">
                      <a16:creationId xmlns:a16="http://schemas.microsoft.com/office/drawing/2014/main" id="{07548A24-0509-E00C-1323-78F8E3AA3065}"/>
                    </a:ext>
                  </a:extLst>
                </p14:cNvPr>
                <p14:cNvContentPartPr/>
                <p14:nvPr/>
              </p14:nvContentPartPr>
              <p14:xfrm>
                <a:off x="2766834" y="4019322"/>
                <a:ext cx="212760" cy="270720"/>
              </p14:xfrm>
            </p:contentPart>
          </mc:Choice>
          <mc:Fallback>
            <p:pic>
              <p:nvPicPr>
                <p:cNvPr id="138" name="Ink 137">
                  <a:extLst>
                    <a:ext uri="{FF2B5EF4-FFF2-40B4-BE49-F238E27FC236}">
                      <a16:creationId xmlns:a16="http://schemas.microsoft.com/office/drawing/2014/main" id="{07548A24-0509-E00C-1323-78F8E3AA3065}"/>
                    </a:ext>
                  </a:extLst>
                </p:cNvPr>
                <p:cNvPicPr/>
                <p:nvPr/>
              </p:nvPicPr>
              <p:blipFill>
                <a:blip r:embed="rId237"/>
                <a:stretch>
                  <a:fillRect/>
                </a:stretch>
              </p:blipFill>
              <p:spPr>
                <a:xfrm>
                  <a:off x="2760714" y="4013202"/>
                  <a:ext cx="22500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39" name="Ink 138">
                  <a:extLst>
                    <a:ext uri="{FF2B5EF4-FFF2-40B4-BE49-F238E27FC236}">
                      <a16:creationId xmlns:a16="http://schemas.microsoft.com/office/drawing/2014/main" id="{A6C1F47A-818C-0729-63D8-6C6F37D89D0A}"/>
                    </a:ext>
                  </a:extLst>
                </p14:cNvPr>
                <p14:cNvContentPartPr/>
                <p14:nvPr/>
              </p14:nvContentPartPr>
              <p14:xfrm>
                <a:off x="3022434" y="4198602"/>
                <a:ext cx="29520" cy="263880"/>
              </p14:xfrm>
            </p:contentPart>
          </mc:Choice>
          <mc:Fallback>
            <p:pic>
              <p:nvPicPr>
                <p:cNvPr id="139" name="Ink 138">
                  <a:extLst>
                    <a:ext uri="{FF2B5EF4-FFF2-40B4-BE49-F238E27FC236}">
                      <a16:creationId xmlns:a16="http://schemas.microsoft.com/office/drawing/2014/main" id="{A6C1F47A-818C-0729-63D8-6C6F37D89D0A}"/>
                    </a:ext>
                  </a:extLst>
                </p:cNvPr>
                <p:cNvPicPr/>
                <p:nvPr/>
              </p:nvPicPr>
              <p:blipFill>
                <a:blip r:embed="rId239"/>
                <a:stretch>
                  <a:fillRect/>
                </a:stretch>
              </p:blipFill>
              <p:spPr>
                <a:xfrm>
                  <a:off x="3016314" y="4192482"/>
                  <a:ext cx="4176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0" name="Ink 139">
                  <a:extLst>
                    <a:ext uri="{FF2B5EF4-FFF2-40B4-BE49-F238E27FC236}">
                      <a16:creationId xmlns:a16="http://schemas.microsoft.com/office/drawing/2014/main" id="{7A63A372-E8C4-0317-F0BC-BC8C6E9CC325}"/>
                    </a:ext>
                  </a:extLst>
                </p14:cNvPr>
                <p14:cNvContentPartPr/>
                <p14:nvPr/>
              </p14:nvContentPartPr>
              <p14:xfrm>
                <a:off x="3014154" y="4167282"/>
                <a:ext cx="107640" cy="128880"/>
              </p14:xfrm>
            </p:contentPart>
          </mc:Choice>
          <mc:Fallback>
            <p:pic>
              <p:nvPicPr>
                <p:cNvPr id="140" name="Ink 139">
                  <a:extLst>
                    <a:ext uri="{FF2B5EF4-FFF2-40B4-BE49-F238E27FC236}">
                      <a16:creationId xmlns:a16="http://schemas.microsoft.com/office/drawing/2014/main" id="{7A63A372-E8C4-0317-F0BC-BC8C6E9CC325}"/>
                    </a:ext>
                  </a:extLst>
                </p:cNvPr>
                <p:cNvPicPr/>
                <p:nvPr/>
              </p:nvPicPr>
              <p:blipFill>
                <a:blip r:embed="rId241"/>
                <a:stretch>
                  <a:fillRect/>
                </a:stretch>
              </p:blipFill>
              <p:spPr>
                <a:xfrm>
                  <a:off x="3008034" y="4161162"/>
                  <a:ext cx="1198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1" name="Ink 140">
                  <a:extLst>
                    <a:ext uri="{FF2B5EF4-FFF2-40B4-BE49-F238E27FC236}">
                      <a16:creationId xmlns:a16="http://schemas.microsoft.com/office/drawing/2014/main" id="{EF8EB7EF-A689-4E11-E069-405F4EF68BD2}"/>
                    </a:ext>
                  </a:extLst>
                </p14:cNvPr>
                <p14:cNvContentPartPr/>
                <p14:nvPr/>
              </p14:nvContentPartPr>
              <p14:xfrm>
                <a:off x="3173994" y="4117962"/>
                <a:ext cx="227520" cy="134640"/>
              </p14:xfrm>
            </p:contentPart>
          </mc:Choice>
          <mc:Fallback>
            <p:pic>
              <p:nvPicPr>
                <p:cNvPr id="141" name="Ink 140">
                  <a:extLst>
                    <a:ext uri="{FF2B5EF4-FFF2-40B4-BE49-F238E27FC236}">
                      <a16:creationId xmlns:a16="http://schemas.microsoft.com/office/drawing/2014/main" id="{EF8EB7EF-A689-4E11-E069-405F4EF68BD2}"/>
                    </a:ext>
                  </a:extLst>
                </p:cNvPr>
                <p:cNvPicPr/>
                <p:nvPr/>
              </p:nvPicPr>
              <p:blipFill>
                <a:blip r:embed="rId243"/>
                <a:stretch>
                  <a:fillRect/>
                </a:stretch>
              </p:blipFill>
              <p:spPr>
                <a:xfrm>
                  <a:off x="3167874" y="4111842"/>
                  <a:ext cx="23976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2" name="Ink 141">
                  <a:extLst>
                    <a:ext uri="{FF2B5EF4-FFF2-40B4-BE49-F238E27FC236}">
                      <a16:creationId xmlns:a16="http://schemas.microsoft.com/office/drawing/2014/main" id="{CBC1B27B-6244-4EDB-01C5-01664A1F64F0}"/>
                    </a:ext>
                  </a:extLst>
                </p14:cNvPr>
                <p14:cNvContentPartPr/>
                <p14:nvPr/>
              </p14:nvContentPartPr>
              <p14:xfrm>
                <a:off x="3426354" y="4123002"/>
                <a:ext cx="159480" cy="92520"/>
              </p14:xfrm>
            </p:contentPart>
          </mc:Choice>
          <mc:Fallback>
            <p:pic>
              <p:nvPicPr>
                <p:cNvPr id="142" name="Ink 141">
                  <a:extLst>
                    <a:ext uri="{FF2B5EF4-FFF2-40B4-BE49-F238E27FC236}">
                      <a16:creationId xmlns:a16="http://schemas.microsoft.com/office/drawing/2014/main" id="{CBC1B27B-6244-4EDB-01C5-01664A1F64F0}"/>
                    </a:ext>
                  </a:extLst>
                </p:cNvPr>
                <p:cNvPicPr/>
                <p:nvPr/>
              </p:nvPicPr>
              <p:blipFill>
                <a:blip r:embed="rId245"/>
                <a:stretch>
                  <a:fillRect/>
                </a:stretch>
              </p:blipFill>
              <p:spPr>
                <a:xfrm>
                  <a:off x="3420234" y="4116882"/>
                  <a:ext cx="171720" cy="104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6">
            <p14:nvContentPartPr>
              <p14:cNvPr id="144" name="Ink 143">
                <a:extLst>
                  <a:ext uri="{FF2B5EF4-FFF2-40B4-BE49-F238E27FC236}">
                    <a16:creationId xmlns:a16="http://schemas.microsoft.com/office/drawing/2014/main" id="{27AFD38D-2B6E-9365-C3B5-F99463582801}"/>
                  </a:ext>
                </a:extLst>
              </p14:cNvPr>
              <p14:cNvContentPartPr/>
              <p14:nvPr/>
            </p14:nvContentPartPr>
            <p14:xfrm>
              <a:off x="477234" y="2878122"/>
              <a:ext cx="567720" cy="540000"/>
            </p14:xfrm>
          </p:contentPart>
        </mc:Choice>
        <mc:Fallback>
          <p:pic>
            <p:nvPicPr>
              <p:cNvPr id="144" name="Ink 143">
                <a:extLst>
                  <a:ext uri="{FF2B5EF4-FFF2-40B4-BE49-F238E27FC236}">
                    <a16:creationId xmlns:a16="http://schemas.microsoft.com/office/drawing/2014/main" id="{27AFD38D-2B6E-9365-C3B5-F99463582801}"/>
                  </a:ext>
                </a:extLst>
              </p:cNvPr>
              <p:cNvPicPr/>
              <p:nvPr/>
            </p:nvPicPr>
            <p:blipFill>
              <a:blip r:embed="rId247"/>
              <a:stretch>
                <a:fillRect/>
              </a:stretch>
            </p:blipFill>
            <p:spPr>
              <a:xfrm>
                <a:off x="471114" y="2872002"/>
                <a:ext cx="579960" cy="552240"/>
              </a:xfrm>
              <a:prstGeom prst="rect">
                <a:avLst/>
              </a:prstGeom>
            </p:spPr>
          </p:pic>
        </mc:Fallback>
      </mc:AlternateContent>
    </p:spTree>
    <p:extLst>
      <p:ext uri="{BB962C8B-B14F-4D97-AF65-F5344CB8AC3E}">
        <p14:creationId xmlns:p14="http://schemas.microsoft.com/office/powerpoint/2010/main" val="433920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4260</TotalTime>
  <Words>268</Words>
  <Application>Microsoft Office PowerPoint</Application>
  <PresentationFormat>Widescreen</PresentationFormat>
  <Paragraphs>20</Paragraphs>
  <Slides>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-apple-system</vt:lpstr>
      <vt:lpstr>Aptos</vt:lpstr>
      <vt:lpstr>Aptos Display</vt:lpstr>
      <vt:lpstr>Arial</vt:lpstr>
      <vt:lpstr>San Fran</vt:lpstr>
      <vt:lpstr>Office Theme</vt:lpstr>
      <vt:lpstr>SE4050 – Deep Learning Week 13 – Recap + Model Questions</vt:lpstr>
      <vt:lpstr>Exam Paper Structure</vt:lpstr>
      <vt:lpstr>Essay question samples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Deep Learning</dc:title>
  <dc:creator>Administrator</dc:creator>
  <cp:lastModifiedBy>Mahima Weerasinghe</cp:lastModifiedBy>
  <cp:revision>4</cp:revision>
  <dcterms:created xsi:type="dcterms:W3CDTF">2024-06-27T12:36:33Z</dcterms:created>
  <dcterms:modified xsi:type="dcterms:W3CDTF">2024-10-20T14:06:09Z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2024-02-28T00:00:00Z</vt:filetime>
  </property>
  <property fmtid="{D5CDD505-2E9C-101B-9397-08002B2CF9AE}" pid="3" name="Creator">
    <vt:lpwstr>Microsoft® PowerPoint® for Microsoft 365</vt:lpwstr>
  </property>
  <property fmtid="{D5CDD505-2E9C-101B-9397-08002B2CF9AE}" pid="4" name="LastSaved">
    <vt:filetime>2024-06-27T00:00:00Z</vt:filetime>
  </property>
  <property fmtid="{D5CDD505-2E9C-101B-9397-08002B2CF9AE}" pid="5" name="Producer">
    <vt:lpwstr>Microsoft® PowerPoint® for Microsoft 365</vt:lpwstr>
  </property>
</Properties>
</file>